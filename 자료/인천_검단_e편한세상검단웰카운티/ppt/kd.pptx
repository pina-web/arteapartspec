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509" r:id="rId22"/>
    <p:sldId id="519" r:id="rId23"/>
    <p:sldId id="518" r:id="rId24"/>
    <p:sldId id="577" r:id="rId25"/>
    <p:sldId id="558" r:id="rId26"/>
    <p:sldId id="565" r:id="rId27"/>
    <p:sldId id="510" r:id="rId28"/>
    <p:sldId id="521" r:id="rId29"/>
    <p:sldId id="520" r:id="rId30"/>
    <p:sldId id="571" r:id="rId31"/>
    <p:sldId id="545" r:id="rId32"/>
    <p:sldId id="540" r:id="rId34"/>
    <p:sldId id="536" r:id="rId35"/>
    <p:sldId id="557" r:id="rId36"/>
    <p:sldId id="511" r:id="rId37"/>
    <p:sldId id="523" r:id="rId38"/>
    <p:sldId id="522" r:id="rId39"/>
    <p:sldId id="574" r:id="rId40"/>
    <p:sldId id="538" r:id="rId41"/>
    <p:sldId id="537" r:id="rId42"/>
    <p:sldId id="539" r:id="rId43"/>
    <p:sldId id="572" r:id="rId44"/>
    <p:sldId id="542" r:id="rId45"/>
    <p:sldId id="556" r:id="rId46"/>
    <p:sldId id="543" r:id="rId47"/>
    <p:sldId id="544" r:id="rId48"/>
    <p:sldId id="560" r:id="rId49"/>
    <p:sldId id="576" r:id="rId50"/>
    <p:sldId id="512" r:id="rId51"/>
    <p:sldId id="525" r:id="rId52"/>
    <p:sldId id="524" r:id="rId53"/>
    <p:sldId id="562" r:id="rId54"/>
    <p:sldId id="563" r:id="rId55"/>
    <p:sldId id="561" r:id="rId56"/>
    <p:sldId id="564" r:id="rId57"/>
    <p:sldId id="567" r:id="rId58"/>
    <p:sldId id="568" r:id="rId59"/>
    <p:sldId id="513" r:id="rId60"/>
    <p:sldId id="527" r:id="rId61"/>
    <p:sldId id="526" r:id="rId62"/>
    <p:sldId id="559" r:id="rId63"/>
    <p:sldId id="541" r:id="rId64"/>
    <p:sldId id="514" r:id="rId65"/>
    <p:sldId id="529" r:id="rId66"/>
    <p:sldId id="528" r:id="rId67"/>
    <p:sldId id="508" r:id="rId68"/>
    <p:sldId id="531" r:id="rId69"/>
    <p:sldId id="530" r:id="rId70"/>
    <p:sldId id="517" r:id="rId71"/>
    <p:sldId id="533" r:id="rId72"/>
    <p:sldId id="532" r:id="rId73"/>
    <p:sldId id="551" r:id="rId74"/>
    <p:sldId id="569" r:id="rId75"/>
    <p:sldId id="570" r:id="rId76"/>
    <p:sldId id="547" r:id="rId77"/>
    <p:sldId id="550" r:id="rId78"/>
    <p:sldId id="573" r:id="rId80"/>
    <p:sldId id="516" r:id="rId81"/>
    <p:sldId id="535" r:id="rId82"/>
    <p:sldId id="534" r:id="rId83"/>
    <p:sldId id="548" r:id="rId84"/>
    <p:sldId id="575" r:id="rId85"/>
    <p:sldId id="552" r:id="rId86"/>
    <p:sldId id="553" r:id="rId87"/>
    <p:sldId id="546" r:id="rId88"/>
    <p:sldId id="549" r:id="rId8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59A" id="{F5C450E8-5817-4A2F-A54E-2AB33EE34FB0}">
          <p14:sldIdLst>
            <p14:sldId id="509"/>
            <p14:sldId id="519"/>
            <p14:sldId id="518"/>
            <p14:sldId id="577"/>
            <p14:sldId id="558"/>
            <p14:sldId id="565"/>
          </p14:sldIdLst>
        </p14:section>
        <p14:section name="59B" id="{E8CFDF51-44D1-40A1-8E15-C9494CC63D14}">
          <p14:sldIdLst>
            <p14:sldId id="510"/>
            <p14:sldId id="521"/>
            <p14:sldId id="520"/>
            <p14:sldId id="571"/>
            <p14:sldId id="545"/>
            <p14:sldId id="540"/>
            <p14:sldId id="536"/>
            <p14:sldId id="557"/>
          </p14:sldIdLst>
        </p14:section>
        <p14:section name="84A" id="{FBDD0983-92AB-447E-ACDA-5944424B13AB}">
          <p14:sldIdLst>
            <p14:sldId id="511"/>
            <p14:sldId id="523"/>
            <p14:sldId id="522"/>
            <p14:sldId id="574"/>
            <p14:sldId id="538"/>
            <p14:sldId id="537"/>
            <p14:sldId id="539"/>
            <p14:sldId id="572"/>
            <p14:sldId id="542"/>
            <p14:sldId id="556"/>
            <p14:sldId id="543"/>
            <p14:sldId id="544"/>
            <p14:sldId id="560"/>
            <p14:sldId id="576"/>
          </p14:sldIdLst>
        </p14:section>
        <p14:section name="84B" id="{8CF04990-8393-4E68-896F-67F2FD694D39}">
          <p14:sldIdLst>
            <p14:sldId id="512"/>
            <p14:sldId id="525"/>
            <p14:sldId id="524"/>
            <p14:sldId id="562"/>
            <p14:sldId id="563"/>
            <p14:sldId id="561"/>
            <p14:sldId id="564"/>
            <p14:sldId id="567"/>
            <p14:sldId id="568"/>
          </p14:sldIdLst>
        </p14:section>
        <p14:section name="84C" id="{C329E40E-EE68-4892-BA0E-240ECF2C295C}">
          <p14:sldIdLst>
            <p14:sldId id="513"/>
            <p14:sldId id="527"/>
            <p14:sldId id="526"/>
            <p14:sldId id="559"/>
            <p14:sldId id="541"/>
          </p14:sldIdLst>
        </p14:section>
        <p14:section name="84T" id="{5DAFEB94-1EF9-472A-A040-3EAEA5DD2996}">
          <p14:sldIdLst>
            <p14:sldId id="514"/>
            <p14:sldId id="529"/>
            <p14:sldId id="528"/>
          </p14:sldIdLst>
        </p14:section>
        <p14:section name="84P" id="{76B757DB-BA40-4F6F-B462-9D875F0D585C}">
          <p14:sldIdLst>
            <p14:sldId id="508"/>
            <p14:sldId id="531"/>
            <p14:sldId id="530"/>
          </p14:sldIdLst>
        </p14:section>
        <p14:section name="104A" id="{1F51E262-9F66-4666-9F0E-09C809363FC5}">
          <p14:sldIdLst>
            <p14:sldId id="517"/>
            <p14:sldId id="533"/>
            <p14:sldId id="532"/>
            <p14:sldId id="551"/>
            <p14:sldId id="569"/>
            <p14:sldId id="570"/>
            <p14:sldId id="547"/>
            <p14:sldId id="550"/>
            <p14:sldId id="573"/>
          </p14:sldIdLst>
        </p14:section>
        <p14:section name="104B" id="{D29EAF74-02B0-4F35-A9BF-09038C6A73D2}">
          <p14:sldIdLst>
            <p14:sldId id="516"/>
            <p14:sldId id="535"/>
            <p14:sldId id="534"/>
            <p14:sldId id="548"/>
            <p14:sldId id="575"/>
            <p14:sldId id="552"/>
            <p14:sldId id="553"/>
            <p14:sldId id="546"/>
            <p14:sldId id="54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1758" y="11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presProps" Target="presProps.xml"/><Relationship Id="rId91" Type="http://schemas.openxmlformats.org/officeDocument/2006/relationships/viewProps" Target="viewProps.xml"/><Relationship Id="rId92" Type="http://schemas.openxmlformats.org/officeDocument/2006/relationships/theme" Target="theme/theme1.xml"/><Relationship Id="rId93" Type="http://schemas.openxmlformats.org/officeDocument/2006/relationships/tableStyles" Target="tableStyles.xml"/><Relationship Id="rId9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변경순" userId="934bc8be-092b-48fe-8084-8bf381ca8c96" providerId="ADAL" clId="{98FEE96D-739B-4C09-AC1A-3AB4AF33272E}"/>
    <pc:docChg chg="custSel addSld delSld modSld sldOrd modSection">
      <pc:chgData name="변경순" userId="934bc8be-092b-48fe-8084-8bf381ca8c96" providerId="ADAL" clId="{98FEE96D-739B-4C09-AC1A-3AB4AF33272E}" dt="2026-09-22T06:40:28.981" v="428" actId="1076"/>
      <pc:docMkLst>
        <pc:docMk/>
      </pc:docMkLst>
      <pc:sldChg chg="addSp modSp new mod">
        <pc:chgData name="변경순" userId="934bc8be-092b-48fe-8084-8bf381ca8c96" providerId="ADAL" clId="{98FEE96D-739B-4C09-AC1A-3AB4AF33272E}" dt="2026-09-22T06:40:28.981" v="428" actId="1076"/>
        <pc:sldMkLst>
          <pc:docMk/>
          <pc:sldMk cId="3142740137" sldId="587"/>
        </pc:sldMkLst>
        <pc:picChg chg="add mod">
          <ac:chgData name="변경순" userId="934bc8be-092b-48fe-8084-8bf381ca8c96" providerId="ADAL" clId="{98FEE96D-739B-4C09-AC1A-3AB4AF33272E}" dt="2026-09-22T06:40:28.981" v="428" actId="1076"/>
          <ac:picMkLst>
            <pc:docMk/>
            <pc:sldMk cId="3142740137" sldId="587"/>
            <ac:picMk id="2" creationId="{B39FB3A9-813C-27FF-D60D-E81F543CF655}"/>
          </ac:picMkLst>
        </pc:picChg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ECDF25-90F0-2904-39C8-4840F8B8CB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297EE68-20B8-98AE-CD25-D21D23F885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8606D81-0E5D-EAFD-3806-2E63147AF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E5CB3-A19F-4583-91C6-E897B2907C02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93D794E-8476-6299-6988-CD130D64D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D91A521-849E-8E8B-B476-E8B8A342E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5CA15-A350-4061-8C65-FD978D8FD3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33289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88BA7B-CE0F-0744-DE4E-F1F68F3BE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4E941C9-0C7F-7D3C-B480-D10C072103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04AE27A-FA6E-9C75-AC34-0E470B308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E5CB3-A19F-4583-91C6-E897B2907C02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2EC709-BD74-4CB9-1938-60366F20A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1147C59-136D-89D0-A720-C8F8A5F1C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5CA15-A350-4061-8C65-FD978D8FD3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42045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85ECBD-5CA2-8122-8AB8-80F24505D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B2CFD66-0BA1-9137-C51B-CE11A14BF5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409F20A-0EDA-2647-5936-979A2CAA8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E5CB3-A19F-4583-91C6-E897B2907C02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2AF6C5E-8563-2071-6419-7F61CE6C4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2A9B43-2EB2-E92F-851D-78508BCE2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5CA15-A350-4061-8C65-FD978D8FD3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10392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0832DA-6C65-D9C6-D41E-C98CDB63A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883A772-4BF4-2AB1-9756-12FA3191EB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A2C261F-CFEC-0C4F-3E18-F42D1DECEF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D901744-AC9D-4C95-2F85-58AD0775E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E5CB3-A19F-4583-91C6-E897B2907C02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976510A-F8C0-9E71-EBD5-F105FA4C7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F4E026D-C72E-B0C7-7835-98A693448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5CA15-A350-4061-8C65-FD978D8FD3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16193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D3B8FF-01BD-0E2D-CC0B-390E99230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AB3038E-295A-46B1-68CF-46C3C904C6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A208218-BA90-8C52-4390-48B5B64FC0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6AD2722-AB12-2F11-9D12-2201FB9DFE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10E9E45-73CD-9D28-6C32-12A1AED7FE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6B23F55-487D-3194-51CE-2C2ECF8B6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E5CB3-A19F-4583-91C6-E897B2907C02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A319D6C-97FD-9059-0FC8-A7E4DF6E2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0076003-95B8-EB86-F371-32AAEBF8D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5CA15-A350-4061-8C65-FD978D8FD3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9929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9E4973-DD00-3EB5-08C9-6225C4B26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832EC40-A68D-AD3A-C445-09FFFC3E7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E5CB3-A19F-4583-91C6-E897B2907C02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D23E720-24A6-AF34-E772-03DBB8CEA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12A988F-C288-C132-1C6F-C208005C7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5CA15-A350-4061-8C65-FD978D8FD3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9311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501DD52-A3F2-FEC9-A246-5061E63CB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E5CB3-A19F-4583-91C6-E897B2907C02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8A83097-D5E2-3433-6DB1-4DED031B2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D93FB0D-5184-7010-5DC5-9445E5F69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5CA15-A350-4061-8C65-FD978D8FD3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2385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B8E528-FA16-E605-40D2-68CFC3F97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C401722-18FD-805F-B051-C6C0054329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9646D9E-4C2B-B2EE-38B5-A6989C9A65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DA8F042-5883-47F3-0FA0-D846D3F77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E5CB3-A19F-4583-91C6-E897B2907C02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3ECA4AE-B8A8-509A-15E3-38ED228B0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D42F8B2-106F-9BD7-D6CD-771ACDBE8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5CA15-A350-4061-8C65-FD978D8FD3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80061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12827F-9B71-8F1D-38D7-B5C14B9A5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EC840BD-D84A-8E7A-F9E8-29C2E2B150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0599801-312B-3EEE-0072-FF98D3115F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395848B-6810-5468-9DFD-419FFB240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E5CB3-A19F-4583-91C6-E897B2907C02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92C618E-7E9C-02D4-C13F-645897006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F76F30B-66FC-C80C-DF97-B720A5420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5CA15-A350-4061-8C65-FD978D8FD3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9182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191609-9C39-AC94-523D-E8A154017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881325A-4A97-E253-7437-3283696B10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70FD7A7-BDED-AC94-927B-02F284405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E5CB3-A19F-4583-91C6-E897B2907C02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BA41C05-D29C-8379-85B3-36C1AC034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458D7D-B69F-3768-B529-E08D5D95B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5CA15-A350-4061-8C65-FD978D8FD3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4171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DB7B507-D974-FC96-00F4-D9E71E658A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DB2A194-4B92-34B0-DD82-7EAFC04735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112161D-96E3-9B37-9F9A-8D88AE9C6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E5CB3-A19F-4583-91C6-E897B2907C02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BA5AD94-8D5A-3C31-E7D4-A0C7FB7E1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2236CDB-5CF1-807A-BC82-2A550E29C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5CA15-A350-4061-8C65-FD978D8FD3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195384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71453DD-826F-40D9-7BAA-4CD31BD1A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B2B34A7-9581-3743-CE9C-47AD85550F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3493DEA-1332-6489-89EC-7AD32A928B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BE5CB3-A19F-4583-91C6-E897B2907C02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F944E89-1EA9-906B-70A3-26F524B87F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51B6D3C-665C-008B-4CF5-166571D03A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45CA15-A350-4061-8C65-FD978D8FD3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5429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png"/><Relationship Id="rId3" Type="http://schemas.microsoft.com/office/2007/relationships/hdphoto" Target="../media/hdphoto1.wdp"/><Relationship Id="rId4" Type="http://schemas.openxmlformats.org/officeDocument/2006/relationships/image" Target="../media/image55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png"/><Relationship Id="rId3" Type="http://schemas.microsoft.com/office/2007/relationships/hdphoto" Target="../media/hdphoto1.wdp"/><Relationship Id="rId4" Type="http://schemas.openxmlformats.org/officeDocument/2006/relationships/image" Target="../media/image55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png"/><Relationship Id="rId3" Type="http://schemas.microsoft.com/office/2007/relationships/hdphoto" Target="../media/hdphoto1.wdp"/><Relationship Id="rId4" Type="http://schemas.openxmlformats.org/officeDocument/2006/relationships/image" Target="../media/image55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png"/><Relationship Id="rId3" Type="http://schemas.microsoft.com/office/2007/relationships/hdphoto" Target="../media/hdphoto1.wdp"/><Relationship Id="rId4" Type="http://schemas.openxmlformats.org/officeDocument/2006/relationships/image" Target="../media/image550.png"/><Relationship Id="rId5" Type="http://schemas.openxmlformats.org/officeDocument/2006/relationships/image" Target="../media/image60.jpe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png"/><Relationship Id="rId3" Type="http://schemas.microsoft.com/office/2007/relationships/hdphoto" Target="../media/hdphoto1.wdp"/><Relationship Id="rId4" Type="http://schemas.openxmlformats.org/officeDocument/2006/relationships/image" Target="../media/image550.png"/><Relationship Id="rId5" Type="http://schemas.openxmlformats.org/officeDocument/2006/relationships/image" Target="../media/image6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png"/><Relationship Id="rId3" Type="http://schemas.microsoft.com/office/2007/relationships/hdphoto" Target="../media/hdphoto1.wdp"/><Relationship Id="rId4" Type="http://schemas.openxmlformats.org/officeDocument/2006/relationships/image" Target="../media/image550.png"/><Relationship Id="rId5" Type="http://schemas.openxmlformats.org/officeDocument/2006/relationships/image" Target="../media/image6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png"/><Relationship Id="rId3" Type="http://schemas.microsoft.com/office/2007/relationships/hdphoto" Target="../media/hdphoto2.wdp"/><Relationship Id="rId4" Type="http://schemas.openxmlformats.org/officeDocument/2006/relationships/image" Target="../media/image590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png"/><Relationship Id="rId3" Type="http://schemas.microsoft.com/office/2007/relationships/hdphoto" Target="../media/hdphoto2.wdp"/><Relationship Id="rId4" Type="http://schemas.openxmlformats.org/officeDocument/2006/relationships/image" Target="../media/image590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png"/><Relationship Id="rId3" Type="http://schemas.microsoft.com/office/2007/relationships/hdphoto" Target="../media/hdphoto2.wdp"/><Relationship Id="rId4" Type="http://schemas.openxmlformats.org/officeDocument/2006/relationships/image" Target="../media/image59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png"/><Relationship Id="rId3" Type="http://schemas.microsoft.com/office/2007/relationships/hdphoto" Target="../media/hdphoto2.wdp"/><Relationship Id="rId4" Type="http://schemas.openxmlformats.org/officeDocument/2006/relationships/image" Target="../media/image590.png"/><Relationship Id="rId5" Type="http://schemas.openxmlformats.org/officeDocument/2006/relationships/image" Target="../media/image63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png"/><Relationship Id="rId3" Type="http://schemas.microsoft.com/office/2007/relationships/hdphoto" Target="../media/hdphoto2.wdp"/><Relationship Id="rId4" Type="http://schemas.openxmlformats.org/officeDocument/2006/relationships/image" Target="../media/image590.png"/><Relationship Id="rId5" Type="http://schemas.openxmlformats.org/officeDocument/2006/relationships/image" Target="../media/image60.jpe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png"/><Relationship Id="rId3" Type="http://schemas.microsoft.com/office/2007/relationships/hdphoto" Target="../media/hdphoto2.wdp"/><Relationship Id="rId4" Type="http://schemas.openxmlformats.org/officeDocument/2006/relationships/image" Target="../media/image590.png"/><Relationship Id="rId5" Type="http://schemas.openxmlformats.org/officeDocument/2006/relationships/image" Target="../media/image65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png"/><Relationship Id="rId3" Type="http://schemas.microsoft.com/office/2007/relationships/hdphoto" Target="../media/hdphoto2.wdp"/><Relationship Id="rId4" Type="http://schemas.openxmlformats.org/officeDocument/2006/relationships/image" Target="../media/image590.png"/><Relationship Id="rId5" Type="http://schemas.openxmlformats.org/officeDocument/2006/relationships/image" Target="../media/image6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png"/><Relationship Id="rId3" Type="http://schemas.microsoft.com/office/2007/relationships/hdphoto" Target="../media/hdphoto2.wdp"/><Relationship Id="rId4" Type="http://schemas.openxmlformats.org/officeDocument/2006/relationships/image" Target="../media/image590.png"/><Relationship Id="rId5" Type="http://schemas.openxmlformats.org/officeDocument/2006/relationships/image" Target="../media/image61.png"/><Relationship Id="rId6" Type="http://schemas.openxmlformats.org/officeDocument/2006/relationships/image" Target="../media/image66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png"/><Relationship Id="rId3" Type="http://schemas.microsoft.com/office/2007/relationships/hdphoto" Target="../media/hdphoto3.wdp"/><Relationship Id="rId4" Type="http://schemas.openxmlformats.org/officeDocument/2006/relationships/image" Target="../media/image68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png"/><Relationship Id="rId3" Type="http://schemas.microsoft.com/office/2007/relationships/hdphoto" Target="../media/hdphoto3.wdp"/><Relationship Id="rId4" Type="http://schemas.openxmlformats.org/officeDocument/2006/relationships/image" Target="../media/image68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png"/><Relationship Id="rId3" Type="http://schemas.microsoft.com/office/2007/relationships/hdphoto" Target="../media/hdphoto3.wdp"/><Relationship Id="rId4" Type="http://schemas.openxmlformats.org/officeDocument/2006/relationships/image" Target="../media/image68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png"/><Relationship Id="rId3" Type="http://schemas.microsoft.com/office/2007/relationships/hdphoto" Target="../media/hdphoto3.wdp"/><Relationship Id="rId4" Type="http://schemas.openxmlformats.org/officeDocument/2006/relationships/image" Target="../media/image68.png"/><Relationship Id="rId5" Type="http://schemas.openxmlformats.org/officeDocument/2006/relationships/image" Target="../media/image60.jpe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png"/><Relationship Id="rId3" Type="http://schemas.microsoft.com/office/2007/relationships/hdphoto" Target="../media/hdphoto3.wdp"/><Relationship Id="rId4" Type="http://schemas.openxmlformats.org/officeDocument/2006/relationships/image" Target="../media/image68.png"/><Relationship Id="rId5" Type="http://schemas.openxmlformats.org/officeDocument/2006/relationships/image" Target="../media/image60.jpeg"/><Relationship Id="rId6" Type="http://schemas.openxmlformats.org/officeDocument/2006/relationships/image" Target="../media/image61.png"/><Relationship Id="rId7" Type="http://schemas.openxmlformats.org/officeDocument/2006/relationships/image" Target="../media/image68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png"/><Relationship Id="rId3" Type="http://schemas.microsoft.com/office/2007/relationships/hdphoto" Target="../media/hdphoto3.wdp"/><Relationship Id="rId4" Type="http://schemas.openxmlformats.org/officeDocument/2006/relationships/image" Target="../media/image68.png"/><Relationship Id="rId5" Type="http://schemas.openxmlformats.org/officeDocument/2006/relationships/image" Target="../media/image60.jpeg"/><Relationship Id="rId6" Type="http://schemas.openxmlformats.org/officeDocument/2006/relationships/image" Target="../media/image61.png"/><Relationship Id="rId7" Type="http://schemas.openxmlformats.org/officeDocument/2006/relationships/image" Target="../media/image68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png"/><Relationship Id="rId3" Type="http://schemas.microsoft.com/office/2007/relationships/hdphoto" Target="../media/hdphoto3.wdp"/><Relationship Id="rId4" Type="http://schemas.openxmlformats.org/officeDocument/2006/relationships/image" Target="../media/image68.png"/><Relationship Id="rId5" Type="http://schemas.openxmlformats.org/officeDocument/2006/relationships/image" Target="../media/image60.jpeg"/><Relationship Id="rId6" Type="http://schemas.openxmlformats.org/officeDocument/2006/relationships/image" Target="../media/image61.png"/><Relationship Id="rId7" Type="http://schemas.openxmlformats.org/officeDocument/2006/relationships/image" Target="../media/image68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png"/><Relationship Id="rId3" Type="http://schemas.microsoft.com/office/2007/relationships/hdphoto" Target="../media/hdphoto3.wdp"/><Relationship Id="rId4" Type="http://schemas.openxmlformats.org/officeDocument/2006/relationships/image" Target="../media/image68.png"/><Relationship Id="rId5" Type="http://schemas.openxmlformats.org/officeDocument/2006/relationships/image" Target="../media/image60.jpeg"/><Relationship Id="rId6" Type="http://schemas.openxmlformats.org/officeDocument/2006/relationships/image" Target="../media/image61.png"/><Relationship Id="rId7" Type="http://schemas.openxmlformats.org/officeDocument/2006/relationships/image" Target="../media/image69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png"/><Relationship Id="rId3" Type="http://schemas.microsoft.com/office/2007/relationships/hdphoto" Target="../media/hdphoto3.wdp"/><Relationship Id="rId4" Type="http://schemas.openxmlformats.org/officeDocument/2006/relationships/image" Target="../media/image68.png"/><Relationship Id="rId5" Type="http://schemas.openxmlformats.org/officeDocument/2006/relationships/image" Target="../media/image61.png"/><Relationship Id="rId6" Type="http://schemas.openxmlformats.org/officeDocument/2006/relationships/image" Target="../media/image68.png"/><Relationship Id="rId7" Type="http://schemas.openxmlformats.org/officeDocument/2006/relationships/image" Target="../media/image70.jpe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png"/><Relationship Id="rId3" Type="http://schemas.microsoft.com/office/2007/relationships/hdphoto" Target="../media/hdphoto3.wdp"/><Relationship Id="rId4" Type="http://schemas.openxmlformats.org/officeDocument/2006/relationships/image" Target="../media/image68.png"/><Relationship Id="rId5" Type="http://schemas.openxmlformats.org/officeDocument/2006/relationships/image" Target="../media/image61.png"/><Relationship Id="rId6" Type="http://schemas.openxmlformats.org/officeDocument/2006/relationships/image" Target="../media/image68.png"/><Relationship Id="rId7" Type="http://schemas.openxmlformats.org/officeDocument/2006/relationships/image" Target="../media/image70.jpe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png"/><Relationship Id="rId3" Type="http://schemas.microsoft.com/office/2007/relationships/hdphoto" Target="../media/hdphoto3.wdp"/><Relationship Id="rId4" Type="http://schemas.openxmlformats.org/officeDocument/2006/relationships/image" Target="../media/image68.png"/><Relationship Id="rId5" Type="http://schemas.openxmlformats.org/officeDocument/2006/relationships/image" Target="../media/image60.jpeg"/><Relationship Id="rId6" Type="http://schemas.openxmlformats.org/officeDocument/2006/relationships/image" Target="../media/image61.png"/><Relationship Id="rId7" Type="http://schemas.openxmlformats.org/officeDocument/2006/relationships/image" Target="../media/image69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png"/><Relationship Id="rId3" Type="http://schemas.microsoft.com/office/2007/relationships/hdphoto" Target="../media/hdphoto3.wdp"/><Relationship Id="rId4" Type="http://schemas.openxmlformats.org/officeDocument/2006/relationships/image" Target="../media/image68.png"/><Relationship Id="rId5" Type="http://schemas.openxmlformats.org/officeDocument/2006/relationships/image" Target="../media/image6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png"/><Relationship Id="rId3" Type="http://schemas.microsoft.com/office/2007/relationships/hdphoto" Target="../media/hdphoto3.wdp"/><Relationship Id="rId4" Type="http://schemas.openxmlformats.org/officeDocument/2006/relationships/image" Target="../media/image68.png"/><Relationship Id="rId5" Type="http://schemas.openxmlformats.org/officeDocument/2006/relationships/image" Target="../media/image6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png"/><Relationship Id="rId3" Type="http://schemas.microsoft.com/office/2007/relationships/hdphoto" Target="../media/hdphoto3.wdp"/><Relationship Id="rId4" Type="http://schemas.openxmlformats.org/officeDocument/2006/relationships/image" Target="../media/image68.png"/><Relationship Id="rId5" Type="http://schemas.openxmlformats.org/officeDocument/2006/relationships/image" Target="../media/image61.png"/><Relationship Id="rId6" Type="http://schemas.openxmlformats.org/officeDocument/2006/relationships/image" Target="../media/image68.png"/><Relationship Id="rId7" Type="http://schemas.openxmlformats.org/officeDocument/2006/relationships/image" Target="../media/image66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png"/><Relationship Id="rId3" Type="http://schemas.microsoft.com/office/2007/relationships/hdphoto" Target="../media/hdphoto4.wdp"/><Relationship Id="rId4" Type="http://schemas.openxmlformats.org/officeDocument/2006/relationships/image" Target="../media/image72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png"/><Relationship Id="rId3" Type="http://schemas.microsoft.com/office/2007/relationships/hdphoto" Target="../media/hdphoto4.wdp"/><Relationship Id="rId4" Type="http://schemas.openxmlformats.org/officeDocument/2006/relationships/image" Target="../media/image72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png"/><Relationship Id="rId3" Type="http://schemas.microsoft.com/office/2007/relationships/hdphoto" Target="../media/hdphoto4.wdp"/><Relationship Id="rId4" Type="http://schemas.openxmlformats.org/officeDocument/2006/relationships/image" Target="../media/image72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png"/><Relationship Id="rId3" Type="http://schemas.microsoft.com/office/2007/relationships/hdphoto" Target="../media/hdphoto4.wdp"/><Relationship Id="rId4" Type="http://schemas.openxmlformats.org/officeDocument/2006/relationships/image" Target="../media/image72.png"/><Relationship Id="rId5" Type="http://schemas.openxmlformats.org/officeDocument/2006/relationships/image" Target="../media/image60.jpeg"/><Relationship Id="rId6" Type="http://schemas.openxmlformats.org/officeDocument/2006/relationships/image" Target="../media/image64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png"/><Relationship Id="rId3" Type="http://schemas.microsoft.com/office/2007/relationships/hdphoto" Target="../media/hdphoto4.wdp"/><Relationship Id="rId4" Type="http://schemas.openxmlformats.org/officeDocument/2006/relationships/image" Target="../media/image72.png"/><Relationship Id="rId5" Type="http://schemas.openxmlformats.org/officeDocument/2006/relationships/image" Target="../media/image60.jpeg"/><Relationship Id="rId6" Type="http://schemas.openxmlformats.org/officeDocument/2006/relationships/image" Target="../media/image64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png"/><Relationship Id="rId3" Type="http://schemas.microsoft.com/office/2007/relationships/hdphoto" Target="../media/hdphoto4.wdp"/><Relationship Id="rId4" Type="http://schemas.openxmlformats.org/officeDocument/2006/relationships/image" Target="../media/image72.png"/><Relationship Id="rId5" Type="http://schemas.openxmlformats.org/officeDocument/2006/relationships/image" Target="../media/image60.jpeg"/><Relationship Id="rId6" Type="http://schemas.openxmlformats.org/officeDocument/2006/relationships/image" Target="../media/image64.png"/><Relationship Id="rId7" Type="http://schemas.openxmlformats.org/officeDocument/2006/relationships/image" Target="../media/image61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png"/><Relationship Id="rId3" Type="http://schemas.microsoft.com/office/2007/relationships/hdphoto" Target="../media/hdphoto4.wdp"/><Relationship Id="rId4" Type="http://schemas.openxmlformats.org/officeDocument/2006/relationships/image" Target="../media/image72.png"/><Relationship Id="rId5" Type="http://schemas.openxmlformats.org/officeDocument/2006/relationships/image" Target="../media/image60.jpeg"/><Relationship Id="rId6" Type="http://schemas.openxmlformats.org/officeDocument/2006/relationships/image" Target="../media/image64.png"/><Relationship Id="rId7" Type="http://schemas.openxmlformats.org/officeDocument/2006/relationships/image" Target="../media/image61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png"/><Relationship Id="rId3" Type="http://schemas.microsoft.com/office/2007/relationships/hdphoto" Target="../media/hdphoto4.wdp"/><Relationship Id="rId4" Type="http://schemas.openxmlformats.org/officeDocument/2006/relationships/image" Target="../media/image72.png"/><Relationship Id="rId5" Type="http://schemas.openxmlformats.org/officeDocument/2006/relationships/image" Target="../media/image61.png"/><Relationship Id="rId6" Type="http://schemas.openxmlformats.org/officeDocument/2006/relationships/image" Target="../media/image72.png"/><Relationship Id="rId7" Type="http://schemas.openxmlformats.org/officeDocument/2006/relationships/image" Target="../media/image70.jpe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png"/><Relationship Id="rId3" Type="http://schemas.microsoft.com/office/2007/relationships/hdphoto" Target="../media/hdphoto4.wdp"/><Relationship Id="rId4" Type="http://schemas.openxmlformats.org/officeDocument/2006/relationships/image" Target="../media/image72.png"/><Relationship Id="rId5" Type="http://schemas.openxmlformats.org/officeDocument/2006/relationships/image" Target="../media/image61.png"/><Relationship Id="rId6" Type="http://schemas.openxmlformats.org/officeDocument/2006/relationships/image" Target="../media/image72.png"/><Relationship Id="rId7" Type="http://schemas.openxmlformats.org/officeDocument/2006/relationships/image" Target="../media/image70.jpe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png"/><Relationship Id="rId3" Type="http://schemas.microsoft.com/office/2007/relationships/hdphoto" Target="../media/hdphoto5.wdp"/><Relationship Id="rId4" Type="http://schemas.openxmlformats.org/officeDocument/2006/relationships/image" Target="../media/image710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png"/><Relationship Id="rId3" Type="http://schemas.microsoft.com/office/2007/relationships/hdphoto" Target="../media/hdphoto5.wdp"/><Relationship Id="rId4" Type="http://schemas.openxmlformats.org/officeDocument/2006/relationships/image" Target="../media/image710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png"/><Relationship Id="rId3" Type="http://schemas.microsoft.com/office/2007/relationships/hdphoto" Target="../media/hdphoto5.wdp"/><Relationship Id="rId4" Type="http://schemas.openxmlformats.org/officeDocument/2006/relationships/image" Target="../media/image710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png"/><Relationship Id="rId3" Type="http://schemas.microsoft.com/office/2007/relationships/hdphoto" Target="../media/hdphoto5.wdp"/><Relationship Id="rId4" Type="http://schemas.openxmlformats.org/officeDocument/2006/relationships/image" Target="../media/image710.png"/><Relationship Id="rId5" Type="http://schemas.openxmlformats.org/officeDocument/2006/relationships/image" Target="../media/image61.png"/><Relationship Id="rId6" Type="http://schemas.openxmlformats.org/officeDocument/2006/relationships/image" Target="../media/image70.jpeg"/><Relationship Id="rId7" Type="http://schemas.openxmlformats.org/officeDocument/2006/relationships/image" Target="../media/image69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png"/><Relationship Id="rId3" Type="http://schemas.microsoft.com/office/2007/relationships/hdphoto" Target="../media/hdphoto5.wdp"/><Relationship Id="rId4" Type="http://schemas.openxmlformats.org/officeDocument/2006/relationships/image" Target="../media/image710.png"/><Relationship Id="rId5" Type="http://schemas.openxmlformats.org/officeDocument/2006/relationships/image" Target="../media/image60.jpeg"/><Relationship Id="rId6" Type="http://schemas.openxmlformats.org/officeDocument/2006/relationships/image" Target="../media/image61.png"/><Relationship Id="rId7" Type="http://schemas.openxmlformats.org/officeDocument/2006/relationships/image" Target="../media/image69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4.png"/><Relationship Id="rId3" Type="http://schemas.microsoft.com/office/2007/relationships/hdphoto" Target="../media/hdphoto6.wdp"/><Relationship Id="rId4" Type="http://schemas.openxmlformats.org/officeDocument/2006/relationships/image" Target="../media/image730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4.png"/><Relationship Id="rId3" Type="http://schemas.microsoft.com/office/2007/relationships/hdphoto" Target="../media/hdphoto6.wdp"/><Relationship Id="rId4" Type="http://schemas.openxmlformats.org/officeDocument/2006/relationships/image" Target="../media/image730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4.png"/><Relationship Id="rId3" Type="http://schemas.microsoft.com/office/2007/relationships/hdphoto" Target="../media/hdphoto6.wdp"/><Relationship Id="rId4" Type="http://schemas.openxmlformats.org/officeDocument/2006/relationships/image" Target="../media/image730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png"/><Relationship Id="rId3" Type="http://schemas.microsoft.com/office/2007/relationships/hdphoto" Target="../media/hdphoto7.wdp"/><Relationship Id="rId4" Type="http://schemas.openxmlformats.org/officeDocument/2006/relationships/image" Target="../media/image750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png"/><Relationship Id="rId3" Type="http://schemas.microsoft.com/office/2007/relationships/hdphoto" Target="../media/hdphoto7.wdp"/><Relationship Id="rId4" Type="http://schemas.openxmlformats.org/officeDocument/2006/relationships/image" Target="../media/image750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png"/><Relationship Id="rId3" Type="http://schemas.microsoft.com/office/2007/relationships/hdphoto" Target="../media/hdphoto7.wdp"/><Relationship Id="rId4" Type="http://schemas.openxmlformats.org/officeDocument/2006/relationships/image" Target="../media/image750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6.png"/><Relationship Id="rId3" Type="http://schemas.microsoft.com/office/2007/relationships/hdphoto" Target="../media/hdphoto8.wdp"/><Relationship Id="rId4" Type="http://schemas.openxmlformats.org/officeDocument/2006/relationships/image" Target="../media/image77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6.png"/><Relationship Id="rId3" Type="http://schemas.microsoft.com/office/2007/relationships/hdphoto" Target="../media/hdphoto8.wdp"/><Relationship Id="rId4" Type="http://schemas.openxmlformats.org/officeDocument/2006/relationships/image" Target="../media/image77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6.png"/><Relationship Id="rId3" Type="http://schemas.microsoft.com/office/2007/relationships/hdphoto" Target="../media/hdphoto8.wdp"/><Relationship Id="rId4" Type="http://schemas.openxmlformats.org/officeDocument/2006/relationships/image" Target="../media/image77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6.png"/><Relationship Id="rId3" Type="http://schemas.microsoft.com/office/2007/relationships/hdphoto" Target="../media/hdphoto8.wdp"/><Relationship Id="rId4" Type="http://schemas.openxmlformats.org/officeDocument/2006/relationships/image" Target="../media/image77.png"/><Relationship Id="rId5" Type="http://schemas.openxmlformats.org/officeDocument/2006/relationships/image" Target="../media/image60.jpeg"/><Relationship Id="rId6" Type="http://schemas.openxmlformats.org/officeDocument/2006/relationships/image" Target="../media/image64.png"/><Relationship Id="rId7" Type="http://schemas.openxmlformats.org/officeDocument/2006/relationships/image" Target="../media/image61.png"/><Relationship Id="rId8" Type="http://schemas.openxmlformats.org/officeDocument/2006/relationships/image" Target="../media/image66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6.png"/><Relationship Id="rId3" Type="http://schemas.microsoft.com/office/2007/relationships/hdphoto" Target="../media/hdphoto8.wdp"/><Relationship Id="rId4" Type="http://schemas.openxmlformats.org/officeDocument/2006/relationships/image" Target="../media/image77.png"/><Relationship Id="rId5" Type="http://schemas.openxmlformats.org/officeDocument/2006/relationships/image" Target="../media/image64.png"/><Relationship Id="rId6" Type="http://schemas.openxmlformats.org/officeDocument/2006/relationships/image" Target="../media/image61.png"/><Relationship Id="rId7" Type="http://schemas.openxmlformats.org/officeDocument/2006/relationships/image" Target="../media/image70.jpe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6.png"/><Relationship Id="rId3" Type="http://schemas.microsoft.com/office/2007/relationships/hdphoto" Target="../media/hdphoto8.wdp"/><Relationship Id="rId4" Type="http://schemas.openxmlformats.org/officeDocument/2006/relationships/image" Target="../media/image77.png"/><Relationship Id="rId5" Type="http://schemas.openxmlformats.org/officeDocument/2006/relationships/image" Target="../media/image61.png"/><Relationship Id="rId6" Type="http://schemas.openxmlformats.org/officeDocument/2006/relationships/image" Target="../media/image70.jpeg"/><Relationship Id="rId7" Type="http://schemas.openxmlformats.org/officeDocument/2006/relationships/image" Target="../media/image69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6.png"/><Relationship Id="rId3" Type="http://schemas.microsoft.com/office/2007/relationships/hdphoto" Target="../media/hdphoto8.wdp"/><Relationship Id="rId4" Type="http://schemas.openxmlformats.org/officeDocument/2006/relationships/image" Target="../media/image77.png"/><Relationship Id="rId5" Type="http://schemas.openxmlformats.org/officeDocument/2006/relationships/image" Target="../media/image60.jpeg"/><Relationship Id="rId6" Type="http://schemas.openxmlformats.org/officeDocument/2006/relationships/image" Target="../media/image64.png"/><Relationship Id="rId7" Type="http://schemas.openxmlformats.org/officeDocument/2006/relationships/image" Target="../media/image61.png"/><Relationship Id="rId8" Type="http://schemas.openxmlformats.org/officeDocument/2006/relationships/image" Target="../media/image66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6.png"/><Relationship Id="rId3" Type="http://schemas.microsoft.com/office/2007/relationships/hdphoto" Target="../media/hdphoto8.wdp"/><Relationship Id="rId4" Type="http://schemas.openxmlformats.org/officeDocument/2006/relationships/image" Target="../media/image77.png"/><Relationship Id="rId5" Type="http://schemas.openxmlformats.org/officeDocument/2006/relationships/image" Target="../media/image61.png"/><Relationship Id="rId6" Type="http://schemas.openxmlformats.org/officeDocument/2006/relationships/image" Target="../media/image66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6.png"/><Relationship Id="rId3" Type="http://schemas.microsoft.com/office/2007/relationships/hdphoto" Target="../media/hdphoto8.wdp"/><Relationship Id="rId4" Type="http://schemas.openxmlformats.org/officeDocument/2006/relationships/image" Target="../media/image77.png"/><Relationship Id="rId5" Type="http://schemas.openxmlformats.org/officeDocument/2006/relationships/image" Target="../media/image61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8.png"/><Relationship Id="rId3" Type="http://schemas.microsoft.com/office/2007/relationships/hdphoto" Target="../media/hdphoto9.wdp"/><Relationship Id="rId4" Type="http://schemas.openxmlformats.org/officeDocument/2006/relationships/image" Target="../media/image79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8.png"/><Relationship Id="rId3" Type="http://schemas.microsoft.com/office/2007/relationships/hdphoto" Target="../media/hdphoto9.wdp"/><Relationship Id="rId4" Type="http://schemas.openxmlformats.org/officeDocument/2006/relationships/image" Target="../media/image79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8.png"/><Relationship Id="rId3" Type="http://schemas.microsoft.com/office/2007/relationships/hdphoto" Target="../media/hdphoto9.wdp"/><Relationship Id="rId4" Type="http://schemas.openxmlformats.org/officeDocument/2006/relationships/image" Target="../media/image79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8.png"/><Relationship Id="rId3" Type="http://schemas.microsoft.com/office/2007/relationships/hdphoto" Target="../media/hdphoto9.wdp"/><Relationship Id="rId4" Type="http://schemas.openxmlformats.org/officeDocument/2006/relationships/image" Target="../media/image79.png"/><Relationship Id="rId5" Type="http://schemas.openxmlformats.org/officeDocument/2006/relationships/image" Target="../media/image61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8.png"/><Relationship Id="rId3" Type="http://schemas.microsoft.com/office/2007/relationships/hdphoto" Target="../media/hdphoto9.wdp"/><Relationship Id="rId4" Type="http://schemas.openxmlformats.org/officeDocument/2006/relationships/image" Target="../media/image79.png"/><Relationship Id="rId5" Type="http://schemas.openxmlformats.org/officeDocument/2006/relationships/image" Target="../media/image70.jpeg"/><Relationship Id="rId6" Type="http://schemas.openxmlformats.org/officeDocument/2006/relationships/image" Target="../media/image65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8.png"/><Relationship Id="rId3" Type="http://schemas.microsoft.com/office/2007/relationships/hdphoto" Target="../media/hdphoto9.wdp"/><Relationship Id="rId4" Type="http://schemas.openxmlformats.org/officeDocument/2006/relationships/image" Target="../media/image79.png"/><Relationship Id="rId5" Type="http://schemas.openxmlformats.org/officeDocument/2006/relationships/image" Target="../media/image60.jpeg"/><Relationship Id="rId6" Type="http://schemas.openxmlformats.org/officeDocument/2006/relationships/image" Target="../media/image61.png"/><Relationship Id="rId7" Type="http://schemas.openxmlformats.org/officeDocument/2006/relationships/image" Target="../media/image65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8.png"/><Relationship Id="rId3" Type="http://schemas.microsoft.com/office/2007/relationships/hdphoto" Target="../media/hdphoto9.wdp"/><Relationship Id="rId4" Type="http://schemas.openxmlformats.org/officeDocument/2006/relationships/image" Target="../media/image79.png"/><Relationship Id="rId5" Type="http://schemas.openxmlformats.org/officeDocument/2006/relationships/image" Target="../media/image64.png"/><Relationship Id="rId6" Type="http://schemas.openxmlformats.org/officeDocument/2006/relationships/image" Target="../media/image70.jpe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8.png"/><Relationship Id="rId3" Type="http://schemas.microsoft.com/office/2007/relationships/hdphoto" Target="../media/hdphoto9.wdp"/><Relationship Id="rId4" Type="http://schemas.openxmlformats.org/officeDocument/2006/relationships/image" Target="../media/image79.png"/><Relationship Id="rId5" Type="http://schemas.openxmlformats.org/officeDocument/2006/relationships/image" Target="../media/image60.jpeg"/><Relationship Id="rId6" Type="http://schemas.openxmlformats.org/officeDocument/2006/relationships/image" Target="../media/image69.png"/><Relationship Id="rId7" Type="http://schemas.openxmlformats.org/officeDocument/2006/relationships/image" Target="../media/image61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8.png"/><Relationship Id="rId3" Type="http://schemas.microsoft.com/office/2007/relationships/hdphoto" Target="../media/hdphoto9.wdp"/><Relationship Id="rId4" Type="http://schemas.openxmlformats.org/officeDocument/2006/relationships/image" Target="../media/image79.png"/><Relationship Id="rId5" Type="http://schemas.openxmlformats.org/officeDocument/2006/relationships/image" Target="../media/image61.png"/></Relationships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531021-1511-FE57-4609-E41C53A4FA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B1F81F6-7703-5590-AFA8-4C750F02A32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377515" y="852400"/>
            <a:ext cx="7395135" cy="562978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12E022F-0477-523C-F732-4073442EF432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𝟓𝟗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12E022F-0477-523C-F732-4073442EF4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직사각형 7">
            <a:extLst>
              <a:ext uri="{FF2B5EF4-FFF2-40B4-BE49-F238E27FC236}">
                <a16:creationId xmlns:a16="http://schemas.microsoft.com/office/drawing/2014/main" id="{FA9E4CBD-791D-64C1-E1D0-B080B8D37C7C}"/>
              </a:ext>
            </a:extLst>
          </p:cNvPr>
          <p:cNvSpPr/>
          <p:nvPr/>
        </p:nvSpPr>
        <p:spPr>
          <a:xfrm rot="5400000">
            <a:off x="6615390" y="5154535"/>
            <a:ext cx="102820" cy="173441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02846FDB-1525-4A29-987E-614BFA167F31}"/>
              </a:ext>
            </a:extLst>
          </p:cNvPr>
          <p:cNvSpPr/>
          <p:nvPr/>
        </p:nvSpPr>
        <p:spPr>
          <a:xfrm>
            <a:off x="6151464" y="4636791"/>
            <a:ext cx="1090020" cy="1100873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2EB79304-1E99-D642-8908-6B467A2C3AAD}"/>
              </a:ext>
            </a:extLst>
          </p:cNvPr>
          <p:cNvSpPr/>
          <p:nvPr/>
        </p:nvSpPr>
        <p:spPr>
          <a:xfrm>
            <a:off x="6306563" y="4779052"/>
            <a:ext cx="798875" cy="83782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C22BE65-BD3E-BA43-96AE-0C7BA379F4DF}"/>
              </a:ext>
            </a:extLst>
          </p:cNvPr>
          <p:cNvSpPr txBox="1"/>
          <p:nvPr/>
        </p:nvSpPr>
        <p:spPr>
          <a:xfrm>
            <a:off x="5943600" y="3970181"/>
            <a:ext cx="1515426" cy="2462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6516AFD-C425-2AB6-5D05-26D84A628F85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62244F41-B4E5-0A4B-7D0F-852A30F77DA1}"/>
              </a:ext>
            </a:extLst>
          </p:cNvPr>
          <p:cNvGrpSpPr/>
          <p:nvPr/>
        </p:nvGrpSpPr>
        <p:grpSpPr>
          <a:xfrm>
            <a:off x="5739965" y="4602555"/>
            <a:ext cx="98891" cy="1235983"/>
            <a:chOff x="4737834" y="4874727"/>
            <a:chExt cx="98891" cy="1235983"/>
          </a:xfrm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D116F2FE-1F3F-B913-DFB5-1FC087826834}"/>
                </a:ext>
              </a:extLst>
            </p:cNvPr>
            <p:cNvSpPr/>
            <p:nvPr/>
          </p:nvSpPr>
          <p:spPr>
            <a:xfrm>
              <a:off x="4737834" y="48747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AF4E7242-3CD7-1E1E-AA49-1188FF9FDCDA}"/>
                </a:ext>
              </a:extLst>
            </p:cNvPr>
            <p:cNvSpPr/>
            <p:nvPr/>
          </p:nvSpPr>
          <p:spPr>
            <a:xfrm>
              <a:off x="4738263" y="544352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0872F180-B8F4-2DBF-31A0-98220E2F7DF3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1109ACEF-85F2-79E0-9439-AF3CE620758E}"/>
              </a:ext>
            </a:extLst>
          </p:cNvPr>
          <p:cNvSpPr/>
          <p:nvPr/>
        </p:nvSpPr>
        <p:spPr>
          <a:xfrm rot="10800000" flipV="1">
            <a:off x="7765493" y="3278094"/>
            <a:ext cx="98384" cy="68970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D49B807C-FC70-3754-3377-371D7F29AA7E}"/>
              </a:ext>
            </a:extLst>
          </p:cNvPr>
          <p:cNvGrpSpPr/>
          <p:nvPr/>
        </p:nvGrpSpPr>
        <p:grpSpPr>
          <a:xfrm rot="5400000">
            <a:off x="4508762" y="4011852"/>
            <a:ext cx="104184" cy="626456"/>
            <a:chOff x="5324822" y="4457234"/>
            <a:chExt cx="104184" cy="626456"/>
          </a:xfrm>
        </p:grpSpPr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1B9B8D3C-6667-9AB6-E2D0-BEC203891267}"/>
                </a:ext>
              </a:extLst>
            </p:cNvPr>
            <p:cNvSpPr/>
            <p:nvPr/>
          </p:nvSpPr>
          <p:spPr>
            <a:xfrm>
              <a:off x="5330621" y="4457234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2E588073-6E05-952E-917B-8807E5316DC0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B69C5839-0F4B-45C0-4A3D-A5CF457FE5B4}"/>
              </a:ext>
            </a:extLst>
          </p:cNvPr>
          <p:cNvSpPr/>
          <p:nvPr/>
        </p:nvSpPr>
        <p:spPr>
          <a:xfrm flipV="1">
            <a:off x="3464366" y="2920689"/>
            <a:ext cx="98385" cy="74149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E0BDFF6-64ED-3455-A10B-B5960AB48F8A}"/>
              </a:ext>
            </a:extLst>
          </p:cNvPr>
          <p:cNvSpPr txBox="1"/>
          <p:nvPr/>
        </p:nvSpPr>
        <p:spPr>
          <a:xfrm>
            <a:off x="6774488" y="6469138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>
                <a:highlight>
                  <a:srgbClr val="FFFF00"/>
                </a:highlight>
              </a:rPr>
              <a:t>우물은 두가지 </a:t>
            </a:r>
            <a:r>
              <a:rPr lang="ko-KR" altLang="en-US" sz="1000" b="1" err="1">
                <a:highlight>
                  <a:srgbClr val="FFFF00"/>
                </a:highlight>
              </a:rPr>
              <a:t>타입중</a:t>
            </a:r>
            <a:r>
              <a:rPr lang="ko-KR" altLang="en-US" sz="1000" b="1">
                <a:highlight>
                  <a:srgbClr val="FFFF00"/>
                </a:highlight>
              </a:rPr>
              <a:t> 선택 가능합니다</a:t>
            </a:r>
            <a:r>
              <a:rPr lang="en-US" altLang="ko-KR" sz="1000" b="1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 b="1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 b="1">
                <a:highlight>
                  <a:srgbClr val="FFFF00"/>
                </a:highlight>
              </a:rPr>
              <a:t>. </a:t>
            </a:r>
            <a:endParaRPr lang="ko-KR" altLang="en-US" sz="1000" b="1">
              <a:highlight>
                <a:srgbClr val="FFFF00"/>
              </a:highlight>
            </a:endParaRPr>
          </a:p>
        </p:txBody>
      </p: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00650E93-BDB5-2C14-1491-24AAAB496805}"/>
              </a:ext>
            </a:extLst>
          </p:cNvPr>
          <p:cNvCxnSpPr>
            <a:cxnSpLocks/>
          </p:cNvCxnSpPr>
          <p:nvPr/>
        </p:nvCxnSpPr>
        <p:spPr>
          <a:xfrm flipV="1">
            <a:off x="6986133" y="5737664"/>
            <a:ext cx="0" cy="7726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13">
            <a:extLst>
              <a:ext uri="{FF2B5EF4-FFF2-40B4-BE49-F238E27FC236}">
                <a16:creationId xmlns:a16="http://schemas.microsoft.com/office/drawing/2014/main" id="{CF726155-351F-3C47-4F70-30C4A4DF144F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E388A72F-5B5E-3334-70BA-11EAB2043B09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EDCA0484-8DA2-61A6-2F84-E7F0E122F8D9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1AD760F1-0196-8BF2-9F23-01D057C6B36F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18E98383-746A-E2A7-7762-06C0948F99D3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2" name="TextBox 11">
              <a:extLst>
                <a:ext uri="{FF2B5EF4-FFF2-40B4-BE49-F238E27FC236}">
                  <a16:creationId xmlns:a16="http://schemas.microsoft.com/office/drawing/2014/main" id="{F3587BE7-D86E-5D75-827B-1B7FA67DD614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54CCD1DF-DDB7-1C44-C5F5-E0B7FBD489EC}"/>
              </a:ext>
            </a:extLst>
          </p:cNvPr>
          <p:cNvSpPr/>
          <p:nvPr/>
        </p:nvSpPr>
        <p:spPr>
          <a:xfrm flipV="1">
            <a:off x="4765753" y="3039078"/>
            <a:ext cx="98385" cy="66638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55A9EE49-D050-604D-F983-040A9F30662D}"/>
              </a:ext>
            </a:extLst>
          </p:cNvPr>
          <p:cNvGrpSpPr/>
          <p:nvPr/>
        </p:nvGrpSpPr>
        <p:grpSpPr>
          <a:xfrm>
            <a:off x="7552191" y="4636791"/>
            <a:ext cx="98891" cy="1235983"/>
            <a:chOff x="4737834" y="4874727"/>
            <a:chExt cx="98891" cy="1235983"/>
          </a:xfrm>
        </p:grpSpPr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2691048F-847D-D26A-9D6A-CB2511D4E734}"/>
                </a:ext>
              </a:extLst>
            </p:cNvPr>
            <p:cNvSpPr/>
            <p:nvPr/>
          </p:nvSpPr>
          <p:spPr>
            <a:xfrm>
              <a:off x="4737834" y="48747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0" name="타원 49">
              <a:extLst>
                <a:ext uri="{FF2B5EF4-FFF2-40B4-BE49-F238E27FC236}">
                  <a16:creationId xmlns:a16="http://schemas.microsoft.com/office/drawing/2014/main" id="{7E5C0880-1D2B-BB37-5D8F-B816243CF492}"/>
                </a:ext>
              </a:extLst>
            </p:cNvPr>
            <p:cNvSpPr/>
            <p:nvPr/>
          </p:nvSpPr>
          <p:spPr>
            <a:xfrm>
              <a:off x="4738263" y="544352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04C9D774-4A6A-84F6-857F-A2689BCDA1F9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4E67D722-9DA4-7704-B449-00C1BE8EA565}"/>
              </a:ext>
            </a:extLst>
          </p:cNvPr>
          <p:cNvSpPr txBox="1"/>
          <p:nvPr/>
        </p:nvSpPr>
        <p:spPr>
          <a:xfrm>
            <a:off x="2546341" y="343644"/>
            <a:ext cx="71077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59A</a:t>
            </a:r>
            <a:r>
              <a:rPr lang="ko-KR" altLang="en-US" sz="2000" b="1"/>
              <a:t>타입 간접</a:t>
            </a:r>
            <a:r>
              <a:rPr lang="en-US" altLang="ko-KR" sz="2000" b="1"/>
              <a:t>A /</a:t>
            </a:r>
            <a:r>
              <a:rPr lang="ko-KR" altLang="en-US" sz="2000" b="1"/>
              <a:t>간접</a:t>
            </a:r>
            <a:r>
              <a:rPr lang="en-US" altLang="ko-KR" sz="2000" b="1"/>
              <a:t> </a:t>
            </a:r>
            <a:r>
              <a:rPr lang="ko-KR" altLang="en-US" sz="2000" b="1"/>
              <a:t>센서 </a:t>
            </a:r>
            <a:r>
              <a:rPr lang="en-US" altLang="ko-KR" sz="2000" b="1"/>
              <a:t>SET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63346DE-0B4F-090C-7657-8F8C012798DE}"/>
              </a:ext>
            </a:extLst>
          </p:cNvPr>
          <p:cNvSpPr txBox="1"/>
          <p:nvPr/>
        </p:nvSpPr>
        <p:spPr>
          <a:xfrm>
            <a:off x="2952687" y="3168658"/>
            <a:ext cx="5116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1200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29F155-B1A2-2FED-7A7F-78236207420A}"/>
              </a:ext>
            </a:extLst>
          </p:cNvPr>
          <p:cNvSpPr txBox="1"/>
          <p:nvPr/>
        </p:nvSpPr>
        <p:spPr>
          <a:xfrm>
            <a:off x="4814945" y="3299463"/>
            <a:ext cx="5116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1200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167C75-9AA9-390D-12CB-05AE6BC65EE6}"/>
              </a:ext>
            </a:extLst>
          </p:cNvPr>
          <p:cNvSpPr txBox="1"/>
          <p:nvPr/>
        </p:nvSpPr>
        <p:spPr>
          <a:xfrm>
            <a:off x="7798057" y="3547974"/>
            <a:ext cx="5116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1200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CC80C8-028F-39FC-F89D-6C828FC548CA}"/>
              </a:ext>
            </a:extLst>
          </p:cNvPr>
          <p:cNvSpPr txBox="1"/>
          <p:nvPr/>
        </p:nvSpPr>
        <p:spPr>
          <a:xfrm>
            <a:off x="6425050" y="4401109"/>
            <a:ext cx="5116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2202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C17108A-352C-D197-F0DC-B23926D5EB87}"/>
              </a:ext>
            </a:extLst>
          </p:cNvPr>
          <p:cNvSpPr txBox="1"/>
          <p:nvPr/>
        </p:nvSpPr>
        <p:spPr>
          <a:xfrm>
            <a:off x="5702094" y="4852426"/>
            <a:ext cx="5116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1915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9B1B94E-DD54-F509-6499-7906FDB9A4CC}"/>
              </a:ext>
            </a:extLst>
          </p:cNvPr>
          <p:cNvSpPr txBox="1"/>
          <p:nvPr/>
        </p:nvSpPr>
        <p:spPr>
          <a:xfrm>
            <a:off x="2827033" y="6414108"/>
            <a:ext cx="5116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2704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6CCBC2C-52B0-679F-057D-E7EC0EF76C77}"/>
              </a:ext>
            </a:extLst>
          </p:cNvPr>
          <p:cNvSpPr txBox="1"/>
          <p:nvPr/>
        </p:nvSpPr>
        <p:spPr>
          <a:xfrm>
            <a:off x="4469662" y="6414108"/>
            <a:ext cx="5116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2716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CFBB356-DD29-E81E-76EB-3BED79FE9C25}"/>
              </a:ext>
            </a:extLst>
          </p:cNvPr>
          <p:cNvSpPr txBox="1"/>
          <p:nvPr/>
        </p:nvSpPr>
        <p:spPr>
          <a:xfrm>
            <a:off x="6425050" y="6414108"/>
            <a:ext cx="5116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3582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1D21D03-4C1C-5736-DFBA-36E57E9CDDDD}"/>
              </a:ext>
            </a:extLst>
          </p:cNvPr>
          <p:cNvSpPr txBox="1"/>
          <p:nvPr/>
        </p:nvSpPr>
        <p:spPr>
          <a:xfrm>
            <a:off x="8634850" y="6124001"/>
            <a:ext cx="5116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3304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68215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C2927E-D93C-1856-2FB6-85076A784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3B48002-7C1C-A46F-131A-5DB94E885A7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377515" y="852400"/>
            <a:ext cx="7395135" cy="562978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645FDFB-A154-0049-DA1F-E8FB6158F392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𝟓𝟗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645FDFB-A154-0049-DA1F-E8FB6158F3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624404C6-896A-E63E-3B33-AABCC38FBEA5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59A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235A560-188B-ADA0-C120-109382775A0E}"/>
              </a:ext>
            </a:extLst>
          </p:cNvPr>
          <p:cNvSpPr/>
          <p:nvPr/>
        </p:nvSpPr>
        <p:spPr>
          <a:xfrm>
            <a:off x="8106403" y="5705223"/>
            <a:ext cx="859809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8FE9F2-C840-CE40-9C63-622A79B41D35}"/>
              </a:ext>
            </a:extLst>
          </p:cNvPr>
          <p:cNvSpPr txBox="1"/>
          <p:nvPr/>
        </p:nvSpPr>
        <p:spPr>
          <a:xfrm>
            <a:off x="8353603" y="4797856"/>
            <a:ext cx="865785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err="1"/>
              <a:t>무선리모컨</a:t>
            </a:r>
            <a:endParaRPr lang="en-US" altLang="ko-KR" sz="1000" b="1"/>
          </a:p>
          <a:p>
            <a:pPr algn="ctr"/>
            <a:r>
              <a:rPr lang="en-US" altLang="ko-KR" sz="1000" b="1"/>
              <a:t>1</a:t>
            </a:r>
            <a:r>
              <a:rPr lang="ko-KR" altLang="en-US" sz="1000" b="1"/>
              <a:t>구</a:t>
            </a:r>
            <a:r>
              <a:rPr lang="en-US" altLang="ko-KR" sz="1000" b="1"/>
              <a:t>(3</a:t>
            </a:r>
            <a:r>
              <a:rPr lang="ko-KR" altLang="en-US" sz="1000" b="1"/>
              <a:t>채널</a:t>
            </a:r>
            <a:r>
              <a:rPr lang="en-US" altLang="ko-KR" sz="1000" b="1"/>
              <a:t>)</a:t>
            </a:r>
            <a:endParaRPr lang="ko-KR" altLang="en-US" sz="1000" b="1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EFDEC0A-63BE-4CC6-B24C-5DB4088F3189}"/>
              </a:ext>
            </a:extLst>
          </p:cNvPr>
          <p:cNvSpPr/>
          <p:nvPr/>
        </p:nvSpPr>
        <p:spPr>
          <a:xfrm rot="5400000">
            <a:off x="6615390" y="5154535"/>
            <a:ext cx="102820" cy="173441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AE6A128E-E2D4-ECD2-BF18-56ABC2650303}"/>
              </a:ext>
            </a:extLst>
          </p:cNvPr>
          <p:cNvSpPr/>
          <p:nvPr/>
        </p:nvSpPr>
        <p:spPr>
          <a:xfrm>
            <a:off x="6151464" y="4636791"/>
            <a:ext cx="1090020" cy="1100873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9E10EBAE-4630-D45D-F3E7-E4E39C65B335}"/>
              </a:ext>
            </a:extLst>
          </p:cNvPr>
          <p:cNvSpPr/>
          <p:nvPr/>
        </p:nvSpPr>
        <p:spPr>
          <a:xfrm>
            <a:off x="6306563" y="4779052"/>
            <a:ext cx="798875" cy="83782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C145BB0-7FF1-2EFF-70E6-F74B269A1D2C}"/>
              </a:ext>
            </a:extLst>
          </p:cNvPr>
          <p:cNvSpPr txBox="1"/>
          <p:nvPr/>
        </p:nvSpPr>
        <p:spPr>
          <a:xfrm>
            <a:off x="5943600" y="3970181"/>
            <a:ext cx="1515426" cy="2462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C12BCD9-4E60-5C30-AF25-7839B87172C6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5E42E316-AA00-0E85-9CB5-310218DA68D7}"/>
              </a:ext>
            </a:extLst>
          </p:cNvPr>
          <p:cNvGrpSpPr/>
          <p:nvPr/>
        </p:nvGrpSpPr>
        <p:grpSpPr>
          <a:xfrm>
            <a:off x="5739965" y="4602555"/>
            <a:ext cx="98891" cy="1235983"/>
            <a:chOff x="4737834" y="4874727"/>
            <a:chExt cx="98891" cy="1235983"/>
          </a:xfrm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46DF460B-A492-FD5B-59EF-51D7C56C47F5}"/>
                </a:ext>
              </a:extLst>
            </p:cNvPr>
            <p:cNvSpPr/>
            <p:nvPr/>
          </p:nvSpPr>
          <p:spPr>
            <a:xfrm>
              <a:off x="4737834" y="48747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4DC16C60-F934-B551-78AF-73E3FC35B508}"/>
                </a:ext>
              </a:extLst>
            </p:cNvPr>
            <p:cNvSpPr/>
            <p:nvPr/>
          </p:nvSpPr>
          <p:spPr>
            <a:xfrm>
              <a:off x="4738263" y="544352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6B554722-D591-0B73-988E-BDF9DD42A77C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E9F6BB60-78B1-2E64-6D36-B365F726DC45}"/>
              </a:ext>
            </a:extLst>
          </p:cNvPr>
          <p:cNvGrpSpPr/>
          <p:nvPr/>
        </p:nvGrpSpPr>
        <p:grpSpPr>
          <a:xfrm>
            <a:off x="7807542" y="4826433"/>
            <a:ext cx="98814" cy="638609"/>
            <a:chOff x="4737834" y="4900127"/>
            <a:chExt cx="98814" cy="638609"/>
          </a:xfrm>
          <a:solidFill>
            <a:srgbClr val="00B0F0"/>
          </a:solidFill>
        </p:grpSpPr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61329F3D-E3C4-86BD-216E-D6E5C6D6E7E0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B0CE21B9-CCCB-AF09-153E-97B1ACB86602}"/>
                </a:ext>
              </a:extLst>
            </p:cNvPr>
            <p:cNvSpPr/>
            <p:nvPr/>
          </p:nvSpPr>
          <p:spPr>
            <a:xfrm>
              <a:off x="4738263" y="5440351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2D58A929-EF80-9A30-90C9-1B514E4B58D5}"/>
              </a:ext>
            </a:extLst>
          </p:cNvPr>
          <p:cNvGrpSpPr/>
          <p:nvPr/>
        </p:nvGrpSpPr>
        <p:grpSpPr>
          <a:xfrm>
            <a:off x="3611750" y="3009878"/>
            <a:ext cx="394193" cy="542991"/>
            <a:chOff x="9191246" y="3797098"/>
            <a:chExt cx="394193" cy="542991"/>
          </a:xfrm>
          <a:solidFill>
            <a:srgbClr val="CC0000"/>
          </a:solidFill>
        </p:grpSpPr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4E7D13E6-4F2F-A04E-A894-EA25CB6647A2}"/>
                </a:ext>
              </a:extLst>
            </p:cNvPr>
            <p:cNvGrpSpPr/>
            <p:nvPr/>
          </p:nvGrpSpPr>
          <p:grpSpPr>
            <a:xfrm>
              <a:off x="9486625" y="3799905"/>
              <a:ext cx="98814" cy="540184"/>
              <a:chOff x="460051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7" name="타원 26">
                <a:extLst>
                  <a:ext uri="{FF2B5EF4-FFF2-40B4-BE49-F238E27FC236}">
                    <a16:creationId xmlns:a16="http://schemas.microsoft.com/office/drawing/2014/main" id="{CF03D6B5-4146-F642-0A4E-E48CF55A1BA6}"/>
                  </a:ext>
                </a:extLst>
              </p:cNvPr>
              <p:cNvSpPr/>
              <p:nvPr/>
            </p:nvSpPr>
            <p:spPr>
              <a:xfrm>
                <a:off x="460051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8" name="타원 27">
                <a:extLst>
                  <a:ext uri="{FF2B5EF4-FFF2-40B4-BE49-F238E27FC236}">
                    <a16:creationId xmlns:a16="http://schemas.microsoft.com/office/drawing/2014/main" id="{40DD15C0-3BBB-A439-8668-21DE756992B9}"/>
                  </a:ext>
                </a:extLst>
              </p:cNvPr>
              <p:cNvSpPr/>
              <p:nvPr/>
            </p:nvSpPr>
            <p:spPr>
              <a:xfrm>
                <a:off x="460094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3" name="별: 꼭짓점 7개 22">
              <a:extLst>
                <a:ext uri="{FF2B5EF4-FFF2-40B4-BE49-F238E27FC236}">
                  <a16:creationId xmlns:a16="http://schemas.microsoft.com/office/drawing/2014/main" id="{F58EF521-3F3C-706D-69F3-7387894D50C7}"/>
                </a:ext>
              </a:extLst>
            </p:cNvPr>
            <p:cNvSpPr/>
            <p:nvPr/>
          </p:nvSpPr>
          <p:spPr>
            <a:xfrm rot="5400000">
              <a:off x="9263289" y="3954423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21BAADE8-A164-DE64-A583-6254BF45C898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540184"/>
              <a:chOff x="47378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5" name="타원 24">
                <a:extLst>
                  <a:ext uri="{FF2B5EF4-FFF2-40B4-BE49-F238E27FC236}">
                    <a16:creationId xmlns:a16="http://schemas.microsoft.com/office/drawing/2014/main" id="{AAD6F2FD-92CB-FEA5-2A6F-7C26BCA8F032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타원 25">
                <a:extLst>
                  <a:ext uri="{FF2B5EF4-FFF2-40B4-BE49-F238E27FC236}">
                    <a16:creationId xmlns:a16="http://schemas.microsoft.com/office/drawing/2014/main" id="{9D452AD3-76EF-97A9-45F8-C1BAF35F7508}"/>
                  </a:ext>
                </a:extLst>
              </p:cNvPr>
              <p:cNvSpPr/>
              <p:nvPr/>
            </p:nvSpPr>
            <p:spPr>
              <a:xfrm>
                <a:off x="47382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3E2E2204-75AA-0DD2-9290-6EA491EFEE73}"/>
              </a:ext>
            </a:extLst>
          </p:cNvPr>
          <p:cNvSpPr/>
          <p:nvPr/>
        </p:nvSpPr>
        <p:spPr>
          <a:xfrm rot="10800000" flipV="1">
            <a:off x="7765493" y="3278094"/>
            <a:ext cx="98384" cy="68970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1F57D533-AB3B-DFF6-95EC-DF0AD2257AA8}"/>
              </a:ext>
            </a:extLst>
          </p:cNvPr>
          <p:cNvGrpSpPr/>
          <p:nvPr/>
        </p:nvGrpSpPr>
        <p:grpSpPr>
          <a:xfrm rot="5400000">
            <a:off x="4508762" y="4011852"/>
            <a:ext cx="104184" cy="626456"/>
            <a:chOff x="5324822" y="4457234"/>
            <a:chExt cx="104184" cy="626456"/>
          </a:xfrm>
        </p:grpSpPr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11D7E725-9BC4-098B-D685-499C0CCAFC09}"/>
                </a:ext>
              </a:extLst>
            </p:cNvPr>
            <p:cNvSpPr/>
            <p:nvPr/>
          </p:nvSpPr>
          <p:spPr>
            <a:xfrm>
              <a:off x="5330621" y="4457234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D1DB0A41-8C7E-2838-0BE0-5AF9E6315C02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3F3037F9-6F6E-850A-A16F-871F3500A0DA}"/>
              </a:ext>
            </a:extLst>
          </p:cNvPr>
          <p:cNvSpPr/>
          <p:nvPr/>
        </p:nvSpPr>
        <p:spPr>
          <a:xfrm flipV="1">
            <a:off x="3464366" y="2920689"/>
            <a:ext cx="98385" cy="74149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2D75AE2-3306-89F4-8CC6-19079051A7A0}"/>
              </a:ext>
            </a:extLst>
          </p:cNvPr>
          <p:cNvSpPr txBox="1"/>
          <p:nvPr/>
        </p:nvSpPr>
        <p:spPr>
          <a:xfrm>
            <a:off x="6774488" y="6469138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>
                <a:highlight>
                  <a:srgbClr val="FFFF00"/>
                </a:highlight>
              </a:rPr>
              <a:t>우물은 두가지 </a:t>
            </a:r>
            <a:r>
              <a:rPr lang="ko-KR" altLang="en-US" sz="1000" b="1" err="1">
                <a:highlight>
                  <a:srgbClr val="FFFF00"/>
                </a:highlight>
              </a:rPr>
              <a:t>타입중</a:t>
            </a:r>
            <a:r>
              <a:rPr lang="ko-KR" altLang="en-US" sz="1000" b="1">
                <a:highlight>
                  <a:srgbClr val="FFFF00"/>
                </a:highlight>
              </a:rPr>
              <a:t> 선택 가능합니다</a:t>
            </a:r>
            <a:r>
              <a:rPr lang="en-US" altLang="ko-KR" sz="1000" b="1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 b="1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 b="1">
                <a:highlight>
                  <a:srgbClr val="FFFF00"/>
                </a:highlight>
              </a:rPr>
              <a:t>. </a:t>
            </a:r>
            <a:endParaRPr lang="ko-KR" altLang="en-US" sz="1000" b="1">
              <a:highlight>
                <a:srgbClr val="FFFF00"/>
              </a:highlight>
            </a:endParaRPr>
          </a:p>
        </p:txBody>
      </p: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FA640097-8029-5DA2-48E5-6E8DBDB8ED83}"/>
              </a:ext>
            </a:extLst>
          </p:cNvPr>
          <p:cNvCxnSpPr>
            <a:cxnSpLocks/>
          </p:cNvCxnSpPr>
          <p:nvPr/>
        </p:nvCxnSpPr>
        <p:spPr>
          <a:xfrm flipV="1">
            <a:off x="6986133" y="5737664"/>
            <a:ext cx="0" cy="7726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13">
            <a:extLst>
              <a:ext uri="{FF2B5EF4-FFF2-40B4-BE49-F238E27FC236}">
                <a16:creationId xmlns:a16="http://schemas.microsoft.com/office/drawing/2014/main" id="{10EC74D4-0D58-33B4-410F-DEA2FE8E61A1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6A1A28C6-1D99-FD92-2A0B-384EAD52AA30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D3DA512F-3E94-96A3-BB54-46150A845BFF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EC6024D2-819C-91E7-9940-EA7B0DD6D4DC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32DCC8E7-6AAD-BB91-14E8-7B86274211EF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2" name="TextBox 11">
              <a:extLst>
                <a:ext uri="{FF2B5EF4-FFF2-40B4-BE49-F238E27FC236}">
                  <a16:creationId xmlns:a16="http://schemas.microsoft.com/office/drawing/2014/main" id="{D3524D79-FE36-BE44-0CAA-F32DD18B7B80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D5C82232-0C7B-2146-A4FC-06F039AEE423}"/>
              </a:ext>
            </a:extLst>
          </p:cNvPr>
          <p:cNvSpPr/>
          <p:nvPr/>
        </p:nvSpPr>
        <p:spPr>
          <a:xfrm flipV="1">
            <a:off x="4765753" y="3039078"/>
            <a:ext cx="98385" cy="66638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566849C8-917D-1141-DE5C-C805FD366CF9}"/>
              </a:ext>
            </a:extLst>
          </p:cNvPr>
          <p:cNvGrpSpPr/>
          <p:nvPr/>
        </p:nvGrpSpPr>
        <p:grpSpPr>
          <a:xfrm>
            <a:off x="7552191" y="4636791"/>
            <a:ext cx="98891" cy="1235983"/>
            <a:chOff x="4737834" y="4874727"/>
            <a:chExt cx="98891" cy="1235983"/>
          </a:xfrm>
        </p:grpSpPr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9035E02E-B6CF-2F70-04F9-3AE12298E0AC}"/>
                </a:ext>
              </a:extLst>
            </p:cNvPr>
            <p:cNvSpPr/>
            <p:nvPr/>
          </p:nvSpPr>
          <p:spPr>
            <a:xfrm>
              <a:off x="4737834" y="48747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0" name="타원 49">
              <a:extLst>
                <a:ext uri="{FF2B5EF4-FFF2-40B4-BE49-F238E27FC236}">
                  <a16:creationId xmlns:a16="http://schemas.microsoft.com/office/drawing/2014/main" id="{C46C7681-7158-A03C-9461-B90F6696BE18}"/>
                </a:ext>
              </a:extLst>
            </p:cNvPr>
            <p:cNvSpPr/>
            <p:nvPr/>
          </p:nvSpPr>
          <p:spPr>
            <a:xfrm>
              <a:off x="4738263" y="544352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E6BF8CDD-E3FA-BC1A-542E-BB10268B8A04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3654042B-0364-C954-DE78-D2C4F7074DB2}"/>
              </a:ext>
            </a:extLst>
          </p:cNvPr>
          <p:cNvSpPr txBox="1"/>
          <p:nvPr/>
        </p:nvSpPr>
        <p:spPr>
          <a:xfrm>
            <a:off x="2952687" y="3168658"/>
            <a:ext cx="5116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1200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85B5BA5-D688-DAB5-5B6B-CA3D22E79BCB}"/>
              </a:ext>
            </a:extLst>
          </p:cNvPr>
          <p:cNvSpPr txBox="1"/>
          <p:nvPr/>
        </p:nvSpPr>
        <p:spPr>
          <a:xfrm>
            <a:off x="4814945" y="3299463"/>
            <a:ext cx="5116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1200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7FF4E1F-1B97-6DC4-9ECD-84B5D8C1C7F0}"/>
              </a:ext>
            </a:extLst>
          </p:cNvPr>
          <p:cNvSpPr txBox="1"/>
          <p:nvPr/>
        </p:nvSpPr>
        <p:spPr>
          <a:xfrm>
            <a:off x="7798057" y="3547974"/>
            <a:ext cx="5116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1200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BA00F2A-A50E-099B-13AE-28DC2762D263}"/>
              </a:ext>
            </a:extLst>
          </p:cNvPr>
          <p:cNvSpPr txBox="1"/>
          <p:nvPr/>
        </p:nvSpPr>
        <p:spPr>
          <a:xfrm>
            <a:off x="6425050" y="4401109"/>
            <a:ext cx="5116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2202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7918B44-ECE5-ADCD-1CD9-E2D64E0120D2}"/>
              </a:ext>
            </a:extLst>
          </p:cNvPr>
          <p:cNvSpPr txBox="1"/>
          <p:nvPr/>
        </p:nvSpPr>
        <p:spPr>
          <a:xfrm>
            <a:off x="5702094" y="4852426"/>
            <a:ext cx="5116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1915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4CB7C95-3C72-7974-C69A-C865B03FA6ED}"/>
              </a:ext>
            </a:extLst>
          </p:cNvPr>
          <p:cNvSpPr txBox="1"/>
          <p:nvPr/>
        </p:nvSpPr>
        <p:spPr>
          <a:xfrm>
            <a:off x="2827033" y="6414108"/>
            <a:ext cx="5116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2704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332CCE1-A92B-E663-AA35-8E7C31209A0C}"/>
              </a:ext>
            </a:extLst>
          </p:cNvPr>
          <p:cNvSpPr txBox="1"/>
          <p:nvPr/>
        </p:nvSpPr>
        <p:spPr>
          <a:xfrm>
            <a:off x="4469662" y="6414108"/>
            <a:ext cx="5116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2716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5CA201C-91F0-15D7-94E8-EF2EE94B6533}"/>
              </a:ext>
            </a:extLst>
          </p:cNvPr>
          <p:cNvSpPr txBox="1"/>
          <p:nvPr/>
        </p:nvSpPr>
        <p:spPr>
          <a:xfrm>
            <a:off x="6425050" y="6414108"/>
            <a:ext cx="5116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3582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3FCFA9E-98C5-50C7-FDA8-008D2F46C58A}"/>
              </a:ext>
            </a:extLst>
          </p:cNvPr>
          <p:cNvSpPr txBox="1"/>
          <p:nvPr/>
        </p:nvSpPr>
        <p:spPr>
          <a:xfrm>
            <a:off x="8634850" y="6124001"/>
            <a:ext cx="5116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3304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43414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609EF6-BD02-8CA8-E06E-64B81ACDF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4BF0528-C74A-61CF-0657-5F6DC983D3E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377515" y="852400"/>
            <a:ext cx="7395135" cy="562978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5F45F1B-C1E1-587A-C831-5EF736865341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𝟓𝟗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5F45F1B-C1E1-587A-C831-5EF7368653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467B1BEC-0164-7F32-5796-5F38CC5A87CA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59A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 + </a:t>
            </a:r>
            <a:r>
              <a:rPr lang="ko-KR" altLang="en-US" sz="2000" b="1" err="1"/>
              <a:t>실링팬</a:t>
            </a:r>
            <a:r>
              <a:rPr lang="ko-KR" altLang="en-US" sz="2000" b="1"/>
              <a:t> 우물두줄</a:t>
            </a:r>
            <a:endParaRPr lang="en-US" altLang="ko-KR" sz="2000" b="1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38FED44-57AA-25DA-4A0C-9F3FD7CB90A3}"/>
              </a:ext>
            </a:extLst>
          </p:cNvPr>
          <p:cNvSpPr/>
          <p:nvPr/>
        </p:nvSpPr>
        <p:spPr>
          <a:xfrm>
            <a:off x="8106403" y="5705223"/>
            <a:ext cx="859809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51EE6C-4F03-7F35-BE7A-FA0B3BB85A98}"/>
              </a:ext>
            </a:extLst>
          </p:cNvPr>
          <p:cNvSpPr txBox="1"/>
          <p:nvPr/>
        </p:nvSpPr>
        <p:spPr>
          <a:xfrm>
            <a:off x="8353603" y="4797856"/>
            <a:ext cx="865785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err="1"/>
              <a:t>무선리모컨</a:t>
            </a:r>
            <a:endParaRPr lang="en-US" altLang="ko-KR" sz="1000" b="1"/>
          </a:p>
          <a:p>
            <a:pPr algn="ctr"/>
            <a:r>
              <a:rPr lang="en-US" altLang="ko-KR" sz="1000" b="1"/>
              <a:t>1</a:t>
            </a:r>
            <a:r>
              <a:rPr lang="ko-KR" altLang="en-US" sz="1000" b="1"/>
              <a:t>구</a:t>
            </a:r>
            <a:r>
              <a:rPr lang="en-US" altLang="ko-KR" sz="1000" b="1"/>
              <a:t>(3</a:t>
            </a:r>
            <a:r>
              <a:rPr lang="ko-KR" altLang="en-US" sz="1000" b="1"/>
              <a:t>채널</a:t>
            </a:r>
            <a:r>
              <a:rPr lang="en-US" altLang="ko-KR" sz="1000" b="1"/>
              <a:t>)</a:t>
            </a:r>
            <a:endParaRPr lang="ko-KR" altLang="en-US" sz="1000" b="1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960FFCA-F4F6-1DAD-C4DA-CF78BF8F391D}"/>
              </a:ext>
            </a:extLst>
          </p:cNvPr>
          <p:cNvSpPr/>
          <p:nvPr/>
        </p:nvSpPr>
        <p:spPr>
          <a:xfrm rot="5400000">
            <a:off x="6615390" y="5154535"/>
            <a:ext cx="102820" cy="173441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33B45BB8-3F2F-4C01-ADE1-07A31BC381B8}"/>
              </a:ext>
            </a:extLst>
          </p:cNvPr>
          <p:cNvSpPr/>
          <p:nvPr/>
        </p:nvSpPr>
        <p:spPr>
          <a:xfrm>
            <a:off x="6151464" y="4636791"/>
            <a:ext cx="1090020" cy="1100873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05BC3F44-828E-F502-710E-22231C571EAC}"/>
              </a:ext>
            </a:extLst>
          </p:cNvPr>
          <p:cNvSpPr/>
          <p:nvPr/>
        </p:nvSpPr>
        <p:spPr>
          <a:xfrm>
            <a:off x="6306563" y="4779052"/>
            <a:ext cx="798875" cy="83782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D459ED-71AB-6161-0C8C-85FE62213138}"/>
              </a:ext>
            </a:extLst>
          </p:cNvPr>
          <p:cNvSpPr txBox="1"/>
          <p:nvPr/>
        </p:nvSpPr>
        <p:spPr>
          <a:xfrm>
            <a:off x="5943600" y="3970181"/>
            <a:ext cx="1515426" cy="2462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75A300-AA53-4F3C-7326-FDDC947FAEE4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13" name="별: 꼭짓점 4개 12">
            <a:extLst>
              <a:ext uri="{FF2B5EF4-FFF2-40B4-BE49-F238E27FC236}">
                <a16:creationId xmlns:a16="http://schemas.microsoft.com/office/drawing/2014/main" id="{F35D90FD-D12C-C7BF-9904-8ED83E1A5525}"/>
              </a:ext>
            </a:extLst>
          </p:cNvPr>
          <p:cNvSpPr/>
          <p:nvPr/>
        </p:nvSpPr>
        <p:spPr>
          <a:xfrm>
            <a:off x="6428818" y="4918349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A6251466-DBF6-C286-73EC-C0BAC36D8E73}"/>
              </a:ext>
            </a:extLst>
          </p:cNvPr>
          <p:cNvGrpSpPr/>
          <p:nvPr/>
        </p:nvGrpSpPr>
        <p:grpSpPr>
          <a:xfrm>
            <a:off x="5739965" y="4602555"/>
            <a:ext cx="98891" cy="1235983"/>
            <a:chOff x="4737834" y="4874727"/>
            <a:chExt cx="98891" cy="1235983"/>
          </a:xfrm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39EED17F-E079-9418-FD0C-553F5DECBD1F}"/>
                </a:ext>
              </a:extLst>
            </p:cNvPr>
            <p:cNvSpPr/>
            <p:nvPr/>
          </p:nvSpPr>
          <p:spPr>
            <a:xfrm>
              <a:off x="4737834" y="48747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EDC342B8-594F-7C8F-4C4E-DEEE01F50CBC}"/>
                </a:ext>
              </a:extLst>
            </p:cNvPr>
            <p:cNvSpPr/>
            <p:nvPr/>
          </p:nvSpPr>
          <p:spPr>
            <a:xfrm>
              <a:off x="4738263" y="544352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CECC7712-B2FD-29F7-CCFC-9F19805F8694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79EA465A-F10E-1361-370F-5F413E2F8486}"/>
              </a:ext>
            </a:extLst>
          </p:cNvPr>
          <p:cNvGrpSpPr/>
          <p:nvPr/>
        </p:nvGrpSpPr>
        <p:grpSpPr>
          <a:xfrm>
            <a:off x="7807542" y="4826433"/>
            <a:ext cx="98814" cy="638609"/>
            <a:chOff x="4737834" y="4900127"/>
            <a:chExt cx="98814" cy="638609"/>
          </a:xfrm>
          <a:solidFill>
            <a:srgbClr val="00B0F0"/>
          </a:solidFill>
        </p:grpSpPr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047B7F8F-DCE6-36E7-FECA-53D34FA2B657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CD456F04-CD7C-2233-5E98-6DC9E0681C7E}"/>
                </a:ext>
              </a:extLst>
            </p:cNvPr>
            <p:cNvSpPr/>
            <p:nvPr/>
          </p:nvSpPr>
          <p:spPr>
            <a:xfrm>
              <a:off x="4738263" y="5440351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E0F52125-36C1-1EB3-E165-E72294A1A87F}"/>
              </a:ext>
            </a:extLst>
          </p:cNvPr>
          <p:cNvGrpSpPr/>
          <p:nvPr/>
        </p:nvGrpSpPr>
        <p:grpSpPr>
          <a:xfrm>
            <a:off x="3611750" y="3009878"/>
            <a:ext cx="394193" cy="542991"/>
            <a:chOff x="9191246" y="3797098"/>
            <a:chExt cx="394193" cy="542991"/>
          </a:xfrm>
          <a:solidFill>
            <a:srgbClr val="CC0000"/>
          </a:solidFill>
        </p:grpSpPr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FD79CF4E-27B1-1093-CE09-7314AA5F70BD}"/>
                </a:ext>
              </a:extLst>
            </p:cNvPr>
            <p:cNvGrpSpPr/>
            <p:nvPr/>
          </p:nvGrpSpPr>
          <p:grpSpPr>
            <a:xfrm>
              <a:off x="9486625" y="3799905"/>
              <a:ext cx="98814" cy="540184"/>
              <a:chOff x="460051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7" name="타원 26">
                <a:extLst>
                  <a:ext uri="{FF2B5EF4-FFF2-40B4-BE49-F238E27FC236}">
                    <a16:creationId xmlns:a16="http://schemas.microsoft.com/office/drawing/2014/main" id="{817B2FB7-D7D2-0E9B-D80F-4D8A77B32695}"/>
                  </a:ext>
                </a:extLst>
              </p:cNvPr>
              <p:cNvSpPr/>
              <p:nvPr/>
            </p:nvSpPr>
            <p:spPr>
              <a:xfrm>
                <a:off x="460051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8" name="타원 27">
                <a:extLst>
                  <a:ext uri="{FF2B5EF4-FFF2-40B4-BE49-F238E27FC236}">
                    <a16:creationId xmlns:a16="http://schemas.microsoft.com/office/drawing/2014/main" id="{37FDB0AC-CC92-5382-7B3C-9139691C937F}"/>
                  </a:ext>
                </a:extLst>
              </p:cNvPr>
              <p:cNvSpPr/>
              <p:nvPr/>
            </p:nvSpPr>
            <p:spPr>
              <a:xfrm>
                <a:off x="460094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3" name="별: 꼭짓점 7개 22">
              <a:extLst>
                <a:ext uri="{FF2B5EF4-FFF2-40B4-BE49-F238E27FC236}">
                  <a16:creationId xmlns:a16="http://schemas.microsoft.com/office/drawing/2014/main" id="{5B72CDF8-9CD5-B773-BAEF-6ABD2A05A235}"/>
                </a:ext>
              </a:extLst>
            </p:cNvPr>
            <p:cNvSpPr/>
            <p:nvPr/>
          </p:nvSpPr>
          <p:spPr>
            <a:xfrm rot="5400000">
              <a:off x="9263289" y="3954423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9E6A670B-BC3D-A9DA-BA04-6C4F60E9378C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540184"/>
              <a:chOff x="47378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5" name="타원 24">
                <a:extLst>
                  <a:ext uri="{FF2B5EF4-FFF2-40B4-BE49-F238E27FC236}">
                    <a16:creationId xmlns:a16="http://schemas.microsoft.com/office/drawing/2014/main" id="{10C17F9F-45CD-D113-15C2-665025D32D64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타원 25">
                <a:extLst>
                  <a:ext uri="{FF2B5EF4-FFF2-40B4-BE49-F238E27FC236}">
                    <a16:creationId xmlns:a16="http://schemas.microsoft.com/office/drawing/2014/main" id="{BA3CC2AF-AE52-9E2D-109D-1AF84891B38F}"/>
                  </a:ext>
                </a:extLst>
              </p:cNvPr>
              <p:cNvSpPr/>
              <p:nvPr/>
            </p:nvSpPr>
            <p:spPr>
              <a:xfrm>
                <a:off x="47382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EC8339DD-8740-40C4-253E-7D114697501A}"/>
              </a:ext>
            </a:extLst>
          </p:cNvPr>
          <p:cNvSpPr/>
          <p:nvPr/>
        </p:nvSpPr>
        <p:spPr>
          <a:xfrm rot="10800000" flipV="1">
            <a:off x="7765493" y="3278094"/>
            <a:ext cx="98384" cy="68970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2A210DE2-0CB1-AB6F-FC25-52F9044BA8D2}"/>
              </a:ext>
            </a:extLst>
          </p:cNvPr>
          <p:cNvGrpSpPr/>
          <p:nvPr/>
        </p:nvGrpSpPr>
        <p:grpSpPr>
          <a:xfrm rot="5400000">
            <a:off x="4508762" y="4011852"/>
            <a:ext cx="104184" cy="626456"/>
            <a:chOff x="5324822" y="4457234"/>
            <a:chExt cx="104184" cy="626456"/>
          </a:xfrm>
        </p:grpSpPr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7C4EF71E-A89F-1CC5-AA61-4D263550B80A}"/>
                </a:ext>
              </a:extLst>
            </p:cNvPr>
            <p:cNvSpPr/>
            <p:nvPr/>
          </p:nvSpPr>
          <p:spPr>
            <a:xfrm>
              <a:off x="5330621" y="4457234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10CA5908-81A8-55EB-652D-6645853625CF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154EDB3D-B6E1-CB6E-B035-B1621F95A4D0}"/>
              </a:ext>
            </a:extLst>
          </p:cNvPr>
          <p:cNvSpPr/>
          <p:nvPr/>
        </p:nvSpPr>
        <p:spPr>
          <a:xfrm flipV="1">
            <a:off x="3464366" y="2920689"/>
            <a:ext cx="98385" cy="74149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04F5058-9CD7-C67D-13DB-D67C5599AD65}"/>
              </a:ext>
            </a:extLst>
          </p:cNvPr>
          <p:cNvSpPr txBox="1"/>
          <p:nvPr/>
        </p:nvSpPr>
        <p:spPr>
          <a:xfrm>
            <a:off x="6774488" y="6469138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>
                <a:highlight>
                  <a:srgbClr val="FFFF00"/>
                </a:highlight>
              </a:rPr>
              <a:t>우물은 두가지 </a:t>
            </a:r>
            <a:r>
              <a:rPr lang="ko-KR" altLang="en-US" sz="1000" b="1" err="1">
                <a:highlight>
                  <a:srgbClr val="FFFF00"/>
                </a:highlight>
              </a:rPr>
              <a:t>타입중</a:t>
            </a:r>
            <a:r>
              <a:rPr lang="ko-KR" altLang="en-US" sz="1000" b="1">
                <a:highlight>
                  <a:srgbClr val="FFFF00"/>
                </a:highlight>
              </a:rPr>
              <a:t> 선택 가능합니다</a:t>
            </a:r>
            <a:r>
              <a:rPr lang="en-US" altLang="ko-KR" sz="1000" b="1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 b="1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 b="1">
                <a:highlight>
                  <a:srgbClr val="FFFF00"/>
                </a:highlight>
              </a:rPr>
              <a:t>. </a:t>
            </a:r>
            <a:endParaRPr lang="ko-KR" altLang="en-US" sz="1000" b="1">
              <a:highlight>
                <a:srgbClr val="FFFF00"/>
              </a:highlight>
            </a:endParaRPr>
          </a:p>
        </p:txBody>
      </p: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4F6A080B-B531-23E0-F8C3-609E7786003F}"/>
              </a:ext>
            </a:extLst>
          </p:cNvPr>
          <p:cNvCxnSpPr>
            <a:cxnSpLocks/>
          </p:cNvCxnSpPr>
          <p:nvPr/>
        </p:nvCxnSpPr>
        <p:spPr>
          <a:xfrm flipV="1">
            <a:off x="6986133" y="5737664"/>
            <a:ext cx="0" cy="7726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56D9633F-A41A-698E-C397-BB53AB6A16B2}"/>
              </a:ext>
            </a:extLst>
          </p:cNvPr>
          <p:cNvSpPr txBox="1"/>
          <p:nvPr/>
        </p:nvSpPr>
        <p:spPr>
          <a:xfrm>
            <a:off x="4545116" y="6319381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err="1">
                <a:highlight>
                  <a:srgbClr val="FFFF00"/>
                </a:highlight>
              </a:rPr>
              <a:t>실링팬</a:t>
            </a:r>
            <a:r>
              <a:rPr lang="ko-KR" altLang="en-US" sz="1000" b="1">
                <a:highlight>
                  <a:srgbClr val="FFFF00"/>
                </a:highlight>
              </a:rPr>
              <a:t> </a:t>
            </a:r>
            <a:r>
              <a:rPr lang="ko-KR" altLang="en-US" sz="1000" b="1" err="1">
                <a:highlight>
                  <a:srgbClr val="FFFF00"/>
                </a:highlight>
              </a:rPr>
              <a:t>루씨에어</a:t>
            </a:r>
            <a:endParaRPr lang="en-US" altLang="ko-KR" sz="1000" b="1">
              <a:highlight>
                <a:srgbClr val="FFFF00"/>
              </a:highlight>
            </a:endParaRPr>
          </a:p>
          <a:p>
            <a:r>
              <a:rPr lang="ko-KR" altLang="en-US" sz="1000" b="1">
                <a:highlight>
                  <a:srgbClr val="FFFF00"/>
                </a:highlight>
              </a:rPr>
              <a:t>설치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보강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우물 천장 안 실크 도배</a:t>
            </a:r>
            <a:br>
              <a:rPr lang="en-US" altLang="ko-KR" sz="1000" b="1">
                <a:highlight>
                  <a:srgbClr val="FFFF00"/>
                </a:highlight>
              </a:rPr>
            </a:br>
            <a:r>
              <a:rPr lang="ko-KR" altLang="en-US" sz="1000" b="1">
                <a:highlight>
                  <a:srgbClr val="FFFF00"/>
                </a:highlight>
              </a:rPr>
              <a:t>우물조명 </a:t>
            </a:r>
            <a:r>
              <a:rPr lang="en-US" altLang="ko-KR" sz="1000" b="1">
                <a:highlight>
                  <a:srgbClr val="FFFF00"/>
                </a:highlight>
              </a:rPr>
              <a:t>2</a:t>
            </a:r>
            <a:r>
              <a:rPr lang="ko-KR" altLang="en-US" sz="1000" b="1">
                <a:highlight>
                  <a:srgbClr val="FFFF00"/>
                </a:highlight>
              </a:rPr>
              <a:t>줄 </a:t>
            </a:r>
            <a:r>
              <a:rPr lang="ko-KR" altLang="en-US" sz="1000" b="1" err="1">
                <a:highlight>
                  <a:srgbClr val="FFFF00"/>
                </a:highlight>
              </a:rPr>
              <a:t>전구색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 err="1">
                <a:highlight>
                  <a:srgbClr val="FFFF00"/>
                </a:highlight>
              </a:rPr>
              <a:t>주백색</a:t>
            </a:r>
            <a:endParaRPr lang="en-US" altLang="ko-KR" sz="1000" b="1">
              <a:highlight>
                <a:srgbClr val="FFFF00"/>
              </a:highlight>
            </a:endParaRPr>
          </a:p>
        </p:txBody>
      </p:sp>
      <p:sp>
        <p:nvSpPr>
          <p:cNvPr id="37" name="TextBox 13">
            <a:extLst>
              <a:ext uri="{FF2B5EF4-FFF2-40B4-BE49-F238E27FC236}">
                <a16:creationId xmlns:a16="http://schemas.microsoft.com/office/drawing/2014/main" id="{6F10E2BF-0F31-D809-4307-BF1A3A51E52D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825A8EAD-7369-3B85-38D1-C60BFA2A355D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A2324BC5-8D6C-1B72-E279-30833959EE43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49B879A0-CD1B-21EE-0B7D-3CEC09D5A017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E914D857-B232-0BA5-C2D4-8FD4E7FBDD28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2" name="TextBox 11">
              <a:extLst>
                <a:ext uri="{FF2B5EF4-FFF2-40B4-BE49-F238E27FC236}">
                  <a16:creationId xmlns:a16="http://schemas.microsoft.com/office/drawing/2014/main" id="{EDF7DDC8-E863-A4FF-6F6F-5389D836F46C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313D9373-9B4E-D8C1-162B-C77BB56D7811}"/>
              </a:ext>
            </a:extLst>
          </p:cNvPr>
          <p:cNvSpPr/>
          <p:nvPr/>
        </p:nvSpPr>
        <p:spPr>
          <a:xfrm flipV="1">
            <a:off x="4765753" y="3039078"/>
            <a:ext cx="98385" cy="66638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8294AA64-85EA-15B8-D3F5-486A18DA3DD0}"/>
              </a:ext>
            </a:extLst>
          </p:cNvPr>
          <p:cNvGrpSpPr/>
          <p:nvPr/>
        </p:nvGrpSpPr>
        <p:grpSpPr>
          <a:xfrm>
            <a:off x="7552191" y="4636791"/>
            <a:ext cx="98891" cy="1235983"/>
            <a:chOff x="4737834" y="4874727"/>
            <a:chExt cx="98891" cy="1235983"/>
          </a:xfrm>
        </p:grpSpPr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316C9C94-1294-5802-C9C8-BD8111A29D15}"/>
                </a:ext>
              </a:extLst>
            </p:cNvPr>
            <p:cNvSpPr/>
            <p:nvPr/>
          </p:nvSpPr>
          <p:spPr>
            <a:xfrm>
              <a:off x="4737834" y="48747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0" name="타원 49">
              <a:extLst>
                <a:ext uri="{FF2B5EF4-FFF2-40B4-BE49-F238E27FC236}">
                  <a16:creationId xmlns:a16="http://schemas.microsoft.com/office/drawing/2014/main" id="{43E70C58-D5FA-7D5E-801C-FC8CBF3F4D06}"/>
                </a:ext>
              </a:extLst>
            </p:cNvPr>
            <p:cNvSpPr/>
            <p:nvPr/>
          </p:nvSpPr>
          <p:spPr>
            <a:xfrm>
              <a:off x="4738263" y="544352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0F5EF9F8-1835-6590-035F-58541001707A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F18239CE-6B71-976C-4B77-26E536A2C6E0}"/>
              </a:ext>
            </a:extLst>
          </p:cNvPr>
          <p:cNvSpPr txBox="1"/>
          <p:nvPr/>
        </p:nvSpPr>
        <p:spPr>
          <a:xfrm>
            <a:off x="2952687" y="3168658"/>
            <a:ext cx="5116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1200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7C7EBE6-E02D-B142-3549-0486F6E4A398}"/>
              </a:ext>
            </a:extLst>
          </p:cNvPr>
          <p:cNvSpPr txBox="1"/>
          <p:nvPr/>
        </p:nvSpPr>
        <p:spPr>
          <a:xfrm>
            <a:off x="4814945" y="3299463"/>
            <a:ext cx="5116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1200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28DEEA6-ABFE-1674-D935-7AC33F0B571C}"/>
              </a:ext>
            </a:extLst>
          </p:cNvPr>
          <p:cNvSpPr txBox="1"/>
          <p:nvPr/>
        </p:nvSpPr>
        <p:spPr>
          <a:xfrm>
            <a:off x="7798057" y="3547974"/>
            <a:ext cx="5116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1200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6E961E7-C03E-2EBA-D783-F249DE82E228}"/>
              </a:ext>
            </a:extLst>
          </p:cNvPr>
          <p:cNvSpPr txBox="1"/>
          <p:nvPr/>
        </p:nvSpPr>
        <p:spPr>
          <a:xfrm>
            <a:off x="6425050" y="4401109"/>
            <a:ext cx="5116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2202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2824142-D2E0-16A9-59C9-DA925B7D2B95}"/>
              </a:ext>
            </a:extLst>
          </p:cNvPr>
          <p:cNvSpPr txBox="1"/>
          <p:nvPr/>
        </p:nvSpPr>
        <p:spPr>
          <a:xfrm>
            <a:off x="5702094" y="4852426"/>
            <a:ext cx="5116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1915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4BDC1EA-5FF5-08A0-32A0-C6A0D37F5D4E}"/>
              </a:ext>
            </a:extLst>
          </p:cNvPr>
          <p:cNvSpPr txBox="1"/>
          <p:nvPr/>
        </p:nvSpPr>
        <p:spPr>
          <a:xfrm>
            <a:off x="2827033" y="6414108"/>
            <a:ext cx="5116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2704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A9FF383-C546-C802-001D-33CE0D8C3E54}"/>
              </a:ext>
            </a:extLst>
          </p:cNvPr>
          <p:cNvSpPr txBox="1"/>
          <p:nvPr/>
        </p:nvSpPr>
        <p:spPr>
          <a:xfrm>
            <a:off x="4469662" y="6414108"/>
            <a:ext cx="5116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2716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EE63B6E-AC0B-36C9-6E2D-B605FCAC960B}"/>
              </a:ext>
            </a:extLst>
          </p:cNvPr>
          <p:cNvSpPr txBox="1"/>
          <p:nvPr/>
        </p:nvSpPr>
        <p:spPr>
          <a:xfrm>
            <a:off x="6425050" y="6414108"/>
            <a:ext cx="5116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3582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7934E4E-D8E2-C60B-F1BD-49BC19A0D58E}"/>
              </a:ext>
            </a:extLst>
          </p:cNvPr>
          <p:cNvSpPr txBox="1"/>
          <p:nvPr/>
        </p:nvSpPr>
        <p:spPr>
          <a:xfrm>
            <a:off x="8634850" y="6124001"/>
            <a:ext cx="5116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3304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66555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531021-1511-FE57-4609-E41C53A4FA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B1F81F6-7703-5590-AFA8-4C750F02A32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377515" y="852400"/>
            <a:ext cx="7395135" cy="562978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12E022F-0477-523C-F732-4073442EF432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𝟓𝟗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12E022F-0477-523C-F732-4073442EF4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직사각형 7">
            <a:extLst>
              <a:ext uri="{FF2B5EF4-FFF2-40B4-BE49-F238E27FC236}">
                <a16:creationId xmlns:a16="http://schemas.microsoft.com/office/drawing/2014/main" id="{FA9E4CBD-791D-64C1-E1D0-B080B8D37C7C}"/>
              </a:ext>
            </a:extLst>
          </p:cNvPr>
          <p:cNvSpPr/>
          <p:nvPr/>
        </p:nvSpPr>
        <p:spPr>
          <a:xfrm rot="5400000">
            <a:off x="6615390" y="5154535"/>
            <a:ext cx="102820" cy="173441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C22BE65-BD3E-BA43-96AE-0C7BA379F4DF}"/>
              </a:ext>
            </a:extLst>
          </p:cNvPr>
          <p:cNvSpPr txBox="1"/>
          <p:nvPr/>
        </p:nvSpPr>
        <p:spPr>
          <a:xfrm>
            <a:off x="5943600" y="3970181"/>
            <a:ext cx="1515426" cy="2462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6516AFD-C425-2AB6-5D05-26D84A628F85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62244F41-B4E5-0A4B-7D0F-852A30F77DA1}"/>
              </a:ext>
            </a:extLst>
          </p:cNvPr>
          <p:cNvGrpSpPr/>
          <p:nvPr/>
        </p:nvGrpSpPr>
        <p:grpSpPr>
          <a:xfrm>
            <a:off x="5739965" y="4602555"/>
            <a:ext cx="98891" cy="1235983"/>
            <a:chOff x="4737834" y="4874727"/>
            <a:chExt cx="98891" cy="1235983"/>
          </a:xfrm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D116F2FE-1F3F-B913-DFB5-1FC087826834}"/>
                </a:ext>
              </a:extLst>
            </p:cNvPr>
            <p:cNvSpPr/>
            <p:nvPr/>
          </p:nvSpPr>
          <p:spPr>
            <a:xfrm>
              <a:off x="4737834" y="48747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AF4E7242-3CD7-1E1E-AA49-1188FF9FDCDA}"/>
                </a:ext>
              </a:extLst>
            </p:cNvPr>
            <p:cNvSpPr/>
            <p:nvPr/>
          </p:nvSpPr>
          <p:spPr>
            <a:xfrm>
              <a:off x="4738263" y="544352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0872F180-B8F4-2DBF-31A0-98220E2F7DF3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D49B807C-FC70-3754-3377-371D7F29AA7E}"/>
              </a:ext>
            </a:extLst>
          </p:cNvPr>
          <p:cNvGrpSpPr/>
          <p:nvPr/>
        </p:nvGrpSpPr>
        <p:grpSpPr>
          <a:xfrm rot="5400000">
            <a:off x="4508762" y="4011852"/>
            <a:ext cx="104184" cy="626456"/>
            <a:chOff x="5324822" y="4457234"/>
            <a:chExt cx="104184" cy="626456"/>
          </a:xfrm>
        </p:grpSpPr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1B9B8D3C-6667-9AB6-E2D0-BEC203891267}"/>
                </a:ext>
              </a:extLst>
            </p:cNvPr>
            <p:cNvSpPr/>
            <p:nvPr/>
          </p:nvSpPr>
          <p:spPr>
            <a:xfrm>
              <a:off x="5330621" y="4457234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2E588073-6E05-952E-917B-8807E5316DC0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7" name="TextBox 13">
            <a:extLst>
              <a:ext uri="{FF2B5EF4-FFF2-40B4-BE49-F238E27FC236}">
                <a16:creationId xmlns:a16="http://schemas.microsoft.com/office/drawing/2014/main" id="{CF726155-351F-3C47-4F70-30C4A4DF144F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E388A72F-5B5E-3334-70BA-11EAB2043B09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EDCA0484-8DA2-61A6-2F84-E7F0E122F8D9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1AD760F1-0196-8BF2-9F23-01D057C6B36F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18E98383-746A-E2A7-7762-06C0948F99D3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2" name="TextBox 11">
              <a:extLst>
                <a:ext uri="{FF2B5EF4-FFF2-40B4-BE49-F238E27FC236}">
                  <a16:creationId xmlns:a16="http://schemas.microsoft.com/office/drawing/2014/main" id="{F3587BE7-D86E-5D75-827B-1B7FA67DD614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55A9EE49-D050-604D-F983-040A9F30662D}"/>
              </a:ext>
            </a:extLst>
          </p:cNvPr>
          <p:cNvGrpSpPr/>
          <p:nvPr/>
        </p:nvGrpSpPr>
        <p:grpSpPr>
          <a:xfrm>
            <a:off x="7552191" y="4636791"/>
            <a:ext cx="98891" cy="1235983"/>
            <a:chOff x="4737834" y="4874727"/>
            <a:chExt cx="98891" cy="1235983"/>
          </a:xfrm>
        </p:grpSpPr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2691048F-847D-D26A-9D6A-CB2511D4E734}"/>
                </a:ext>
              </a:extLst>
            </p:cNvPr>
            <p:cNvSpPr/>
            <p:nvPr/>
          </p:nvSpPr>
          <p:spPr>
            <a:xfrm>
              <a:off x="4737834" y="48747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0" name="타원 49">
              <a:extLst>
                <a:ext uri="{FF2B5EF4-FFF2-40B4-BE49-F238E27FC236}">
                  <a16:creationId xmlns:a16="http://schemas.microsoft.com/office/drawing/2014/main" id="{7E5C0880-1D2B-BB37-5D8F-B816243CF492}"/>
                </a:ext>
              </a:extLst>
            </p:cNvPr>
            <p:cNvSpPr/>
            <p:nvPr/>
          </p:nvSpPr>
          <p:spPr>
            <a:xfrm>
              <a:off x="4738263" y="544352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04C9D774-4A6A-84F6-857F-A2689BCDA1F9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4E67D722-9DA4-7704-B449-00C1BE8EA565}"/>
              </a:ext>
            </a:extLst>
          </p:cNvPr>
          <p:cNvSpPr txBox="1"/>
          <p:nvPr/>
        </p:nvSpPr>
        <p:spPr>
          <a:xfrm>
            <a:off x="2546341" y="343644"/>
            <a:ext cx="71077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59A</a:t>
            </a:r>
            <a:r>
              <a:rPr lang="ko-KR" altLang="en-US" sz="2000" b="1"/>
              <a:t>타입 간접</a:t>
            </a:r>
            <a:r>
              <a:rPr lang="en-US" altLang="ko-KR" sz="2000" b="1"/>
              <a:t>A /</a:t>
            </a:r>
            <a:r>
              <a:rPr lang="ko-KR" altLang="en-US" sz="2000" b="1"/>
              <a:t>간접</a:t>
            </a:r>
            <a:r>
              <a:rPr lang="en-US" altLang="ko-KR" sz="2000" b="1"/>
              <a:t> </a:t>
            </a:r>
            <a:r>
              <a:rPr lang="ko-KR" altLang="en-US" sz="2000" b="1"/>
              <a:t>센서 </a:t>
            </a:r>
            <a:r>
              <a:rPr lang="en-US" altLang="ko-KR" sz="2000" b="1"/>
              <a:t>SET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63346DE-0B4F-090C-7657-8F8C012798DE}"/>
              </a:ext>
            </a:extLst>
          </p:cNvPr>
          <p:cNvSpPr txBox="1"/>
          <p:nvPr/>
        </p:nvSpPr>
        <p:spPr>
          <a:xfrm>
            <a:off x="2952687" y="3168658"/>
            <a:ext cx="5116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1200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29F155-B1A2-2FED-7A7F-78236207420A}"/>
              </a:ext>
            </a:extLst>
          </p:cNvPr>
          <p:cNvSpPr txBox="1"/>
          <p:nvPr/>
        </p:nvSpPr>
        <p:spPr>
          <a:xfrm>
            <a:off x="4814945" y="3299463"/>
            <a:ext cx="5116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1200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167C75-9AA9-390D-12CB-05AE6BC65EE6}"/>
              </a:ext>
            </a:extLst>
          </p:cNvPr>
          <p:cNvSpPr txBox="1"/>
          <p:nvPr/>
        </p:nvSpPr>
        <p:spPr>
          <a:xfrm>
            <a:off x="7798057" y="3547974"/>
            <a:ext cx="5116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1200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CC80C8-028F-39FC-F89D-6C828FC548CA}"/>
              </a:ext>
            </a:extLst>
          </p:cNvPr>
          <p:cNvSpPr txBox="1"/>
          <p:nvPr/>
        </p:nvSpPr>
        <p:spPr>
          <a:xfrm>
            <a:off x="6425050" y="4401109"/>
            <a:ext cx="5116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2202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C17108A-352C-D197-F0DC-B23926D5EB87}"/>
              </a:ext>
            </a:extLst>
          </p:cNvPr>
          <p:cNvSpPr txBox="1"/>
          <p:nvPr/>
        </p:nvSpPr>
        <p:spPr>
          <a:xfrm>
            <a:off x="5702094" y="4852426"/>
            <a:ext cx="5116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1915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9B1B94E-DD54-F509-6499-7906FDB9A4CC}"/>
              </a:ext>
            </a:extLst>
          </p:cNvPr>
          <p:cNvSpPr txBox="1"/>
          <p:nvPr/>
        </p:nvSpPr>
        <p:spPr>
          <a:xfrm>
            <a:off x="2827033" y="6414108"/>
            <a:ext cx="5116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2704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6CCBC2C-52B0-679F-057D-E7EC0EF76C77}"/>
              </a:ext>
            </a:extLst>
          </p:cNvPr>
          <p:cNvSpPr txBox="1"/>
          <p:nvPr/>
        </p:nvSpPr>
        <p:spPr>
          <a:xfrm>
            <a:off x="4469662" y="6414108"/>
            <a:ext cx="5116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2716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CFBB356-DD29-E81E-76EB-3BED79FE9C25}"/>
              </a:ext>
            </a:extLst>
          </p:cNvPr>
          <p:cNvSpPr txBox="1"/>
          <p:nvPr/>
        </p:nvSpPr>
        <p:spPr>
          <a:xfrm>
            <a:off x="6425050" y="6414108"/>
            <a:ext cx="5116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3582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1D21D03-4C1C-5736-DFBA-36E57E9CDDDD}"/>
              </a:ext>
            </a:extLst>
          </p:cNvPr>
          <p:cNvSpPr txBox="1"/>
          <p:nvPr/>
        </p:nvSpPr>
        <p:spPr>
          <a:xfrm>
            <a:off x="8634850" y="6124001"/>
            <a:ext cx="5116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3304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pic>
        <p:nvPicPr>
          <p:cNvPr id="22" name="그림 21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B26370B-32FB-D1B9-B9EC-6BEA8D0231D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815" y="2933957"/>
            <a:ext cx="1778731" cy="1466673"/>
          </a:xfrm>
          <a:prstGeom prst="rect">
            <a:avLst/>
          </a:prstGeom>
        </p:spPr>
      </p:pic>
      <p:grpSp>
        <p:nvGrpSpPr>
          <p:cNvPr id="23" name="그룹 22">
            <a:extLst>
              <a:ext uri="{FF2B5EF4-FFF2-40B4-BE49-F238E27FC236}">
                <a16:creationId xmlns:a16="http://schemas.microsoft.com/office/drawing/2014/main" id="{34832DEF-0B26-9E6A-5F2A-72F92FC462E3}"/>
              </a:ext>
            </a:extLst>
          </p:cNvPr>
          <p:cNvGrpSpPr/>
          <p:nvPr/>
        </p:nvGrpSpPr>
        <p:grpSpPr>
          <a:xfrm>
            <a:off x="4211050" y="3835664"/>
            <a:ext cx="764953" cy="256157"/>
            <a:chOff x="1981437" y="808980"/>
            <a:chExt cx="764953" cy="256157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0E75600-40AE-D305-6479-A91026C16673}"/>
                </a:ext>
              </a:extLst>
            </p:cNvPr>
            <p:cNvSpPr txBox="1"/>
            <p:nvPr/>
          </p:nvSpPr>
          <p:spPr>
            <a:xfrm>
              <a:off x="1981437" y="880471"/>
              <a:ext cx="764953" cy="18466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600" b="1"/>
                <a:t>서비스 조명 </a:t>
              </a:r>
              <a:r>
                <a:rPr lang="en-US" altLang="ko-KR" sz="600" b="1"/>
                <a:t>2EA</a:t>
              </a:r>
              <a:endParaRPr lang="ko-KR" altLang="en-US" sz="600" b="1"/>
            </a:p>
          </p:txBody>
        </p:sp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F55BA74D-AA28-0DD0-3DD6-5E329CC5E43F}"/>
                </a:ext>
              </a:extLst>
            </p:cNvPr>
            <p:cNvGrpSpPr/>
            <p:nvPr/>
          </p:nvGrpSpPr>
          <p:grpSpPr>
            <a:xfrm rot="5400000">
              <a:off x="2314488" y="559720"/>
              <a:ext cx="98814" cy="597334"/>
              <a:chOff x="4737834" y="5014427"/>
              <a:chExt cx="98814" cy="597334"/>
            </a:xfrm>
            <a:solidFill>
              <a:srgbClr val="FF00FF"/>
            </a:solidFill>
          </p:grpSpPr>
          <p:sp>
            <p:nvSpPr>
              <p:cNvPr id="26" name="타원 25">
                <a:extLst>
                  <a:ext uri="{FF2B5EF4-FFF2-40B4-BE49-F238E27FC236}">
                    <a16:creationId xmlns:a16="http://schemas.microsoft.com/office/drawing/2014/main" id="{E07FE7A7-C05E-A12D-194E-F5C24967E245}"/>
                  </a:ext>
                </a:extLst>
              </p:cNvPr>
              <p:cNvSpPr/>
              <p:nvPr/>
            </p:nvSpPr>
            <p:spPr>
              <a:xfrm>
                <a:off x="4737834" y="5014427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7" name="타원 26">
                <a:extLst>
                  <a:ext uri="{FF2B5EF4-FFF2-40B4-BE49-F238E27FC236}">
                    <a16:creationId xmlns:a16="http://schemas.microsoft.com/office/drawing/2014/main" id="{7E56FE72-6DB3-E30E-AD83-DCB68F522D48}"/>
                  </a:ext>
                </a:extLst>
              </p:cNvPr>
              <p:cNvSpPr/>
              <p:nvPr/>
            </p:nvSpPr>
            <p:spPr>
              <a:xfrm>
                <a:off x="4738263" y="5513376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476801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531021-1511-FE57-4609-E41C53A4FA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B1F81F6-7703-5590-AFA8-4C750F02A32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377515" y="852400"/>
            <a:ext cx="7395135" cy="562978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12E022F-0477-523C-F732-4073442EF432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𝟓𝟗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12E022F-0477-523C-F732-4073442EF4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E6516AFD-C425-2AB6-5D05-26D84A628F85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37" name="TextBox 13">
            <a:extLst>
              <a:ext uri="{FF2B5EF4-FFF2-40B4-BE49-F238E27FC236}">
                <a16:creationId xmlns:a16="http://schemas.microsoft.com/office/drawing/2014/main" id="{CF726155-351F-3C47-4F70-30C4A4DF144F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E388A72F-5B5E-3334-70BA-11EAB2043B09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EDCA0484-8DA2-61A6-2F84-E7F0E122F8D9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1AD760F1-0196-8BF2-9F23-01D057C6B36F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18E98383-746A-E2A7-7762-06C0948F99D3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2" name="TextBox 11">
              <a:extLst>
                <a:ext uri="{FF2B5EF4-FFF2-40B4-BE49-F238E27FC236}">
                  <a16:creationId xmlns:a16="http://schemas.microsoft.com/office/drawing/2014/main" id="{F3587BE7-D86E-5D75-827B-1B7FA67DD614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4E67D722-9DA4-7704-B449-00C1BE8EA565}"/>
              </a:ext>
            </a:extLst>
          </p:cNvPr>
          <p:cNvSpPr txBox="1"/>
          <p:nvPr/>
        </p:nvSpPr>
        <p:spPr>
          <a:xfrm>
            <a:off x="2546341" y="343644"/>
            <a:ext cx="71077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59A</a:t>
            </a:r>
            <a:r>
              <a:rPr lang="ko-KR" altLang="en-US" sz="2000" b="1"/>
              <a:t>타입 간접</a:t>
            </a:r>
            <a:r>
              <a:rPr lang="en-US" altLang="ko-KR" sz="2000" b="1"/>
              <a:t>A /</a:t>
            </a:r>
            <a:r>
              <a:rPr lang="ko-KR" altLang="en-US" sz="2000" b="1"/>
              <a:t>간접</a:t>
            </a:r>
            <a:r>
              <a:rPr lang="en-US" altLang="ko-KR" sz="2000" b="1"/>
              <a:t> </a:t>
            </a:r>
            <a:r>
              <a:rPr lang="ko-KR" altLang="en-US" sz="2000" b="1"/>
              <a:t>센서 </a:t>
            </a:r>
            <a:r>
              <a:rPr lang="en-US" altLang="ko-KR" sz="2000" b="1"/>
              <a:t>SET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63346DE-0B4F-090C-7657-8F8C012798DE}"/>
              </a:ext>
            </a:extLst>
          </p:cNvPr>
          <p:cNvSpPr txBox="1"/>
          <p:nvPr/>
        </p:nvSpPr>
        <p:spPr>
          <a:xfrm>
            <a:off x="2952687" y="3168658"/>
            <a:ext cx="5116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1200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29F155-B1A2-2FED-7A7F-78236207420A}"/>
              </a:ext>
            </a:extLst>
          </p:cNvPr>
          <p:cNvSpPr txBox="1"/>
          <p:nvPr/>
        </p:nvSpPr>
        <p:spPr>
          <a:xfrm>
            <a:off x="4814945" y="3299463"/>
            <a:ext cx="5116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1200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167C75-9AA9-390D-12CB-05AE6BC65EE6}"/>
              </a:ext>
            </a:extLst>
          </p:cNvPr>
          <p:cNvSpPr txBox="1"/>
          <p:nvPr/>
        </p:nvSpPr>
        <p:spPr>
          <a:xfrm>
            <a:off x="7798057" y="3547974"/>
            <a:ext cx="5116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1200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CC80C8-028F-39FC-F89D-6C828FC548CA}"/>
              </a:ext>
            </a:extLst>
          </p:cNvPr>
          <p:cNvSpPr txBox="1"/>
          <p:nvPr/>
        </p:nvSpPr>
        <p:spPr>
          <a:xfrm>
            <a:off x="6425050" y="4401109"/>
            <a:ext cx="5116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2202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C17108A-352C-D197-F0DC-B23926D5EB87}"/>
              </a:ext>
            </a:extLst>
          </p:cNvPr>
          <p:cNvSpPr txBox="1"/>
          <p:nvPr/>
        </p:nvSpPr>
        <p:spPr>
          <a:xfrm>
            <a:off x="5702094" y="4852426"/>
            <a:ext cx="5116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1915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9B1B94E-DD54-F509-6499-7906FDB9A4CC}"/>
              </a:ext>
            </a:extLst>
          </p:cNvPr>
          <p:cNvSpPr txBox="1"/>
          <p:nvPr/>
        </p:nvSpPr>
        <p:spPr>
          <a:xfrm>
            <a:off x="2827033" y="6414108"/>
            <a:ext cx="5116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2704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6CCBC2C-52B0-679F-057D-E7EC0EF76C77}"/>
              </a:ext>
            </a:extLst>
          </p:cNvPr>
          <p:cNvSpPr txBox="1"/>
          <p:nvPr/>
        </p:nvSpPr>
        <p:spPr>
          <a:xfrm>
            <a:off x="4469662" y="6414108"/>
            <a:ext cx="5116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2716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CFBB356-DD29-E81E-76EB-3BED79FE9C25}"/>
              </a:ext>
            </a:extLst>
          </p:cNvPr>
          <p:cNvSpPr txBox="1"/>
          <p:nvPr/>
        </p:nvSpPr>
        <p:spPr>
          <a:xfrm>
            <a:off x="6425050" y="6414108"/>
            <a:ext cx="5116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3582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1D21D03-4C1C-5736-DFBA-36E57E9CDDDD}"/>
              </a:ext>
            </a:extLst>
          </p:cNvPr>
          <p:cNvSpPr txBox="1"/>
          <p:nvPr/>
        </p:nvSpPr>
        <p:spPr>
          <a:xfrm>
            <a:off x="8634850" y="6124001"/>
            <a:ext cx="5116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3304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22" name="별: 꼭짓점 4개 21">
            <a:extLst>
              <a:ext uri="{FF2B5EF4-FFF2-40B4-BE49-F238E27FC236}">
                <a16:creationId xmlns:a16="http://schemas.microsoft.com/office/drawing/2014/main" id="{62FD6B3C-FF53-78AD-B092-1808BD34B199}"/>
              </a:ext>
            </a:extLst>
          </p:cNvPr>
          <p:cNvSpPr/>
          <p:nvPr/>
        </p:nvSpPr>
        <p:spPr>
          <a:xfrm>
            <a:off x="6428818" y="4918349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DE0526AC-2615-9652-E698-00FE9281C1E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320" b="-1"/>
          <a:stretch>
            <a:fillRect/>
          </a:stretch>
        </p:blipFill>
        <p:spPr>
          <a:xfrm>
            <a:off x="9800829" y="4569521"/>
            <a:ext cx="2236971" cy="155448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A79312A1-4533-64B4-1C5E-FB326420235D}"/>
              </a:ext>
            </a:extLst>
          </p:cNvPr>
          <p:cNvSpPr txBox="1"/>
          <p:nvPr/>
        </p:nvSpPr>
        <p:spPr>
          <a:xfrm>
            <a:off x="5326624" y="6475663"/>
            <a:ext cx="22293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err="1">
                <a:highlight>
                  <a:srgbClr val="FFFF00"/>
                </a:highlight>
              </a:rPr>
              <a:t>실링팬</a:t>
            </a:r>
            <a:r>
              <a:rPr lang="ko-KR" altLang="en-US" sz="1000" b="1">
                <a:highlight>
                  <a:srgbClr val="FFFF00"/>
                </a:highlight>
              </a:rPr>
              <a:t> </a:t>
            </a:r>
            <a:r>
              <a:rPr lang="ko-KR" altLang="en-US" sz="1000" b="1" err="1">
                <a:highlight>
                  <a:srgbClr val="FFFF00"/>
                </a:highlight>
              </a:rPr>
              <a:t>루씨에어</a:t>
            </a:r>
            <a:endParaRPr lang="en-US" altLang="ko-KR" sz="1000" b="1">
              <a:highlight>
                <a:srgbClr val="FFFF00"/>
              </a:highlight>
            </a:endParaRPr>
          </a:p>
          <a:p>
            <a:r>
              <a:rPr lang="ko-KR" altLang="en-US" sz="1000" b="1">
                <a:highlight>
                  <a:srgbClr val="FFFF00"/>
                </a:highlight>
              </a:rPr>
              <a:t>설치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보강</a:t>
            </a:r>
            <a:endParaRPr lang="en-US" altLang="ko-KR" sz="1000" b="1">
              <a:highlight>
                <a:srgbClr val="FFFF00"/>
              </a:highlight>
            </a:endParaRP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EC45EBD1-C67E-BEAB-E46F-58061908C7A3}"/>
              </a:ext>
            </a:extLst>
          </p:cNvPr>
          <p:cNvGrpSpPr/>
          <p:nvPr/>
        </p:nvGrpSpPr>
        <p:grpSpPr>
          <a:xfrm>
            <a:off x="4175113" y="4134706"/>
            <a:ext cx="764953" cy="255923"/>
            <a:chOff x="1981437" y="651871"/>
            <a:chExt cx="764953" cy="255923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0E909E5-DB2B-43C9-FDC4-F670604B69AF}"/>
                </a:ext>
              </a:extLst>
            </p:cNvPr>
            <p:cNvSpPr txBox="1"/>
            <p:nvPr/>
          </p:nvSpPr>
          <p:spPr>
            <a:xfrm>
              <a:off x="1981437" y="651871"/>
              <a:ext cx="764953" cy="18466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600" b="1"/>
                <a:t>서비스 조명 </a:t>
              </a:r>
              <a:r>
                <a:rPr lang="en-US" altLang="ko-KR" sz="600" b="1"/>
                <a:t>2EA</a:t>
              </a:r>
              <a:endParaRPr lang="ko-KR" altLang="en-US" sz="600" b="1"/>
            </a:p>
          </p:txBody>
        </p:sp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id="{E2877EAD-8D1C-431E-4169-FA83BD193C28}"/>
                </a:ext>
              </a:extLst>
            </p:cNvPr>
            <p:cNvGrpSpPr/>
            <p:nvPr/>
          </p:nvGrpSpPr>
          <p:grpSpPr>
            <a:xfrm rot="5400000">
              <a:off x="2314488" y="559720"/>
              <a:ext cx="98814" cy="597334"/>
              <a:chOff x="4737834" y="5014427"/>
              <a:chExt cx="98814" cy="597334"/>
            </a:xfrm>
            <a:solidFill>
              <a:srgbClr val="FF00FF"/>
            </a:solidFill>
          </p:grpSpPr>
          <p:sp>
            <p:nvSpPr>
              <p:cNvPr id="28" name="타원 27">
                <a:extLst>
                  <a:ext uri="{FF2B5EF4-FFF2-40B4-BE49-F238E27FC236}">
                    <a16:creationId xmlns:a16="http://schemas.microsoft.com/office/drawing/2014/main" id="{0B155BBF-DEB8-4E1C-758B-418861E1F47A}"/>
                  </a:ext>
                </a:extLst>
              </p:cNvPr>
              <p:cNvSpPr/>
              <p:nvPr/>
            </p:nvSpPr>
            <p:spPr>
              <a:xfrm>
                <a:off x="4737834" y="5014427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6" name="타원 35">
                <a:extLst>
                  <a:ext uri="{FF2B5EF4-FFF2-40B4-BE49-F238E27FC236}">
                    <a16:creationId xmlns:a16="http://schemas.microsoft.com/office/drawing/2014/main" id="{7D4829FA-CA90-6080-EB64-ABBE86236E83}"/>
                  </a:ext>
                </a:extLst>
              </p:cNvPr>
              <p:cNvSpPr/>
              <p:nvPr/>
            </p:nvSpPr>
            <p:spPr>
              <a:xfrm>
                <a:off x="4738263" y="5513376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400983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531021-1511-FE57-4609-E41C53A4FA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B1F81F6-7703-5590-AFA8-4C750F02A32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377515" y="852400"/>
            <a:ext cx="7395135" cy="562978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12E022F-0477-523C-F732-4073442EF432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𝟓𝟗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12E022F-0477-523C-F732-4073442EF4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E6516AFD-C425-2AB6-5D05-26D84A628F85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37" name="TextBox 13">
            <a:extLst>
              <a:ext uri="{FF2B5EF4-FFF2-40B4-BE49-F238E27FC236}">
                <a16:creationId xmlns:a16="http://schemas.microsoft.com/office/drawing/2014/main" id="{CF726155-351F-3C47-4F70-30C4A4DF144F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E388A72F-5B5E-3334-70BA-11EAB2043B09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EDCA0484-8DA2-61A6-2F84-E7F0E122F8D9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1AD760F1-0196-8BF2-9F23-01D057C6B36F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18E98383-746A-E2A7-7762-06C0948F99D3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2" name="TextBox 11">
              <a:extLst>
                <a:ext uri="{FF2B5EF4-FFF2-40B4-BE49-F238E27FC236}">
                  <a16:creationId xmlns:a16="http://schemas.microsoft.com/office/drawing/2014/main" id="{F3587BE7-D86E-5D75-827B-1B7FA67DD614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4E67D722-9DA4-7704-B449-00C1BE8EA565}"/>
              </a:ext>
            </a:extLst>
          </p:cNvPr>
          <p:cNvSpPr txBox="1"/>
          <p:nvPr/>
        </p:nvSpPr>
        <p:spPr>
          <a:xfrm>
            <a:off x="2546341" y="343644"/>
            <a:ext cx="71077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59A</a:t>
            </a:r>
            <a:r>
              <a:rPr lang="ko-KR" altLang="en-US" sz="2000" b="1"/>
              <a:t>타입 간접</a:t>
            </a:r>
            <a:r>
              <a:rPr lang="en-US" altLang="ko-KR" sz="2000" b="1"/>
              <a:t>A /</a:t>
            </a:r>
            <a:r>
              <a:rPr lang="ko-KR" altLang="en-US" sz="2000" b="1"/>
              <a:t>간접</a:t>
            </a:r>
            <a:r>
              <a:rPr lang="en-US" altLang="ko-KR" sz="2000" b="1"/>
              <a:t> </a:t>
            </a:r>
            <a:r>
              <a:rPr lang="ko-KR" altLang="en-US" sz="2000" b="1"/>
              <a:t>센서 </a:t>
            </a:r>
            <a:r>
              <a:rPr lang="en-US" altLang="ko-KR" sz="2000" b="1"/>
              <a:t>SET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63346DE-0B4F-090C-7657-8F8C012798DE}"/>
              </a:ext>
            </a:extLst>
          </p:cNvPr>
          <p:cNvSpPr txBox="1"/>
          <p:nvPr/>
        </p:nvSpPr>
        <p:spPr>
          <a:xfrm>
            <a:off x="2952687" y="3168658"/>
            <a:ext cx="5116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1200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29F155-B1A2-2FED-7A7F-78236207420A}"/>
              </a:ext>
            </a:extLst>
          </p:cNvPr>
          <p:cNvSpPr txBox="1"/>
          <p:nvPr/>
        </p:nvSpPr>
        <p:spPr>
          <a:xfrm>
            <a:off x="4814945" y="3299463"/>
            <a:ext cx="5116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1200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167C75-9AA9-390D-12CB-05AE6BC65EE6}"/>
              </a:ext>
            </a:extLst>
          </p:cNvPr>
          <p:cNvSpPr txBox="1"/>
          <p:nvPr/>
        </p:nvSpPr>
        <p:spPr>
          <a:xfrm>
            <a:off x="7798057" y="3547974"/>
            <a:ext cx="5116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1200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CC80C8-028F-39FC-F89D-6C828FC548CA}"/>
              </a:ext>
            </a:extLst>
          </p:cNvPr>
          <p:cNvSpPr txBox="1"/>
          <p:nvPr/>
        </p:nvSpPr>
        <p:spPr>
          <a:xfrm>
            <a:off x="6425050" y="4401109"/>
            <a:ext cx="5116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2202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C17108A-352C-D197-F0DC-B23926D5EB87}"/>
              </a:ext>
            </a:extLst>
          </p:cNvPr>
          <p:cNvSpPr txBox="1"/>
          <p:nvPr/>
        </p:nvSpPr>
        <p:spPr>
          <a:xfrm>
            <a:off x="5702094" y="4852426"/>
            <a:ext cx="5116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1915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9B1B94E-DD54-F509-6499-7906FDB9A4CC}"/>
              </a:ext>
            </a:extLst>
          </p:cNvPr>
          <p:cNvSpPr txBox="1"/>
          <p:nvPr/>
        </p:nvSpPr>
        <p:spPr>
          <a:xfrm>
            <a:off x="2827033" y="6414108"/>
            <a:ext cx="5116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2704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6CCBC2C-52B0-679F-057D-E7EC0EF76C77}"/>
              </a:ext>
            </a:extLst>
          </p:cNvPr>
          <p:cNvSpPr txBox="1"/>
          <p:nvPr/>
        </p:nvSpPr>
        <p:spPr>
          <a:xfrm>
            <a:off x="4469662" y="6414108"/>
            <a:ext cx="5116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2716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CFBB356-DD29-E81E-76EB-3BED79FE9C25}"/>
              </a:ext>
            </a:extLst>
          </p:cNvPr>
          <p:cNvSpPr txBox="1"/>
          <p:nvPr/>
        </p:nvSpPr>
        <p:spPr>
          <a:xfrm>
            <a:off x="6425050" y="6414108"/>
            <a:ext cx="5116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3582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1D21D03-4C1C-5736-DFBA-36E57E9CDDDD}"/>
              </a:ext>
            </a:extLst>
          </p:cNvPr>
          <p:cNvSpPr txBox="1"/>
          <p:nvPr/>
        </p:nvSpPr>
        <p:spPr>
          <a:xfrm>
            <a:off x="8634850" y="6124001"/>
            <a:ext cx="5116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3304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22" name="별: 꼭짓점 4개 21">
            <a:extLst>
              <a:ext uri="{FF2B5EF4-FFF2-40B4-BE49-F238E27FC236}">
                <a16:creationId xmlns:a16="http://schemas.microsoft.com/office/drawing/2014/main" id="{62FD6B3C-FF53-78AD-B092-1808BD34B199}"/>
              </a:ext>
            </a:extLst>
          </p:cNvPr>
          <p:cNvSpPr/>
          <p:nvPr/>
        </p:nvSpPr>
        <p:spPr>
          <a:xfrm>
            <a:off x="6428818" y="4918349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DE0526AC-2615-9652-E698-00FE9281C1E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320" b="-1"/>
          <a:stretch>
            <a:fillRect/>
          </a:stretch>
        </p:blipFill>
        <p:spPr>
          <a:xfrm>
            <a:off x="9800829" y="4569521"/>
            <a:ext cx="2236971" cy="155448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A79312A1-4533-64B4-1C5E-FB326420235D}"/>
              </a:ext>
            </a:extLst>
          </p:cNvPr>
          <p:cNvSpPr txBox="1"/>
          <p:nvPr/>
        </p:nvSpPr>
        <p:spPr>
          <a:xfrm>
            <a:off x="5326624" y="6475663"/>
            <a:ext cx="22293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err="1">
                <a:highlight>
                  <a:srgbClr val="FFFF00"/>
                </a:highlight>
              </a:rPr>
              <a:t>실링팬</a:t>
            </a:r>
            <a:r>
              <a:rPr lang="ko-KR" altLang="en-US" sz="1000" b="1">
                <a:highlight>
                  <a:srgbClr val="FFFF00"/>
                </a:highlight>
              </a:rPr>
              <a:t> </a:t>
            </a:r>
            <a:r>
              <a:rPr lang="ko-KR" altLang="en-US" sz="1000" b="1" err="1">
                <a:highlight>
                  <a:srgbClr val="FFFF00"/>
                </a:highlight>
              </a:rPr>
              <a:t>루씨에어</a:t>
            </a:r>
            <a:endParaRPr lang="en-US" altLang="ko-KR" sz="1000" b="1">
              <a:highlight>
                <a:srgbClr val="FFFF00"/>
              </a:highlight>
            </a:endParaRPr>
          </a:p>
          <a:p>
            <a:r>
              <a:rPr lang="ko-KR" altLang="en-US" sz="1000" b="1">
                <a:highlight>
                  <a:srgbClr val="FFFF00"/>
                </a:highlight>
              </a:rPr>
              <a:t>설치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보강</a:t>
            </a:r>
            <a:endParaRPr lang="en-US" altLang="ko-KR" sz="1000" b="1">
              <a:highlight>
                <a:srgbClr val="FFFF00"/>
              </a:highlight>
            </a:endParaRP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EC45EBD1-C67E-BEAB-E46F-58061908C7A3}"/>
              </a:ext>
            </a:extLst>
          </p:cNvPr>
          <p:cNvGrpSpPr/>
          <p:nvPr/>
        </p:nvGrpSpPr>
        <p:grpSpPr>
          <a:xfrm>
            <a:off x="4175113" y="4134706"/>
            <a:ext cx="764953" cy="255923"/>
            <a:chOff x="1981437" y="651871"/>
            <a:chExt cx="764953" cy="255923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0E909E5-DB2B-43C9-FDC4-F670604B69AF}"/>
                </a:ext>
              </a:extLst>
            </p:cNvPr>
            <p:cNvSpPr txBox="1"/>
            <p:nvPr/>
          </p:nvSpPr>
          <p:spPr>
            <a:xfrm>
              <a:off x="1981437" y="651871"/>
              <a:ext cx="764953" cy="18466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600" b="1"/>
                <a:t>서비스 조명 </a:t>
              </a:r>
              <a:r>
                <a:rPr lang="en-US" altLang="ko-KR" sz="600" b="1"/>
                <a:t>2EA</a:t>
              </a:r>
              <a:endParaRPr lang="ko-KR" altLang="en-US" sz="600" b="1"/>
            </a:p>
          </p:txBody>
        </p:sp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id="{E2877EAD-8D1C-431E-4169-FA83BD193C28}"/>
                </a:ext>
              </a:extLst>
            </p:cNvPr>
            <p:cNvGrpSpPr/>
            <p:nvPr/>
          </p:nvGrpSpPr>
          <p:grpSpPr>
            <a:xfrm rot="5400000">
              <a:off x="2314488" y="559720"/>
              <a:ext cx="98814" cy="597334"/>
              <a:chOff x="4737834" y="5014427"/>
              <a:chExt cx="98814" cy="597334"/>
            </a:xfrm>
            <a:solidFill>
              <a:srgbClr val="FF00FF"/>
            </a:solidFill>
          </p:grpSpPr>
          <p:sp>
            <p:nvSpPr>
              <p:cNvPr id="28" name="타원 27">
                <a:extLst>
                  <a:ext uri="{FF2B5EF4-FFF2-40B4-BE49-F238E27FC236}">
                    <a16:creationId xmlns:a16="http://schemas.microsoft.com/office/drawing/2014/main" id="{0B155BBF-DEB8-4E1C-758B-418861E1F47A}"/>
                  </a:ext>
                </a:extLst>
              </p:cNvPr>
              <p:cNvSpPr/>
              <p:nvPr/>
            </p:nvSpPr>
            <p:spPr>
              <a:xfrm>
                <a:off x="4737834" y="5014427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6" name="타원 35">
                <a:extLst>
                  <a:ext uri="{FF2B5EF4-FFF2-40B4-BE49-F238E27FC236}">
                    <a16:creationId xmlns:a16="http://schemas.microsoft.com/office/drawing/2014/main" id="{7D4829FA-CA90-6080-EB64-ABBE86236E83}"/>
                  </a:ext>
                </a:extLst>
              </p:cNvPr>
              <p:cNvSpPr/>
              <p:nvPr/>
            </p:nvSpPr>
            <p:spPr>
              <a:xfrm>
                <a:off x="4738263" y="5513376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8" name="직사각형 7">
            <a:extLst>
              <a:ext uri="{FF2B5EF4-FFF2-40B4-BE49-F238E27FC236}">
                <a16:creationId xmlns:a16="http://schemas.microsoft.com/office/drawing/2014/main" id="{6EF80D8E-413B-7176-DE05-E30C2513EBFE}"/>
              </a:ext>
            </a:extLst>
          </p:cNvPr>
          <p:cNvSpPr/>
          <p:nvPr/>
        </p:nvSpPr>
        <p:spPr>
          <a:xfrm rot="10800000" flipV="1">
            <a:off x="7765493" y="3278094"/>
            <a:ext cx="98384" cy="68970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DCD48F6-7366-1EAF-4A84-C5AC53F3649B}"/>
              </a:ext>
            </a:extLst>
          </p:cNvPr>
          <p:cNvSpPr/>
          <p:nvPr/>
        </p:nvSpPr>
        <p:spPr>
          <a:xfrm flipV="1">
            <a:off x="3464366" y="2920689"/>
            <a:ext cx="98385" cy="74149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97CDEB1-BEE6-B4E3-EA66-196C1632F247}"/>
              </a:ext>
            </a:extLst>
          </p:cNvPr>
          <p:cNvSpPr/>
          <p:nvPr/>
        </p:nvSpPr>
        <p:spPr>
          <a:xfrm flipV="1">
            <a:off x="4765753" y="3039078"/>
            <a:ext cx="98385" cy="66638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45733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2711AC-4E97-3908-3E7A-7BF2385EF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84FB74-FB37-172A-AA22-E9D33480E06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90131" y="984198"/>
            <a:ext cx="8282569" cy="576466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31B54B4-A42F-2290-5259-ECF12DC89454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𝟓𝟗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𝑩𝒎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31B54B4-A42F-2290-5259-ECF12DC894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직사각형 7">
            <a:extLst>
              <a:ext uri="{FF2B5EF4-FFF2-40B4-BE49-F238E27FC236}">
                <a16:creationId xmlns:a16="http://schemas.microsoft.com/office/drawing/2014/main" id="{2AFA70F8-2B61-A220-847B-057171972AD0}"/>
              </a:ext>
            </a:extLst>
          </p:cNvPr>
          <p:cNvSpPr/>
          <p:nvPr/>
        </p:nvSpPr>
        <p:spPr>
          <a:xfrm>
            <a:off x="9474175" y="2707482"/>
            <a:ext cx="102820" cy="169553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FEA0591C-76FB-A2E2-916F-634BCEA0D50B}"/>
              </a:ext>
            </a:extLst>
          </p:cNvPr>
          <p:cNvSpPr/>
          <p:nvPr/>
        </p:nvSpPr>
        <p:spPr>
          <a:xfrm>
            <a:off x="8076223" y="2910562"/>
            <a:ext cx="1089070" cy="1099913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66C69AEC-FD2F-2B7F-EB2A-7A6448329BA9}"/>
              </a:ext>
            </a:extLst>
          </p:cNvPr>
          <p:cNvSpPr/>
          <p:nvPr/>
        </p:nvSpPr>
        <p:spPr>
          <a:xfrm>
            <a:off x="8222450" y="3053574"/>
            <a:ext cx="798179" cy="83709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63596B-BC9B-A2A0-0168-23140D816B86}"/>
              </a:ext>
            </a:extLst>
          </p:cNvPr>
          <p:cNvSpPr txBox="1"/>
          <p:nvPr/>
        </p:nvSpPr>
        <p:spPr>
          <a:xfrm>
            <a:off x="6524868" y="3709244"/>
            <a:ext cx="1062579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endParaRPr lang="en-US" altLang="ko-KR" sz="1000" b="1"/>
          </a:p>
          <a:p>
            <a:pPr algn="ctr"/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CC93C9A-2BF7-5C7C-BA31-659276E587DF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995377A8-379D-49C4-638D-64E40285DAFF}"/>
              </a:ext>
            </a:extLst>
          </p:cNvPr>
          <p:cNvSpPr/>
          <p:nvPr/>
        </p:nvSpPr>
        <p:spPr>
          <a:xfrm rot="16200000" flipV="1">
            <a:off x="6955294" y="4299342"/>
            <a:ext cx="98384" cy="68333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292C8013-0258-927F-58F1-BCE37D0E9CC1}"/>
              </a:ext>
            </a:extLst>
          </p:cNvPr>
          <p:cNvGrpSpPr/>
          <p:nvPr/>
        </p:nvGrpSpPr>
        <p:grpSpPr>
          <a:xfrm rot="5400000">
            <a:off x="4661374" y="3704666"/>
            <a:ext cx="104194" cy="550256"/>
            <a:chOff x="5324822" y="4533434"/>
            <a:chExt cx="104194" cy="550256"/>
          </a:xfrm>
        </p:grpSpPr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AD3F4672-4557-BA52-C55A-CE9B9E495DFF}"/>
                </a:ext>
              </a:extLst>
            </p:cNvPr>
            <p:cNvSpPr/>
            <p:nvPr/>
          </p:nvSpPr>
          <p:spPr>
            <a:xfrm>
              <a:off x="5330631" y="4533434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453AD015-ECD1-583B-5473-2AAB295D7F08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48182798-E001-F72A-0AA4-F249D46B2E38}"/>
              </a:ext>
            </a:extLst>
          </p:cNvPr>
          <p:cNvSpPr txBox="1"/>
          <p:nvPr/>
        </p:nvSpPr>
        <p:spPr>
          <a:xfrm>
            <a:off x="9995317" y="2923262"/>
            <a:ext cx="2222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>
                <a:highlight>
                  <a:srgbClr val="FFFF00"/>
                </a:highlight>
              </a:rPr>
              <a:t>우물은 두가지 </a:t>
            </a:r>
            <a:r>
              <a:rPr lang="ko-KR" altLang="en-US" sz="900" b="1" err="1">
                <a:highlight>
                  <a:srgbClr val="FFFF00"/>
                </a:highlight>
              </a:rPr>
              <a:t>타입중</a:t>
            </a:r>
            <a:r>
              <a:rPr lang="ko-KR" altLang="en-US" sz="900" b="1">
                <a:highlight>
                  <a:srgbClr val="FFFF00"/>
                </a:highlight>
              </a:rPr>
              <a:t> 선택 가능합니다</a:t>
            </a:r>
            <a:r>
              <a:rPr lang="en-US" altLang="ko-KR" sz="900" b="1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900" b="1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900" b="1">
                <a:highlight>
                  <a:srgbClr val="FFFF00"/>
                </a:highlight>
              </a:rPr>
              <a:t>. </a:t>
            </a:r>
            <a:endParaRPr lang="ko-KR" altLang="en-US" sz="900" b="1">
              <a:highlight>
                <a:srgbClr val="FFFF00"/>
              </a:highlight>
            </a:endParaRPr>
          </a:p>
        </p:txBody>
      </p: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550B55F4-85B1-27C7-242E-A4467FF4BA31}"/>
              </a:ext>
            </a:extLst>
          </p:cNvPr>
          <p:cNvCxnSpPr>
            <a:cxnSpLocks/>
          </p:cNvCxnSpPr>
          <p:nvPr/>
        </p:nvCxnSpPr>
        <p:spPr>
          <a:xfrm flipH="1">
            <a:off x="9152995" y="3051121"/>
            <a:ext cx="934512" cy="24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13">
            <a:extLst>
              <a:ext uri="{FF2B5EF4-FFF2-40B4-BE49-F238E27FC236}">
                <a16:creationId xmlns:a16="http://schemas.microsoft.com/office/drawing/2014/main" id="{197FB4DB-4B97-40D5-9A32-7E86C1068A4F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33CCCA5F-B33C-FAC8-C773-7515892D4B55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D91D1DE6-799C-84ED-CBA2-B4DCC07AEF12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6BAD36F8-5EBE-114A-2BA2-1C4A3946B754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4B25190C-0A15-B279-FD4B-577BF175A042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2" name="TextBox 11">
              <a:extLst>
                <a:ext uri="{FF2B5EF4-FFF2-40B4-BE49-F238E27FC236}">
                  <a16:creationId xmlns:a16="http://schemas.microsoft.com/office/drawing/2014/main" id="{E1061494-E9EE-53C8-66B0-2C8321CB4231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BFB4B8BD-F2F2-9103-DA21-03CB9FD39B41}"/>
              </a:ext>
            </a:extLst>
          </p:cNvPr>
          <p:cNvGrpSpPr/>
          <p:nvPr/>
        </p:nvGrpSpPr>
        <p:grpSpPr>
          <a:xfrm rot="16200000">
            <a:off x="8705823" y="3824960"/>
            <a:ext cx="98891" cy="1197867"/>
            <a:chOff x="4737834" y="4912843"/>
            <a:chExt cx="98891" cy="1197867"/>
          </a:xfrm>
        </p:grpSpPr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A2A46EFB-A03C-0691-B3F0-DE16278A49E1}"/>
                </a:ext>
              </a:extLst>
            </p:cNvPr>
            <p:cNvSpPr/>
            <p:nvPr/>
          </p:nvSpPr>
          <p:spPr>
            <a:xfrm>
              <a:off x="4737834" y="4912843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599FF67D-0096-0400-5786-C47429AE190C}"/>
                </a:ext>
              </a:extLst>
            </p:cNvPr>
            <p:cNvSpPr/>
            <p:nvPr/>
          </p:nvSpPr>
          <p:spPr>
            <a:xfrm>
              <a:off x="4738263" y="54625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1C614D0D-8E09-77CA-ABB8-9E0284D774DC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0B159DBD-F889-DCFC-EFA1-46F3324EB00A}"/>
              </a:ext>
            </a:extLst>
          </p:cNvPr>
          <p:cNvGrpSpPr/>
          <p:nvPr/>
        </p:nvGrpSpPr>
        <p:grpSpPr>
          <a:xfrm rot="16200000">
            <a:off x="8504616" y="1970088"/>
            <a:ext cx="98891" cy="1197867"/>
            <a:chOff x="4737834" y="4912843"/>
            <a:chExt cx="98891" cy="1197867"/>
          </a:xfrm>
        </p:grpSpPr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624B5EA2-B4F7-E245-B221-E061B97DC978}"/>
                </a:ext>
              </a:extLst>
            </p:cNvPr>
            <p:cNvSpPr/>
            <p:nvPr/>
          </p:nvSpPr>
          <p:spPr>
            <a:xfrm>
              <a:off x="4737834" y="4912843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0" name="타원 49">
              <a:extLst>
                <a:ext uri="{FF2B5EF4-FFF2-40B4-BE49-F238E27FC236}">
                  <a16:creationId xmlns:a16="http://schemas.microsoft.com/office/drawing/2014/main" id="{694935A8-07F3-40CB-FC7C-A105452D518D}"/>
                </a:ext>
              </a:extLst>
            </p:cNvPr>
            <p:cNvSpPr/>
            <p:nvPr/>
          </p:nvSpPr>
          <p:spPr>
            <a:xfrm>
              <a:off x="4738263" y="54625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A6781EC5-B017-EE46-BB16-36B851EAB62C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6FF77DA6-5F19-EDD3-0FC6-6066E35CC950}"/>
              </a:ext>
            </a:extLst>
          </p:cNvPr>
          <p:cNvSpPr/>
          <p:nvPr/>
        </p:nvSpPr>
        <p:spPr>
          <a:xfrm rot="16200000" flipV="1">
            <a:off x="3700125" y="5078011"/>
            <a:ext cx="98384" cy="68333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130EC4B7-302B-9C54-7CCB-9EE9417033FA}"/>
              </a:ext>
            </a:extLst>
          </p:cNvPr>
          <p:cNvSpPr/>
          <p:nvPr/>
        </p:nvSpPr>
        <p:spPr>
          <a:xfrm rot="10800000" flipV="1">
            <a:off x="4349533" y="4645820"/>
            <a:ext cx="98384" cy="81940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3DC363B-624C-54D9-58C4-82A03285969C}"/>
              </a:ext>
            </a:extLst>
          </p:cNvPr>
          <p:cNvSpPr txBox="1"/>
          <p:nvPr/>
        </p:nvSpPr>
        <p:spPr>
          <a:xfrm>
            <a:off x="2546341" y="343644"/>
            <a:ext cx="71077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59B</a:t>
            </a:r>
            <a:r>
              <a:rPr lang="ko-KR" altLang="en-US" sz="2000" b="1"/>
              <a:t>타입 간접</a:t>
            </a:r>
            <a:r>
              <a:rPr lang="en-US" altLang="ko-KR" sz="2000" b="1"/>
              <a:t>A /</a:t>
            </a:r>
            <a:r>
              <a:rPr lang="ko-KR" altLang="en-US" sz="2000" b="1"/>
              <a:t>간접</a:t>
            </a:r>
            <a:r>
              <a:rPr lang="en-US" altLang="ko-KR" sz="2000" b="1"/>
              <a:t> </a:t>
            </a:r>
            <a:r>
              <a:rPr lang="ko-KR" altLang="en-US" sz="2000" b="1"/>
              <a:t>센서 </a:t>
            </a:r>
            <a:r>
              <a:rPr lang="en-US" altLang="ko-KR" sz="2000" b="1"/>
              <a:t>SET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F53733A-17DD-76C1-1465-B12ECBF9EBAB}"/>
              </a:ext>
            </a:extLst>
          </p:cNvPr>
          <p:cNvSpPr txBox="1"/>
          <p:nvPr/>
        </p:nvSpPr>
        <p:spPr>
          <a:xfrm>
            <a:off x="3485857" y="5490700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1200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C42FD7-5F09-97CF-89C3-4F5044784EAC}"/>
              </a:ext>
            </a:extLst>
          </p:cNvPr>
          <p:cNvSpPr txBox="1"/>
          <p:nvPr/>
        </p:nvSpPr>
        <p:spPr>
          <a:xfrm>
            <a:off x="3917525" y="4799009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1200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174AC0-F832-BB00-9449-3237566C368C}"/>
              </a:ext>
            </a:extLst>
          </p:cNvPr>
          <p:cNvSpPr txBox="1"/>
          <p:nvPr/>
        </p:nvSpPr>
        <p:spPr>
          <a:xfrm>
            <a:off x="9661021" y="5465227"/>
            <a:ext cx="5116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3410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59D120-EBAA-C20C-EAE9-AA322E775DF5}"/>
              </a:ext>
            </a:extLst>
          </p:cNvPr>
          <p:cNvSpPr txBox="1"/>
          <p:nvPr/>
        </p:nvSpPr>
        <p:spPr>
          <a:xfrm>
            <a:off x="10025582" y="3393859"/>
            <a:ext cx="5116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3591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34F261D-B80A-1422-A319-10BEBAE0E5E4}"/>
              </a:ext>
            </a:extLst>
          </p:cNvPr>
          <p:cNvSpPr txBox="1"/>
          <p:nvPr/>
        </p:nvSpPr>
        <p:spPr>
          <a:xfrm>
            <a:off x="7611178" y="3329713"/>
            <a:ext cx="5116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2194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5395D12-1638-5DEF-3DDA-39E708688CE5}"/>
              </a:ext>
            </a:extLst>
          </p:cNvPr>
          <p:cNvSpPr txBox="1"/>
          <p:nvPr/>
        </p:nvSpPr>
        <p:spPr>
          <a:xfrm>
            <a:off x="8366791" y="3976889"/>
            <a:ext cx="5116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3258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603D52C-0016-A523-3C69-F3273D7FA251}"/>
              </a:ext>
            </a:extLst>
          </p:cNvPr>
          <p:cNvSpPr txBox="1"/>
          <p:nvPr/>
        </p:nvSpPr>
        <p:spPr>
          <a:xfrm>
            <a:off x="4634374" y="1652789"/>
            <a:ext cx="5116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2710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1406E3C-7630-9CEB-1CD1-9F965ED49933}"/>
              </a:ext>
            </a:extLst>
          </p:cNvPr>
          <p:cNvSpPr txBox="1"/>
          <p:nvPr/>
        </p:nvSpPr>
        <p:spPr>
          <a:xfrm>
            <a:off x="2895968" y="1652789"/>
            <a:ext cx="5116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2918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35265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5BE2E9-05B0-7AA7-029C-DC3957FFF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D001A59-5491-7F78-86F3-57F25CB7ABE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90131" y="984198"/>
            <a:ext cx="8282569" cy="576466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C3247B0-9DCD-D362-2B78-E1F952E37C97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𝟓𝟗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𝑩𝒎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C3247B0-9DCD-D362-2B78-E1F952E37C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0A93319F-156A-16DD-87AA-CDA7CD98AE98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59B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67511DF-B30F-7433-3561-E47669713580}"/>
              </a:ext>
            </a:extLst>
          </p:cNvPr>
          <p:cNvSpPr/>
          <p:nvPr/>
        </p:nvSpPr>
        <p:spPr>
          <a:xfrm rot="5400000">
            <a:off x="8688276" y="5395304"/>
            <a:ext cx="1032703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4F2D73-F2FF-ED79-88F4-0C6660A1C398}"/>
              </a:ext>
            </a:extLst>
          </p:cNvPr>
          <p:cNvSpPr txBox="1"/>
          <p:nvPr/>
        </p:nvSpPr>
        <p:spPr>
          <a:xfrm>
            <a:off x="7974689" y="5608432"/>
            <a:ext cx="919760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err="1"/>
              <a:t>무선리모컨</a:t>
            </a:r>
            <a:endParaRPr lang="en-US" altLang="ko-KR" sz="1000" b="1"/>
          </a:p>
          <a:p>
            <a:pPr algn="ctr"/>
            <a:r>
              <a:rPr lang="en-US" altLang="ko-KR" sz="1000" b="1"/>
              <a:t>1</a:t>
            </a:r>
            <a:r>
              <a:rPr lang="ko-KR" altLang="en-US" sz="1000" b="1"/>
              <a:t>구</a:t>
            </a:r>
            <a:r>
              <a:rPr lang="en-US" altLang="ko-KR" sz="1000" b="1"/>
              <a:t>(3</a:t>
            </a:r>
            <a:r>
              <a:rPr lang="ko-KR" altLang="en-US" sz="1000" b="1"/>
              <a:t>채널</a:t>
            </a:r>
            <a:r>
              <a:rPr lang="en-US" altLang="ko-KR" sz="1000" b="1"/>
              <a:t>)</a:t>
            </a:r>
            <a:endParaRPr lang="ko-KR" altLang="en-US" sz="1000" b="1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4856559-19C4-D4E4-5422-2D34D7C91C01}"/>
              </a:ext>
            </a:extLst>
          </p:cNvPr>
          <p:cNvSpPr/>
          <p:nvPr/>
        </p:nvSpPr>
        <p:spPr>
          <a:xfrm>
            <a:off x="9474175" y="2707482"/>
            <a:ext cx="102820" cy="169553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F950276D-48D6-F54E-0D6D-71839EF09D7A}"/>
              </a:ext>
            </a:extLst>
          </p:cNvPr>
          <p:cNvSpPr/>
          <p:nvPr/>
        </p:nvSpPr>
        <p:spPr>
          <a:xfrm>
            <a:off x="8076223" y="2910562"/>
            <a:ext cx="1089070" cy="1099913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EE13B4CC-507E-3659-EE3F-1B4DE2C62C16}"/>
              </a:ext>
            </a:extLst>
          </p:cNvPr>
          <p:cNvSpPr/>
          <p:nvPr/>
        </p:nvSpPr>
        <p:spPr>
          <a:xfrm>
            <a:off x="8222450" y="3053574"/>
            <a:ext cx="798179" cy="83709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FF8C462-B3FA-A73C-A350-843489037D60}"/>
              </a:ext>
            </a:extLst>
          </p:cNvPr>
          <p:cNvSpPr txBox="1"/>
          <p:nvPr/>
        </p:nvSpPr>
        <p:spPr>
          <a:xfrm>
            <a:off x="6524868" y="3709244"/>
            <a:ext cx="1062579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endParaRPr lang="en-US" altLang="ko-KR" sz="1000" b="1"/>
          </a:p>
          <a:p>
            <a:pPr algn="ctr"/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9AA3503-9539-538B-560C-8CF2D9192EDB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9A243D71-A21C-43EB-AD33-C3053C4A2B2D}"/>
              </a:ext>
            </a:extLst>
          </p:cNvPr>
          <p:cNvGrpSpPr/>
          <p:nvPr/>
        </p:nvGrpSpPr>
        <p:grpSpPr>
          <a:xfrm rot="5400000">
            <a:off x="8646904" y="4410056"/>
            <a:ext cx="98825" cy="529071"/>
            <a:chOff x="4737834" y="4900127"/>
            <a:chExt cx="98825" cy="529071"/>
          </a:xfrm>
          <a:solidFill>
            <a:srgbClr val="00B0F0"/>
          </a:solidFill>
        </p:grpSpPr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202568DA-13E1-1D55-D435-F546807EB1C9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5DDFB690-F3E9-8AC7-C0CD-807ED155E25C}"/>
                </a:ext>
              </a:extLst>
            </p:cNvPr>
            <p:cNvSpPr/>
            <p:nvPr/>
          </p:nvSpPr>
          <p:spPr>
            <a:xfrm>
              <a:off x="4738274" y="5330813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B0466A6D-94F0-AA35-9031-515C92F15F5E}"/>
              </a:ext>
            </a:extLst>
          </p:cNvPr>
          <p:cNvGrpSpPr/>
          <p:nvPr/>
        </p:nvGrpSpPr>
        <p:grpSpPr>
          <a:xfrm>
            <a:off x="4570978" y="4751530"/>
            <a:ext cx="427749" cy="499703"/>
            <a:chOff x="9191246" y="3797097"/>
            <a:chExt cx="427749" cy="499703"/>
          </a:xfrm>
          <a:solidFill>
            <a:srgbClr val="CC0000"/>
          </a:solidFill>
        </p:grpSpPr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6369BEFE-AC96-043D-96A7-1F7571DDD478}"/>
                </a:ext>
              </a:extLst>
            </p:cNvPr>
            <p:cNvGrpSpPr/>
            <p:nvPr/>
          </p:nvGrpSpPr>
          <p:grpSpPr>
            <a:xfrm>
              <a:off x="9520181" y="3797097"/>
              <a:ext cx="98814" cy="499702"/>
              <a:chOff x="4634070" y="4897319"/>
              <a:chExt cx="98814" cy="499702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7" name="타원 26">
                <a:extLst>
                  <a:ext uri="{FF2B5EF4-FFF2-40B4-BE49-F238E27FC236}">
                    <a16:creationId xmlns:a16="http://schemas.microsoft.com/office/drawing/2014/main" id="{FC5C0C26-3E3E-44CF-6D22-FC38BBF7F3F1}"/>
                  </a:ext>
                </a:extLst>
              </p:cNvPr>
              <p:cNvSpPr/>
              <p:nvPr/>
            </p:nvSpPr>
            <p:spPr>
              <a:xfrm>
                <a:off x="4634070" y="4897319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8" name="타원 27">
                <a:extLst>
                  <a:ext uri="{FF2B5EF4-FFF2-40B4-BE49-F238E27FC236}">
                    <a16:creationId xmlns:a16="http://schemas.microsoft.com/office/drawing/2014/main" id="{C6B55348-D853-6EA1-40C9-E290CCABEB2E}"/>
                  </a:ext>
                </a:extLst>
              </p:cNvPr>
              <p:cNvSpPr/>
              <p:nvPr/>
            </p:nvSpPr>
            <p:spPr>
              <a:xfrm>
                <a:off x="4634499" y="529863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3" name="별: 꼭짓점 7개 22">
              <a:extLst>
                <a:ext uri="{FF2B5EF4-FFF2-40B4-BE49-F238E27FC236}">
                  <a16:creationId xmlns:a16="http://schemas.microsoft.com/office/drawing/2014/main" id="{6786A163-FE1A-D4DD-A9A4-D5D53D812C32}"/>
                </a:ext>
              </a:extLst>
            </p:cNvPr>
            <p:cNvSpPr/>
            <p:nvPr/>
          </p:nvSpPr>
          <p:spPr>
            <a:xfrm rot="5400000">
              <a:off x="9280176" y="3929118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5B7D6ABA-16BB-0417-5690-B3CAB244FA8D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499702"/>
              <a:chOff x="4737834" y="4900127"/>
              <a:chExt cx="98814" cy="499702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5" name="타원 24">
                <a:extLst>
                  <a:ext uri="{FF2B5EF4-FFF2-40B4-BE49-F238E27FC236}">
                    <a16:creationId xmlns:a16="http://schemas.microsoft.com/office/drawing/2014/main" id="{33500A4A-6910-C9CC-602E-BCF55EFE242A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타원 25">
                <a:extLst>
                  <a:ext uri="{FF2B5EF4-FFF2-40B4-BE49-F238E27FC236}">
                    <a16:creationId xmlns:a16="http://schemas.microsoft.com/office/drawing/2014/main" id="{93DEFE10-4840-2FF7-C918-A4E41FFC2568}"/>
                  </a:ext>
                </a:extLst>
              </p:cNvPr>
              <p:cNvSpPr/>
              <p:nvPr/>
            </p:nvSpPr>
            <p:spPr>
              <a:xfrm>
                <a:off x="4738263" y="5301444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C591F1C9-2C1F-EBA2-790E-AFEEABCC107C}"/>
              </a:ext>
            </a:extLst>
          </p:cNvPr>
          <p:cNvSpPr/>
          <p:nvPr/>
        </p:nvSpPr>
        <p:spPr>
          <a:xfrm rot="16200000" flipV="1">
            <a:off x="6955294" y="4299342"/>
            <a:ext cx="98384" cy="68333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E723AFC0-EF85-D208-745F-6B17DD7B8B0C}"/>
              </a:ext>
            </a:extLst>
          </p:cNvPr>
          <p:cNvGrpSpPr/>
          <p:nvPr/>
        </p:nvGrpSpPr>
        <p:grpSpPr>
          <a:xfrm rot="5400000">
            <a:off x="4661374" y="3704666"/>
            <a:ext cx="104194" cy="550256"/>
            <a:chOff x="5324822" y="4533434"/>
            <a:chExt cx="104194" cy="550256"/>
          </a:xfrm>
        </p:grpSpPr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BAE34393-1122-F41D-C077-A2622EA1615A}"/>
                </a:ext>
              </a:extLst>
            </p:cNvPr>
            <p:cNvSpPr/>
            <p:nvPr/>
          </p:nvSpPr>
          <p:spPr>
            <a:xfrm>
              <a:off x="5330631" y="4533434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89372EAF-B828-084E-175B-5B56C1CA4CB5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6C5A92D9-9164-943F-A077-1C7E2A5546CA}"/>
              </a:ext>
            </a:extLst>
          </p:cNvPr>
          <p:cNvSpPr txBox="1"/>
          <p:nvPr/>
        </p:nvSpPr>
        <p:spPr>
          <a:xfrm>
            <a:off x="9995317" y="2923262"/>
            <a:ext cx="2222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>
                <a:highlight>
                  <a:srgbClr val="FFFF00"/>
                </a:highlight>
              </a:rPr>
              <a:t>우물은 두가지 </a:t>
            </a:r>
            <a:r>
              <a:rPr lang="ko-KR" altLang="en-US" sz="900" b="1" err="1">
                <a:highlight>
                  <a:srgbClr val="FFFF00"/>
                </a:highlight>
              </a:rPr>
              <a:t>타입중</a:t>
            </a:r>
            <a:r>
              <a:rPr lang="ko-KR" altLang="en-US" sz="900" b="1">
                <a:highlight>
                  <a:srgbClr val="FFFF00"/>
                </a:highlight>
              </a:rPr>
              <a:t> 선택 가능합니다</a:t>
            </a:r>
            <a:r>
              <a:rPr lang="en-US" altLang="ko-KR" sz="900" b="1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900" b="1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900" b="1">
                <a:highlight>
                  <a:srgbClr val="FFFF00"/>
                </a:highlight>
              </a:rPr>
              <a:t>. </a:t>
            </a:r>
            <a:endParaRPr lang="ko-KR" altLang="en-US" sz="900" b="1">
              <a:highlight>
                <a:srgbClr val="FFFF00"/>
              </a:highlight>
            </a:endParaRPr>
          </a:p>
        </p:txBody>
      </p: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7EE3136A-EB31-097B-672F-9C6213842A0E}"/>
              </a:ext>
            </a:extLst>
          </p:cNvPr>
          <p:cNvCxnSpPr>
            <a:cxnSpLocks/>
          </p:cNvCxnSpPr>
          <p:nvPr/>
        </p:nvCxnSpPr>
        <p:spPr>
          <a:xfrm flipH="1">
            <a:off x="9152995" y="3051121"/>
            <a:ext cx="934512" cy="24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13">
            <a:extLst>
              <a:ext uri="{FF2B5EF4-FFF2-40B4-BE49-F238E27FC236}">
                <a16:creationId xmlns:a16="http://schemas.microsoft.com/office/drawing/2014/main" id="{45E1935C-4BC6-BE02-9D58-8B542DFCF0BE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27F6C168-47B1-2283-F800-59F7C12A2C51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274C3C90-90DF-8DC9-26C4-947689980EFE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BA5059EC-2BF6-4266-C337-077B38C10E27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8D0834A3-E104-F787-9343-8E078550ED32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2" name="TextBox 11">
              <a:extLst>
                <a:ext uri="{FF2B5EF4-FFF2-40B4-BE49-F238E27FC236}">
                  <a16:creationId xmlns:a16="http://schemas.microsoft.com/office/drawing/2014/main" id="{AD3E1483-D702-0766-6F64-BEF8DA45AB80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C7D74108-8E3C-3EA1-BDA7-B45C174DDBFF}"/>
              </a:ext>
            </a:extLst>
          </p:cNvPr>
          <p:cNvGrpSpPr/>
          <p:nvPr/>
        </p:nvGrpSpPr>
        <p:grpSpPr>
          <a:xfrm rot="16200000">
            <a:off x="8705823" y="3824960"/>
            <a:ext cx="98891" cy="1197867"/>
            <a:chOff x="4737834" y="4912843"/>
            <a:chExt cx="98891" cy="1197867"/>
          </a:xfrm>
        </p:grpSpPr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4975C392-DAAB-8B99-6A9E-1B85A9C89D12}"/>
                </a:ext>
              </a:extLst>
            </p:cNvPr>
            <p:cNvSpPr/>
            <p:nvPr/>
          </p:nvSpPr>
          <p:spPr>
            <a:xfrm>
              <a:off x="4737834" y="4912843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EA1F993A-26DA-DF12-9799-462E9C4F6E16}"/>
                </a:ext>
              </a:extLst>
            </p:cNvPr>
            <p:cNvSpPr/>
            <p:nvPr/>
          </p:nvSpPr>
          <p:spPr>
            <a:xfrm>
              <a:off x="4738263" y="54625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32DA28DC-B40B-F5EB-900A-A8C85D8F1863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3B2BF2E1-A771-62B3-9DD6-B4253847DAAF}"/>
              </a:ext>
            </a:extLst>
          </p:cNvPr>
          <p:cNvGrpSpPr/>
          <p:nvPr/>
        </p:nvGrpSpPr>
        <p:grpSpPr>
          <a:xfrm rot="16200000">
            <a:off x="8504616" y="1970088"/>
            <a:ext cx="98891" cy="1197867"/>
            <a:chOff x="4737834" y="4912843"/>
            <a:chExt cx="98891" cy="1197867"/>
          </a:xfrm>
        </p:grpSpPr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2C638F6C-441A-E6F8-6B1D-26531DDBFCB9}"/>
                </a:ext>
              </a:extLst>
            </p:cNvPr>
            <p:cNvSpPr/>
            <p:nvPr/>
          </p:nvSpPr>
          <p:spPr>
            <a:xfrm>
              <a:off x="4737834" y="4912843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0" name="타원 49">
              <a:extLst>
                <a:ext uri="{FF2B5EF4-FFF2-40B4-BE49-F238E27FC236}">
                  <a16:creationId xmlns:a16="http://schemas.microsoft.com/office/drawing/2014/main" id="{22CECF66-5611-F0D2-F4B1-B448AFB153CC}"/>
                </a:ext>
              </a:extLst>
            </p:cNvPr>
            <p:cNvSpPr/>
            <p:nvPr/>
          </p:nvSpPr>
          <p:spPr>
            <a:xfrm>
              <a:off x="4738263" y="54625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78A95C3F-00DA-2687-8ACF-22EC4B0BAF6D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EBF8E44D-23EE-7F35-0432-30E58F080C84}"/>
              </a:ext>
            </a:extLst>
          </p:cNvPr>
          <p:cNvSpPr/>
          <p:nvPr/>
        </p:nvSpPr>
        <p:spPr>
          <a:xfrm rot="16200000" flipV="1">
            <a:off x="3700125" y="5078011"/>
            <a:ext cx="98384" cy="68333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D0E4D17A-331C-9202-9756-9D4C0AC81E29}"/>
              </a:ext>
            </a:extLst>
          </p:cNvPr>
          <p:cNvSpPr/>
          <p:nvPr/>
        </p:nvSpPr>
        <p:spPr>
          <a:xfrm rot="10800000" flipV="1">
            <a:off x="4349533" y="4645820"/>
            <a:ext cx="98384" cy="81940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13E0A75-A9C8-8BE9-AA3C-A8F2F6201AEC}"/>
              </a:ext>
            </a:extLst>
          </p:cNvPr>
          <p:cNvSpPr txBox="1"/>
          <p:nvPr/>
        </p:nvSpPr>
        <p:spPr>
          <a:xfrm>
            <a:off x="3485857" y="5490700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1200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0458B15-356E-2E10-C918-37A494DD1BD2}"/>
              </a:ext>
            </a:extLst>
          </p:cNvPr>
          <p:cNvSpPr txBox="1"/>
          <p:nvPr/>
        </p:nvSpPr>
        <p:spPr>
          <a:xfrm>
            <a:off x="3917525" y="4799009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1200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F19E72A-93CE-4395-BC5F-6CFD65353E3F}"/>
              </a:ext>
            </a:extLst>
          </p:cNvPr>
          <p:cNvSpPr txBox="1"/>
          <p:nvPr/>
        </p:nvSpPr>
        <p:spPr>
          <a:xfrm>
            <a:off x="9661021" y="5465227"/>
            <a:ext cx="5116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3410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D46C9BA-EDA2-B2FB-DD11-BAB3B869DA6F}"/>
              </a:ext>
            </a:extLst>
          </p:cNvPr>
          <p:cNvSpPr txBox="1"/>
          <p:nvPr/>
        </p:nvSpPr>
        <p:spPr>
          <a:xfrm>
            <a:off x="10025582" y="3393859"/>
            <a:ext cx="5116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3591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D78EF26-EBC2-F947-E5D9-D3C3152FE355}"/>
              </a:ext>
            </a:extLst>
          </p:cNvPr>
          <p:cNvSpPr txBox="1"/>
          <p:nvPr/>
        </p:nvSpPr>
        <p:spPr>
          <a:xfrm>
            <a:off x="7611178" y="3329713"/>
            <a:ext cx="5116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2194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47CBC8C-332B-4A44-16A7-0F3151BF66B0}"/>
              </a:ext>
            </a:extLst>
          </p:cNvPr>
          <p:cNvSpPr txBox="1"/>
          <p:nvPr/>
        </p:nvSpPr>
        <p:spPr>
          <a:xfrm>
            <a:off x="8366791" y="3976889"/>
            <a:ext cx="5116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3258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674C76D-9812-8F70-71EE-F6810A0DDAA7}"/>
              </a:ext>
            </a:extLst>
          </p:cNvPr>
          <p:cNvSpPr txBox="1"/>
          <p:nvPr/>
        </p:nvSpPr>
        <p:spPr>
          <a:xfrm>
            <a:off x="4634374" y="1652789"/>
            <a:ext cx="5116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2710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4AA5373-C038-A870-2D7E-F5EE56B5B2B9}"/>
              </a:ext>
            </a:extLst>
          </p:cNvPr>
          <p:cNvSpPr txBox="1"/>
          <p:nvPr/>
        </p:nvSpPr>
        <p:spPr>
          <a:xfrm>
            <a:off x="2895968" y="1652789"/>
            <a:ext cx="5116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2918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83609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2FB891-84F2-4831-8D83-7C35C5A4E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BBC0D4E-F606-6DDE-F3BB-FB8EAB31231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90131" y="984198"/>
            <a:ext cx="8282569" cy="576466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458D770-5FD6-7857-1CEE-07986F14F4B6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𝟓𝟗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𝑩𝒎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458D770-5FD6-7857-1CEE-07986F14F4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4E1E1AE2-CA56-AD25-F63A-146309BF948D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59B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 + </a:t>
            </a:r>
            <a:r>
              <a:rPr lang="ko-KR" altLang="en-US" sz="2000" b="1" err="1"/>
              <a:t>실링팬</a:t>
            </a:r>
            <a:r>
              <a:rPr lang="ko-KR" altLang="en-US" sz="2000" b="1"/>
              <a:t> 우물두줄</a:t>
            </a:r>
            <a:endParaRPr lang="en-US" altLang="ko-KR" sz="2000" b="1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E2F7898-F4D3-DE40-9855-5640AE835C65}"/>
              </a:ext>
            </a:extLst>
          </p:cNvPr>
          <p:cNvSpPr/>
          <p:nvPr/>
        </p:nvSpPr>
        <p:spPr>
          <a:xfrm rot="5400000">
            <a:off x="8688276" y="5395304"/>
            <a:ext cx="1032703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C2E361-ED91-581B-5E01-0115E7B914A1}"/>
              </a:ext>
            </a:extLst>
          </p:cNvPr>
          <p:cNvSpPr txBox="1"/>
          <p:nvPr/>
        </p:nvSpPr>
        <p:spPr>
          <a:xfrm>
            <a:off x="7974689" y="5608432"/>
            <a:ext cx="919760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err="1"/>
              <a:t>무선리모컨</a:t>
            </a:r>
            <a:endParaRPr lang="en-US" altLang="ko-KR" sz="1000" b="1"/>
          </a:p>
          <a:p>
            <a:pPr algn="ctr"/>
            <a:r>
              <a:rPr lang="en-US" altLang="ko-KR" sz="1000" b="1"/>
              <a:t>1</a:t>
            </a:r>
            <a:r>
              <a:rPr lang="ko-KR" altLang="en-US" sz="1000" b="1"/>
              <a:t>구</a:t>
            </a:r>
            <a:r>
              <a:rPr lang="en-US" altLang="ko-KR" sz="1000" b="1"/>
              <a:t>(3</a:t>
            </a:r>
            <a:r>
              <a:rPr lang="ko-KR" altLang="en-US" sz="1000" b="1"/>
              <a:t>채널</a:t>
            </a:r>
            <a:r>
              <a:rPr lang="en-US" altLang="ko-KR" sz="1000" b="1"/>
              <a:t>)</a:t>
            </a:r>
            <a:endParaRPr lang="ko-KR" altLang="en-US" sz="1000" b="1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AEE9DA6-D7E3-C397-9A25-ABCAD9F1D926}"/>
              </a:ext>
            </a:extLst>
          </p:cNvPr>
          <p:cNvSpPr/>
          <p:nvPr/>
        </p:nvSpPr>
        <p:spPr>
          <a:xfrm>
            <a:off x="9474175" y="2707482"/>
            <a:ext cx="102820" cy="169553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58509511-33C4-C61D-E955-7F3976F95BF1}"/>
              </a:ext>
            </a:extLst>
          </p:cNvPr>
          <p:cNvSpPr/>
          <p:nvPr/>
        </p:nvSpPr>
        <p:spPr>
          <a:xfrm>
            <a:off x="8076223" y="2910562"/>
            <a:ext cx="1089070" cy="1099913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04F12E01-01A7-C5BB-2578-C20EC443F786}"/>
              </a:ext>
            </a:extLst>
          </p:cNvPr>
          <p:cNvSpPr/>
          <p:nvPr/>
        </p:nvSpPr>
        <p:spPr>
          <a:xfrm>
            <a:off x="8222450" y="3053574"/>
            <a:ext cx="798179" cy="83709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3BBFCDC-3B2B-5452-588C-A0BC9A0E7CDD}"/>
              </a:ext>
            </a:extLst>
          </p:cNvPr>
          <p:cNvSpPr txBox="1"/>
          <p:nvPr/>
        </p:nvSpPr>
        <p:spPr>
          <a:xfrm>
            <a:off x="6524868" y="3709244"/>
            <a:ext cx="1062579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endParaRPr lang="en-US" altLang="ko-KR" sz="1000" b="1"/>
          </a:p>
          <a:p>
            <a:pPr algn="ctr"/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883BDC9-5E3C-D9EF-4AAD-20794205B5F0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13" name="별: 꼭짓점 4개 12">
            <a:extLst>
              <a:ext uri="{FF2B5EF4-FFF2-40B4-BE49-F238E27FC236}">
                <a16:creationId xmlns:a16="http://schemas.microsoft.com/office/drawing/2014/main" id="{16DB52E0-1E55-56A2-E86F-175DEED7B21B}"/>
              </a:ext>
            </a:extLst>
          </p:cNvPr>
          <p:cNvSpPr/>
          <p:nvPr/>
        </p:nvSpPr>
        <p:spPr>
          <a:xfrm>
            <a:off x="8342101" y="3193821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15423EFD-AFE9-F75D-09E1-3C8979F3F904}"/>
              </a:ext>
            </a:extLst>
          </p:cNvPr>
          <p:cNvGrpSpPr/>
          <p:nvPr/>
        </p:nvGrpSpPr>
        <p:grpSpPr>
          <a:xfrm rot="5400000">
            <a:off x="8646904" y="4410056"/>
            <a:ext cx="98825" cy="529071"/>
            <a:chOff x="4737834" y="4900127"/>
            <a:chExt cx="98825" cy="529071"/>
          </a:xfrm>
          <a:solidFill>
            <a:srgbClr val="00B0F0"/>
          </a:solidFill>
        </p:grpSpPr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C29573B6-E686-6ED3-927F-EB06CAC245C6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BB89263F-AC34-B47A-80A8-BFF24099CFD4}"/>
                </a:ext>
              </a:extLst>
            </p:cNvPr>
            <p:cNvSpPr/>
            <p:nvPr/>
          </p:nvSpPr>
          <p:spPr>
            <a:xfrm>
              <a:off x="4738274" y="5330813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E36448EB-2B12-CE88-E75D-049EDABE2EE3}"/>
              </a:ext>
            </a:extLst>
          </p:cNvPr>
          <p:cNvGrpSpPr/>
          <p:nvPr/>
        </p:nvGrpSpPr>
        <p:grpSpPr>
          <a:xfrm>
            <a:off x="4570978" y="4751530"/>
            <a:ext cx="427749" cy="499703"/>
            <a:chOff x="9191246" y="3797097"/>
            <a:chExt cx="427749" cy="499703"/>
          </a:xfrm>
          <a:solidFill>
            <a:srgbClr val="CC0000"/>
          </a:solidFill>
        </p:grpSpPr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3D578A51-2141-D331-03A7-6344978FEEA9}"/>
                </a:ext>
              </a:extLst>
            </p:cNvPr>
            <p:cNvGrpSpPr/>
            <p:nvPr/>
          </p:nvGrpSpPr>
          <p:grpSpPr>
            <a:xfrm>
              <a:off x="9520181" y="3797097"/>
              <a:ext cx="98814" cy="499702"/>
              <a:chOff x="4634070" y="4897319"/>
              <a:chExt cx="98814" cy="499702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7" name="타원 26">
                <a:extLst>
                  <a:ext uri="{FF2B5EF4-FFF2-40B4-BE49-F238E27FC236}">
                    <a16:creationId xmlns:a16="http://schemas.microsoft.com/office/drawing/2014/main" id="{8A7AD855-D088-67F4-B4B1-0BD5ED76898D}"/>
                  </a:ext>
                </a:extLst>
              </p:cNvPr>
              <p:cNvSpPr/>
              <p:nvPr/>
            </p:nvSpPr>
            <p:spPr>
              <a:xfrm>
                <a:off x="4634070" y="4897319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8" name="타원 27">
                <a:extLst>
                  <a:ext uri="{FF2B5EF4-FFF2-40B4-BE49-F238E27FC236}">
                    <a16:creationId xmlns:a16="http://schemas.microsoft.com/office/drawing/2014/main" id="{C072B54F-84AB-07DA-D4F7-98A828E3A3BD}"/>
                  </a:ext>
                </a:extLst>
              </p:cNvPr>
              <p:cNvSpPr/>
              <p:nvPr/>
            </p:nvSpPr>
            <p:spPr>
              <a:xfrm>
                <a:off x="4634499" y="529863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3" name="별: 꼭짓점 7개 22">
              <a:extLst>
                <a:ext uri="{FF2B5EF4-FFF2-40B4-BE49-F238E27FC236}">
                  <a16:creationId xmlns:a16="http://schemas.microsoft.com/office/drawing/2014/main" id="{068E6FAF-A9E3-E970-2D69-99D5E25B6931}"/>
                </a:ext>
              </a:extLst>
            </p:cNvPr>
            <p:cNvSpPr/>
            <p:nvPr/>
          </p:nvSpPr>
          <p:spPr>
            <a:xfrm rot="5400000">
              <a:off x="9280176" y="3929118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49FB3F9E-5356-78DD-84AB-19868A3F1962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499702"/>
              <a:chOff x="4737834" y="4900127"/>
              <a:chExt cx="98814" cy="499702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5" name="타원 24">
                <a:extLst>
                  <a:ext uri="{FF2B5EF4-FFF2-40B4-BE49-F238E27FC236}">
                    <a16:creationId xmlns:a16="http://schemas.microsoft.com/office/drawing/2014/main" id="{BDEB671E-6269-1B0F-F2FA-563458072A15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타원 25">
                <a:extLst>
                  <a:ext uri="{FF2B5EF4-FFF2-40B4-BE49-F238E27FC236}">
                    <a16:creationId xmlns:a16="http://schemas.microsoft.com/office/drawing/2014/main" id="{89294A1C-0F1D-49E7-5731-6F088A72D594}"/>
                  </a:ext>
                </a:extLst>
              </p:cNvPr>
              <p:cNvSpPr/>
              <p:nvPr/>
            </p:nvSpPr>
            <p:spPr>
              <a:xfrm>
                <a:off x="4738263" y="5301444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09C8A7B0-A4B3-BE82-0BE7-256A2F4C7F74}"/>
              </a:ext>
            </a:extLst>
          </p:cNvPr>
          <p:cNvSpPr/>
          <p:nvPr/>
        </p:nvSpPr>
        <p:spPr>
          <a:xfrm rot="16200000" flipV="1">
            <a:off x="6955294" y="4299342"/>
            <a:ext cx="98384" cy="68333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D186462B-DEED-44ED-1B3F-EF12FA8D3325}"/>
              </a:ext>
            </a:extLst>
          </p:cNvPr>
          <p:cNvGrpSpPr/>
          <p:nvPr/>
        </p:nvGrpSpPr>
        <p:grpSpPr>
          <a:xfrm rot="5400000">
            <a:off x="4661374" y="3704666"/>
            <a:ext cx="104194" cy="550256"/>
            <a:chOff x="5324822" y="4533434"/>
            <a:chExt cx="104194" cy="550256"/>
          </a:xfrm>
        </p:grpSpPr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43859A00-D7E1-FAC3-FE6F-785B0D0A18B2}"/>
                </a:ext>
              </a:extLst>
            </p:cNvPr>
            <p:cNvSpPr/>
            <p:nvPr/>
          </p:nvSpPr>
          <p:spPr>
            <a:xfrm>
              <a:off x="5330631" y="4533434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523E3F46-76AF-E0F5-41F7-70591114D3F8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89178518-2DE1-33EB-4A58-83F100BB8D1D}"/>
              </a:ext>
            </a:extLst>
          </p:cNvPr>
          <p:cNvSpPr txBox="1"/>
          <p:nvPr/>
        </p:nvSpPr>
        <p:spPr>
          <a:xfrm>
            <a:off x="9995317" y="2923262"/>
            <a:ext cx="2222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>
                <a:highlight>
                  <a:srgbClr val="FFFF00"/>
                </a:highlight>
              </a:rPr>
              <a:t>우물은 두가지 </a:t>
            </a:r>
            <a:r>
              <a:rPr lang="ko-KR" altLang="en-US" sz="900" b="1" err="1">
                <a:highlight>
                  <a:srgbClr val="FFFF00"/>
                </a:highlight>
              </a:rPr>
              <a:t>타입중</a:t>
            </a:r>
            <a:r>
              <a:rPr lang="ko-KR" altLang="en-US" sz="900" b="1">
                <a:highlight>
                  <a:srgbClr val="FFFF00"/>
                </a:highlight>
              </a:rPr>
              <a:t> 선택 가능합니다</a:t>
            </a:r>
            <a:r>
              <a:rPr lang="en-US" altLang="ko-KR" sz="900" b="1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900" b="1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900" b="1">
                <a:highlight>
                  <a:srgbClr val="FFFF00"/>
                </a:highlight>
              </a:rPr>
              <a:t>. </a:t>
            </a:r>
            <a:endParaRPr lang="ko-KR" altLang="en-US" sz="900" b="1">
              <a:highlight>
                <a:srgbClr val="FFFF00"/>
              </a:highlight>
            </a:endParaRPr>
          </a:p>
        </p:txBody>
      </p: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D79C0A7C-307D-3418-43D3-4F9B7B83B99B}"/>
              </a:ext>
            </a:extLst>
          </p:cNvPr>
          <p:cNvCxnSpPr>
            <a:cxnSpLocks/>
          </p:cNvCxnSpPr>
          <p:nvPr/>
        </p:nvCxnSpPr>
        <p:spPr>
          <a:xfrm flipH="1">
            <a:off x="9152995" y="3051121"/>
            <a:ext cx="934512" cy="24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7D625513-D184-B410-ACE5-6D766E0621FA}"/>
              </a:ext>
            </a:extLst>
          </p:cNvPr>
          <p:cNvSpPr txBox="1"/>
          <p:nvPr/>
        </p:nvSpPr>
        <p:spPr>
          <a:xfrm>
            <a:off x="9992812" y="3650698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err="1">
                <a:highlight>
                  <a:srgbClr val="FFFF00"/>
                </a:highlight>
              </a:rPr>
              <a:t>실링팬</a:t>
            </a:r>
            <a:r>
              <a:rPr lang="ko-KR" altLang="en-US" sz="1000" b="1">
                <a:highlight>
                  <a:srgbClr val="FFFF00"/>
                </a:highlight>
              </a:rPr>
              <a:t> </a:t>
            </a:r>
            <a:r>
              <a:rPr lang="ko-KR" altLang="en-US" sz="1000" b="1" err="1">
                <a:highlight>
                  <a:srgbClr val="FFFF00"/>
                </a:highlight>
              </a:rPr>
              <a:t>루씨에어</a:t>
            </a:r>
            <a:endParaRPr lang="en-US" altLang="ko-KR" sz="1000" b="1">
              <a:highlight>
                <a:srgbClr val="FFFF00"/>
              </a:highlight>
            </a:endParaRPr>
          </a:p>
          <a:p>
            <a:r>
              <a:rPr lang="ko-KR" altLang="en-US" sz="1000" b="1">
                <a:highlight>
                  <a:srgbClr val="FFFF00"/>
                </a:highlight>
              </a:rPr>
              <a:t>설치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보강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우물 천장 안 실크 도배</a:t>
            </a:r>
            <a:br>
              <a:rPr lang="en-US" altLang="ko-KR" sz="1000" b="1">
                <a:highlight>
                  <a:srgbClr val="FFFF00"/>
                </a:highlight>
              </a:rPr>
            </a:br>
            <a:r>
              <a:rPr lang="ko-KR" altLang="en-US" sz="1000" b="1">
                <a:highlight>
                  <a:srgbClr val="FFFF00"/>
                </a:highlight>
              </a:rPr>
              <a:t>우물조명 </a:t>
            </a:r>
            <a:r>
              <a:rPr lang="en-US" altLang="ko-KR" sz="1000" b="1">
                <a:highlight>
                  <a:srgbClr val="FFFF00"/>
                </a:highlight>
              </a:rPr>
              <a:t>2</a:t>
            </a:r>
            <a:r>
              <a:rPr lang="ko-KR" altLang="en-US" sz="1000" b="1">
                <a:highlight>
                  <a:srgbClr val="FFFF00"/>
                </a:highlight>
              </a:rPr>
              <a:t>줄 </a:t>
            </a:r>
            <a:r>
              <a:rPr lang="ko-KR" altLang="en-US" sz="1000" b="1" err="1">
                <a:highlight>
                  <a:srgbClr val="FFFF00"/>
                </a:highlight>
              </a:rPr>
              <a:t>전구색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 err="1">
                <a:highlight>
                  <a:srgbClr val="FFFF00"/>
                </a:highlight>
              </a:rPr>
              <a:t>주백색</a:t>
            </a:r>
            <a:endParaRPr lang="en-US" altLang="ko-KR" sz="1000" b="1">
              <a:highlight>
                <a:srgbClr val="FFFF00"/>
              </a:highlight>
            </a:endParaRPr>
          </a:p>
        </p:txBody>
      </p:sp>
      <p:sp>
        <p:nvSpPr>
          <p:cNvPr id="37" name="TextBox 13">
            <a:extLst>
              <a:ext uri="{FF2B5EF4-FFF2-40B4-BE49-F238E27FC236}">
                <a16:creationId xmlns:a16="http://schemas.microsoft.com/office/drawing/2014/main" id="{DB3EDB78-57C8-B057-35F3-97FF92167835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F03594D3-A3FD-5D47-33F1-711969A76762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6468F9C5-EFB6-FEEC-40AC-2869B3971CAA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5F9707E1-D420-53AB-045E-7892F3AB628E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38D75AFA-091D-3B7C-E5D8-7BD8EA8E5EEA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2" name="TextBox 11">
              <a:extLst>
                <a:ext uri="{FF2B5EF4-FFF2-40B4-BE49-F238E27FC236}">
                  <a16:creationId xmlns:a16="http://schemas.microsoft.com/office/drawing/2014/main" id="{6D37874C-14E7-602D-5B33-D796AFE1D8C6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CB8F9DC2-BF08-7C3F-E825-FBBF646CB60C}"/>
              </a:ext>
            </a:extLst>
          </p:cNvPr>
          <p:cNvGrpSpPr/>
          <p:nvPr/>
        </p:nvGrpSpPr>
        <p:grpSpPr>
          <a:xfrm rot="16200000">
            <a:off x="8705823" y="3824960"/>
            <a:ext cx="98891" cy="1197867"/>
            <a:chOff x="4737834" y="4912843"/>
            <a:chExt cx="98891" cy="1197867"/>
          </a:xfrm>
        </p:grpSpPr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060DE934-8EBC-7275-8C84-633DFD8FAD75}"/>
                </a:ext>
              </a:extLst>
            </p:cNvPr>
            <p:cNvSpPr/>
            <p:nvPr/>
          </p:nvSpPr>
          <p:spPr>
            <a:xfrm>
              <a:off x="4737834" y="4912843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EF08BA7C-57AE-655D-3268-31460EA344D7}"/>
                </a:ext>
              </a:extLst>
            </p:cNvPr>
            <p:cNvSpPr/>
            <p:nvPr/>
          </p:nvSpPr>
          <p:spPr>
            <a:xfrm>
              <a:off x="4738263" y="54625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4A19CD59-8953-A492-8C4D-37A7619C1225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CA1AD6F7-A608-AC12-6941-6FB5789BC2A2}"/>
              </a:ext>
            </a:extLst>
          </p:cNvPr>
          <p:cNvGrpSpPr/>
          <p:nvPr/>
        </p:nvGrpSpPr>
        <p:grpSpPr>
          <a:xfrm rot="16200000">
            <a:off x="8504616" y="1970088"/>
            <a:ext cx="98891" cy="1197867"/>
            <a:chOff x="4737834" y="4912843"/>
            <a:chExt cx="98891" cy="1197867"/>
          </a:xfrm>
        </p:grpSpPr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318D969D-8A4A-C963-201B-4F9783E41F99}"/>
                </a:ext>
              </a:extLst>
            </p:cNvPr>
            <p:cNvSpPr/>
            <p:nvPr/>
          </p:nvSpPr>
          <p:spPr>
            <a:xfrm>
              <a:off x="4737834" y="4912843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0" name="타원 49">
              <a:extLst>
                <a:ext uri="{FF2B5EF4-FFF2-40B4-BE49-F238E27FC236}">
                  <a16:creationId xmlns:a16="http://schemas.microsoft.com/office/drawing/2014/main" id="{07440800-4E05-C461-D4A2-7D9ACBFEFEF6}"/>
                </a:ext>
              </a:extLst>
            </p:cNvPr>
            <p:cNvSpPr/>
            <p:nvPr/>
          </p:nvSpPr>
          <p:spPr>
            <a:xfrm>
              <a:off x="4738263" y="54625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B913114E-53A9-A96F-8D32-6BF578C654EC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6A04FCA3-E6F2-1471-1DAE-8F8EDA038AEE}"/>
              </a:ext>
            </a:extLst>
          </p:cNvPr>
          <p:cNvSpPr/>
          <p:nvPr/>
        </p:nvSpPr>
        <p:spPr>
          <a:xfrm rot="16200000" flipV="1">
            <a:off x="3700125" y="5078011"/>
            <a:ext cx="98384" cy="68333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B1F222B3-8559-D1A3-5275-AB8E5A04FDD8}"/>
              </a:ext>
            </a:extLst>
          </p:cNvPr>
          <p:cNvSpPr/>
          <p:nvPr/>
        </p:nvSpPr>
        <p:spPr>
          <a:xfrm rot="10800000" flipV="1">
            <a:off x="4349533" y="4645820"/>
            <a:ext cx="98384" cy="81940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F8C3539-5561-3622-1B25-E7DCB8861FD2}"/>
              </a:ext>
            </a:extLst>
          </p:cNvPr>
          <p:cNvSpPr txBox="1"/>
          <p:nvPr/>
        </p:nvSpPr>
        <p:spPr>
          <a:xfrm>
            <a:off x="3485857" y="5490700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1200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DF71338-5AB1-15DF-DB49-79DC0C9A96D0}"/>
              </a:ext>
            </a:extLst>
          </p:cNvPr>
          <p:cNvSpPr txBox="1"/>
          <p:nvPr/>
        </p:nvSpPr>
        <p:spPr>
          <a:xfrm>
            <a:off x="3917525" y="4799009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1200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9F7FEBA-73B3-84A8-213B-6D87F2897AB0}"/>
              </a:ext>
            </a:extLst>
          </p:cNvPr>
          <p:cNvSpPr txBox="1"/>
          <p:nvPr/>
        </p:nvSpPr>
        <p:spPr>
          <a:xfrm>
            <a:off x="9661021" y="5465227"/>
            <a:ext cx="5116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3410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4453F9B-8C6D-2DB7-22B8-56056E7978FA}"/>
              </a:ext>
            </a:extLst>
          </p:cNvPr>
          <p:cNvSpPr txBox="1"/>
          <p:nvPr/>
        </p:nvSpPr>
        <p:spPr>
          <a:xfrm>
            <a:off x="10025582" y="3393859"/>
            <a:ext cx="5116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3591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A0980AA-8AD2-F1D2-4F2F-725E5009A89A}"/>
              </a:ext>
            </a:extLst>
          </p:cNvPr>
          <p:cNvSpPr txBox="1"/>
          <p:nvPr/>
        </p:nvSpPr>
        <p:spPr>
          <a:xfrm>
            <a:off x="7611178" y="3329713"/>
            <a:ext cx="5116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2194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A45C7D1-0F82-1843-E819-205E4DF3445E}"/>
              </a:ext>
            </a:extLst>
          </p:cNvPr>
          <p:cNvSpPr txBox="1"/>
          <p:nvPr/>
        </p:nvSpPr>
        <p:spPr>
          <a:xfrm>
            <a:off x="8366791" y="3976889"/>
            <a:ext cx="5116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3258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D0409FE-EFF2-110D-D027-49B3BD5D0F86}"/>
              </a:ext>
            </a:extLst>
          </p:cNvPr>
          <p:cNvSpPr txBox="1"/>
          <p:nvPr/>
        </p:nvSpPr>
        <p:spPr>
          <a:xfrm>
            <a:off x="4634374" y="1652789"/>
            <a:ext cx="5116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2710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B7DBE5A-0EB9-1551-A471-4BE8DC59C711}"/>
              </a:ext>
            </a:extLst>
          </p:cNvPr>
          <p:cNvSpPr txBox="1"/>
          <p:nvPr/>
        </p:nvSpPr>
        <p:spPr>
          <a:xfrm>
            <a:off x="2895968" y="1652789"/>
            <a:ext cx="5116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2918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999226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2711AC-4E97-3908-3E7A-7BF2385EF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84FB74-FB37-172A-AA22-E9D33480E06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90131" y="984198"/>
            <a:ext cx="8282569" cy="576466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31B54B4-A42F-2290-5259-ECF12DC89454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𝟓𝟗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𝑩𝒎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31B54B4-A42F-2290-5259-ECF12DC894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직사각형 7">
            <a:extLst>
              <a:ext uri="{FF2B5EF4-FFF2-40B4-BE49-F238E27FC236}">
                <a16:creationId xmlns:a16="http://schemas.microsoft.com/office/drawing/2014/main" id="{2AFA70F8-2B61-A220-847B-057171972AD0}"/>
              </a:ext>
            </a:extLst>
          </p:cNvPr>
          <p:cNvSpPr/>
          <p:nvPr/>
        </p:nvSpPr>
        <p:spPr>
          <a:xfrm>
            <a:off x="9474175" y="2707482"/>
            <a:ext cx="102820" cy="169553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CC93C9A-2BF7-5C7C-BA31-659276E587DF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37" name="TextBox 13">
            <a:extLst>
              <a:ext uri="{FF2B5EF4-FFF2-40B4-BE49-F238E27FC236}">
                <a16:creationId xmlns:a16="http://schemas.microsoft.com/office/drawing/2014/main" id="{197FB4DB-4B97-40D5-9A32-7E86C1068A4F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33CCCA5F-B33C-FAC8-C773-7515892D4B55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D91D1DE6-799C-84ED-CBA2-B4DCC07AEF12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6BAD36F8-5EBE-114A-2BA2-1C4A3946B754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4B25190C-0A15-B279-FD4B-577BF175A042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2" name="TextBox 11">
              <a:extLst>
                <a:ext uri="{FF2B5EF4-FFF2-40B4-BE49-F238E27FC236}">
                  <a16:creationId xmlns:a16="http://schemas.microsoft.com/office/drawing/2014/main" id="{E1061494-E9EE-53C8-66B0-2C8321CB4231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BFB4B8BD-F2F2-9103-DA21-03CB9FD39B41}"/>
              </a:ext>
            </a:extLst>
          </p:cNvPr>
          <p:cNvGrpSpPr/>
          <p:nvPr/>
        </p:nvGrpSpPr>
        <p:grpSpPr>
          <a:xfrm rot="16200000">
            <a:off x="8705823" y="3824960"/>
            <a:ext cx="98891" cy="1197867"/>
            <a:chOff x="4737834" y="4912843"/>
            <a:chExt cx="98891" cy="1197867"/>
          </a:xfrm>
        </p:grpSpPr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A2A46EFB-A03C-0691-B3F0-DE16278A49E1}"/>
                </a:ext>
              </a:extLst>
            </p:cNvPr>
            <p:cNvSpPr/>
            <p:nvPr/>
          </p:nvSpPr>
          <p:spPr>
            <a:xfrm>
              <a:off x="4737834" y="4912843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599FF67D-0096-0400-5786-C47429AE190C}"/>
                </a:ext>
              </a:extLst>
            </p:cNvPr>
            <p:cNvSpPr/>
            <p:nvPr/>
          </p:nvSpPr>
          <p:spPr>
            <a:xfrm>
              <a:off x="4738263" y="54625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1C614D0D-8E09-77CA-ABB8-9E0284D774DC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0B159DBD-F889-DCFC-EFA1-46F3324EB00A}"/>
              </a:ext>
            </a:extLst>
          </p:cNvPr>
          <p:cNvGrpSpPr/>
          <p:nvPr/>
        </p:nvGrpSpPr>
        <p:grpSpPr>
          <a:xfrm rot="16200000">
            <a:off x="8504616" y="1970088"/>
            <a:ext cx="98891" cy="1197867"/>
            <a:chOff x="4737834" y="4912843"/>
            <a:chExt cx="98891" cy="1197867"/>
          </a:xfrm>
        </p:grpSpPr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624B5EA2-B4F7-E245-B221-E061B97DC978}"/>
                </a:ext>
              </a:extLst>
            </p:cNvPr>
            <p:cNvSpPr/>
            <p:nvPr/>
          </p:nvSpPr>
          <p:spPr>
            <a:xfrm>
              <a:off x="4737834" y="4912843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0" name="타원 49">
              <a:extLst>
                <a:ext uri="{FF2B5EF4-FFF2-40B4-BE49-F238E27FC236}">
                  <a16:creationId xmlns:a16="http://schemas.microsoft.com/office/drawing/2014/main" id="{694935A8-07F3-40CB-FC7C-A105452D518D}"/>
                </a:ext>
              </a:extLst>
            </p:cNvPr>
            <p:cNvSpPr/>
            <p:nvPr/>
          </p:nvSpPr>
          <p:spPr>
            <a:xfrm>
              <a:off x="4738263" y="54625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A6781EC5-B017-EE46-BB16-36B851EAB62C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C3DC363B-624C-54D9-58C4-82A03285969C}"/>
              </a:ext>
            </a:extLst>
          </p:cNvPr>
          <p:cNvSpPr txBox="1"/>
          <p:nvPr/>
        </p:nvSpPr>
        <p:spPr>
          <a:xfrm>
            <a:off x="2546341" y="343644"/>
            <a:ext cx="71077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59B</a:t>
            </a:r>
            <a:r>
              <a:rPr lang="ko-KR" altLang="en-US" sz="2000" b="1"/>
              <a:t>타입 간접</a:t>
            </a:r>
            <a:r>
              <a:rPr lang="en-US" altLang="ko-KR" sz="2000" b="1"/>
              <a:t>A /</a:t>
            </a:r>
            <a:r>
              <a:rPr lang="ko-KR" altLang="en-US" sz="2000" b="1"/>
              <a:t>간접</a:t>
            </a:r>
            <a:r>
              <a:rPr lang="en-US" altLang="ko-KR" sz="2000" b="1"/>
              <a:t> </a:t>
            </a:r>
            <a:r>
              <a:rPr lang="ko-KR" altLang="en-US" sz="2000" b="1"/>
              <a:t>센서 </a:t>
            </a:r>
            <a:r>
              <a:rPr lang="en-US" altLang="ko-KR" sz="2000" b="1"/>
              <a:t>SET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F53733A-17DD-76C1-1465-B12ECBF9EBAB}"/>
              </a:ext>
            </a:extLst>
          </p:cNvPr>
          <p:cNvSpPr txBox="1"/>
          <p:nvPr/>
        </p:nvSpPr>
        <p:spPr>
          <a:xfrm>
            <a:off x="3485857" y="5490700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1200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C42FD7-5F09-97CF-89C3-4F5044784EAC}"/>
              </a:ext>
            </a:extLst>
          </p:cNvPr>
          <p:cNvSpPr txBox="1"/>
          <p:nvPr/>
        </p:nvSpPr>
        <p:spPr>
          <a:xfrm>
            <a:off x="3917525" y="4799009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1200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174AC0-F832-BB00-9449-3237566C368C}"/>
              </a:ext>
            </a:extLst>
          </p:cNvPr>
          <p:cNvSpPr txBox="1"/>
          <p:nvPr/>
        </p:nvSpPr>
        <p:spPr>
          <a:xfrm>
            <a:off x="9661021" y="5465227"/>
            <a:ext cx="5116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3410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59D120-EBAA-C20C-EAE9-AA322E775DF5}"/>
              </a:ext>
            </a:extLst>
          </p:cNvPr>
          <p:cNvSpPr txBox="1"/>
          <p:nvPr/>
        </p:nvSpPr>
        <p:spPr>
          <a:xfrm>
            <a:off x="10025582" y="3393859"/>
            <a:ext cx="5116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3591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34F261D-B80A-1422-A319-10BEBAE0E5E4}"/>
              </a:ext>
            </a:extLst>
          </p:cNvPr>
          <p:cNvSpPr txBox="1"/>
          <p:nvPr/>
        </p:nvSpPr>
        <p:spPr>
          <a:xfrm>
            <a:off x="7611178" y="3329713"/>
            <a:ext cx="5116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2194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5395D12-1638-5DEF-3DDA-39E708688CE5}"/>
              </a:ext>
            </a:extLst>
          </p:cNvPr>
          <p:cNvSpPr txBox="1"/>
          <p:nvPr/>
        </p:nvSpPr>
        <p:spPr>
          <a:xfrm>
            <a:off x="8366791" y="3976889"/>
            <a:ext cx="5116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3258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603D52C-0016-A523-3C69-F3273D7FA251}"/>
              </a:ext>
            </a:extLst>
          </p:cNvPr>
          <p:cNvSpPr txBox="1"/>
          <p:nvPr/>
        </p:nvSpPr>
        <p:spPr>
          <a:xfrm>
            <a:off x="4634374" y="1652789"/>
            <a:ext cx="5116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2710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1406E3C-7630-9CEB-1CD1-9F965ED49933}"/>
              </a:ext>
            </a:extLst>
          </p:cNvPr>
          <p:cNvSpPr txBox="1"/>
          <p:nvPr/>
        </p:nvSpPr>
        <p:spPr>
          <a:xfrm>
            <a:off x="2895968" y="1652789"/>
            <a:ext cx="5116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2918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pic>
        <p:nvPicPr>
          <p:cNvPr id="17" name="그림 16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1A82ECE0-6218-9ED3-0D8E-5E1884D5B2B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443" y="2281213"/>
            <a:ext cx="1646484" cy="1646484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B089316F-2CE2-93AA-0843-8CAC9264A7DE}"/>
              </a:ext>
            </a:extLst>
          </p:cNvPr>
          <p:cNvSpPr txBox="1"/>
          <p:nvPr/>
        </p:nvSpPr>
        <p:spPr>
          <a:xfrm>
            <a:off x="6285521" y="3841324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텀블러스위치 </a:t>
            </a:r>
            <a:r>
              <a:rPr lang="en-US" altLang="ko-KR" sz="1000" b="1"/>
              <a:t>6</a:t>
            </a:r>
            <a:r>
              <a:rPr lang="ko-KR" altLang="en-US" sz="1000" b="1"/>
              <a:t>구</a:t>
            </a:r>
            <a:endParaRPr lang="en-US" altLang="ko-KR" sz="1000" b="1"/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1B6416AF-3DFE-8230-D004-A61AF5C3818D}"/>
              </a:ext>
            </a:extLst>
          </p:cNvPr>
          <p:cNvGrpSpPr/>
          <p:nvPr/>
        </p:nvGrpSpPr>
        <p:grpSpPr>
          <a:xfrm>
            <a:off x="4309819" y="3964434"/>
            <a:ext cx="764953" cy="256157"/>
            <a:chOff x="1981437" y="808980"/>
            <a:chExt cx="764953" cy="256157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B13CB26-335F-9E59-FA17-760E5776890F}"/>
                </a:ext>
              </a:extLst>
            </p:cNvPr>
            <p:cNvSpPr txBox="1"/>
            <p:nvPr/>
          </p:nvSpPr>
          <p:spPr>
            <a:xfrm>
              <a:off x="1981437" y="880471"/>
              <a:ext cx="764953" cy="18466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600" b="1"/>
                <a:t>서비스 조명 </a:t>
              </a:r>
              <a:r>
                <a:rPr lang="en-US" altLang="ko-KR" sz="600" b="1"/>
                <a:t>2EA</a:t>
              </a:r>
              <a:endParaRPr lang="ko-KR" altLang="en-US" sz="600" b="1"/>
            </a:p>
          </p:txBody>
        </p:sp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D71C202B-0C0A-415A-7AC1-E38916926E9F}"/>
                </a:ext>
              </a:extLst>
            </p:cNvPr>
            <p:cNvGrpSpPr/>
            <p:nvPr/>
          </p:nvGrpSpPr>
          <p:grpSpPr>
            <a:xfrm rot="5400000">
              <a:off x="2314488" y="559720"/>
              <a:ext cx="98814" cy="597334"/>
              <a:chOff x="4737834" y="5014427"/>
              <a:chExt cx="98814" cy="597334"/>
            </a:xfrm>
            <a:solidFill>
              <a:srgbClr val="FF00FF"/>
            </a:solidFill>
          </p:grpSpPr>
          <p:sp>
            <p:nvSpPr>
              <p:cNvPr id="22" name="타원 21">
                <a:extLst>
                  <a:ext uri="{FF2B5EF4-FFF2-40B4-BE49-F238E27FC236}">
                    <a16:creationId xmlns:a16="http://schemas.microsoft.com/office/drawing/2014/main" id="{C3EDD8FB-7FA6-FD58-3788-C10068160F5C}"/>
                  </a:ext>
                </a:extLst>
              </p:cNvPr>
              <p:cNvSpPr/>
              <p:nvPr/>
            </p:nvSpPr>
            <p:spPr>
              <a:xfrm>
                <a:off x="4737834" y="5014427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타원 22">
                <a:extLst>
                  <a:ext uri="{FF2B5EF4-FFF2-40B4-BE49-F238E27FC236}">
                    <a16:creationId xmlns:a16="http://schemas.microsoft.com/office/drawing/2014/main" id="{3259223E-9469-CF40-F4B6-9E7D481DC152}"/>
                  </a:ext>
                </a:extLst>
              </p:cNvPr>
              <p:cNvSpPr/>
              <p:nvPr/>
            </p:nvSpPr>
            <p:spPr>
              <a:xfrm>
                <a:off x="4738263" y="5513376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6120568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2711AC-4E97-3908-3E7A-7BF2385EF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84FB74-FB37-172A-AA22-E9D33480E06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90131" y="984198"/>
            <a:ext cx="8282569" cy="576466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31B54B4-A42F-2290-5259-ECF12DC89454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𝟓𝟗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𝑩𝒎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31B54B4-A42F-2290-5259-ECF12DC894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직사각형 7">
            <a:extLst>
              <a:ext uri="{FF2B5EF4-FFF2-40B4-BE49-F238E27FC236}">
                <a16:creationId xmlns:a16="http://schemas.microsoft.com/office/drawing/2014/main" id="{2AFA70F8-2B61-A220-847B-057171972AD0}"/>
              </a:ext>
            </a:extLst>
          </p:cNvPr>
          <p:cNvSpPr/>
          <p:nvPr/>
        </p:nvSpPr>
        <p:spPr>
          <a:xfrm>
            <a:off x="9474175" y="2707482"/>
            <a:ext cx="102820" cy="169553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63596B-BC9B-A2A0-0168-23140D816B86}"/>
              </a:ext>
            </a:extLst>
          </p:cNvPr>
          <p:cNvSpPr txBox="1"/>
          <p:nvPr/>
        </p:nvSpPr>
        <p:spPr>
          <a:xfrm>
            <a:off x="6524868" y="3709244"/>
            <a:ext cx="1062579" cy="2462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endParaRPr lang="en-US" altLang="ko-KR" sz="1000" b="1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CC93C9A-2BF7-5C7C-BA31-659276E587DF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995377A8-379D-49C4-638D-64E40285DAFF}"/>
              </a:ext>
            </a:extLst>
          </p:cNvPr>
          <p:cNvSpPr/>
          <p:nvPr/>
        </p:nvSpPr>
        <p:spPr>
          <a:xfrm rot="16200000" flipV="1">
            <a:off x="6955294" y="4299342"/>
            <a:ext cx="98384" cy="68333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292C8013-0258-927F-58F1-BCE37D0E9CC1}"/>
              </a:ext>
            </a:extLst>
          </p:cNvPr>
          <p:cNvGrpSpPr/>
          <p:nvPr/>
        </p:nvGrpSpPr>
        <p:grpSpPr>
          <a:xfrm rot="5400000">
            <a:off x="4661374" y="3704666"/>
            <a:ext cx="104194" cy="550256"/>
            <a:chOff x="5324822" y="4533434"/>
            <a:chExt cx="104194" cy="550256"/>
          </a:xfrm>
        </p:grpSpPr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AD3F4672-4557-BA52-C55A-CE9B9E495DFF}"/>
                </a:ext>
              </a:extLst>
            </p:cNvPr>
            <p:cNvSpPr/>
            <p:nvPr/>
          </p:nvSpPr>
          <p:spPr>
            <a:xfrm>
              <a:off x="5330631" y="4533434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453AD015-ECD1-583B-5473-2AAB295D7F08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7" name="TextBox 13">
            <a:extLst>
              <a:ext uri="{FF2B5EF4-FFF2-40B4-BE49-F238E27FC236}">
                <a16:creationId xmlns:a16="http://schemas.microsoft.com/office/drawing/2014/main" id="{197FB4DB-4B97-40D5-9A32-7E86C1068A4F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33CCCA5F-B33C-FAC8-C773-7515892D4B55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D91D1DE6-799C-84ED-CBA2-B4DCC07AEF12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6BAD36F8-5EBE-114A-2BA2-1C4A3946B754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4B25190C-0A15-B279-FD4B-577BF175A042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2" name="TextBox 11">
              <a:extLst>
                <a:ext uri="{FF2B5EF4-FFF2-40B4-BE49-F238E27FC236}">
                  <a16:creationId xmlns:a16="http://schemas.microsoft.com/office/drawing/2014/main" id="{E1061494-E9EE-53C8-66B0-2C8321CB4231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BFB4B8BD-F2F2-9103-DA21-03CB9FD39B41}"/>
              </a:ext>
            </a:extLst>
          </p:cNvPr>
          <p:cNvGrpSpPr/>
          <p:nvPr/>
        </p:nvGrpSpPr>
        <p:grpSpPr>
          <a:xfrm rot="16200000">
            <a:off x="8705823" y="3824960"/>
            <a:ext cx="98891" cy="1197867"/>
            <a:chOff x="4737834" y="4912843"/>
            <a:chExt cx="98891" cy="1197867"/>
          </a:xfrm>
        </p:grpSpPr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A2A46EFB-A03C-0691-B3F0-DE16278A49E1}"/>
                </a:ext>
              </a:extLst>
            </p:cNvPr>
            <p:cNvSpPr/>
            <p:nvPr/>
          </p:nvSpPr>
          <p:spPr>
            <a:xfrm>
              <a:off x="4737834" y="4912843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599FF67D-0096-0400-5786-C47429AE190C}"/>
                </a:ext>
              </a:extLst>
            </p:cNvPr>
            <p:cNvSpPr/>
            <p:nvPr/>
          </p:nvSpPr>
          <p:spPr>
            <a:xfrm>
              <a:off x="4738263" y="54625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1C614D0D-8E09-77CA-ABB8-9E0284D774DC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0B159DBD-F889-DCFC-EFA1-46F3324EB00A}"/>
              </a:ext>
            </a:extLst>
          </p:cNvPr>
          <p:cNvGrpSpPr/>
          <p:nvPr/>
        </p:nvGrpSpPr>
        <p:grpSpPr>
          <a:xfrm rot="16200000">
            <a:off x="8504616" y="1970088"/>
            <a:ext cx="98891" cy="1197867"/>
            <a:chOff x="4737834" y="4912843"/>
            <a:chExt cx="98891" cy="1197867"/>
          </a:xfrm>
        </p:grpSpPr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624B5EA2-B4F7-E245-B221-E061B97DC978}"/>
                </a:ext>
              </a:extLst>
            </p:cNvPr>
            <p:cNvSpPr/>
            <p:nvPr/>
          </p:nvSpPr>
          <p:spPr>
            <a:xfrm>
              <a:off x="4737834" y="4912843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0" name="타원 49">
              <a:extLst>
                <a:ext uri="{FF2B5EF4-FFF2-40B4-BE49-F238E27FC236}">
                  <a16:creationId xmlns:a16="http://schemas.microsoft.com/office/drawing/2014/main" id="{694935A8-07F3-40CB-FC7C-A105452D518D}"/>
                </a:ext>
              </a:extLst>
            </p:cNvPr>
            <p:cNvSpPr/>
            <p:nvPr/>
          </p:nvSpPr>
          <p:spPr>
            <a:xfrm>
              <a:off x="4738263" y="54625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A6781EC5-B017-EE46-BB16-36B851EAB62C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6FF77DA6-5F19-EDD3-0FC6-6066E35CC950}"/>
              </a:ext>
            </a:extLst>
          </p:cNvPr>
          <p:cNvSpPr/>
          <p:nvPr/>
        </p:nvSpPr>
        <p:spPr>
          <a:xfrm rot="16200000" flipV="1">
            <a:off x="3700125" y="5078011"/>
            <a:ext cx="98384" cy="68333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130EC4B7-302B-9C54-7CCB-9EE9417033FA}"/>
              </a:ext>
            </a:extLst>
          </p:cNvPr>
          <p:cNvSpPr/>
          <p:nvPr/>
        </p:nvSpPr>
        <p:spPr>
          <a:xfrm rot="10800000" flipV="1">
            <a:off x="4349533" y="4645820"/>
            <a:ext cx="98384" cy="81940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3DC363B-624C-54D9-58C4-82A03285969C}"/>
              </a:ext>
            </a:extLst>
          </p:cNvPr>
          <p:cNvSpPr txBox="1"/>
          <p:nvPr/>
        </p:nvSpPr>
        <p:spPr>
          <a:xfrm>
            <a:off x="2546341" y="343644"/>
            <a:ext cx="71077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59B</a:t>
            </a:r>
            <a:r>
              <a:rPr lang="ko-KR" altLang="en-US" sz="2000" b="1"/>
              <a:t>타입 간접</a:t>
            </a:r>
            <a:r>
              <a:rPr lang="en-US" altLang="ko-KR" sz="2000" b="1"/>
              <a:t>A /</a:t>
            </a:r>
            <a:r>
              <a:rPr lang="ko-KR" altLang="en-US" sz="2000" b="1"/>
              <a:t>간접</a:t>
            </a:r>
            <a:r>
              <a:rPr lang="en-US" altLang="ko-KR" sz="2000" b="1"/>
              <a:t> </a:t>
            </a:r>
            <a:r>
              <a:rPr lang="ko-KR" altLang="en-US" sz="2000" b="1"/>
              <a:t>센서 </a:t>
            </a:r>
            <a:r>
              <a:rPr lang="en-US" altLang="ko-KR" sz="2000" b="1"/>
              <a:t>SET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F53733A-17DD-76C1-1465-B12ECBF9EBAB}"/>
              </a:ext>
            </a:extLst>
          </p:cNvPr>
          <p:cNvSpPr txBox="1"/>
          <p:nvPr/>
        </p:nvSpPr>
        <p:spPr>
          <a:xfrm>
            <a:off x="3485857" y="5490700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1200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C42FD7-5F09-97CF-89C3-4F5044784EAC}"/>
              </a:ext>
            </a:extLst>
          </p:cNvPr>
          <p:cNvSpPr txBox="1"/>
          <p:nvPr/>
        </p:nvSpPr>
        <p:spPr>
          <a:xfrm>
            <a:off x="3917525" y="4799009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1200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174AC0-F832-BB00-9449-3237566C368C}"/>
              </a:ext>
            </a:extLst>
          </p:cNvPr>
          <p:cNvSpPr txBox="1"/>
          <p:nvPr/>
        </p:nvSpPr>
        <p:spPr>
          <a:xfrm>
            <a:off x="9661021" y="5465227"/>
            <a:ext cx="5116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3410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59D120-EBAA-C20C-EAE9-AA322E775DF5}"/>
              </a:ext>
            </a:extLst>
          </p:cNvPr>
          <p:cNvSpPr txBox="1"/>
          <p:nvPr/>
        </p:nvSpPr>
        <p:spPr>
          <a:xfrm>
            <a:off x="10025582" y="3393859"/>
            <a:ext cx="5116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3591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34F261D-B80A-1422-A319-10BEBAE0E5E4}"/>
              </a:ext>
            </a:extLst>
          </p:cNvPr>
          <p:cNvSpPr txBox="1"/>
          <p:nvPr/>
        </p:nvSpPr>
        <p:spPr>
          <a:xfrm>
            <a:off x="7611178" y="3329713"/>
            <a:ext cx="5116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2194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5395D12-1638-5DEF-3DDA-39E708688CE5}"/>
              </a:ext>
            </a:extLst>
          </p:cNvPr>
          <p:cNvSpPr txBox="1"/>
          <p:nvPr/>
        </p:nvSpPr>
        <p:spPr>
          <a:xfrm>
            <a:off x="8366791" y="3976889"/>
            <a:ext cx="5116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3258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603D52C-0016-A523-3C69-F3273D7FA251}"/>
              </a:ext>
            </a:extLst>
          </p:cNvPr>
          <p:cNvSpPr txBox="1"/>
          <p:nvPr/>
        </p:nvSpPr>
        <p:spPr>
          <a:xfrm>
            <a:off x="4634374" y="1652789"/>
            <a:ext cx="5116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2710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1406E3C-7630-9CEB-1CD1-9F965ED49933}"/>
              </a:ext>
            </a:extLst>
          </p:cNvPr>
          <p:cNvSpPr txBox="1"/>
          <p:nvPr/>
        </p:nvSpPr>
        <p:spPr>
          <a:xfrm>
            <a:off x="2895968" y="1652789"/>
            <a:ext cx="5116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2918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9FFABE71-839F-3400-1B49-EAC7BBC4C117}"/>
              </a:ext>
            </a:extLst>
          </p:cNvPr>
          <p:cNvGrpSpPr/>
          <p:nvPr/>
        </p:nvGrpSpPr>
        <p:grpSpPr>
          <a:xfrm>
            <a:off x="5912742" y="4230879"/>
            <a:ext cx="764953" cy="255923"/>
            <a:chOff x="1981437" y="651871"/>
            <a:chExt cx="764953" cy="255923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A37EF80-9E3C-5CA6-8394-6576EEFF217D}"/>
                </a:ext>
              </a:extLst>
            </p:cNvPr>
            <p:cNvSpPr txBox="1"/>
            <p:nvPr/>
          </p:nvSpPr>
          <p:spPr>
            <a:xfrm>
              <a:off x="1981437" y="651871"/>
              <a:ext cx="764953" cy="18466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600" b="1"/>
                <a:t>서비스 조명 </a:t>
              </a:r>
              <a:r>
                <a:rPr lang="en-US" altLang="ko-KR" sz="600" b="1"/>
                <a:t>2EA</a:t>
              </a:r>
              <a:endParaRPr lang="ko-KR" altLang="en-US" sz="600" b="1"/>
            </a:p>
          </p:txBody>
        </p:sp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2B9A786B-3A40-1D02-BE31-5C2E71255337}"/>
                </a:ext>
              </a:extLst>
            </p:cNvPr>
            <p:cNvGrpSpPr/>
            <p:nvPr/>
          </p:nvGrpSpPr>
          <p:grpSpPr>
            <a:xfrm rot="5400000">
              <a:off x="2314488" y="559720"/>
              <a:ext cx="98814" cy="597334"/>
              <a:chOff x="4737834" y="5014427"/>
              <a:chExt cx="98814" cy="597334"/>
            </a:xfrm>
            <a:solidFill>
              <a:srgbClr val="FF00FF"/>
            </a:solidFill>
          </p:grpSpPr>
          <p:sp>
            <p:nvSpPr>
              <p:cNvPr id="20" name="타원 19">
                <a:extLst>
                  <a:ext uri="{FF2B5EF4-FFF2-40B4-BE49-F238E27FC236}">
                    <a16:creationId xmlns:a16="http://schemas.microsoft.com/office/drawing/2014/main" id="{AFC6A3B5-93F4-6082-C732-9D9898A9E280}"/>
                  </a:ext>
                </a:extLst>
              </p:cNvPr>
              <p:cNvSpPr/>
              <p:nvPr/>
            </p:nvSpPr>
            <p:spPr>
              <a:xfrm>
                <a:off x="4737834" y="5014427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타원 20">
                <a:extLst>
                  <a:ext uri="{FF2B5EF4-FFF2-40B4-BE49-F238E27FC236}">
                    <a16:creationId xmlns:a16="http://schemas.microsoft.com/office/drawing/2014/main" id="{7F474B86-1AD9-55F6-63CF-37EAC798D7B6}"/>
                  </a:ext>
                </a:extLst>
              </p:cNvPr>
              <p:cNvSpPr/>
              <p:nvPr/>
            </p:nvSpPr>
            <p:spPr>
              <a:xfrm>
                <a:off x="4738263" y="5513376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pic>
        <p:nvPicPr>
          <p:cNvPr id="22" name="그림 21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3DBE632-E65D-C40C-C622-7240B865696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862" y="2242571"/>
            <a:ext cx="1778731" cy="1466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16263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2711AC-4E97-3908-3E7A-7BF2385EF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84FB74-FB37-172A-AA22-E9D33480E06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90131" y="984198"/>
            <a:ext cx="8282569" cy="576466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31B54B4-A42F-2290-5259-ECF12DC89454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𝟓𝟗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𝑩𝒎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31B54B4-A42F-2290-5259-ECF12DC894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66C69AEC-FD2F-2B7F-EB2A-7A6448329BA9}"/>
              </a:ext>
            </a:extLst>
          </p:cNvPr>
          <p:cNvSpPr/>
          <p:nvPr/>
        </p:nvSpPr>
        <p:spPr>
          <a:xfrm>
            <a:off x="8068845" y="2982719"/>
            <a:ext cx="1067854" cy="1018554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CC93C9A-2BF7-5C7C-BA31-659276E587DF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995377A8-379D-49C4-638D-64E40285DAFF}"/>
              </a:ext>
            </a:extLst>
          </p:cNvPr>
          <p:cNvSpPr/>
          <p:nvPr/>
        </p:nvSpPr>
        <p:spPr>
          <a:xfrm rot="16200000" flipV="1">
            <a:off x="6955294" y="4299342"/>
            <a:ext cx="98384" cy="68333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7" name="TextBox 13">
            <a:extLst>
              <a:ext uri="{FF2B5EF4-FFF2-40B4-BE49-F238E27FC236}">
                <a16:creationId xmlns:a16="http://schemas.microsoft.com/office/drawing/2014/main" id="{197FB4DB-4B97-40D5-9A32-7E86C1068A4F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33CCCA5F-B33C-FAC8-C773-7515892D4B55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D91D1DE6-799C-84ED-CBA2-B4DCC07AEF12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6BAD36F8-5EBE-114A-2BA2-1C4A3946B754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4B25190C-0A15-B279-FD4B-577BF175A042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2" name="TextBox 11">
              <a:extLst>
                <a:ext uri="{FF2B5EF4-FFF2-40B4-BE49-F238E27FC236}">
                  <a16:creationId xmlns:a16="http://schemas.microsoft.com/office/drawing/2014/main" id="{E1061494-E9EE-53C8-66B0-2C8321CB4231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6FF77DA6-5F19-EDD3-0FC6-6066E35CC950}"/>
              </a:ext>
            </a:extLst>
          </p:cNvPr>
          <p:cNvSpPr/>
          <p:nvPr/>
        </p:nvSpPr>
        <p:spPr>
          <a:xfrm rot="16200000" flipV="1">
            <a:off x="3700125" y="5078011"/>
            <a:ext cx="98384" cy="68333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130EC4B7-302B-9C54-7CCB-9EE9417033FA}"/>
              </a:ext>
            </a:extLst>
          </p:cNvPr>
          <p:cNvSpPr/>
          <p:nvPr/>
        </p:nvSpPr>
        <p:spPr>
          <a:xfrm rot="10800000" flipV="1">
            <a:off x="4349533" y="4645820"/>
            <a:ext cx="98384" cy="81940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3DC363B-624C-54D9-58C4-82A03285969C}"/>
              </a:ext>
            </a:extLst>
          </p:cNvPr>
          <p:cNvSpPr txBox="1"/>
          <p:nvPr/>
        </p:nvSpPr>
        <p:spPr>
          <a:xfrm>
            <a:off x="2546341" y="343644"/>
            <a:ext cx="71077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59B</a:t>
            </a:r>
            <a:r>
              <a:rPr lang="ko-KR" altLang="en-US" sz="2000" b="1"/>
              <a:t>타입 간접</a:t>
            </a:r>
            <a:r>
              <a:rPr lang="en-US" altLang="ko-KR" sz="2000" b="1"/>
              <a:t>A /</a:t>
            </a:r>
            <a:r>
              <a:rPr lang="ko-KR" altLang="en-US" sz="2000" b="1"/>
              <a:t>간접</a:t>
            </a:r>
            <a:r>
              <a:rPr lang="en-US" altLang="ko-KR" sz="2000" b="1"/>
              <a:t> </a:t>
            </a:r>
            <a:r>
              <a:rPr lang="ko-KR" altLang="en-US" sz="2000" b="1"/>
              <a:t>센서 </a:t>
            </a:r>
            <a:r>
              <a:rPr lang="en-US" altLang="ko-KR" sz="2000" b="1"/>
              <a:t>SET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F53733A-17DD-76C1-1465-B12ECBF9EBAB}"/>
              </a:ext>
            </a:extLst>
          </p:cNvPr>
          <p:cNvSpPr txBox="1"/>
          <p:nvPr/>
        </p:nvSpPr>
        <p:spPr>
          <a:xfrm>
            <a:off x="3485857" y="5490700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1200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C42FD7-5F09-97CF-89C3-4F5044784EAC}"/>
              </a:ext>
            </a:extLst>
          </p:cNvPr>
          <p:cNvSpPr txBox="1"/>
          <p:nvPr/>
        </p:nvSpPr>
        <p:spPr>
          <a:xfrm>
            <a:off x="3917525" y="4799009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1200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174AC0-F832-BB00-9449-3237566C368C}"/>
              </a:ext>
            </a:extLst>
          </p:cNvPr>
          <p:cNvSpPr txBox="1"/>
          <p:nvPr/>
        </p:nvSpPr>
        <p:spPr>
          <a:xfrm>
            <a:off x="9661021" y="5465227"/>
            <a:ext cx="5116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3410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59D120-EBAA-C20C-EAE9-AA322E775DF5}"/>
              </a:ext>
            </a:extLst>
          </p:cNvPr>
          <p:cNvSpPr txBox="1"/>
          <p:nvPr/>
        </p:nvSpPr>
        <p:spPr>
          <a:xfrm>
            <a:off x="10025582" y="3393859"/>
            <a:ext cx="5116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3591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34F261D-B80A-1422-A319-10BEBAE0E5E4}"/>
              </a:ext>
            </a:extLst>
          </p:cNvPr>
          <p:cNvSpPr txBox="1"/>
          <p:nvPr/>
        </p:nvSpPr>
        <p:spPr>
          <a:xfrm>
            <a:off x="7611178" y="3329713"/>
            <a:ext cx="5116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2194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5395D12-1638-5DEF-3DDA-39E708688CE5}"/>
              </a:ext>
            </a:extLst>
          </p:cNvPr>
          <p:cNvSpPr txBox="1"/>
          <p:nvPr/>
        </p:nvSpPr>
        <p:spPr>
          <a:xfrm>
            <a:off x="8366791" y="3976889"/>
            <a:ext cx="5116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3258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603D52C-0016-A523-3C69-F3273D7FA251}"/>
              </a:ext>
            </a:extLst>
          </p:cNvPr>
          <p:cNvSpPr txBox="1"/>
          <p:nvPr/>
        </p:nvSpPr>
        <p:spPr>
          <a:xfrm>
            <a:off x="4634374" y="1652789"/>
            <a:ext cx="5116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2710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1406E3C-7630-9CEB-1CD1-9F965ED49933}"/>
              </a:ext>
            </a:extLst>
          </p:cNvPr>
          <p:cNvSpPr txBox="1"/>
          <p:nvPr/>
        </p:nvSpPr>
        <p:spPr>
          <a:xfrm>
            <a:off x="2895968" y="1652789"/>
            <a:ext cx="5116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2918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pic>
        <p:nvPicPr>
          <p:cNvPr id="17" name="그림 16" descr="텍스트, 스크린샷, 직사각형, 종이 제품이(가) 표시된 사진&#10;&#10;자동 생성된 설명">
            <a:extLst>
              <a:ext uri="{FF2B5EF4-FFF2-40B4-BE49-F238E27FC236}">
                <a16:creationId xmlns:a16="http://schemas.microsoft.com/office/drawing/2014/main" id="{63C6869D-1996-707E-FA22-B93AA401A5B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5538" y="4269766"/>
            <a:ext cx="1795364" cy="1795364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6C62009C-1E6D-62F6-4C08-6E4D3167DEA7}"/>
              </a:ext>
            </a:extLst>
          </p:cNvPr>
          <p:cNvSpPr txBox="1"/>
          <p:nvPr/>
        </p:nvSpPr>
        <p:spPr>
          <a:xfrm>
            <a:off x="10139904" y="3823000"/>
            <a:ext cx="20425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>
                <a:solidFill>
                  <a:srgbClr val="FF0000"/>
                </a:solidFill>
                <a:highlight>
                  <a:srgbClr val="FFFF00"/>
                </a:highlight>
              </a:rPr>
              <a:t>우물조명 예비스위치로</a:t>
            </a: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903689A7-D013-5825-0A87-066FC6FA8BE4}"/>
              </a:ext>
            </a:extLst>
          </p:cNvPr>
          <p:cNvGrpSpPr/>
          <p:nvPr/>
        </p:nvGrpSpPr>
        <p:grpSpPr>
          <a:xfrm>
            <a:off x="4341968" y="3950586"/>
            <a:ext cx="764953" cy="256157"/>
            <a:chOff x="1981437" y="808980"/>
            <a:chExt cx="764953" cy="256157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848E38F-D3DE-BED3-644C-EBE483916D23}"/>
                </a:ext>
              </a:extLst>
            </p:cNvPr>
            <p:cNvSpPr txBox="1"/>
            <p:nvPr/>
          </p:nvSpPr>
          <p:spPr>
            <a:xfrm>
              <a:off x="1981437" y="880471"/>
              <a:ext cx="764953" cy="18466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600" b="1"/>
                <a:t>서비스 조명 </a:t>
              </a:r>
              <a:r>
                <a:rPr lang="en-US" altLang="ko-KR" sz="600" b="1"/>
                <a:t>2EA</a:t>
              </a:r>
              <a:endParaRPr lang="ko-KR" altLang="en-US" sz="600" b="1"/>
            </a:p>
          </p:txBody>
        </p:sp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CC682F53-F937-8AD9-A8FB-064C4853B7CA}"/>
                </a:ext>
              </a:extLst>
            </p:cNvPr>
            <p:cNvGrpSpPr/>
            <p:nvPr/>
          </p:nvGrpSpPr>
          <p:grpSpPr>
            <a:xfrm rot="5400000">
              <a:off x="2314488" y="559720"/>
              <a:ext cx="98814" cy="597334"/>
              <a:chOff x="4737834" y="5014427"/>
              <a:chExt cx="98814" cy="597334"/>
            </a:xfrm>
            <a:solidFill>
              <a:srgbClr val="FF00FF"/>
            </a:solidFill>
          </p:grpSpPr>
          <p:sp>
            <p:nvSpPr>
              <p:cNvPr id="22" name="타원 21">
                <a:extLst>
                  <a:ext uri="{FF2B5EF4-FFF2-40B4-BE49-F238E27FC236}">
                    <a16:creationId xmlns:a16="http://schemas.microsoft.com/office/drawing/2014/main" id="{736D4CC1-F1D1-6039-8EA0-13AE19BD5A78}"/>
                  </a:ext>
                </a:extLst>
              </p:cNvPr>
              <p:cNvSpPr/>
              <p:nvPr/>
            </p:nvSpPr>
            <p:spPr>
              <a:xfrm>
                <a:off x="4737834" y="5014427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타원 22">
                <a:extLst>
                  <a:ext uri="{FF2B5EF4-FFF2-40B4-BE49-F238E27FC236}">
                    <a16:creationId xmlns:a16="http://schemas.microsoft.com/office/drawing/2014/main" id="{1E07B813-5266-A4D3-FE51-AFE1743FA24C}"/>
                  </a:ext>
                </a:extLst>
              </p:cNvPr>
              <p:cNvSpPr/>
              <p:nvPr/>
            </p:nvSpPr>
            <p:spPr>
              <a:xfrm>
                <a:off x="4738263" y="5513376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82205318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2711AC-4E97-3908-3E7A-7BF2385EF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84FB74-FB37-172A-AA22-E9D33480E06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90131" y="984198"/>
            <a:ext cx="8282569" cy="576466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31B54B4-A42F-2290-5259-ECF12DC89454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𝟓𝟗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𝑩𝒎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31B54B4-A42F-2290-5259-ECF12DC894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BCC93C9A-2BF7-5C7C-BA31-659276E587DF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37" name="TextBox 13">
            <a:extLst>
              <a:ext uri="{FF2B5EF4-FFF2-40B4-BE49-F238E27FC236}">
                <a16:creationId xmlns:a16="http://schemas.microsoft.com/office/drawing/2014/main" id="{197FB4DB-4B97-40D5-9A32-7E86C1068A4F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33CCCA5F-B33C-FAC8-C773-7515892D4B55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D91D1DE6-799C-84ED-CBA2-B4DCC07AEF12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6BAD36F8-5EBE-114A-2BA2-1C4A3946B754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4B25190C-0A15-B279-FD4B-577BF175A042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2" name="TextBox 11">
              <a:extLst>
                <a:ext uri="{FF2B5EF4-FFF2-40B4-BE49-F238E27FC236}">
                  <a16:creationId xmlns:a16="http://schemas.microsoft.com/office/drawing/2014/main" id="{E1061494-E9EE-53C8-66B0-2C8321CB4231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C3DC363B-624C-54D9-58C4-82A03285969C}"/>
              </a:ext>
            </a:extLst>
          </p:cNvPr>
          <p:cNvSpPr txBox="1"/>
          <p:nvPr/>
        </p:nvSpPr>
        <p:spPr>
          <a:xfrm>
            <a:off x="2546341" y="343644"/>
            <a:ext cx="71077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59B</a:t>
            </a:r>
            <a:r>
              <a:rPr lang="ko-KR" altLang="en-US" sz="2000" b="1"/>
              <a:t>타입 간접</a:t>
            </a:r>
            <a:r>
              <a:rPr lang="en-US" altLang="ko-KR" sz="2000" b="1"/>
              <a:t>A /</a:t>
            </a:r>
            <a:r>
              <a:rPr lang="ko-KR" altLang="en-US" sz="2000" b="1"/>
              <a:t>간접</a:t>
            </a:r>
            <a:r>
              <a:rPr lang="en-US" altLang="ko-KR" sz="2000" b="1"/>
              <a:t> </a:t>
            </a:r>
            <a:r>
              <a:rPr lang="ko-KR" altLang="en-US" sz="2000" b="1"/>
              <a:t>센서 </a:t>
            </a:r>
            <a:r>
              <a:rPr lang="en-US" altLang="ko-KR" sz="2000" b="1"/>
              <a:t>SET</a:t>
            </a:r>
          </a:p>
        </p:txBody>
      </p:sp>
      <p:sp>
        <p:nvSpPr>
          <p:cNvPr id="17" name="별: 꼭짓점 4개 16">
            <a:extLst>
              <a:ext uri="{FF2B5EF4-FFF2-40B4-BE49-F238E27FC236}">
                <a16:creationId xmlns:a16="http://schemas.microsoft.com/office/drawing/2014/main" id="{9C76A847-8CEA-2BA5-5AAA-813D00EF6860}"/>
              </a:ext>
            </a:extLst>
          </p:cNvPr>
          <p:cNvSpPr/>
          <p:nvPr/>
        </p:nvSpPr>
        <p:spPr>
          <a:xfrm>
            <a:off x="8342101" y="3193821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3EADC1D7-AD61-B7C7-E14F-2A83C894BDDB}"/>
              </a:ext>
            </a:extLst>
          </p:cNvPr>
          <p:cNvGrpSpPr/>
          <p:nvPr/>
        </p:nvGrpSpPr>
        <p:grpSpPr>
          <a:xfrm>
            <a:off x="4341968" y="3950586"/>
            <a:ext cx="764953" cy="256157"/>
            <a:chOff x="1981437" y="808980"/>
            <a:chExt cx="764953" cy="256157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46A9A8A-919A-17A7-8293-FC392CEF4CAD}"/>
                </a:ext>
              </a:extLst>
            </p:cNvPr>
            <p:cNvSpPr txBox="1"/>
            <p:nvPr/>
          </p:nvSpPr>
          <p:spPr>
            <a:xfrm>
              <a:off x="1981437" y="880471"/>
              <a:ext cx="764953" cy="18466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600" b="1"/>
                <a:t>서비스 조명 </a:t>
              </a:r>
              <a:r>
                <a:rPr lang="en-US" altLang="ko-KR" sz="600" b="1"/>
                <a:t>2EA</a:t>
              </a:r>
              <a:endParaRPr lang="ko-KR" altLang="en-US" sz="600" b="1"/>
            </a:p>
          </p:txBody>
        </p: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9DFFE3DE-78BF-AFF1-CA51-680367CCF458}"/>
                </a:ext>
              </a:extLst>
            </p:cNvPr>
            <p:cNvGrpSpPr/>
            <p:nvPr/>
          </p:nvGrpSpPr>
          <p:grpSpPr>
            <a:xfrm rot="5400000">
              <a:off x="2314488" y="559720"/>
              <a:ext cx="98814" cy="597334"/>
              <a:chOff x="4737834" y="5014427"/>
              <a:chExt cx="98814" cy="597334"/>
            </a:xfrm>
            <a:solidFill>
              <a:srgbClr val="FF00FF"/>
            </a:solidFill>
          </p:grpSpPr>
          <p:sp>
            <p:nvSpPr>
              <p:cNvPr id="21" name="타원 20">
                <a:extLst>
                  <a:ext uri="{FF2B5EF4-FFF2-40B4-BE49-F238E27FC236}">
                    <a16:creationId xmlns:a16="http://schemas.microsoft.com/office/drawing/2014/main" id="{CBBA1330-AB71-DF8E-FCA6-5B61ECF36896}"/>
                  </a:ext>
                </a:extLst>
              </p:cNvPr>
              <p:cNvSpPr/>
              <p:nvPr/>
            </p:nvSpPr>
            <p:spPr>
              <a:xfrm>
                <a:off x="4737834" y="5014427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타원 21">
                <a:extLst>
                  <a:ext uri="{FF2B5EF4-FFF2-40B4-BE49-F238E27FC236}">
                    <a16:creationId xmlns:a16="http://schemas.microsoft.com/office/drawing/2014/main" id="{7CF16175-AC1E-6FF2-8E5D-D8FA40FA2C9E}"/>
                  </a:ext>
                </a:extLst>
              </p:cNvPr>
              <p:cNvSpPr/>
              <p:nvPr/>
            </p:nvSpPr>
            <p:spPr>
              <a:xfrm>
                <a:off x="4738263" y="5513376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pic>
        <p:nvPicPr>
          <p:cNvPr id="23" name="그림 22">
            <a:extLst>
              <a:ext uri="{FF2B5EF4-FFF2-40B4-BE49-F238E27FC236}">
                <a16:creationId xmlns:a16="http://schemas.microsoft.com/office/drawing/2014/main" id="{2B289059-F4D1-51E2-D3B6-94981AA75FD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320" b="-1"/>
          <a:stretch>
            <a:fillRect/>
          </a:stretch>
        </p:blipFill>
        <p:spPr>
          <a:xfrm>
            <a:off x="9837938" y="4592706"/>
            <a:ext cx="2236971" cy="155448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CBF2082-002B-6E26-FB07-2CC854C3C9F7}"/>
              </a:ext>
            </a:extLst>
          </p:cNvPr>
          <p:cNvSpPr txBox="1"/>
          <p:nvPr/>
        </p:nvSpPr>
        <p:spPr>
          <a:xfrm>
            <a:off x="10152689" y="3334656"/>
            <a:ext cx="22293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err="1">
                <a:highlight>
                  <a:srgbClr val="FFFF00"/>
                </a:highlight>
              </a:rPr>
              <a:t>실링팬</a:t>
            </a:r>
            <a:r>
              <a:rPr lang="ko-KR" altLang="en-US" sz="1000" b="1">
                <a:highlight>
                  <a:srgbClr val="FFFF00"/>
                </a:highlight>
              </a:rPr>
              <a:t> </a:t>
            </a:r>
            <a:r>
              <a:rPr lang="ko-KR" altLang="en-US" sz="1000" b="1" err="1">
                <a:highlight>
                  <a:srgbClr val="FFFF00"/>
                </a:highlight>
              </a:rPr>
              <a:t>루씨에어</a:t>
            </a:r>
            <a:endParaRPr lang="en-US" altLang="ko-KR" sz="1000" b="1">
              <a:highlight>
                <a:srgbClr val="FFFF00"/>
              </a:highlight>
            </a:endParaRPr>
          </a:p>
          <a:p>
            <a:r>
              <a:rPr lang="ko-KR" altLang="en-US" sz="1000" b="1">
                <a:highlight>
                  <a:srgbClr val="FFFF00"/>
                </a:highlight>
              </a:rPr>
              <a:t>설치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보강</a:t>
            </a:r>
            <a:endParaRPr lang="en-US" altLang="ko-KR" sz="1000" b="1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09892707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2711AC-4E97-3908-3E7A-7BF2385EF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84FB74-FB37-172A-AA22-E9D33480E06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90131" y="984198"/>
            <a:ext cx="8282569" cy="576466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31B54B4-A42F-2290-5259-ECF12DC89454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𝟓𝟗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𝑩𝒎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31B54B4-A42F-2290-5259-ECF12DC894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BCC93C9A-2BF7-5C7C-BA31-659276E587DF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37" name="TextBox 13">
            <a:extLst>
              <a:ext uri="{FF2B5EF4-FFF2-40B4-BE49-F238E27FC236}">
                <a16:creationId xmlns:a16="http://schemas.microsoft.com/office/drawing/2014/main" id="{197FB4DB-4B97-40D5-9A32-7E86C1068A4F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33CCCA5F-B33C-FAC8-C773-7515892D4B55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D91D1DE6-799C-84ED-CBA2-B4DCC07AEF12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6BAD36F8-5EBE-114A-2BA2-1C4A3946B754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4B25190C-0A15-B279-FD4B-577BF175A042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2" name="TextBox 11">
              <a:extLst>
                <a:ext uri="{FF2B5EF4-FFF2-40B4-BE49-F238E27FC236}">
                  <a16:creationId xmlns:a16="http://schemas.microsoft.com/office/drawing/2014/main" id="{E1061494-E9EE-53C8-66B0-2C8321CB4231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C3DC363B-624C-54D9-58C4-82A03285969C}"/>
              </a:ext>
            </a:extLst>
          </p:cNvPr>
          <p:cNvSpPr txBox="1"/>
          <p:nvPr/>
        </p:nvSpPr>
        <p:spPr>
          <a:xfrm>
            <a:off x="2546341" y="343644"/>
            <a:ext cx="71077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59B</a:t>
            </a:r>
            <a:r>
              <a:rPr lang="ko-KR" altLang="en-US" sz="2000" b="1"/>
              <a:t>타입 간접</a:t>
            </a:r>
            <a:r>
              <a:rPr lang="en-US" altLang="ko-KR" sz="2000" b="1"/>
              <a:t>A /</a:t>
            </a:r>
            <a:r>
              <a:rPr lang="ko-KR" altLang="en-US" sz="2000" b="1"/>
              <a:t>간접</a:t>
            </a:r>
            <a:r>
              <a:rPr lang="en-US" altLang="ko-KR" sz="2000" b="1"/>
              <a:t> </a:t>
            </a:r>
            <a:r>
              <a:rPr lang="ko-KR" altLang="en-US" sz="2000" b="1"/>
              <a:t>센서 </a:t>
            </a:r>
            <a:r>
              <a:rPr lang="en-US" altLang="ko-KR" sz="2000" b="1"/>
              <a:t>SET</a:t>
            </a:r>
          </a:p>
        </p:txBody>
      </p:sp>
      <p:sp>
        <p:nvSpPr>
          <p:cNvPr id="17" name="별: 꼭짓점 4개 16">
            <a:extLst>
              <a:ext uri="{FF2B5EF4-FFF2-40B4-BE49-F238E27FC236}">
                <a16:creationId xmlns:a16="http://schemas.microsoft.com/office/drawing/2014/main" id="{9C76A847-8CEA-2BA5-5AAA-813D00EF6860}"/>
              </a:ext>
            </a:extLst>
          </p:cNvPr>
          <p:cNvSpPr/>
          <p:nvPr/>
        </p:nvSpPr>
        <p:spPr>
          <a:xfrm>
            <a:off x="8342101" y="3193821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3EADC1D7-AD61-B7C7-E14F-2A83C894BDDB}"/>
              </a:ext>
            </a:extLst>
          </p:cNvPr>
          <p:cNvGrpSpPr/>
          <p:nvPr/>
        </p:nvGrpSpPr>
        <p:grpSpPr>
          <a:xfrm>
            <a:off x="4341968" y="3950586"/>
            <a:ext cx="764953" cy="256157"/>
            <a:chOff x="1981437" y="808980"/>
            <a:chExt cx="764953" cy="256157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46A9A8A-919A-17A7-8293-FC392CEF4CAD}"/>
                </a:ext>
              </a:extLst>
            </p:cNvPr>
            <p:cNvSpPr txBox="1"/>
            <p:nvPr/>
          </p:nvSpPr>
          <p:spPr>
            <a:xfrm>
              <a:off x="1981437" y="880471"/>
              <a:ext cx="764953" cy="18466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600" b="1"/>
                <a:t>서비스 조명 </a:t>
              </a:r>
              <a:r>
                <a:rPr lang="en-US" altLang="ko-KR" sz="600" b="1"/>
                <a:t>2EA</a:t>
              </a:r>
              <a:endParaRPr lang="ko-KR" altLang="en-US" sz="600" b="1"/>
            </a:p>
          </p:txBody>
        </p: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9DFFE3DE-78BF-AFF1-CA51-680367CCF458}"/>
                </a:ext>
              </a:extLst>
            </p:cNvPr>
            <p:cNvGrpSpPr/>
            <p:nvPr/>
          </p:nvGrpSpPr>
          <p:grpSpPr>
            <a:xfrm rot="5400000">
              <a:off x="2314488" y="559720"/>
              <a:ext cx="98814" cy="597334"/>
              <a:chOff x="4737834" y="5014427"/>
              <a:chExt cx="98814" cy="597334"/>
            </a:xfrm>
            <a:solidFill>
              <a:srgbClr val="FF00FF"/>
            </a:solidFill>
          </p:grpSpPr>
          <p:sp>
            <p:nvSpPr>
              <p:cNvPr id="21" name="타원 20">
                <a:extLst>
                  <a:ext uri="{FF2B5EF4-FFF2-40B4-BE49-F238E27FC236}">
                    <a16:creationId xmlns:a16="http://schemas.microsoft.com/office/drawing/2014/main" id="{CBBA1330-AB71-DF8E-FCA6-5B61ECF36896}"/>
                  </a:ext>
                </a:extLst>
              </p:cNvPr>
              <p:cNvSpPr/>
              <p:nvPr/>
            </p:nvSpPr>
            <p:spPr>
              <a:xfrm>
                <a:off x="4737834" y="5014427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타원 21">
                <a:extLst>
                  <a:ext uri="{FF2B5EF4-FFF2-40B4-BE49-F238E27FC236}">
                    <a16:creationId xmlns:a16="http://schemas.microsoft.com/office/drawing/2014/main" id="{7CF16175-AC1E-6FF2-8E5D-D8FA40FA2C9E}"/>
                  </a:ext>
                </a:extLst>
              </p:cNvPr>
              <p:cNvSpPr/>
              <p:nvPr/>
            </p:nvSpPr>
            <p:spPr>
              <a:xfrm>
                <a:off x="4738263" y="5513376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pic>
        <p:nvPicPr>
          <p:cNvPr id="23" name="그림 22">
            <a:extLst>
              <a:ext uri="{FF2B5EF4-FFF2-40B4-BE49-F238E27FC236}">
                <a16:creationId xmlns:a16="http://schemas.microsoft.com/office/drawing/2014/main" id="{2B289059-F4D1-51E2-D3B6-94981AA75FD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320" b="-1"/>
          <a:stretch>
            <a:fillRect/>
          </a:stretch>
        </p:blipFill>
        <p:spPr>
          <a:xfrm>
            <a:off x="10077716" y="5275614"/>
            <a:ext cx="2030597" cy="141107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CBF2082-002B-6E26-FB07-2CC854C3C9F7}"/>
              </a:ext>
            </a:extLst>
          </p:cNvPr>
          <p:cNvSpPr txBox="1"/>
          <p:nvPr/>
        </p:nvSpPr>
        <p:spPr>
          <a:xfrm>
            <a:off x="10152689" y="3334656"/>
            <a:ext cx="22293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err="1">
                <a:highlight>
                  <a:srgbClr val="FFFF00"/>
                </a:highlight>
              </a:rPr>
              <a:t>실링팬</a:t>
            </a:r>
            <a:r>
              <a:rPr lang="ko-KR" altLang="en-US" sz="1000" b="1">
                <a:highlight>
                  <a:srgbClr val="FFFF00"/>
                </a:highlight>
              </a:rPr>
              <a:t> </a:t>
            </a:r>
            <a:r>
              <a:rPr lang="ko-KR" altLang="en-US" sz="1000" b="1" err="1">
                <a:highlight>
                  <a:srgbClr val="FFFF00"/>
                </a:highlight>
              </a:rPr>
              <a:t>루씨에어-코타라</a:t>
            </a:r>
            <a:endParaRPr lang="en-US" altLang="ko-KR" sz="1000" b="1">
              <a:highlight>
                <a:srgbClr val="FFFF00"/>
              </a:highlight>
            </a:endParaRPr>
          </a:p>
          <a:p>
            <a:r>
              <a:rPr lang="ko-KR" altLang="en-US" sz="1000" b="1">
                <a:highlight>
                  <a:srgbClr val="FFFF00"/>
                </a:highlight>
              </a:rPr>
              <a:t>설치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보강</a:t>
            </a:r>
            <a:endParaRPr lang="en-US" altLang="ko-KR" sz="1000" b="1">
              <a:highlight>
                <a:srgbClr val="FFFF00"/>
              </a:highlight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8D96BE5-642F-F6FD-98B5-5A30FF7CC1CC}"/>
              </a:ext>
            </a:extLst>
          </p:cNvPr>
          <p:cNvGrpSpPr/>
          <p:nvPr/>
        </p:nvGrpSpPr>
        <p:grpSpPr>
          <a:xfrm>
            <a:off x="10159447" y="4296427"/>
            <a:ext cx="1898762" cy="882438"/>
            <a:chOff x="579766" y="5357847"/>
            <a:chExt cx="2329644" cy="1082687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A5ACF0BF-D1A8-15EF-177B-C92F5109EE7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79766" y="5357847"/>
              <a:ext cx="2329644" cy="1082687"/>
            </a:xfrm>
            <a:prstGeom prst="rect">
              <a:avLst/>
            </a:prstGeom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6EA75A2-7A11-40FD-9F6C-C0A697F83B4C}"/>
                </a:ext>
              </a:extLst>
            </p:cNvPr>
            <p:cNvSpPr txBox="1"/>
            <p:nvPr/>
          </p:nvSpPr>
          <p:spPr>
            <a:xfrm>
              <a:off x="1896354" y="5476551"/>
              <a:ext cx="976929" cy="41133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err="1"/>
                <a:t>코타라</a:t>
              </a:r>
              <a:endParaRPr lang="ko-KR" altLang="en-US" b="1"/>
            </a:p>
          </p:txBody>
        </p:sp>
      </p:grpSp>
      <p:sp>
        <p:nvSpPr>
          <p:cNvPr id="8" name="직사각형 7">
            <a:extLst>
              <a:ext uri="{FF2B5EF4-FFF2-40B4-BE49-F238E27FC236}">
                <a16:creationId xmlns:a16="http://schemas.microsoft.com/office/drawing/2014/main" id="{331B1F7A-F540-506D-A8B7-B9EE7A64E430}"/>
              </a:ext>
            </a:extLst>
          </p:cNvPr>
          <p:cNvSpPr/>
          <p:nvPr/>
        </p:nvSpPr>
        <p:spPr>
          <a:xfrm rot="10800000" flipV="1">
            <a:off x="4349533" y="4645820"/>
            <a:ext cx="98384" cy="81940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5C233371-8F6B-139D-D753-337DBEEEFE57}"/>
              </a:ext>
            </a:extLst>
          </p:cNvPr>
          <p:cNvGrpSpPr/>
          <p:nvPr/>
        </p:nvGrpSpPr>
        <p:grpSpPr>
          <a:xfrm>
            <a:off x="4570978" y="4751530"/>
            <a:ext cx="427749" cy="499703"/>
            <a:chOff x="9191246" y="3797097"/>
            <a:chExt cx="427749" cy="499703"/>
          </a:xfrm>
          <a:solidFill>
            <a:srgbClr val="CC0000"/>
          </a:solidFill>
        </p:grpSpPr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1330D356-31C9-BF63-EDF6-979D8C0134D7}"/>
                </a:ext>
              </a:extLst>
            </p:cNvPr>
            <p:cNvGrpSpPr/>
            <p:nvPr/>
          </p:nvGrpSpPr>
          <p:grpSpPr>
            <a:xfrm>
              <a:off x="9520181" y="3797097"/>
              <a:ext cx="98814" cy="499702"/>
              <a:chOff x="4634070" y="4897319"/>
              <a:chExt cx="98814" cy="499702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16" name="타원 15">
                <a:extLst>
                  <a:ext uri="{FF2B5EF4-FFF2-40B4-BE49-F238E27FC236}">
                    <a16:creationId xmlns:a16="http://schemas.microsoft.com/office/drawing/2014/main" id="{5C04731A-8D50-4B23-BF18-5C46B7DCF26B}"/>
                  </a:ext>
                </a:extLst>
              </p:cNvPr>
              <p:cNvSpPr/>
              <p:nvPr/>
            </p:nvSpPr>
            <p:spPr>
              <a:xfrm>
                <a:off x="4634070" y="4897319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381FF477-BE44-DD62-5D1F-4BAD7873309D}"/>
                  </a:ext>
                </a:extLst>
              </p:cNvPr>
              <p:cNvSpPr/>
              <p:nvPr/>
            </p:nvSpPr>
            <p:spPr>
              <a:xfrm>
                <a:off x="4634499" y="529863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1" name="별: 꼭짓점 7개 10">
              <a:extLst>
                <a:ext uri="{FF2B5EF4-FFF2-40B4-BE49-F238E27FC236}">
                  <a16:creationId xmlns:a16="http://schemas.microsoft.com/office/drawing/2014/main" id="{3849CCAC-DB4E-F543-72AB-0DD9B1EDD2A1}"/>
                </a:ext>
              </a:extLst>
            </p:cNvPr>
            <p:cNvSpPr/>
            <p:nvPr/>
          </p:nvSpPr>
          <p:spPr>
            <a:xfrm rot="5400000">
              <a:off x="9280176" y="3929118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670082B2-1E78-2770-DDD7-CD356C923A9D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499702"/>
              <a:chOff x="4737834" y="4900127"/>
              <a:chExt cx="98814" cy="499702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14" name="타원 13">
                <a:extLst>
                  <a:ext uri="{FF2B5EF4-FFF2-40B4-BE49-F238E27FC236}">
                    <a16:creationId xmlns:a16="http://schemas.microsoft.com/office/drawing/2014/main" id="{9A162C57-3C58-6EF1-1B41-DB4DA6A317FD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5" name="타원 14">
                <a:extLst>
                  <a:ext uri="{FF2B5EF4-FFF2-40B4-BE49-F238E27FC236}">
                    <a16:creationId xmlns:a16="http://schemas.microsoft.com/office/drawing/2014/main" id="{671D8DCE-6973-B390-069C-16DBDBCE1970}"/>
                  </a:ext>
                </a:extLst>
              </p:cNvPr>
              <p:cNvSpPr/>
              <p:nvPr/>
            </p:nvSpPr>
            <p:spPr>
              <a:xfrm>
                <a:off x="4738263" y="5301444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4BB8D75B-F108-98DE-36D1-6A983DA28A81}"/>
              </a:ext>
            </a:extLst>
          </p:cNvPr>
          <p:cNvSpPr txBox="1"/>
          <p:nvPr/>
        </p:nvSpPr>
        <p:spPr>
          <a:xfrm>
            <a:off x="4212848" y="6043447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>
                <a:highlight>
                  <a:srgbClr val="FFFF00"/>
                </a:highlight>
              </a:rPr>
              <a:t>현관미정</a:t>
            </a:r>
          </a:p>
        </p:txBody>
      </p:sp>
    </p:spTree>
    <p:extLst>
      <p:ext uri="{BB962C8B-B14F-4D97-AF65-F5344CB8AC3E}">
        <p14:creationId xmlns:p14="http://schemas.microsoft.com/office/powerpoint/2010/main" val="324890321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1BEAB9-BAD4-FF1F-22DD-7FB2DA0C2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AD2D6E1-CCBD-83A9-F668-CB164073D32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529931" y="931415"/>
            <a:ext cx="7223669" cy="542216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F7F317F-8CFC-3A9B-6354-DAC9EF9BCDB1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F7F317F-8CFC-3A9B-6354-DAC9EF9BCD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직사각형 7">
            <a:extLst>
              <a:ext uri="{FF2B5EF4-FFF2-40B4-BE49-F238E27FC236}">
                <a16:creationId xmlns:a16="http://schemas.microsoft.com/office/drawing/2014/main" id="{2BD38AFF-10A2-770C-C8B2-AA61310B60CF}"/>
              </a:ext>
            </a:extLst>
          </p:cNvPr>
          <p:cNvSpPr/>
          <p:nvPr/>
        </p:nvSpPr>
        <p:spPr>
          <a:xfrm rot="5400000">
            <a:off x="6618532" y="5006145"/>
            <a:ext cx="102820" cy="182097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21D501AB-C4E4-09DA-4F3A-BD0DFA75AEEE}"/>
              </a:ext>
            </a:extLst>
          </p:cNvPr>
          <p:cNvSpPr/>
          <p:nvPr/>
        </p:nvSpPr>
        <p:spPr>
          <a:xfrm>
            <a:off x="6113413" y="4472164"/>
            <a:ext cx="1076639" cy="1087359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9A59DB4E-2F69-8DD5-E287-D44912C8206E}"/>
              </a:ext>
            </a:extLst>
          </p:cNvPr>
          <p:cNvSpPr/>
          <p:nvPr/>
        </p:nvSpPr>
        <p:spPr>
          <a:xfrm>
            <a:off x="6247113" y="4611265"/>
            <a:ext cx="789068" cy="827544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6482C26-4D92-33FE-2A66-39EF51848F7D}"/>
              </a:ext>
            </a:extLst>
          </p:cNvPr>
          <p:cNvSpPr txBox="1"/>
          <p:nvPr/>
        </p:nvSpPr>
        <p:spPr>
          <a:xfrm>
            <a:off x="5688700" y="3830234"/>
            <a:ext cx="1891732" cy="2462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889C7A1-EF58-6547-E1D5-C3BFE4D93CF4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B5285256-8F21-79F4-92B0-1CB49F9CA123}"/>
              </a:ext>
            </a:extLst>
          </p:cNvPr>
          <p:cNvGrpSpPr/>
          <p:nvPr/>
        </p:nvGrpSpPr>
        <p:grpSpPr>
          <a:xfrm>
            <a:off x="5619151" y="4535500"/>
            <a:ext cx="98891" cy="1167715"/>
            <a:chOff x="4737834" y="4942995"/>
            <a:chExt cx="98891" cy="1167715"/>
          </a:xfrm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7B037A97-C6F5-C036-95EB-AF786BAD844B}"/>
                </a:ext>
              </a:extLst>
            </p:cNvPr>
            <p:cNvSpPr/>
            <p:nvPr/>
          </p:nvSpPr>
          <p:spPr>
            <a:xfrm>
              <a:off x="4737834" y="494299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E8A7ADEF-C359-3F38-45DB-A14FBF4088D5}"/>
                </a:ext>
              </a:extLst>
            </p:cNvPr>
            <p:cNvSpPr/>
            <p:nvPr/>
          </p:nvSpPr>
          <p:spPr>
            <a:xfrm>
              <a:off x="4738263" y="5483219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A013076F-4C6B-431E-27BF-FE2485BD34DF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2B6E5D84-1631-3922-3D48-8EF7BA28A3B2}"/>
              </a:ext>
            </a:extLst>
          </p:cNvPr>
          <p:cNvGrpSpPr/>
          <p:nvPr/>
        </p:nvGrpSpPr>
        <p:grpSpPr>
          <a:xfrm rot="5400000">
            <a:off x="4549821" y="3886152"/>
            <a:ext cx="104184" cy="626456"/>
            <a:chOff x="5324822" y="4457234"/>
            <a:chExt cx="104184" cy="626456"/>
          </a:xfrm>
        </p:grpSpPr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C22572F8-A982-7B8C-91FA-78F894057A5B}"/>
                </a:ext>
              </a:extLst>
            </p:cNvPr>
            <p:cNvSpPr/>
            <p:nvPr/>
          </p:nvSpPr>
          <p:spPr>
            <a:xfrm>
              <a:off x="5330621" y="4457234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83D36715-D42A-452B-553E-A54DC52E45A9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84506ECC-9219-363A-E27F-1D2F261CA2EA}"/>
              </a:ext>
            </a:extLst>
          </p:cNvPr>
          <p:cNvSpPr/>
          <p:nvPr/>
        </p:nvSpPr>
        <p:spPr>
          <a:xfrm flipV="1">
            <a:off x="3613557" y="2881312"/>
            <a:ext cx="98385" cy="73757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E8F77B5-288F-2EC3-6E10-7269B74D801F}"/>
              </a:ext>
            </a:extLst>
          </p:cNvPr>
          <p:cNvSpPr txBox="1"/>
          <p:nvPr/>
        </p:nvSpPr>
        <p:spPr>
          <a:xfrm>
            <a:off x="6782863" y="6414683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highlight>
                  <a:srgbClr val="FFFF00"/>
                </a:highlight>
              </a:rPr>
              <a:t>우물은 두가지 </a:t>
            </a:r>
            <a:r>
              <a:rPr lang="ko-KR" altLang="en-US" sz="1000" err="1">
                <a:highlight>
                  <a:srgbClr val="FFFF00"/>
                </a:highlight>
              </a:rPr>
              <a:t>타입중</a:t>
            </a:r>
            <a:r>
              <a:rPr lang="ko-KR" altLang="en-US" sz="1000">
                <a:highlight>
                  <a:srgbClr val="FFFF00"/>
                </a:highlight>
              </a:rPr>
              <a:t> 선택 가능합니다</a:t>
            </a:r>
            <a:r>
              <a:rPr lang="en-US" altLang="ko-KR" sz="100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>
                <a:highlight>
                  <a:srgbClr val="FFFF00"/>
                </a:highlight>
              </a:rPr>
              <a:t>. </a:t>
            </a:r>
            <a:endParaRPr lang="ko-KR" altLang="en-US" sz="1000">
              <a:highlight>
                <a:srgbClr val="FFFF00"/>
              </a:highlight>
            </a:endParaRPr>
          </a:p>
        </p:txBody>
      </p: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EE020D3C-CDC1-543D-027B-4A0FE80A3A43}"/>
              </a:ext>
            </a:extLst>
          </p:cNvPr>
          <p:cNvCxnSpPr>
            <a:cxnSpLocks/>
          </p:cNvCxnSpPr>
          <p:nvPr/>
        </p:nvCxnSpPr>
        <p:spPr>
          <a:xfrm flipV="1">
            <a:off x="7036181" y="5559523"/>
            <a:ext cx="0" cy="9010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13">
            <a:extLst>
              <a:ext uri="{FF2B5EF4-FFF2-40B4-BE49-F238E27FC236}">
                <a16:creationId xmlns:a16="http://schemas.microsoft.com/office/drawing/2014/main" id="{004B11F2-6EA1-C521-2212-0E84554D54F7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CB21C324-4ACF-BD10-185F-E1325B568B4D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7F0BF767-8B8E-CC19-E456-5651D5107638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322BF99C-99BC-9B50-81F6-D5039EFFBBA1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8AE40CC6-B807-DCBC-0005-7DF1BE18DA58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2" name="TextBox 11">
              <a:extLst>
                <a:ext uri="{FF2B5EF4-FFF2-40B4-BE49-F238E27FC236}">
                  <a16:creationId xmlns:a16="http://schemas.microsoft.com/office/drawing/2014/main" id="{C4D02E11-FC50-97CD-95E6-A7B368F79245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B5DEAC8F-70DD-EC3B-8568-3EFC0760A70C}"/>
              </a:ext>
            </a:extLst>
          </p:cNvPr>
          <p:cNvSpPr/>
          <p:nvPr/>
        </p:nvSpPr>
        <p:spPr>
          <a:xfrm flipV="1">
            <a:off x="2652338" y="3655218"/>
            <a:ext cx="98385" cy="59625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6744B3CC-4210-57EF-8D55-1ACF5A302F5E}"/>
              </a:ext>
            </a:extLst>
          </p:cNvPr>
          <p:cNvSpPr/>
          <p:nvPr/>
        </p:nvSpPr>
        <p:spPr>
          <a:xfrm flipV="1">
            <a:off x="7886600" y="3163484"/>
            <a:ext cx="98385" cy="59625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E36AB8A3-02FE-10AC-CAAA-E864F2B17EE2}"/>
              </a:ext>
            </a:extLst>
          </p:cNvPr>
          <p:cNvGrpSpPr/>
          <p:nvPr/>
        </p:nvGrpSpPr>
        <p:grpSpPr>
          <a:xfrm>
            <a:off x="7589780" y="4583825"/>
            <a:ext cx="98891" cy="1167715"/>
            <a:chOff x="4737834" y="4942995"/>
            <a:chExt cx="98891" cy="1167715"/>
          </a:xfrm>
        </p:grpSpPr>
        <p:sp>
          <p:nvSpPr>
            <p:cNvPr id="52" name="타원 51">
              <a:extLst>
                <a:ext uri="{FF2B5EF4-FFF2-40B4-BE49-F238E27FC236}">
                  <a16:creationId xmlns:a16="http://schemas.microsoft.com/office/drawing/2014/main" id="{D3D236EE-D3ED-C903-4B8C-009021C5F25D}"/>
                </a:ext>
              </a:extLst>
            </p:cNvPr>
            <p:cNvSpPr/>
            <p:nvPr/>
          </p:nvSpPr>
          <p:spPr>
            <a:xfrm>
              <a:off x="4737834" y="494299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3" name="타원 52">
              <a:extLst>
                <a:ext uri="{FF2B5EF4-FFF2-40B4-BE49-F238E27FC236}">
                  <a16:creationId xmlns:a16="http://schemas.microsoft.com/office/drawing/2014/main" id="{4066DBF8-DBC2-FCF7-A4B1-EFA5A87B9FE8}"/>
                </a:ext>
              </a:extLst>
            </p:cNvPr>
            <p:cNvSpPr/>
            <p:nvPr/>
          </p:nvSpPr>
          <p:spPr>
            <a:xfrm>
              <a:off x="4738263" y="5483219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4" name="타원 53">
              <a:extLst>
                <a:ext uri="{FF2B5EF4-FFF2-40B4-BE49-F238E27FC236}">
                  <a16:creationId xmlns:a16="http://schemas.microsoft.com/office/drawing/2014/main" id="{F0D05CA1-3F60-E3DF-08E9-A5A6AF145076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A2CEF500-51D7-0D1D-BAA4-7C2DFBDD9B72}"/>
              </a:ext>
            </a:extLst>
          </p:cNvPr>
          <p:cNvSpPr txBox="1"/>
          <p:nvPr/>
        </p:nvSpPr>
        <p:spPr>
          <a:xfrm>
            <a:off x="2546341" y="343644"/>
            <a:ext cx="71077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84A</a:t>
            </a:r>
            <a:r>
              <a:rPr lang="ko-KR" altLang="en-US" sz="2000" b="1"/>
              <a:t>타입 간접</a:t>
            </a:r>
            <a:r>
              <a:rPr lang="en-US" altLang="ko-KR" sz="2000" b="1"/>
              <a:t>A /</a:t>
            </a:r>
            <a:r>
              <a:rPr lang="ko-KR" altLang="en-US" sz="2000" b="1"/>
              <a:t>간접</a:t>
            </a:r>
            <a:r>
              <a:rPr lang="en-US" altLang="ko-KR" sz="2000" b="1"/>
              <a:t> </a:t>
            </a:r>
            <a:r>
              <a:rPr lang="ko-KR" altLang="en-US" sz="2000" b="1"/>
              <a:t>센서 </a:t>
            </a:r>
            <a:r>
              <a:rPr lang="en-US" altLang="ko-KR" sz="2000" b="1"/>
              <a:t>SET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819D2B-D290-5258-4DE7-F2B35A6C3918}"/>
              </a:ext>
            </a:extLst>
          </p:cNvPr>
          <p:cNvSpPr txBox="1"/>
          <p:nvPr/>
        </p:nvSpPr>
        <p:spPr>
          <a:xfrm>
            <a:off x="2130842" y="3830234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1200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952008-CEBC-2E0D-36FF-199CBB618BDD}"/>
              </a:ext>
            </a:extLst>
          </p:cNvPr>
          <p:cNvSpPr txBox="1"/>
          <p:nvPr/>
        </p:nvSpPr>
        <p:spPr>
          <a:xfrm>
            <a:off x="2821034" y="6246459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3004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1E26DE-9DC3-1017-1109-2C818A91CCB6}"/>
              </a:ext>
            </a:extLst>
          </p:cNvPr>
          <p:cNvSpPr txBox="1"/>
          <p:nvPr/>
        </p:nvSpPr>
        <p:spPr>
          <a:xfrm>
            <a:off x="4476650" y="6253328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2814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F087AE3-C4BB-BEDA-4D1C-CEF4D3836674}"/>
              </a:ext>
            </a:extLst>
          </p:cNvPr>
          <p:cNvSpPr txBox="1"/>
          <p:nvPr/>
        </p:nvSpPr>
        <p:spPr>
          <a:xfrm>
            <a:off x="6457817" y="6253328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4502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C93A480-B002-1872-C74B-F25669951FAE}"/>
              </a:ext>
            </a:extLst>
          </p:cNvPr>
          <p:cNvSpPr txBox="1"/>
          <p:nvPr/>
        </p:nvSpPr>
        <p:spPr>
          <a:xfrm>
            <a:off x="8574876" y="6169216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3607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969EE14-5BFE-6B97-4496-7268E81A2DB3}"/>
              </a:ext>
            </a:extLst>
          </p:cNvPr>
          <p:cNvSpPr txBox="1"/>
          <p:nvPr/>
        </p:nvSpPr>
        <p:spPr>
          <a:xfrm>
            <a:off x="6385807" y="4225723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3103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07C1451-35EE-2D05-A547-9CF074F21C97}"/>
              </a:ext>
            </a:extLst>
          </p:cNvPr>
          <p:cNvSpPr txBox="1"/>
          <p:nvPr/>
        </p:nvSpPr>
        <p:spPr>
          <a:xfrm>
            <a:off x="5791729" y="4807659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3311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B109D14-D64D-726E-E35E-4AE43EAF7326}"/>
              </a:ext>
            </a:extLst>
          </p:cNvPr>
          <p:cNvSpPr txBox="1"/>
          <p:nvPr/>
        </p:nvSpPr>
        <p:spPr>
          <a:xfrm>
            <a:off x="7925120" y="3357277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1200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61BFF0A-8743-C8C9-EFD3-DB6337E5F6EC}"/>
              </a:ext>
            </a:extLst>
          </p:cNvPr>
          <p:cNvSpPr txBox="1"/>
          <p:nvPr/>
        </p:nvSpPr>
        <p:spPr>
          <a:xfrm>
            <a:off x="3181334" y="3022331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1500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476660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6FAAEE-A28A-B9A9-DBD2-047E93818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0BCB2C8-B9D2-387E-ED35-5F2FF26C91C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529931" y="931415"/>
            <a:ext cx="7223669" cy="542216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D31189A-FBBC-810E-C136-D45A54920D12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D31189A-FBBC-810E-C136-D45A54920D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1C6F1A83-19AF-1912-6BDB-D8920EB81355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84A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17499FE-C505-809F-36A7-30DBE56D3AE9}"/>
              </a:ext>
            </a:extLst>
          </p:cNvPr>
          <p:cNvSpPr/>
          <p:nvPr/>
        </p:nvSpPr>
        <p:spPr>
          <a:xfrm>
            <a:off x="8053668" y="5798651"/>
            <a:ext cx="1076044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817AA1-F48B-11C4-6699-167C38789FC1}"/>
              </a:ext>
            </a:extLst>
          </p:cNvPr>
          <p:cNvSpPr txBox="1"/>
          <p:nvPr/>
        </p:nvSpPr>
        <p:spPr>
          <a:xfrm>
            <a:off x="8440919" y="4967628"/>
            <a:ext cx="859809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err="1"/>
              <a:t>무선리모컨</a:t>
            </a:r>
            <a:endParaRPr lang="en-US" altLang="ko-KR" sz="1000" b="1"/>
          </a:p>
          <a:p>
            <a:pPr algn="ctr"/>
            <a:r>
              <a:rPr lang="en-US" altLang="ko-KR" sz="1000" b="1"/>
              <a:t>1</a:t>
            </a:r>
            <a:r>
              <a:rPr lang="ko-KR" altLang="en-US" sz="1000" b="1"/>
              <a:t>구</a:t>
            </a:r>
            <a:r>
              <a:rPr lang="en-US" altLang="ko-KR" sz="1000" b="1"/>
              <a:t>(3</a:t>
            </a:r>
            <a:r>
              <a:rPr lang="ko-KR" altLang="en-US" sz="1000" b="1"/>
              <a:t>채널</a:t>
            </a:r>
            <a:r>
              <a:rPr lang="en-US" altLang="ko-KR" sz="1000" b="1"/>
              <a:t>)</a:t>
            </a:r>
            <a:endParaRPr lang="ko-KR" altLang="en-US" sz="1000" b="1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FC93571-5F78-968B-2652-6BE307E7C4EA}"/>
              </a:ext>
            </a:extLst>
          </p:cNvPr>
          <p:cNvSpPr/>
          <p:nvPr/>
        </p:nvSpPr>
        <p:spPr>
          <a:xfrm rot="5400000">
            <a:off x="6618532" y="5006145"/>
            <a:ext cx="102820" cy="182097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853ED3E5-3450-321F-3E3B-C21FE14BBB9D}"/>
              </a:ext>
            </a:extLst>
          </p:cNvPr>
          <p:cNvSpPr/>
          <p:nvPr/>
        </p:nvSpPr>
        <p:spPr>
          <a:xfrm>
            <a:off x="6113413" y="4472164"/>
            <a:ext cx="1076639" cy="1087359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F7719001-E0E8-2217-9AE2-A5797F907C22}"/>
              </a:ext>
            </a:extLst>
          </p:cNvPr>
          <p:cNvSpPr/>
          <p:nvPr/>
        </p:nvSpPr>
        <p:spPr>
          <a:xfrm>
            <a:off x="6247113" y="4611265"/>
            <a:ext cx="789068" cy="827544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082DE31-7CF1-BB74-78FB-9436D4159801}"/>
              </a:ext>
            </a:extLst>
          </p:cNvPr>
          <p:cNvSpPr txBox="1"/>
          <p:nvPr/>
        </p:nvSpPr>
        <p:spPr>
          <a:xfrm>
            <a:off x="5688700" y="3830234"/>
            <a:ext cx="1891732" cy="2462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153C31-9D8A-1BEC-996F-B7B8FD9AACD6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9F3E5469-318E-0124-0B54-6462CDD844F7}"/>
              </a:ext>
            </a:extLst>
          </p:cNvPr>
          <p:cNvGrpSpPr/>
          <p:nvPr/>
        </p:nvGrpSpPr>
        <p:grpSpPr>
          <a:xfrm>
            <a:off x="5619151" y="4535500"/>
            <a:ext cx="98891" cy="1167715"/>
            <a:chOff x="4737834" y="4942995"/>
            <a:chExt cx="98891" cy="1167715"/>
          </a:xfrm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BDC25CEB-8C72-4BCE-66C3-E8D683DAFC9C}"/>
                </a:ext>
              </a:extLst>
            </p:cNvPr>
            <p:cNvSpPr/>
            <p:nvPr/>
          </p:nvSpPr>
          <p:spPr>
            <a:xfrm>
              <a:off x="4737834" y="494299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B01A385D-AE76-16E4-DC75-45AF47940331}"/>
                </a:ext>
              </a:extLst>
            </p:cNvPr>
            <p:cNvSpPr/>
            <p:nvPr/>
          </p:nvSpPr>
          <p:spPr>
            <a:xfrm>
              <a:off x="4738263" y="5483219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8436402F-51CB-C679-212B-43640CDF7EFB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44BEBDBB-7FD6-1DDC-7EF0-DCFDA5CA7B90}"/>
              </a:ext>
            </a:extLst>
          </p:cNvPr>
          <p:cNvGrpSpPr/>
          <p:nvPr/>
        </p:nvGrpSpPr>
        <p:grpSpPr>
          <a:xfrm>
            <a:off x="7818358" y="4777240"/>
            <a:ext cx="98814" cy="702109"/>
            <a:chOff x="4737834" y="4900127"/>
            <a:chExt cx="98814" cy="702109"/>
          </a:xfrm>
          <a:solidFill>
            <a:srgbClr val="00B0F0"/>
          </a:solidFill>
        </p:grpSpPr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BC071A5E-ABA8-2A1A-4408-544471987DA5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95F1BE1D-6779-178B-D240-7C216F7284B6}"/>
                </a:ext>
              </a:extLst>
            </p:cNvPr>
            <p:cNvSpPr/>
            <p:nvPr/>
          </p:nvSpPr>
          <p:spPr>
            <a:xfrm>
              <a:off x="4738263" y="5503851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EE68A374-A436-F2CD-F54A-87C472C383CB}"/>
              </a:ext>
            </a:extLst>
          </p:cNvPr>
          <p:cNvGrpSpPr/>
          <p:nvPr/>
        </p:nvGrpSpPr>
        <p:grpSpPr>
          <a:xfrm>
            <a:off x="3800889" y="2970777"/>
            <a:ext cx="387045" cy="414400"/>
            <a:chOff x="9272214" y="3797098"/>
            <a:chExt cx="387045" cy="414400"/>
          </a:xfrm>
          <a:solidFill>
            <a:srgbClr val="CC0000"/>
          </a:solidFill>
        </p:grpSpPr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EAA79378-4854-BC6D-8908-02389C867A68}"/>
                </a:ext>
              </a:extLst>
            </p:cNvPr>
            <p:cNvGrpSpPr/>
            <p:nvPr/>
          </p:nvGrpSpPr>
          <p:grpSpPr>
            <a:xfrm>
              <a:off x="9560445" y="3799905"/>
              <a:ext cx="98814" cy="411593"/>
              <a:chOff x="4674334" y="4900127"/>
              <a:chExt cx="98814" cy="411593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7" name="타원 26">
                <a:extLst>
                  <a:ext uri="{FF2B5EF4-FFF2-40B4-BE49-F238E27FC236}">
                    <a16:creationId xmlns:a16="http://schemas.microsoft.com/office/drawing/2014/main" id="{78440CAE-3C6A-696B-71F0-20F20C46890F}"/>
                  </a:ext>
                </a:extLst>
              </p:cNvPr>
              <p:cNvSpPr/>
              <p:nvPr/>
            </p:nvSpPr>
            <p:spPr>
              <a:xfrm>
                <a:off x="46743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8" name="타원 27">
                <a:extLst>
                  <a:ext uri="{FF2B5EF4-FFF2-40B4-BE49-F238E27FC236}">
                    <a16:creationId xmlns:a16="http://schemas.microsoft.com/office/drawing/2014/main" id="{F5FEE825-ABE4-6347-4E5D-E2F1F5F469A0}"/>
                  </a:ext>
                </a:extLst>
              </p:cNvPr>
              <p:cNvSpPr/>
              <p:nvPr/>
            </p:nvSpPr>
            <p:spPr>
              <a:xfrm>
                <a:off x="4674763" y="5213335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3" name="별: 꼭짓점 7개 22">
              <a:extLst>
                <a:ext uri="{FF2B5EF4-FFF2-40B4-BE49-F238E27FC236}">
                  <a16:creationId xmlns:a16="http://schemas.microsoft.com/office/drawing/2014/main" id="{75251B27-2C27-C34B-32BE-17701164E466}"/>
                </a:ext>
              </a:extLst>
            </p:cNvPr>
            <p:cNvSpPr/>
            <p:nvPr/>
          </p:nvSpPr>
          <p:spPr>
            <a:xfrm rot="5400000">
              <a:off x="9343514" y="3870257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8E26218E-7816-FDA3-8639-0D3B41933D5B}"/>
                </a:ext>
              </a:extLst>
            </p:cNvPr>
            <p:cNvGrpSpPr/>
            <p:nvPr/>
          </p:nvGrpSpPr>
          <p:grpSpPr>
            <a:xfrm>
              <a:off x="9272214" y="3797098"/>
              <a:ext cx="98814" cy="411593"/>
              <a:chOff x="4818802" y="4900127"/>
              <a:chExt cx="98814" cy="411593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5" name="타원 24">
                <a:extLst>
                  <a:ext uri="{FF2B5EF4-FFF2-40B4-BE49-F238E27FC236}">
                    <a16:creationId xmlns:a16="http://schemas.microsoft.com/office/drawing/2014/main" id="{D68D9AFE-B89E-055F-BD0A-858F4B9A8914}"/>
                  </a:ext>
                </a:extLst>
              </p:cNvPr>
              <p:cNvSpPr/>
              <p:nvPr/>
            </p:nvSpPr>
            <p:spPr>
              <a:xfrm>
                <a:off x="4818802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타원 25">
                <a:extLst>
                  <a:ext uri="{FF2B5EF4-FFF2-40B4-BE49-F238E27FC236}">
                    <a16:creationId xmlns:a16="http://schemas.microsoft.com/office/drawing/2014/main" id="{A8EE62E1-51EC-75C0-F89D-D4348DAF2108}"/>
                  </a:ext>
                </a:extLst>
              </p:cNvPr>
              <p:cNvSpPr/>
              <p:nvPr/>
            </p:nvSpPr>
            <p:spPr>
              <a:xfrm>
                <a:off x="4819231" y="5213335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814E95E4-0BB2-6BFE-6CB4-088D551BA0B3}"/>
              </a:ext>
            </a:extLst>
          </p:cNvPr>
          <p:cNvGrpSpPr/>
          <p:nvPr/>
        </p:nvGrpSpPr>
        <p:grpSpPr>
          <a:xfrm rot="5400000">
            <a:off x="4549821" y="3886152"/>
            <a:ext cx="104184" cy="626456"/>
            <a:chOff x="5324822" y="4457234"/>
            <a:chExt cx="104184" cy="626456"/>
          </a:xfrm>
        </p:grpSpPr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80B57B0F-F417-40EA-29C3-32C7B1DC18C0}"/>
                </a:ext>
              </a:extLst>
            </p:cNvPr>
            <p:cNvSpPr/>
            <p:nvPr/>
          </p:nvSpPr>
          <p:spPr>
            <a:xfrm>
              <a:off x="5330621" y="4457234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2BA1383F-F57E-7C91-4F8E-0C9D15740D33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E73A9244-1F9F-96A2-F0C2-E2DFB6EE8EE4}"/>
              </a:ext>
            </a:extLst>
          </p:cNvPr>
          <p:cNvSpPr/>
          <p:nvPr/>
        </p:nvSpPr>
        <p:spPr>
          <a:xfrm flipV="1">
            <a:off x="3613557" y="2881312"/>
            <a:ext cx="98385" cy="73757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434423E-0A5A-51B0-71E1-FEABD376D35A}"/>
              </a:ext>
            </a:extLst>
          </p:cNvPr>
          <p:cNvSpPr txBox="1"/>
          <p:nvPr/>
        </p:nvSpPr>
        <p:spPr>
          <a:xfrm>
            <a:off x="6782863" y="6414683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highlight>
                  <a:srgbClr val="FFFF00"/>
                </a:highlight>
              </a:rPr>
              <a:t>우물은 두가지 </a:t>
            </a:r>
            <a:r>
              <a:rPr lang="ko-KR" altLang="en-US" sz="1000" err="1">
                <a:highlight>
                  <a:srgbClr val="FFFF00"/>
                </a:highlight>
              </a:rPr>
              <a:t>타입중</a:t>
            </a:r>
            <a:r>
              <a:rPr lang="ko-KR" altLang="en-US" sz="1000">
                <a:highlight>
                  <a:srgbClr val="FFFF00"/>
                </a:highlight>
              </a:rPr>
              <a:t> 선택 가능합니다</a:t>
            </a:r>
            <a:r>
              <a:rPr lang="en-US" altLang="ko-KR" sz="100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>
                <a:highlight>
                  <a:srgbClr val="FFFF00"/>
                </a:highlight>
              </a:rPr>
              <a:t>. </a:t>
            </a:r>
            <a:endParaRPr lang="ko-KR" altLang="en-US" sz="1000">
              <a:highlight>
                <a:srgbClr val="FFFF00"/>
              </a:highlight>
            </a:endParaRPr>
          </a:p>
        </p:txBody>
      </p: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99A2E20B-E2D1-2B9F-943B-0F8449EA14A5}"/>
              </a:ext>
            </a:extLst>
          </p:cNvPr>
          <p:cNvCxnSpPr>
            <a:cxnSpLocks/>
          </p:cNvCxnSpPr>
          <p:nvPr/>
        </p:nvCxnSpPr>
        <p:spPr>
          <a:xfrm flipV="1">
            <a:off x="7036181" y="5559523"/>
            <a:ext cx="0" cy="9010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13">
            <a:extLst>
              <a:ext uri="{FF2B5EF4-FFF2-40B4-BE49-F238E27FC236}">
                <a16:creationId xmlns:a16="http://schemas.microsoft.com/office/drawing/2014/main" id="{FA00A0BA-8513-F7E0-B52C-E348EBF0EC70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BF1FED2D-0048-E821-62C5-AD637E226F8B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0A28BBD1-34D5-9AF8-3792-0685A7ED3432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60768D1F-0DDA-DD08-07C6-4E8AE497EC1E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E2999FF8-49E4-906D-ED06-E343DFFB42F2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2" name="TextBox 11">
              <a:extLst>
                <a:ext uri="{FF2B5EF4-FFF2-40B4-BE49-F238E27FC236}">
                  <a16:creationId xmlns:a16="http://schemas.microsoft.com/office/drawing/2014/main" id="{AF913B2A-1185-57D0-0CBA-CCC934EDF7AA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8D8C2F21-48BF-1899-C34B-FDF38A385425}"/>
              </a:ext>
            </a:extLst>
          </p:cNvPr>
          <p:cNvSpPr/>
          <p:nvPr/>
        </p:nvSpPr>
        <p:spPr>
          <a:xfrm flipV="1">
            <a:off x="2652338" y="3655218"/>
            <a:ext cx="98385" cy="59625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6A1DA1DB-B37E-1627-2B1F-A83D2BAC04B3}"/>
              </a:ext>
            </a:extLst>
          </p:cNvPr>
          <p:cNvSpPr/>
          <p:nvPr/>
        </p:nvSpPr>
        <p:spPr>
          <a:xfrm flipV="1">
            <a:off x="7886600" y="3163484"/>
            <a:ext cx="98385" cy="59625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C8A7C785-69DD-58FF-D1A3-60B4CBF9A8CA}"/>
              </a:ext>
            </a:extLst>
          </p:cNvPr>
          <p:cNvGrpSpPr/>
          <p:nvPr/>
        </p:nvGrpSpPr>
        <p:grpSpPr>
          <a:xfrm>
            <a:off x="7589780" y="4583825"/>
            <a:ext cx="98891" cy="1167715"/>
            <a:chOff x="4737834" y="4942995"/>
            <a:chExt cx="98891" cy="1167715"/>
          </a:xfrm>
        </p:grpSpPr>
        <p:sp>
          <p:nvSpPr>
            <p:cNvPr id="52" name="타원 51">
              <a:extLst>
                <a:ext uri="{FF2B5EF4-FFF2-40B4-BE49-F238E27FC236}">
                  <a16:creationId xmlns:a16="http://schemas.microsoft.com/office/drawing/2014/main" id="{40B3BD2A-3C20-3751-62AC-A64F62F78665}"/>
                </a:ext>
              </a:extLst>
            </p:cNvPr>
            <p:cNvSpPr/>
            <p:nvPr/>
          </p:nvSpPr>
          <p:spPr>
            <a:xfrm>
              <a:off x="4737834" y="494299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3" name="타원 52">
              <a:extLst>
                <a:ext uri="{FF2B5EF4-FFF2-40B4-BE49-F238E27FC236}">
                  <a16:creationId xmlns:a16="http://schemas.microsoft.com/office/drawing/2014/main" id="{49E6FFAF-EE4B-4AA7-D57B-4595CF60F40B}"/>
                </a:ext>
              </a:extLst>
            </p:cNvPr>
            <p:cNvSpPr/>
            <p:nvPr/>
          </p:nvSpPr>
          <p:spPr>
            <a:xfrm>
              <a:off x="4738263" y="5483219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4" name="타원 53">
              <a:extLst>
                <a:ext uri="{FF2B5EF4-FFF2-40B4-BE49-F238E27FC236}">
                  <a16:creationId xmlns:a16="http://schemas.microsoft.com/office/drawing/2014/main" id="{56BCB5FE-202E-B4DB-9B8C-9FD3EB237EA2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8759ABBD-038B-0BF4-4DC4-88BDAE612C46}"/>
              </a:ext>
            </a:extLst>
          </p:cNvPr>
          <p:cNvSpPr txBox="1"/>
          <p:nvPr/>
        </p:nvSpPr>
        <p:spPr>
          <a:xfrm>
            <a:off x="2130842" y="3830234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1200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B2E852-E882-5132-91FC-4520FE3E93B1}"/>
              </a:ext>
            </a:extLst>
          </p:cNvPr>
          <p:cNvSpPr txBox="1"/>
          <p:nvPr/>
        </p:nvSpPr>
        <p:spPr>
          <a:xfrm>
            <a:off x="2821034" y="6246459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3004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DE1D8EB-70F3-F0CB-F76D-A2666C147334}"/>
              </a:ext>
            </a:extLst>
          </p:cNvPr>
          <p:cNvSpPr txBox="1"/>
          <p:nvPr/>
        </p:nvSpPr>
        <p:spPr>
          <a:xfrm>
            <a:off x="4476650" y="6253328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2814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C585181-485A-B17B-6A55-DC8A29A87246}"/>
              </a:ext>
            </a:extLst>
          </p:cNvPr>
          <p:cNvSpPr txBox="1"/>
          <p:nvPr/>
        </p:nvSpPr>
        <p:spPr>
          <a:xfrm>
            <a:off x="6457817" y="6253328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4502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BB77C92-7DD1-C6E6-1C74-98482A23ADDE}"/>
              </a:ext>
            </a:extLst>
          </p:cNvPr>
          <p:cNvSpPr txBox="1"/>
          <p:nvPr/>
        </p:nvSpPr>
        <p:spPr>
          <a:xfrm>
            <a:off x="8574876" y="6169216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3607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CD1BEFE-B7EA-2087-B3EC-341C537D42B3}"/>
              </a:ext>
            </a:extLst>
          </p:cNvPr>
          <p:cNvSpPr txBox="1"/>
          <p:nvPr/>
        </p:nvSpPr>
        <p:spPr>
          <a:xfrm>
            <a:off x="6385807" y="4225723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3103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75BA689-8D3C-49A5-1500-FF45214FB6BE}"/>
              </a:ext>
            </a:extLst>
          </p:cNvPr>
          <p:cNvSpPr txBox="1"/>
          <p:nvPr/>
        </p:nvSpPr>
        <p:spPr>
          <a:xfrm>
            <a:off x="5791729" y="4807659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3311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9B4D712-3C48-612A-A58E-527EF664C0E9}"/>
              </a:ext>
            </a:extLst>
          </p:cNvPr>
          <p:cNvSpPr txBox="1"/>
          <p:nvPr/>
        </p:nvSpPr>
        <p:spPr>
          <a:xfrm>
            <a:off x="7925120" y="3357277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1200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33F2623-90F5-4EDB-5F16-327747E63002}"/>
              </a:ext>
            </a:extLst>
          </p:cNvPr>
          <p:cNvSpPr txBox="1"/>
          <p:nvPr/>
        </p:nvSpPr>
        <p:spPr>
          <a:xfrm>
            <a:off x="3181334" y="3022331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1500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886762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F0DECE-0199-915E-98A9-DE667A45A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6E7B970-9A0F-33CD-5373-30FD827F160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529931" y="931415"/>
            <a:ext cx="7223669" cy="542216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B7B023D-14BC-44E6-9BCB-7F7AA50BAA90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B7B023D-14BC-44E6-9BCB-7F7AA50BAA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483A9196-857C-41A0-9640-2AEA9F57A4DF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84A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 + </a:t>
            </a:r>
            <a:r>
              <a:rPr lang="ko-KR" altLang="en-US" sz="2000" b="1" err="1"/>
              <a:t>실링팬</a:t>
            </a:r>
            <a:r>
              <a:rPr lang="ko-KR" altLang="en-US" sz="2000" b="1"/>
              <a:t> 우물두줄</a:t>
            </a:r>
            <a:endParaRPr lang="en-US" altLang="ko-KR" sz="2000" b="1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9E2A20B-51EC-4BBC-0102-22AB122CF1BB}"/>
              </a:ext>
            </a:extLst>
          </p:cNvPr>
          <p:cNvSpPr/>
          <p:nvPr/>
        </p:nvSpPr>
        <p:spPr>
          <a:xfrm>
            <a:off x="8053668" y="5798651"/>
            <a:ext cx="1076044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A7420C-6246-ABD5-F332-D4791E68C147}"/>
              </a:ext>
            </a:extLst>
          </p:cNvPr>
          <p:cNvSpPr txBox="1"/>
          <p:nvPr/>
        </p:nvSpPr>
        <p:spPr>
          <a:xfrm>
            <a:off x="8440919" y="4967628"/>
            <a:ext cx="859809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err="1"/>
              <a:t>무선리모컨</a:t>
            </a:r>
            <a:endParaRPr lang="en-US" altLang="ko-KR" sz="1000" b="1"/>
          </a:p>
          <a:p>
            <a:pPr algn="ctr"/>
            <a:r>
              <a:rPr lang="en-US" altLang="ko-KR" sz="1000" b="1"/>
              <a:t>1</a:t>
            </a:r>
            <a:r>
              <a:rPr lang="ko-KR" altLang="en-US" sz="1000" b="1"/>
              <a:t>구</a:t>
            </a:r>
            <a:r>
              <a:rPr lang="en-US" altLang="ko-KR" sz="1000" b="1"/>
              <a:t>(3</a:t>
            </a:r>
            <a:r>
              <a:rPr lang="ko-KR" altLang="en-US" sz="1000" b="1"/>
              <a:t>채널</a:t>
            </a:r>
            <a:r>
              <a:rPr lang="en-US" altLang="ko-KR" sz="1000" b="1"/>
              <a:t>)</a:t>
            </a:r>
            <a:endParaRPr lang="ko-KR" altLang="en-US" sz="1000" b="1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F615844-97BC-A99A-BF15-A7CFCE28B9B2}"/>
              </a:ext>
            </a:extLst>
          </p:cNvPr>
          <p:cNvSpPr/>
          <p:nvPr/>
        </p:nvSpPr>
        <p:spPr>
          <a:xfrm rot="5400000">
            <a:off x="6618532" y="5006145"/>
            <a:ext cx="102820" cy="182097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8EA3E0A0-AE7B-08CC-87C6-B7EAE3F5F543}"/>
              </a:ext>
            </a:extLst>
          </p:cNvPr>
          <p:cNvSpPr/>
          <p:nvPr/>
        </p:nvSpPr>
        <p:spPr>
          <a:xfrm>
            <a:off x="6113413" y="4472164"/>
            <a:ext cx="1076639" cy="1087359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5AD733BB-EBB1-EA86-AEDE-34FD93F043FA}"/>
              </a:ext>
            </a:extLst>
          </p:cNvPr>
          <p:cNvSpPr/>
          <p:nvPr/>
        </p:nvSpPr>
        <p:spPr>
          <a:xfrm>
            <a:off x="6247113" y="4611265"/>
            <a:ext cx="789068" cy="827544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96B22B-5CF4-B5F3-0985-13E6AEE5B4F5}"/>
              </a:ext>
            </a:extLst>
          </p:cNvPr>
          <p:cNvSpPr txBox="1"/>
          <p:nvPr/>
        </p:nvSpPr>
        <p:spPr>
          <a:xfrm>
            <a:off x="5688700" y="3830234"/>
            <a:ext cx="1891732" cy="2462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0D58B5-D164-4C9C-EE19-9362C2D8554B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13" name="별: 꼭짓점 4개 12">
            <a:extLst>
              <a:ext uri="{FF2B5EF4-FFF2-40B4-BE49-F238E27FC236}">
                <a16:creationId xmlns:a16="http://schemas.microsoft.com/office/drawing/2014/main" id="{D09A98D0-AEAD-BC9A-CEA7-DB52425C6E43}"/>
              </a:ext>
            </a:extLst>
          </p:cNvPr>
          <p:cNvSpPr/>
          <p:nvPr/>
        </p:nvSpPr>
        <p:spPr>
          <a:xfrm>
            <a:off x="6362989" y="4745420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01E88DF2-B3F8-E7F3-8265-6918A1CDC4BB}"/>
              </a:ext>
            </a:extLst>
          </p:cNvPr>
          <p:cNvGrpSpPr/>
          <p:nvPr/>
        </p:nvGrpSpPr>
        <p:grpSpPr>
          <a:xfrm>
            <a:off x="5619151" y="4535500"/>
            <a:ext cx="98891" cy="1167715"/>
            <a:chOff x="4737834" y="4942995"/>
            <a:chExt cx="98891" cy="1167715"/>
          </a:xfrm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10451DBD-A19B-4A2A-7B9C-FB02A45B23C3}"/>
                </a:ext>
              </a:extLst>
            </p:cNvPr>
            <p:cNvSpPr/>
            <p:nvPr/>
          </p:nvSpPr>
          <p:spPr>
            <a:xfrm>
              <a:off x="4737834" y="494299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81BA01F1-F3F6-83BF-6D9A-399D72F3870A}"/>
                </a:ext>
              </a:extLst>
            </p:cNvPr>
            <p:cNvSpPr/>
            <p:nvPr/>
          </p:nvSpPr>
          <p:spPr>
            <a:xfrm>
              <a:off x="4738263" y="5483219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23B49290-337A-45EB-AEA6-793F19A366DC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B6386988-0A33-0578-85C6-90DBDAB2F6DA}"/>
              </a:ext>
            </a:extLst>
          </p:cNvPr>
          <p:cNvGrpSpPr/>
          <p:nvPr/>
        </p:nvGrpSpPr>
        <p:grpSpPr>
          <a:xfrm>
            <a:off x="7818358" y="4777240"/>
            <a:ext cx="98814" cy="702109"/>
            <a:chOff x="4737834" y="4900127"/>
            <a:chExt cx="98814" cy="702109"/>
          </a:xfrm>
          <a:solidFill>
            <a:srgbClr val="00B0F0"/>
          </a:solidFill>
        </p:grpSpPr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113F2871-C813-98DE-9306-D5A52EA207D6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982CBC56-F890-308E-343C-D46FC9402EE9}"/>
                </a:ext>
              </a:extLst>
            </p:cNvPr>
            <p:cNvSpPr/>
            <p:nvPr/>
          </p:nvSpPr>
          <p:spPr>
            <a:xfrm>
              <a:off x="4738263" y="5503851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44C7AA95-291E-90F2-3D12-025B322E8ED4}"/>
              </a:ext>
            </a:extLst>
          </p:cNvPr>
          <p:cNvGrpSpPr/>
          <p:nvPr/>
        </p:nvGrpSpPr>
        <p:grpSpPr>
          <a:xfrm>
            <a:off x="3800889" y="2970777"/>
            <a:ext cx="387045" cy="414400"/>
            <a:chOff x="9272214" y="3797098"/>
            <a:chExt cx="387045" cy="414400"/>
          </a:xfrm>
          <a:solidFill>
            <a:srgbClr val="CC0000"/>
          </a:solidFill>
        </p:grpSpPr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CF6C306E-AEB1-81BD-5F00-CFBC0E3F3934}"/>
                </a:ext>
              </a:extLst>
            </p:cNvPr>
            <p:cNvGrpSpPr/>
            <p:nvPr/>
          </p:nvGrpSpPr>
          <p:grpSpPr>
            <a:xfrm>
              <a:off x="9560445" y="3799905"/>
              <a:ext cx="98814" cy="411593"/>
              <a:chOff x="4674334" y="4900127"/>
              <a:chExt cx="98814" cy="411593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7" name="타원 26">
                <a:extLst>
                  <a:ext uri="{FF2B5EF4-FFF2-40B4-BE49-F238E27FC236}">
                    <a16:creationId xmlns:a16="http://schemas.microsoft.com/office/drawing/2014/main" id="{0A2E3112-C73B-5030-ED79-AC499151842B}"/>
                  </a:ext>
                </a:extLst>
              </p:cNvPr>
              <p:cNvSpPr/>
              <p:nvPr/>
            </p:nvSpPr>
            <p:spPr>
              <a:xfrm>
                <a:off x="46743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8" name="타원 27">
                <a:extLst>
                  <a:ext uri="{FF2B5EF4-FFF2-40B4-BE49-F238E27FC236}">
                    <a16:creationId xmlns:a16="http://schemas.microsoft.com/office/drawing/2014/main" id="{3ED17FCB-AF6A-35F6-9BD9-42E8D65FBF60}"/>
                  </a:ext>
                </a:extLst>
              </p:cNvPr>
              <p:cNvSpPr/>
              <p:nvPr/>
            </p:nvSpPr>
            <p:spPr>
              <a:xfrm>
                <a:off x="4674763" y="5213335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3" name="별: 꼭짓점 7개 22">
              <a:extLst>
                <a:ext uri="{FF2B5EF4-FFF2-40B4-BE49-F238E27FC236}">
                  <a16:creationId xmlns:a16="http://schemas.microsoft.com/office/drawing/2014/main" id="{D26E6E10-8065-ED25-3F5F-3DB3AABE2BA5}"/>
                </a:ext>
              </a:extLst>
            </p:cNvPr>
            <p:cNvSpPr/>
            <p:nvPr/>
          </p:nvSpPr>
          <p:spPr>
            <a:xfrm rot="5400000">
              <a:off x="9343514" y="3870257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FCB8BEE7-412B-35A2-7E4C-1040080687FF}"/>
                </a:ext>
              </a:extLst>
            </p:cNvPr>
            <p:cNvGrpSpPr/>
            <p:nvPr/>
          </p:nvGrpSpPr>
          <p:grpSpPr>
            <a:xfrm>
              <a:off x="9272214" y="3797098"/>
              <a:ext cx="98814" cy="411593"/>
              <a:chOff x="4818802" y="4900127"/>
              <a:chExt cx="98814" cy="411593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5" name="타원 24">
                <a:extLst>
                  <a:ext uri="{FF2B5EF4-FFF2-40B4-BE49-F238E27FC236}">
                    <a16:creationId xmlns:a16="http://schemas.microsoft.com/office/drawing/2014/main" id="{B4E0A99C-F7AB-7C59-D0F0-C0B31F304B18}"/>
                  </a:ext>
                </a:extLst>
              </p:cNvPr>
              <p:cNvSpPr/>
              <p:nvPr/>
            </p:nvSpPr>
            <p:spPr>
              <a:xfrm>
                <a:off x="4818802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타원 25">
                <a:extLst>
                  <a:ext uri="{FF2B5EF4-FFF2-40B4-BE49-F238E27FC236}">
                    <a16:creationId xmlns:a16="http://schemas.microsoft.com/office/drawing/2014/main" id="{50C91C9A-8155-21AE-9BD2-110145CB2FAF}"/>
                  </a:ext>
                </a:extLst>
              </p:cNvPr>
              <p:cNvSpPr/>
              <p:nvPr/>
            </p:nvSpPr>
            <p:spPr>
              <a:xfrm>
                <a:off x="4819231" y="5213335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25F74E44-CBA2-08E9-A5D7-AB0EB2115CDD}"/>
              </a:ext>
            </a:extLst>
          </p:cNvPr>
          <p:cNvGrpSpPr/>
          <p:nvPr/>
        </p:nvGrpSpPr>
        <p:grpSpPr>
          <a:xfrm rot="5400000">
            <a:off x="4549821" y="3886152"/>
            <a:ext cx="104184" cy="626456"/>
            <a:chOff x="5324822" y="4457234"/>
            <a:chExt cx="104184" cy="626456"/>
          </a:xfrm>
        </p:grpSpPr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EEB9FCCD-1641-32CD-8CCE-E9F53E47C331}"/>
                </a:ext>
              </a:extLst>
            </p:cNvPr>
            <p:cNvSpPr/>
            <p:nvPr/>
          </p:nvSpPr>
          <p:spPr>
            <a:xfrm>
              <a:off x="5330621" y="4457234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6717CF8B-90FD-9BBB-E94C-B39BC8CDBB23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363A49BB-5EE1-2956-0379-CB4D0CE5382F}"/>
              </a:ext>
            </a:extLst>
          </p:cNvPr>
          <p:cNvSpPr/>
          <p:nvPr/>
        </p:nvSpPr>
        <p:spPr>
          <a:xfrm flipV="1">
            <a:off x="3613557" y="2881312"/>
            <a:ext cx="98385" cy="73757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7606510-C24F-37BC-5D07-D861DE1ECA70}"/>
              </a:ext>
            </a:extLst>
          </p:cNvPr>
          <p:cNvSpPr txBox="1"/>
          <p:nvPr/>
        </p:nvSpPr>
        <p:spPr>
          <a:xfrm>
            <a:off x="6782863" y="6414683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highlight>
                  <a:srgbClr val="FFFF00"/>
                </a:highlight>
              </a:rPr>
              <a:t>우물은 두가지 </a:t>
            </a:r>
            <a:r>
              <a:rPr lang="ko-KR" altLang="en-US" sz="1000" err="1">
                <a:highlight>
                  <a:srgbClr val="FFFF00"/>
                </a:highlight>
              </a:rPr>
              <a:t>타입중</a:t>
            </a:r>
            <a:r>
              <a:rPr lang="ko-KR" altLang="en-US" sz="1000">
                <a:highlight>
                  <a:srgbClr val="FFFF00"/>
                </a:highlight>
              </a:rPr>
              <a:t> 선택 가능합니다</a:t>
            </a:r>
            <a:r>
              <a:rPr lang="en-US" altLang="ko-KR" sz="100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>
                <a:highlight>
                  <a:srgbClr val="FFFF00"/>
                </a:highlight>
              </a:rPr>
              <a:t>. </a:t>
            </a:r>
            <a:endParaRPr lang="ko-KR" altLang="en-US" sz="1000">
              <a:highlight>
                <a:srgbClr val="FFFF00"/>
              </a:highlight>
            </a:endParaRPr>
          </a:p>
        </p:txBody>
      </p: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76D6EA57-69EA-D8F4-B5C9-2C2C5F89C538}"/>
              </a:ext>
            </a:extLst>
          </p:cNvPr>
          <p:cNvCxnSpPr>
            <a:cxnSpLocks/>
          </p:cNvCxnSpPr>
          <p:nvPr/>
        </p:nvCxnSpPr>
        <p:spPr>
          <a:xfrm flipV="1">
            <a:off x="7036181" y="5559523"/>
            <a:ext cx="0" cy="9010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AF219B95-1668-8B99-BE37-32C013F726EF}"/>
              </a:ext>
            </a:extLst>
          </p:cNvPr>
          <p:cNvSpPr txBox="1"/>
          <p:nvPr/>
        </p:nvSpPr>
        <p:spPr>
          <a:xfrm>
            <a:off x="4459394" y="6278532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err="1">
                <a:highlight>
                  <a:srgbClr val="FFFF00"/>
                </a:highlight>
              </a:rPr>
              <a:t>실링팬</a:t>
            </a:r>
            <a:r>
              <a:rPr lang="ko-KR" altLang="en-US" sz="1000" b="1">
                <a:highlight>
                  <a:srgbClr val="FFFF00"/>
                </a:highlight>
              </a:rPr>
              <a:t> </a:t>
            </a:r>
            <a:r>
              <a:rPr lang="ko-KR" altLang="en-US" sz="1000" b="1" err="1">
                <a:highlight>
                  <a:srgbClr val="FFFF00"/>
                </a:highlight>
              </a:rPr>
              <a:t>루씨에어</a:t>
            </a:r>
            <a:endParaRPr lang="en-US" altLang="ko-KR" sz="1000" b="1">
              <a:highlight>
                <a:srgbClr val="FFFF00"/>
              </a:highlight>
            </a:endParaRPr>
          </a:p>
          <a:p>
            <a:r>
              <a:rPr lang="ko-KR" altLang="en-US" sz="1000" b="1">
                <a:highlight>
                  <a:srgbClr val="FFFF00"/>
                </a:highlight>
              </a:rPr>
              <a:t>설치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보강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우물 천장 안 실크 도배</a:t>
            </a:r>
            <a:br>
              <a:rPr lang="en-US" altLang="ko-KR" sz="1000" b="1">
                <a:highlight>
                  <a:srgbClr val="FFFF00"/>
                </a:highlight>
              </a:rPr>
            </a:br>
            <a:r>
              <a:rPr lang="ko-KR" altLang="en-US" sz="1000" b="1">
                <a:highlight>
                  <a:srgbClr val="FFFF00"/>
                </a:highlight>
              </a:rPr>
              <a:t>우물조명 </a:t>
            </a:r>
            <a:r>
              <a:rPr lang="en-US" altLang="ko-KR" sz="1000" b="1">
                <a:highlight>
                  <a:srgbClr val="FFFF00"/>
                </a:highlight>
              </a:rPr>
              <a:t>2</a:t>
            </a:r>
            <a:r>
              <a:rPr lang="ko-KR" altLang="en-US" sz="1000" b="1">
                <a:highlight>
                  <a:srgbClr val="FFFF00"/>
                </a:highlight>
              </a:rPr>
              <a:t>줄 </a:t>
            </a:r>
            <a:r>
              <a:rPr lang="ko-KR" altLang="en-US" sz="1000" b="1" err="1">
                <a:highlight>
                  <a:srgbClr val="FFFF00"/>
                </a:highlight>
              </a:rPr>
              <a:t>전구색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 err="1">
                <a:highlight>
                  <a:srgbClr val="FFFF00"/>
                </a:highlight>
              </a:rPr>
              <a:t>주백색</a:t>
            </a:r>
            <a:endParaRPr lang="en-US" altLang="ko-KR" sz="1000" b="1">
              <a:highlight>
                <a:srgbClr val="FFFF00"/>
              </a:highlight>
            </a:endParaRPr>
          </a:p>
        </p:txBody>
      </p:sp>
      <p:sp>
        <p:nvSpPr>
          <p:cNvPr id="37" name="TextBox 13">
            <a:extLst>
              <a:ext uri="{FF2B5EF4-FFF2-40B4-BE49-F238E27FC236}">
                <a16:creationId xmlns:a16="http://schemas.microsoft.com/office/drawing/2014/main" id="{A2C73D7B-3AAF-1371-543D-9E1F4D8DF594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89C8B13C-378A-806A-71A2-987EBAF99068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E2D0F96E-D66B-EAF9-8D2F-7DF87AC919BE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74A4E984-ECD5-4078-3FA6-CC7BBB00045F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EF9BF1BB-E4FF-F8F6-0D05-241825C74101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2" name="TextBox 11">
              <a:extLst>
                <a:ext uri="{FF2B5EF4-FFF2-40B4-BE49-F238E27FC236}">
                  <a16:creationId xmlns:a16="http://schemas.microsoft.com/office/drawing/2014/main" id="{963F920F-41E6-AD46-7DD3-69300CF63892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A4AB00E3-85C1-F5D6-4755-81EFFADEAEBD}"/>
              </a:ext>
            </a:extLst>
          </p:cNvPr>
          <p:cNvSpPr/>
          <p:nvPr/>
        </p:nvSpPr>
        <p:spPr>
          <a:xfrm flipV="1">
            <a:off x="2652338" y="3655218"/>
            <a:ext cx="98385" cy="59625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79D3E5BA-07EF-39D3-17DE-B97C0C10788B}"/>
              </a:ext>
            </a:extLst>
          </p:cNvPr>
          <p:cNvSpPr/>
          <p:nvPr/>
        </p:nvSpPr>
        <p:spPr>
          <a:xfrm flipV="1">
            <a:off x="7886600" y="3163484"/>
            <a:ext cx="98385" cy="59625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E7A688CD-A3FF-C07F-800C-CBD8F9D26BD7}"/>
              </a:ext>
            </a:extLst>
          </p:cNvPr>
          <p:cNvGrpSpPr/>
          <p:nvPr/>
        </p:nvGrpSpPr>
        <p:grpSpPr>
          <a:xfrm>
            <a:off x="7589780" y="4583825"/>
            <a:ext cx="98891" cy="1167715"/>
            <a:chOff x="4737834" y="4942995"/>
            <a:chExt cx="98891" cy="1167715"/>
          </a:xfrm>
        </p:grpSpPr>
        <p:sp>
          <p:nvSpPr>
            <p:cNvPr id="52" name="타원 51">
              <a:extLst>
                <a:ext uri="{FF2B5EF4-FFF2-40B4-BE49-F238E27FC236}">
                  <a16:creationId xmlns:a16="http://schemas.microsoft.com/office/drawing/2014/main" id="{31CE8031-C344-A411-3E2C-3760ACDA250F}"/>
                </a:ext>
              </a:extLst>
            </p:cNvPr>
            <p:cNvSpPr/>
            <p:nvPr/>
          </p:nvSpPr>
          <p:spPr>
            <a:xfrm>
              <a:off x="4737834" y="494299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3" name="타원 52">
              <a:extLst>
                <a:ext uri="{FF2B5EF4-FFF2-40B4-BE49-F238E27FC236}">
                  <a16:creationId xmlns:a16="http://schemas.microsoft.com/office/drawing/2014/main" id="{DEF1F59F-6C1F-6075-B4CF-41B222429AF2}"/>
                </a:ext>
              </a:extLst>
            </p:cNvPr>
            <p:cNvSpPr/>
            <p:nvPr/>
          </p:nvSpPr>
          <p:spPr>
            <a:xfrm>
              <a:off x="4738263" y="5483219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4" name="타원 53">
              <a:extLst>
                <a:ext uri="{FF2B5EF4-FFF2-40B4-BE49-F238E27FC236}">
                  <a16:creationId xmlns:a16="http://schemas.microsoft.com/office/drawing/2014/main" id="{82B549FD-3284-113F-5191-0C2D1851A624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3139E849-AC1B-AC4A-6998-2AC45287743F}"/>
              </a:ext>
            </a:extLst>
          </p:cNvPr>
          <p:cNvSpPr txBox="1"/>
          <p:nvPr/>
        </p:nvSpPr>
        <p:spPr>
          <a:xfrm>
            <a:off x="2130842" y="3830234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1200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7AAD7F2-87AE-F321-8EFF-011FFED58A1F}"/>
              </a:ext>
            </a:extLst>
          </p:cNvPr>
          <p:cNvSpPr txBox="1"/>
          <p:nvPr/>
        </p:nvSpPr>
        <p:spPr>
          <a:xfrm>
            <a:off x="2821034" y="6246459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3004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525A659-32CA-CD07-9B7F-7977E13865E7}"/>
              </a:ext>
            </a:extLst>
          </p:cNvPr>
          <p:cNvSpPr txBox="1"/>
          <p:nvPr/>
        </p:nvSpPr>
        <p:spPr>
          <a:xfrm>
            <a:off x="4476650" y="6253328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2814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D807BF9-82E9-FCF2-CE20-E289CF73ADDE}"/>
              </a:ext>
            </a:extLst>
          </p:cNvPr>
          <p:cNvSpPr txBox="1"/>
          <p:nvPr/>
        </p:nvSpPr>
        <p:spPr>
          <a:xfrm>
            <a:off x="6457817" y="6253328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4502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3CC9A98-722B-5F09-BE33-DE8FA4D2A345}"/>
              </a:ext>
            </a:extLst>
          </p:cNvPr>
          <p:cNvSpPr txBox="1"/>
          <p:nvPr/>
        </p:nvSpPr>
        <p:spPr>
          <a:xfrm>
            <a:off x="8312911" y="5916634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3607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1D673E2-6DB9-9D0A-E88C-A5CE696B8C00}"/>
              </a:ext>
            </a:extLst>
          </p:cNvPr>
          <p:cNvSpPr txBox="1"/>
          <p:nvPr/>
        </p:nvSpPr>
        <p:spPr>
          <a:xfrm>
            <a:off x="6385807" y="4225723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3103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4288836-3D7D-CD00-6180-7FBDE189BB24}"/>
              </a:ext>
            </a:extLst>
          </p:cNvPr>
          <p:cNvSpPr txBox="1"/>
          <p:nvPr/>
        </p:nvSpPr>
        <p:spPr>
          <a:xfrm>
            <a:off x="5791729" y="4807659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3311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BC0CD88-FC90-3E4B-A2CE-09224FACA66A}"/>
              </a:ext>
            </a:extLst>
          </p:cNvPr>
          <p:cNvSpPr txBox="1"/>
          <p:nvPr/>
        </p:nvSpPr>
        <p:spPr>
          <a:xfrm>
            <a:off x="7925120" y="3357277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1200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8CFB0D8-84D6-BAF9-C4F4-38E666117369}"/>
              </a:ext>
            </a:extLst>
          </p:cNvPr>
          <p:cNvSpPr txBox="1"/>
          <p:nvPr/>
        </p:nvSpPr>
        <p:spPr>
          <a:xfrm>
            <a:off x="3181334" y="3022331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1500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261703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F0DECE-0199-915E-98A9-DE667A45A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6E7B970-9A0F-33CD-5373-30FD827F160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529931" y="931415"/>
            <a:ext cx="7223669" cy="542216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B7B023D-14BC-44E6-9BCB-7F7AA50BAA90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B7B023D-14BC-44E6-9BCB-7F7AA50BAA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483A9196-857C-41A0-9640-2AEA9F57A4DF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84A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 + </a:t>
            </a:r>
            <a:r>
              <a:rPr lang="ko-KR" altLang="en-US" sz="2000" b="1" err="1"/>
              <a:t>실링팬</a:t>
            </a:r>
            <a:r>
              <a:rPr lang="ko-KR" altLang="en-US" sz="2000" b="1"/>
              <a:t> 우물두줄</a:t>
            </a:r>
            <a:endParaRPr lang="en-US" altLang="ko-KR" sz="2000" b="1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F615844-97BC-A99A-BF15-A7CFCE28B9B2}"/>
              </a:ext>
            </a:extLst>
          </p:cNvPr>
          <p:cNvSpPr/>
          <p:nvPr/>
        </p:nvSpPr>
        <p:spPr>
          <a:xfrm rot="5400000">
            <a:off x="6618532" y="5006145"/>
            <a:ext cx="102820" cy="182097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96B22B-5CF4-B5F3-0985-13E6AEE5B4F5}"/>
              </a:ext>
            </a:extLst>
          </p:cNvPr>
          <p:cNvSpPr txBox="1"/>
          <p:nvPr/>
        </p:nvSpPr>
        <p:spPr>
          <a:xfrm>
            <a:off x="5688700" y="3830234"/>
            <a:ext cx="1891732" cy="2462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0D58B5-D164-4C9C-EE19-9362C2D8554B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01E88DF2-B3F8-E7F3-8265-6918A1CDC4BB}"/>
              </a:ext>
            </a:extLst>
          </p:cNvPr>
          <p:cNvGrpSpPr/>
          <p:nvPr/>
        </p:nvGrpSpPr>
        <p:grpSpPr>
          <a:xfrm>
            <a:off x="5619151" y="4535500"/>
            <a:ext cx="98891" cy="1167715"/>
            <a:chOff x="4737834" y="4942995"/>
            <a:chExt cx="98891" cy="1167715"/>
          </a:xfrm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10451DBD-A19B-4A2A-7B9C-FB02A45B23C3}"/>
                </a:ext>
              </a:extLst>
            </p:cNvPr>
            <p:cNvSpPr/>
            <p:nvPr/>
          </p:nvSpPr>
          <p:spPr>
            <a:xfrm>
              <a:off x="4737834" y="494299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81BA01F1-F3F6-83BF-6D9A-399D72F3870A}"/>
                </a:ext>
              </a:extLst>
            </p:cNvPr>
            <p:cNvSpPr/>
            <p:nvPr/>
          </p:nvSpPr>
          <p:spPr>
            <a:xfrm>
              <a:off x="4738263" y="5483219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23B49290-337A-45EB-AEA6-793F19A366DC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25F74E44-CBA2-08E9-A5D7-AB0EB2115CDD}"/>
              </a:ext>
            </a:extLst>
          </p:cNvPr>
          <p:cNvGrpSpPr/>
          <p:nvPr/>
        </p:nvGrpSpPr>
        <p:grpSpPr>
          <a:xfrm rot="5400000">
            <a:off x="4549821" y="3886152"/>
            <a:ext cx="104184" cy="626456"/>
            <a:chOff x="5324822" y="4457234"/>
            <a:chExt cx="104184" cy="626456"/>
          </a:xfrm>
        </p:grpSpPr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EEB9FCCD-1641-32CD-8CCE-E9F53E47C331}"/>
                </a:ext>
              </a:extLst>
            </p:cNvPr>
            <p:cNvSpPr/>
            <p:nvPr/>
          </p:nvSpPr>
          <p:spPr>
            <a:xfrm>
              <a:off x="5330621" y="4457234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6717CF8B-90FD-9BBB-E94C-B39BC8CDBB23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363A49BB-5EE1-2956-0379-CB4D0CE5382F}"/>
              </a:ext>
            </a:extLst>
          </p:cNvPr>
          <p:cNvSpPr/>
          <p:nvPr/>
        </p:nvSpPr>
        <p:spPr>
          <a:xfrm flipV="1">
            <a:off x="3613557" y="2881312"/>
            <a:ext cx="98385" cy="73757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7" name="TextBox 13">
            <a:extLst>
              <a:ext uri="{FF2B5EF4-FFF2-40B4-BE49-F238E27FC236}">
                <a16:creationId xmlns:a16="http://schemas.microsoft.com/office/drawing/2014/main" id="{A2C73D7B-3AAF-1371-543D-9E1F4D8DF594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89C8B13C-378A-806A-71A2-987EBAF99068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E2D0F96E-D66B-EAF9-8D2F-7DF87AC919BE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74A4E984-ECD5-4078-3FA6-CC7BBB00045F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EF9BF1BB-E4FF-F8F6-0D05-241825C74101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2" name="TextBox 11">
              <a:extLst>
                <a:ext uri="{FF2B5EF4-FFF2-40B4-BE49-F238E27FC236}">
                  <a16:creationId xmlns:a16="http://schemas.microsoft.com/office/drawing/2014/main" id="{963F920F-41E6-AD46-7DD3-69300CF63892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A4AB00E3-85C1-F5D6-4755-81EFFADEAEBD}"/>
              </a:ext>
            </a:extLst>
          </p:cNvPr>
          <p:cNvSpPr/>
          <p:nvPr/>
        </p:nvSpPr>
        <p:spPr>
          <a:xfrm flipV="1">
            <a:off x="2652338" y="3655218"/>
            <a:ext cx="98385" cy="59625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79D3E5BA-07EF-39D3-17DE-B97C0C10788B}"/>
              </a:ext>
            </a:extLst>
          </p:cNvPr>
          <p:cNvSpPr/>
          <p:nvPr/>
        </p:nvSpPr>
        <p:spPr>
          <a:xfrm flipV="1">
            <a:off x="7886600" y="3163484"/>
            <a:ext cx="98385" cy="59625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E7A688CD-A3FF-C07F-800C-CBD8F9D26BD7}"/>
              </a:ext>
            </a:extLst>
          </p:cNvPr>
          <p:cNvGrpSpPr/>
          <p:nvPr/>
        </p:nvGrpSpPr>
        <p:grpSpPr>
          <a:xfrm>
            <a:off x="7589780" y="4583825"/>
            <a:ext cx="98891" cy="1167715"/>
            <a:chOff x="4737834" y="4942995"/>
            <a:chExt cx="98891" cy="1167715"/>
          </a:xfrm>
        </p:grpSpPr>
        <p:sp>
          <p:nvSpPr>
            <p:cNvPr id="52" name="타원 51">
              <a:extLst>
                <a:ext uri="{FF2B5EF4-FFF2-40B4-BE49-F238E27FC236}">
                  <a16:creationId xmlns:a16="http://schemas.microsoft.com/office/drawing/2014/main" id="{31CE8031-C344-A411-3E2C-3760ACDA250F}"/>
                </a:ext>
              </a:extLst>
            </p:cNvPr>
            <p:cNvSpPr/>
            <p:nvPr/>
          </p:nvSpPr>
          <p:spPr>
            <a:xfrm>
              <a:off x="4737834" y="494299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3" name="타원 52">
              <a:extLst>
                <a:ext uri="{FF2B5EF4-FFF2-40B4-BE49-F238E27FC236}">
                  <a16:creationId xmlns:a16="http://schemas.microsoft.com/office/drawing/2014/main" id="{DEF1F59F-6C1F-6075-B4CF-41B222429AF2}"/>
                </a:ext>
              </a:extLst>
            </p:cNvPr>
            <p:cNvSpPr/>
            <p:nvPr/>
          </p:nvSpPr>
          <p:spPr>
            <a:xfrm>
              <a:off x="4738263" y="5483219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4" name="타원 53">
              <a:extLst>
                <a:ext uri="{FF2B5EF4-FFF2-40B4-BE49-F238E27FC236}">
                  <a16:creationId xmlns:a16="http://schemas.microsoft.com/office/drawing/2014/main" id="{82B549FD-3284-113F-5191-0C2D1851A624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3139E849-AC1B-AC4A-6998-2AC45287743F}"/>
              </a:ext>
            </a:extLst>
          </p:cNvPr>
          <p:cNvSpPr txBox="1"/>
          <p:nvPr/>
        </p:nvSpPr>
        <p:spPr>
          <a:xfrm>
            <a:off x="2130842" y="3830234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1200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7AAD7F2-87AE-F321-8EFF-011FFED58A1F}"/>
              </a:ext>
            </a:extLst>
          </p:cNvPr>
          <p:cNvSpPr txBox="1"/>
          <p:nvPr/>
        </p:nvSpPr>
        <p:spPr>
          <a:xfrm>
            <a:off x="2821034" y="6246459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3004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525A659-32CA-CD07-9B7F-7977E13865E7}"/>
              </a:ext>
            </a:extLst>
          </p:cNvPr>
          <p:cNvSpPr txBox="1"/>
          <p:nvPr/>
        </p:nvSpPr>
        <p:spPr>
          <a:xfrm>
            <a:off x="4476650" y="6253328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2814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D807BF9-82E9-FCF2-CE20-E289CF73ADDE}"/>
              </a:ext>
            </a:extLst>
          </p:cNvPr>
          <p:cNvSpPr txBox="1"/>
          <p:nvPr/>
        </p:nvSpPr>
        <p:spPr>
          <a:xfrm>
            <a:off x="6457817" y="6253328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4502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1D673E2-6DB9-9D0A-E88C-A5CE696B8C00}"/>
              </a:ext>
            </a:extLst>
          </p:cNvPr>
          <p:cNvSpPr txBox="1"/>
          <p:nvPr/>
        </p:nvSpPr>
        <p:spPr>
          <a:xfrm>
            <a:off x="6385807" y="4225723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3103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4288836-3D7D-CD00-6180-7FBDE189BB24}"/>
              </a:ext>
            </a:extLst>
          </p:cNvPr>
          <p:cNvSpPr txBox="1"/>
          <p:nvPr/>
        </p:nvSpPr>
        <p:spPr>
          <a:xfrm>
            <a:off x="5791729" y="4807659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3311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BC0CD88-FC90-3E4B-A2CE-09224FACA66A}"/>
              </a:ext>
            </a:extLst>
          </p:cNvPr>
          <p:cNvSpPr txBox="1"/>
          <p:nvPr/>
        </p:nvSpPr>
        <p:spPr>
          <a:xfrm>
            <a:off x="7925120" y="3357277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1200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8CFB0D8-84D6-BAF9-C4F4-38E666117369}"/>
              </a:ext>
            </a:extLst>
          </p:cNvPr>
          <p:cNvSpPr txBox="1"/>
          <p:nvPr/>
        </p:nvSpPr>
        <p:spPr>
          <a:xfrm>
            <a:off x="3181334" y="3022331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1500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D00F84A1-BE52-F382-4C64-C61A125A09FF}"/>
              </a:ext>
            </a:extLst>
          </p:cNvPr>
          <p:cNvGrpSpPr/>
          <p:nvPr/>
        </p:nvGrpSpPr>
        <p:grpSpPr>
          <a:xfrm>
            <a:off x="4496047" y="3742443"/>
            <a:ext cx="764953" cy="256157"/>
            <a:chOff x="1981437" y="808980"/>
            <a:chExt cx="764953" cy="256157"/>
          </a:xfrm>
        </p:grpSpPr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E3ED4308-CABF-80FC-ED97-4A806952A2FC}"/>
                </a:ext>
              </a:extLst>
            </p:cNvPr>
            <p:cNvSpPr txBox="1"/>
            <p:nvPr/>
          </p:nvSpPr>
          <p:spPr>
            <a:xfrm>
              <a:off x="1981437" y="880471"/>
              <a:ext cx="764953" cy="18466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600" b="1"/>
                <a:t>서비스 조명 </a:t>
              </a:r>
              <a:r>
                <a:rPr lang="en-US" altLang="ko-KR" sz="600" b="1"/>
                <a:t>2EA</a:t>
              </a:r>
              <a:endParaRPr lang="ko-KR" altLang="en-US" sz="600" b="1"/>
            </a:p>
          </p:txBody>
        </p:sp>
        <p:grpSp>
          <p:nvGrpSpPr>
            <p:cNvPr id="59" name="그룹 58">
              <a:extLst>
                <a:ext uri="{FF2B5EF4-FFF2-40B4-BE49-F238E27FC236}">
                  <a16:creationId xmlns:a16="http://schemas.microsoft.com/office/drawing/2014/main" id="{44D71C9E-BFCE-9307-1767-D84738222C0C}"/>
                </a:ext>
              </a:extLst>
            </p:cNvPr>
            <p:cNvGrpSpPr/>
            <p:nvPr/>
          </p:nvGrpSpPr>
          <p:grpSpPr>
            <a:xfrm rot="5400000">
              <a:off x="2314488" y="559720"/>
              <a:ext cx="98814" cy="597334"/>
              <a:chOff x="4737834" y="5014427"/>
              <a:chExt cx="98814" cy="597334"/>
            </a:xfrm>
            <a:solidFill>
              <a:srgbClr val="FF00FF"/>
            </a:solidFill>
          </p:grpSpPr>
          <p:sp>
            <p:nvSpPr>
              <p:cNvPr id="60" name="타원 59">
                <a:extLst>
                  <a:ext uri="{FF2B5EF4-FFF2-40B4-BE49-F238E27FC236}">
                    <a16:creationId xmlns:a16="http://schemas.microsoft.com/office/drawing/2014/main" id="{8BC07545-6766-BD9D-5958-6B5BACEFBEC6}"/>
                  </a:ext>
                </a:extLst>
              </p:cNvPr>
              <p:cNvSpPr/>
              <p:nvPr/>
            </p:nvSpPr>
            <p:spPr>
              <a:xfrm>
                <a:off x="4737834" y="5014427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61" name="타원 60">
                <a:extLst>
                  <a:ext uri="{FF2B5EF4-FFF2-40B4-BE49-F238E27FC236}">
                    <a16:creationId xmlns:a16="http://schemas.microsoft.com/office/drawing/2014/main" id="{D5CF26A8-0913-EC5C-06EC-9C30B1EC2616}"/>
                  </a:ext>
                </a:extLst>
              </p:cNvPr>
              <p:cNvSpPr/>
              <p:nvPr/>
            </p:nvSpPr>
            <p:spPr>
              <a:xfrm>
                <a:off x="4738263" y="5513376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pic>
        <p:nvPicPr>
          <p:cNvPr id="62" name="그림 61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7022738-48E7-4288-F3CF-6C8F3371F11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764" y="3117152"/>
            <a:ext cx="1778731" cy="1466673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81CE9EFF-E434-45C9-D6A6-5E6E03EDBDFA}"/>
              </a:ext>
            </a:extLst>
          </p:cNvPr>
          <p:cNvSpPr/>
          <p:nvPr/>
        </p:nvSpPr>
        <p:spPr>
          <a:xfrm>
            <a:off x="5577235" y="5841598"/>
            <a:ext cx="140301" cy="135971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78B8CA-BEFC-B21F-0275-544A4C9D0B7F}"/>
              </a:ext>
            </a:extLst>
          </p:cNvPr>
          <p:cNvSpPr txBox="1"/>
          <p:nvPr/>
        </p:nvSpPr>
        <p:spPr>
          <a:xfrm>
            <a:off x="4865948" y="6531634"/>
            <a:ext cx="10807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b="1">
                <a:highlight>
                  <a:srgbClr val="FFFF00"/>
                </a:highlight>
              </a:rPr>
              <a:t>전동커튼 배선</a:t>
            </a:r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10480A1C-63B8-C4F2-5F83-C1AD12EDE4B2}"/>
              </a:ext>
            </a:extLst>
          </p:cNvPr>
          <p:cNvCxnSpPr>
            <a:endCxn id="6" idx="2"/>
          </p:cNvCxnSpPr>
          <p:nvPr/>
        </p:nvCxnSpPr>
        <p:spPr>
          <a:xfrm flipV="1">
            <a:off x="5619151" y="5977569"/>
            <a:ext cx="28235" cy="5946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5C7B067D-2666-CBA7-C036-87716E991B70}"/>
              </a:ext>
            </a:extLst>
          </p:cNvPr>
          <p:cNvSpPr txBox="1"/>
          <p:nvPr/>
        </p:nvSpPr>
        <p:spPr>
          <a:xfrm>
            <a:off x="8222939" y="5913944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3607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147164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F0DECE-0199-915E-98A9-DE667A45A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6E7B970-9A0F-33CD-5373-30FD827F160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529931" y="931415"/>
            <a:ext cx="7223669" cy="542216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B7B023D-14BC-44E6-9BCB-7F7AA50BAA90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B7B023D-14BC-44E6-9BCB-7F7AA50BAA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483A9196-857C-41A0-9640-2AEA9F57A4DF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/////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F615844-97BC-A99A-BF15-A7CFCE28B9B2}"/>
              </a:ext>
            </a:extLst>
          </p:cNvPr>
          <p:cNvSpPr/>
          <p:nvPr/>
        </p:nvSpPr>
        <p:spPr>
          <a:xfrm rot="5400000">
            <a:off x="6618532" y="5006145"/>
            <a:ext cx="102820" cy="182097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8EA3E0A0-AE7B-08CC-87C6-B7EAE3F5F543}"/>
              </a:ext>
            </a:extLst>
          </p:cNvPr>
          <p:cNvSpPr/>
          <p:nvPr/>
        </p:nvSpPr>
        <p:spPr>
          <a:xfrm>
            <a:off x="6113413" y="4472164"/>
            <a:ext cx="1076639" cy="1087359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96B22B-5CF4-B5F3-0985-13E6AEE5B4F5}"/>
              </a:ext>
            </a:extLst>
          </p:cNvPr>
          <p:cNvSpPr txBox="1"/>
          <p:nvPr/>
        </p:nvSpPr>
        <p:spPr>
          <a:xfrm>
            <a:off x="5688700" y="3830234"/>
            <a:ext cx="1891732" cy="2462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0D58B5-D164-4C9C-EE19-9362C2D8554B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13" name="별: 꼭짓점 4개 12">
            <a:extLst>
              <a:ext uri="{FF2B5EF4-FFF2-40B4-BE49-F238E27FC236}">
                <a16:creationId xmlns:a16="http://schemas.microsoft.com/office/drawing/2014/main" id="{D09A98D0-AEAD-BC9A-CEA7-DB52425C6E43}"/>
              </a:ext>
            </a:extLst>
          </p:cNvPr>
          <p:cNvSpPr/>
          <p:nvPr/>
        </p:nvSpPr>
        <p:spPr>
          <a:xfrm>
            <a:off x="6362989" y="4745420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01E88DF2-B3F8-E7F3-8265-6918A1CDC4BB}"/>
              </a:ext>
            </a:extLst>
          </p:cNvPr>
          <p:cNvGrpSpPr/>
          <p:nvPr/>
        </p:nvGrpSpPr>
        <p:grpSpPr>
          <a:xfrm>
            <a:off x="5619151" y="4535500"/>
            <a:ext cx="98891" cy="1167715"/>
            <a:chOff x="4737834" y="4942995"/>
            <a:chExt cx="98891" cy="1167715"/>
          </a:xfrm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10451DBD-A19B-4A2A-7B9C-FB02A45B23C3}"/>
                </a:ext>
              </a:extLst>
            </p:cNvPr>
            <p:cNvSpPr/>
            <p:nvPr/>
          </p:nvSpPr>
          <p:spPr>
            <a:xfrm>
              <a:off x="4737834" y="494299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81BA01F1-F3F6-83BF-6D9A-399D72F3870A}"/>
                </a:ext>
              </a:extLst>
            </p:cNvPr>
            <p:cNvSpPr/>
            <p:nvPr/>
          </p:nvSpPr>
          <p:spPr>
            <a:xfrm>
              <a:off x="4738263" y="5483219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23B49290-337A-45EB-AEA6-793F19A366DC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25F74E44-CBA2-08E9-A5D7-AB0EB2115CDD}"/>
              </a:ext>
            </a:extLst>
          </p:cNvPr>
          <p:cNvGrpSpPr/>
          <p:nvPr/>
        </p:nvGrpSpPr>
        <p:grpSpPr>
          <a:xfrm rot="5400000">
            <a:off x="4549821" y="3886152"/>
            <a:ext cx="104184" cy="626456"/>
            <a:chOff x="5324822" y="4457234"/>
            <a:chExt cx="104184" cy="626456"/>
          </a:xfrm>
        </p:grpSpPr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EEB9FCCD-1641-32CD-8CCE-E9F53E47C331}"/>
                </a:ext>
              </a:extLst>
            </p:cNvPr>
            <p:cNvSpPr/>
            <p:nvPr/>
          </p:nvSpPr>
          <p:spPr>
            <a:xfrm>
              <a:off x="5330621" y="4457234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6717CF8B-90FD-9BBB-E94C-B39BC8CDBB23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AF219B95-1668-8B99-BE37-32C013F726EF}"/>
              </a:ext>
            </a:extLst>
          </p:cNvPr>
          <p:cNvSpPr txBox="1"/>
          <p:nvPr/>
        </p:nvSpPr>
        <p:spPr>
          <a:xfrm>
            <a:off x="5490543" y="6303922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err="1">
                <a:highlight>
                  <a:srgbClr val="FFFF00"/>
                </a:highlight>
              </a:rPr>
              <a:t>실링팬</a:t>
            </a:r>
            <a:r>
              <a:rPr lang="ko-KR" altLang="en-US" sz="1000" b="1">
                <a:highlight>
                  <a:srgbClr val="FFFF00"/>
                </a:highlight>
              </a:rPr>
              <a:t> </a:t>
            </a:r>
            <a:r>
              <a:rPr lang="ko-KR" altLang="en-US" sz="1000" b="1" err="1">
                <a:highlight>
                  <a:srgbClr val="FFFF00"/>
                </a:highlight>
              </a:rPr>
              <a:t>루씨에어</a:t>
            </a:r>
            <a:endParaRPr lang="en-US" altLang="ko-KR" sz="1000" b="1">
              <a:highlight>
                <a:srgbClr val="FFFF00"/>
              </a:highlight>
            </a:endParaRPr>
          </a:p>
          <a:p>
            <a:r>
              <a:rPr lang="ko-KR" altLang="en-US" sz="1000" b="1">
                <a:highlight>
                  <a:srgbClr val="FFFF00"/>
                </a:highlight>
              </a:rPr>
              <a:t>설치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보강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우물 천장 안 실크 도배</a:t>
            </a:r>
            <a:br>
              <a:rPr lang="en-US" altLang="ko-KR" sz="1000" b="1">
                <a:highlight>
                  <a:srgbClr val="FFFF00"/>
                </a:highlight>
              </a:rPr>
            </a:br>
            <a:r>
              <a:rPr lang="ko-KR" altLang="en-US" sz="1000" b="1">
                <a:highlight>
                  <a:srgbClr val="FFFF00"/>
                </a:highlight>
              </a:rPr>
              <a:t>우물조명 </a:t>
            </a:r>
            <a:r>
              <a:rPr lang="en-US" altLang="ko-KR" sz="1000" b="1">
                <a:highlight>
                  <a:srgbClr val="FFFF00"/>
                </a:highlight>
              </a:rPr>
              <a:t>2</a:t>
            </a:r>
            <a:r>
              <a:rPr lang="ko-KR" altLang="en-US" sz="1000" b="1">
                <a:highlight>
                  <a:srgbClr val="FFFF00"/>
                </a:highlight>
              </a:rPr>
              <a:t>줄 </a:t>
            </a:r>
            <a:r>
              <a:rPr lang="ko-KR" altLang="en-US" sz="1000" b="1" err="1">
                <a:highlight>
                  <a:srgbClr val="FFFF00"/>
                </a:highlight>
              </a:rPr>
              <a:t>전구색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 err="1">
                <a:highlight>
                  <a:srgbClr val="FFFF00"/>
                </a:highlight>
              </a:rPr>
              <a:t>주백색</a:t>
            </a:r>
            <a:endParaRPr lang="en-US" altLang="ko-KR" sz="1000" b="1">
              <a:highlight>
                <a:srgbClr val="FFFF00"/>
              </a:highlight>
            </a:endParaRPr>
          </a:p>
        </p:txBody>
      </p:sp>
      <p:sp>
        <p:nvSpPr>
          <p:cNvPr id="37" name="TextBox 13">
            <a:extLst>
              <a:ext uri="{FF2B5EF4-FFF2-40B4-BE49-F238E27FC236}">
                <a16:creationId xmlns:a16="http://schemas.microsoft.com/office/drawing/2014/main" id="{A2C73D7B-3AAF-1371-543D-9E1F4D8DF594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89C8B13C-378A-806A-71A2-987EBAF99068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E2D0F96E-D66B-EAF9-8D2F-7DF87AC919BE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74A4E984-ECD5-4078-3FA6-CC7BBB00045F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EF9BF1BB-E4FF-F8F6-0D05-241825C74101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2" name="TextBox 11">
              <a:extLst>
                <a:ext uri="{FF2B5EF4-FFF2-40B4-BE49-F238E27FC236}">
                  <a16:creationId xmlns:a16="http://schemas.microsoft.com/office/drawing/2014/main" id="{963F920F-41E6-AD46-7DD3-69300CF63892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E7A688CD-A3FF-C07F-800C-CBD8F9D26BD7}"/>
              </a:ext>
            </a:extLst>
          </p:cNvPr>
          <p:cNvGrpSpPr/>
          <p:nvPr/>
        </p:nvGrpSpPr>
        <p:grpSpPr>
          <a:xfrm>
            <a:off x="7589780" y="4583825"/>
            <a:ext cx="98891" cy="1167715"/>
            <a:chOff x="4737834" y="4942995"/>
            <a:chExt cx="98891" cy="1167715"/>
          </a:xfrm>
        </p:grpSpPr>
        <p:sp>
          <p:nvSpPr>
            <p:cNvPr id="52" name="타원 51">
              <a:extLst>
                <a:ext uri="{FF2B5EF4-FFF2-40B4-BE49-F238E27FC236}">
                  <a16:creationId xmlns:a16="http://schemas.microsoft.com/office/drawing/2014/main" id="{31CE8031-C344-A411-3E2C-3760ACDA250F}"/>
                </a:ext>
              </a:extLst>
            </p:cNvPr>
            <p:cNvSpPr/>
            <p:nvPr/>
          </p:nvSpPr>
          <p:spPr>
            <a:xfrm>
              <a:off x="4737834" y="494299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3" name="타원 52">
              <a:extLst>
                <a:ext uri="{FF2B5EF4-FFF2-40B4-BE49-F238E27FC236}">
                  <a16:creationId xmlns:a16="http://schemas.microsoft.com/office/drawing/2014/main" id="{DEF1F59F-6C1F-6075-B4CF-41B222429AF2}"/>
                </a:ext>
              </a:extLst>
            </p:cNvPr>
            <p:cNvSpPr/>
            <p:nvPr/>
          </p:nvSpPr>
          <p:spPr>
            <a:xfrm>
              <a:off x="4738263" y="5483219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4" name="타원 53">
              <a:extLst>
                <a:ext uri="{FF2B5EF4-FFF2-40B4-BE49-F238E27FC236}">
                  <a16:creationId xmlns:a16="http://schemas.microsoft.com/office/drawing/2014/main" id="{82B549FD-3284-113F-5191-0C2D1851A624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3139E849-AC1B-AC4A-6998-2AC45287743F}"/>
              </a:ext>
            </a:extLst>
          </p:cNvPr>
          <p:cNvSpPr txBox="1"/>
          <p:nvPr/>
        </p:nvSpPr>
        <p:spPr>
          <a:xfrm>
            <a:off x="2130842" y="3830234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1200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7AAD7F2-87AE-F321-8EFF-011FFED58A1F}"/>
              </a:ext>
            </a:extLst>
          </p:cNvPr>
          <p:cNvSpPr txBox="1"/>
          <p:nvPr/>
        </p:nvSpPr>
        <p:spPr>
          <a:xfrm>
            <a:off x="2821034" y="6246459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3004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525A659-32CA-CD07-9B7F-7977E13865E7}"/>
              </a:ext>
            </a:extLst>
          </p:cNvPr>
          <p:cNvSpPr txBox="1"/>
          <p:nvPr/>
        </p:nvSpPr>
        <p:spPr>
          <a:xfrm>
            <a:off x="4476650" y="6253328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2814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D807BF9-82E9-FCF2-CE20-E289CF73ADDE}"/>
              </a:ext>
            </a:extLst>
          </p:cNvPr>
          <p:cNvSpPr txBox="1"/>
          <p:nvPr/>
        </p:nvSpPr>
        <p:spPr>
          <a:xfrm>
            <a:off x="6457817" y="6253328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4502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1D673E2-6DB9-9D0A-E88C-A5CE696B8C00}"/>
              </a:ext>
            </a:extLst>
          </p:cNvPr>
          <p:cNvSpPr txBox="1"/>
          <p:nvPr/>
        </p:nvSpPr>
        <p:spPr>
          <a:xfrm>
            <a:off x="6385807" y="4225723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3103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4288836-3D7D-CD00-6180-7FBDE189BB24}"/>
              </a:ext>
            </a:extLst>
          </p:cNvPr>
          <p:cNvSpPr txBox="1"/>
          <p:nvPr/>
        </p:nvSpPr>
        <p:spPr>
          <a:xfrm>
            <a:off x="5791729" y="4807659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3311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BC0CD88-FC90-3E4B-A2CE-09224FACA66A}"/>
              </a:ext>
            </a:extLst>
          </p:cNvPr>
          <p:cNvSpPr txBox="1"/>
          <p:nvPr/>
        </p:nvSpPr>
        <p:spPr>
          <a:xfrm>
            <a:off x="7925120" y="3357277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1200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8CFB0D8-84D6-BAF9-C4F4-38E666117369}"/>
              </a:ext>
            </a:extLst>
          </p:cNvPr>
          <p:cNvSpPr txBox="1"/>
          <p:nvPr/>
        </p:nvSpPr>
        <p:spPr>
          <a:xfrm>
            <a:off x="3181334" y="3022331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1500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7050AB5D-3F27-DD00-D540-356CBDB7456E}"/>
              </a:ext>
            </a:extLst>
          </p:cNvPr>
          <p:cNvSpPr/>
          <p:nvPr/>
        </p:nvSpPr>
        <p:spPr>
          <a:xfrm>
            <a:off x="6253114" y="4599164"/>
            <a:ext cx="789920" cy="854785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D00F84A1-BE52-F382-4C64-C61A125A09FF}"/>
              </a:ext>
            </a:extLst>
          </p:cNvPr>
          <p:cNvGrpSpPr/>
          <p:nvPr/>
        </p:nvGrpSpPr>
        <p:grpSpPr>
          <a:xfrm>
            <a:off x="4496047" y="3742443"/>
            <a:ext cx="764953" cy="256157"/>
            <a:chOff x="1981437" y="808980"/>
            <a:chExt cx="764953" cy="256157"/>
          </a:xfrm>
        </p:grpSpPr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E3ED4308-CABF-80FC-ED97-4A806952A2FC}"/>
                </a:ext>
              </a:extLst>
            </p:cNvPr>
            <p:cNvSpPr txBox="1"/>
            <p:nvPr/>
          </p:nvSpPr>
          <p:spPr>
            <a:xfrm>
              <a:off x="1981437" y="880471"/>
              <a:ext cx="764953" cy="18466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600" b="1"/>
                <a:t>서비스 조명 </a:t>
              </a:r>
              <a:r>
                <a:rPr lang="en-US" altLang="ko-KR" sz="600" b="1"/>
                <a:t>2EA</a:t>
              </a:r>
              <a:endParaRPr lang="ko-KR" altLang="en-US" sz="600" b="1"/>
            </a:p>
          </p:txBody>
        </p:sp>
        <p:grpSp>
          <p:nvGrpSpPr>
            <p:cNvPr id="59" name="그룹 58">
              <a:extLst>
                <a:ext uri="{FF2B5EF4-FFF2-40B4-BE49-F238E27FC236}">
                  <a16:creationId xmlns:a16="http://schemas.microsoft.com/office/drawing/2014/main" id="{44D71C9E-BFCE-9307-1767-D84738222C0C}"/>
                </a:ext>
              </a:extLst>
            </p:cNvPr>
            <p:cNvGrpSpPr/>
            <p:nvPr/>
          </p:nvGrpSpPr>
          <p:grpSpPr>
            <a:xfrm rot="5400000">
              <a:off x="2314488" y="559720"/>
              <a:ext cx="98814" cy="597334"/>
              <a:chOff x="4737834" y="5014427"/>
              <a:chExt cx="98814" cy="597334"/>
            </a:xfrm>
            <a:solidFill>
              <a:srgbClr val="FF00FF"/>
            </a:solidFill>
          </p:grpSpPr>
          <p:sp>
            <p:nvSpPr>
              <p:cNvPr id="60" name="타원 59">
                <a:extLst>
                  <a:ext uri="{FF2B5EF4-FFF2-40B4-BE49-F238E27FC236}">
                    <a16:creationId xmlns:a16="http://schemas.microsoft.com/office/drawing/2014/main" id="{8BC07545-6766-BD9D-5958-6B5BACEFBEC6}"/>
                  </a:ext>
                </a:extLst>
              </p:cNvPr>
              <p:cNvSpPr/>
              <p:nvPr/>
            </p:nvSpPr>
            <p:spPr>
              <a:xfrm>
                <a:off x="4737834" y="5014427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61" name="타원 60">
                <a:extLst>
                  <a:ext uri="{FF2B5EF4-FFF2-40B4-BE49-F238E27FC236}">
                    <a16:creationId xmlns:a16="http://schemas.microsoft.com/office/drawing/2014/main" id="{D5CF26A8-0913-EC5C-06EC-9C30B1EC2616}"/>
                  </a:ext>
                </a:extLst>
              </p:cNvPr>
              <p:cNvSpPr/>
              <p:nvPr/>
            </p:nvSpPr>
            <p:spPr>
              <a:xfrm>
                <a:off x="4738263" y="5513376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pic>
        <p:nvPicPr>
          <p:cNvPr id="62" name="그림 61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7022738-48E7-4288-F3CF-6C8F3371F11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764" y="3117152"/>
            <a:ext cx="1778731" cy="1466673"/>
          </a:xfrm>
          <a:prstGeom prst="rect">
            <a:avLst/>
          </a:prstGeom>
        </p:spPr>
      </p:pic>
      <p:pic>
        <p:nvPicPr>
          <p:cNvPr id="63" name="그림 62">
            <a:extLst>
              <a:ext uri="{FF2B5EF4-FFF2-40B4-BE49-F238E27FC236}">
                <a16:creationId xmlns:a16="http://schemas.microsoft.com/office/drawing/2014/main" id="{9FA377BF-BA4F-E87F-5718-875BED3783F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2320" b="-1"/>
          <a:stretch>
            <a:fillRect/>
          </a:stretch>
        </p:blipFill>
        <p:spPr>
          <a:xfrm>
            <a:off x="9743688" y="4266548"/>
            <a:ext cx="2236971" cy="1554480"/>
          </a:xfrm>
          <a:prstGeom prst="rect">
            <a:avLst/>
          </a:prstGeom>
        </p:spPr>
      </p:pic>
      <p:pic>
        <p:nvPicPr>
          <p:cNvPr id="64" name="그림 63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E319D6B9-A437-1030-4F4A-8125F4B810C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2" t="3086" r="4707" b="11674"/>
          <a:stretch>
            <a:fillRect/>
          </a:stretch>
        </p:blipFill>
        <p:spPr>
          <a:xfrm>
            <a:off x="403504" y="4900476"/>
            <a:ext cx="1619250" cy="15303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15866AE-BEDB-483B-FC87-8D7FB9316ACA}"/>
              </a:ext>
            </a:extLst>
          </p:cNvPr>
          <p:cNvSpPr txBox="1"/>
          <p:nvPr/>
        </p:nvSpPr>
        <p:spPr>
          <a:xfrm>
            <a:off x="8222939" y="5913944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3607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196474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F0DECE-0199-915E-98A9-DE667A45A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6E7B970-9A0F-33CD-5373-30FD827F160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529931" y="931415"/>
            <a:ext cx="7223669" cy="542216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B7B023D-14BC-44E6-9BCB-7F7AA50BAA90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B7B023D-14BC-44E6-9BCB-7F7AA50BAA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483A9196-857C-41A0-9640-2AEA9F57A4DF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84A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 + </a:t>
            </a:r>
            <a:r>
              <a:rPr lang="ko-KR" altLang="en-US" sz="2000" b="1" err="1"/>
              <a:t>실링팬</a:t>
            </a:r>
            <a:r>
              <a:rPr lang="ko-KR" altLang="en-US" sz="2000" b="1"/>
              <a:t> 우물두줄</a:t>
            </a:r>
            <a:endParaRPr lang="en-US" altLang="ko-KR" sz="2000" b="1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F615844-97BC-A99A-BF15-A7CFCE28B9B2}"/>
              </a:ext>
            </a:extLst>
          </p:cNvPr>
          <p:cNvSpPr/>
          <p:nvPr/>
        </p:nvSpPr>
        <p:spPr>
          <a:xfrm rot="5400000">
            <a:off x="6618532" y="5006145"/>
            <a:ext cx="102820" cy="182097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8EA3E0A0-AE7B-08CC-87C6-B7EAE3F5F543}"/>
              </a:ext>
            </a:extLst>
          </p:cNvPr>
          <p:cNvSpPr/>
          <p:nvPr/>
        </p:nvSpPr>
        <p:spPr>
          <a:xfrm>
            <a:off x="6113413" y="4472164"/>
            <a:ext cx="1076639" cy="1087359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96B22B-5CF4-B5F3-0985-13E6AEE5B4F5}"/>
              </a:ext>
            </a:extLst>
          </p:cNvPr>
          <p:cNvSpPr txBox="1"/>
          <p:nvPr/>
        </p:nvSpPr>
        <p:spPr>
          <a:xfrm>
            <a:off x="5688700" y="3830234"/>
            <a:ext cx="1891732" cy="2462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0D58B5-D164-4C9C-EE19-9362C2D8554B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13" name="별: 꼭짓점 4개 12">
            <a:extLst>
              <a:ext uri="{FF2B5EF4-FFF2-40B4-BE49-F238E27FC236}">
                <a16:creationId xmlns:a16="http://schemas.microsoft.com/office/drawing/2014/main" id="{D09A98D0-AEAD-BC9A-CEA7-DB52425C6E43}"/>
              </a:ext>
            </a:extLst>
          </p:cNvPr>
          <p:cNvSpPr/>
          <p:nvPr/>
        </p:nvSpPr>
        <p:spPr>
          <a:xfrm>
            <a:off x="6362989" y="4745420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01E88DF2-B3F8-E7F3-8265-6918A1CDC4BB}"/>
              </a:ext>
            </a:extLst>
          </p:cNvPr>
          <p:cNvGrpSpPr/>
          <p:nvPr/>
        </p:nvGrpSpPr>
        <p:grpSpPr>
          <a:xfrm>
            <a:off x="5619151" y="4535500"/>
            <a:ext cx="98891" cy="1167715"/>
            <a:chOff x="4737834" y="4942995"/>
            <a:chExt cx="98891" cy="1167715"/>
          </a:xfrm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10451DBD-A19B-4A2A-7B9C-FB02A45B23C3}"/>
                </a:ext>
              </a:extLst>
            </p:cNvPr>
            <p:cNvSpPr/>
            <p:nvPr/>
          </p:nvSpPr>
          <p:spPr>
            <a:xfrm>
              <a:off x="4737834" y="494299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81BA01F1-F3F6-83BF-6D9A-399D72F3870A}"/>
                </a:ext>
              </a:extLst>
            </p:cNvPr>
            <p:cNvSpPr/>
            <p:nvPr/>
          </p:nvSpPr>
          <p:spPr>
            <a:xfrm>
              <a:off x="4738263" y="5483219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23B49290-337A-45EB-AEA6-793F19A366DC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25F74E44-CBA2-08E9-A5D7-AB0EB2115CDD}"/>
              </a:ext>
            </a:extLst>
          </p:cNvPr>
          <p:cNvGrpSpPr/>
          <p:nvPr/>
        </p:nvGrpSpPr>
        <p:grpSpPr>
          <a:xfrm rot="5400000">
            <a:off x="4549821" y="3886152"/>
            <a:ext cx="104184" cy="626456"/>
            <a:chOff x="5324822" y="4457234"/>
            <a:chExt cx="104184" cy="626456"/>
          </a:xfrm>
        </p:grpSpPr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EEB9FCCD-1641-32CD-8CCE-E9F53E47C331}"/>
                </a:ext>
              </a:extLst>
            </p:cNvPr>
            <p:cNvSpPr/>
            <p:nvPr/>
          </p:nvSpPr>
          <p:spPr>
            <a:xfrm>
              <a:off x="5330621" y="4457234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6717CF8B-90FD-9BBB-E94C-B39BC8CDBB23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363A49BB-5EE1-2956-0379-CB4D0CE5382F}"/>
              </a:ext>
            </a:extLst>
          </p:cNvPr>
          <p:cNvSpPr/>
          <p:nvPr/>
        </p:nvSpPr>
        <p:spPr>
          <a:xfrm flipV="1">
            <a:off x="3613557" y="2881312"/>
            <a:ext cx="98385" cy="73757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F219B95-1668-8B99-BE37-32C013F726EF}"/>
              </a:ext>
            </a:extLst>
          </p:cNvPr>
          <p:cNvSpPr txBox="1"/>
          <p:nvPr/>
        </p:nvSpPr>
        <p:spPr>
          <a:xfrm>
            <a:off x="5490543" y="6303922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err="1">
                <a:highlight>
                  <a:srgbClr val="FFFF00"/>
                </a:highlight>
              </a:rPr>
              <a:t>실링팬</a:t>
            </a:r>
            <a:r>
              <a:rPr lang="ko-KR" altLang="en-US" sz="1000" b="1">
                <a:highlight>
                  <a:srgbClr val="FFFF00"/>
                </a:highlight>
              </a:rPr>
              <a:t> </a:t>
            </a:r>
            <a:r>
              <a:rPr lang="ko-KR" altLang="en-US" sz="1000" b="1" err="1">
                <a:highlight>
                  <a:srgbClr val="FFFF00"/>
                </a:highlight>
              </a:rPr>
              <a:t>루씨에어</a:t>
            </a:r>
            <a:endParaRPr lang="en-US" altLang="ko-KR" sz="1000" b="1">
              <a:highlight>
                <a:srgbClr val="FFFF00"/>
              </a:highlight>
            </a:endParaRPr>
          </a:p>
          <a:p>
            <a:r>
              <a:rPr lang="ko-KR" altLang="en-US" sz="1000" b="1">
                <a:highlight>
                  <a:srgbClr val="FFFF00"/>
                </a:highlight>
              </a:rPr>
              <a:t>설치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보강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우물 천장 안 실크 도배</a:t>
            </a:r>
            <a:br>
              <a:rPr lang="en-US" altLang="ko-KR" sz="1000" b="1">
                <a:highlight>
                  <a:srgbClr val="FFFF00"/>
                </a:highlight>
              </a:rPr>
            </a:br>
            <a:r>
              <a:rPr lang="ko-KR" altLang="en-US" sz="1000" b="1">
                <a:highlight>
                  <a:srgbClr val="FFFF00"/>
                </a:highlight>
              </a:rPr>
              <a:t>우물조명 </a:t>
            </a:r>
            <a:r>
              <a:rPr lang="en-US" altLang="ko-KR" sz="1000" b="1">
                <a:highlight>
                  <a:srgbClr val="FFFF00"/>
                </a:highlight>
              </a:rPr>
              <a:t>2</a:t>
            </a:r>
            <a:r>
              <a:rPr lang="ko-KR" altLang="en-US" sz="1000" b="1">
                <a:highlight>
                  <a:srgbClr val="FFFF00"/>
                </a:highlight>
              </a:rPr>
              <a:t>줄 </a:t>
            </a:r>
            <a:r>
              <a:rPr lang="ko-KR" altLang="en-US" sz="1000" b="1" err="1">
                <a:highlight>
                  <a:srgbClr val="FFFF00"/>
                </a:highlight>
              </a:rPr>
              <a:t>전구색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 err="1">
                <a:highlight>
                  <a:srgbClr val="FFFF00"/>
                </a:highlight>
              </a:rPr>
              <a:t>주백색</a:t>
            </a:r>
            <a:endParaRPr lang="en-US" altLang="ko-KR" sz="1000" b="1">
              <a:highlight>
                <a:srgbClr val="FFFF00"/>
              </a:highlight>
            </a:endParaRPr>
          </a:p>
        </p:txBody>
      </p:sp>
      <p:sp>
        <p:nvSpPr>
          <p:cNvPr id="37" name="TextBox 13">
            <a:extLst>
              <a:ext uri="{FF2B5EF4-FFF2-40B4-BE49-F238E27FC236}">
                <a16:creationId xmlns:a16="http://schemas.microsoft.com/office/drawing/2014/main" id="{A2C73D7B-3AAF-1371-543D-9E1F4D8DF594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89C8B13C-378A-806A-71A2-987EBAF99068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E2D0F96E-D66B-EAF9-8D2F-7DF87AC919BE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74A4E984-ECD5-4078-3FA6-CC7BBB00045F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EF9BF1BB-E4FF-F8F6-0D05-241825C74101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2" name="TextBox 11">
              <a:extLst>
                <a:ext uri="{FF2B5EF4-FFF2-40B4-BE49-F238E27FC236}">
                  <a16:creationId xmlns:a16="http://schemas.microsoft.com/office/drawing/2014/main" id="{963F920F-41E6-AD46-7DD3-69300CF63892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A4AB00E3-85C1-F5D6-4755-81EFFADEAEBD}"/>
              </a:ext>
            </a:extLst>
          </p:cNvPr>
          <p:cNvSpPr/>
          <p:nvPr/>
        </p:nvSpPr>
        <p:spPr>
          <a:xfrm flipV="1">
            <a:off x="2652338" y="3655218"/>
            <a:ext cx="98385" cy="59625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79D3E5BA-07EF-39D3-17DE-B97C0C10788B}"/>
              </a:ext>
            </a:extLst>
          </p:cNvPr>
          <p:cNvSpPr/>
          <p:nvPr/>
        </p:nvSpPr>
        <p:spPr>
          <a:xfrm flipV="1">
            <a:off x="7886600" y="3163484"/>
            <a:ext cx="98385" cy="59625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E7A688CD-A3FF-C07F-800C-CBD8F9D26BD7}"/>
              </a:ext>
            </a:extLst>
          </p:cNvPr>
          <p:cNvGrpSpPr/>
          <p:nvPr/>
        </p:nvGrpSpPr>
        <p:grpSpPr>
          <a:xfrm>
            <a:off x="7589780" y="4583825"/>
            <a:ext cx="98891" cy="1167715"/>
            <a:chOff x="4737834" y="4942995"/>
            <a:chExt cx="98891" cy="1167715"/>
          </a:xfrm>
        </p:grpSpPr>
        <p:sp>
          <p:nvSpPr>
            <p:cNvPr id="52" name="타원 51">
              <a:extLst>
                <a:ext uri="{FF2B5EF4-FFF2-40B4-BE49-F238E27FC236}">
                  <a16:creationId xmlns:a16="http://schemas.microsoft.com/office/drawing/2014/main" id="{31CE8031-C344-A411-3E2C-3760ACDA250F}"/>
                </a:ext>
              </a:extLst>
            </p:cNvPr>
            <p:cNvSpPr/>
            <p:nvPr/>
          </p:nvSpPr>
          <p:spPr>
            <a:xfrm>
              <a:off x="4737834" y="494299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3" name="타원 52">
              <a:extLst>
                <a:ext uri="{FF2B5EF4-FFF2-40B4-BE49-F238E27FC236}">
                  <a16:creationId xmlns:a16="http://schemas.microsoft.com/office/drawing/2014/main" id="{DEF1F59F-6C1F-6075-B4CF-41B222429AF2}"/>
                </a:ext>
              </a:extLst>
            </p:cNvPr>
            <p:cNvSpPr/>
            <p:nvPr/>
          </p:nvSpPr>
          <p:spPr>
            <a:xfrm>
              <a:off x="4738263" y="5483219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4" name="타원 53">
              <a:extLst>
                <a:ext uri="{FF2B5EF4-FFF2-40B4-BE49-F238E27FC236}">
                  <a16:creationId xmlns:a16="http://schemas.microsoft.com/office/drawing/2014/main" id="{82B549FD-3284-113F-5191-0C2D1851A624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3139E849-AC1B-AC4A-6998-2AC45287743F}"/>
              </a:ext>
            </a:extLst>
          </p:cNvPr>
          <p:cNvSpPr txBox="1"/>
          <p:nvPr/>
        </p:nvSpPr>
        <p:spPr>
          <a:xfrm>
            <a:off x="2130842" y="3830234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1200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7AAD7F2-87AE-F321-8EFF-011FFED58A1F}"/>
              </a:ext>
            </a:extLst>
          </p:cNvPr>
          <p:cNvSpPr txBox="1"/>
          <p:nvPr/>
        </p:nvSpPr>
        <p:spPr>
          <a:xfrm>
            <a:off x="2821034" y="6246459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3004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525A659-32CA-CD07-9B7F-7977E13865E7}"/>
              </a:ext>
            </a:extLst>
          </p:cNvPr>
          <p:cNvSpPr txBox="1"/>
          <p:nvPr/>
        </p:nvSpPr>
        <p:spPr>
          <a:xfrm>
            <a:off x="4476650" y="6253328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2814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D807BF9-82E9-FCF2-CE20-E289CF73ADDE}"/>
              </a:ext>
            </a:extLst>
          </p:cNvPr>
          <p:cNvSpPr txBox="1"/>
          <p:nvPr/>
        </p:nvSpPr>
        <p:spPr>
          <a:xfrm>
            <a:off x="6457817" y="6253328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4502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1D673E2-6DB9-9D0A-E88C-A5CE696B8C00}"/>
              </a:ext>
            </a:extLst>
          </p:cNvPr>
          <p:cNvSpPr txBox="1"/>
          <p:nvPr/>
        </p:nvSpPr>
        <p:spPr>
          <a:xfrm>
            <a:off x="6385807" y="4225723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3103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4288836-3D7D-CD00-6180-7FBDE189BB24}"/>
              </a:ext>
            </a:extLst>
          </p:cNvPr>
          <p:cNvSpPr txBox="1"/>
          <p:nvPr/>
        </p:nvSpPr>
        <p:spPr>
          <a:xfrm>
            <a:off x="5791729" y="4807659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3311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BC0CD88-FC90-3E4B-A2CE-09224FACA66A}"/>
              </a:ext>
            </a:extLst>
          </p:cNvPr>
          <p:cNvSpPr txBox="1"/>
          <p:nvPr/>
        </p:nvSpPr>
        <p:spPr>
          <a:xfrm>
            <a:off x="7925120" y="3357277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1200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8CFB0D8-84D6-BAF9-C4F4-38E666117369}"/>
              </a:ext>
            </a:extLst>
          </p:cNvPr>
          <p:cNvSpPr txBox="1"/>
          <p:nvPr/>
        </p:nvSpPr>
        <p:spPr>
          <a:xfrm>
            <a:off x="3181334" y="3022331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1500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7050AB5D-3F27-DD00-D540-356CBDB7456E}"/>
              </a:ext>
            </a:extLst>
          </p:cNvPr>
          <p:cNvSpPr/>
          <p:nvPr/>
        </p:nvSpPr>
        <p:spPr>
          <a:xfrm>
            <a:off x="6253114" y="4599164"/>
            <a:ext cx="789920" cy="854785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D00F84A1-BE52-F382-4C64-C61A125A09FF}"/>
              </a:ext>
            </a:extLst>
          </p:cNvPr>
          <p:cNvGrpSpPr/>
          <p:nvPr/>
        </p:nvGrpSpPr>
        <p:grpSpPr>
          <a:xfrm>
            <a:off x="4496047" y="3742443"/>
            <a:ext cx="764953" cy="256157"/>
            <a:chOff x="1981437" y="808980"/>
            <a:chExt cx="764953" cy="256157"/>
          </a:xfrm>
        </p:grpSpPr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E3ED4308-CABF-80FC-ED97-4A806952A2FC}"/>
                </a:ext>
              </a:extLst>
            </p:cNvPr>
            <p:cNvSpPr txBox="1"/>
            <p:nvPr/>
          </p:nvSpPr>
          <p:spPr>
            <a:xfrm>
              <a:off x="1981437" y="880471"/>
              <a:ext cx="764953" cy="18466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600" b="1"/>
                <a:t>서비스 조명 </a:t>
              </a:r>
              <a:r>
                <a:rPr lang="en-US" altLang="ko-KR" sz="600" b="1"/>
                <a:t>2EA</a:t>
              </a:r>
              <a:endParaRPr lang="ko-KR" altLang="en-US" sz="600" b="1"/>
            </a:p>
          </p:txBody>
        </p:sp>
        <p:grpSp>
          <p:nvGrpSpPr>
            <p:cNvPr id="59" name="그룹 58">
              <a:extLst>
                <a:ext uri="{FF2B5EF4-FFF2-40B4-BE49-F238E27FC236}">
                  <a16:creationId xmlns:a16="http://schemas.microsoft.com/office/drawing/2014/main" id="{44D71C9E-BFCE-9307-1767-D84738222C0C}"/>
                </a:ext>
              </a:extLst>
            </p:cNvPr>
            <p:cNvGrpSpPr/>
            <p:nvPr/>
          </p:nvGrpSpPr>
          <p:grpSpPr>
            <a:xfrm rot="5400000">
              <a:off x="2314488" y="559720"/>
              <a:ext cx="98814" cy="597334"/>
              <a:chOff x="4737834" y="5014427"/>
              <a:chExt cx="98814" cy="597334"/>
            </a:xfrm>
            <a:solidFill>
              <a:srgbClr val="FF00FF"/>
            </a:solidFill>
          </p:grpSpPr>
          <p:sp>
            <p:nvSpPr>
              <p:cNvPr id="60" name="타원 59">
                <a:extLst>
                  <a:ext uri="{FF2B5EF4-FFF2-40B4-BE49-F238E27FC236}">
                    <a16:creationId xmlns:a16="http://schemas.microsoft.com/office/drawing/2014/main" id="{8BC07545-6766-BD9D-5958-6B5BACEFBEC6}"/>
                  </a:ext>
                </a:extLst>
              </p:cNvPr>
              <p:cNvSpPr/>
              <p:nvPr/>
            </p:nvSpPr>
            <p:spPr>
              <a:xfrm>
                <a:off x="4737834" y="5014427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61" name="타원 60">
                <a:extLst>
                  <a:ext uri="{FF2B5EF4-FFF2-40B4-BE49-F238E27FC236}">
                    <a16:creationId xmlns:a16="http://schemas.microsoft.com/office/drawing/2014/main" id="{D5CF26A8-0913-EC5C-06EC-9C30B1EC2616}"/>
                  </a:ext>
                </a:extLst>
              </p:cNvPr>
              <p:cNvSpPr/>
              <p:nvPr/>
            </p:nvSpPr>
            <p:spPr>
              <a:xfrm>
                <a:off x="4738263" y="5513376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pic>
        <p:nvPicPr>
          <p:cNvPr id="62" name="그림 61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7022738-48E7-4288-F3CF-6C8F3371F11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764" y="3117152"/>
            <a:ext cx="1778731" cy="1466673"/>
          </a:xfrm>
          <a:prstGeom prst="rect">
            <a:avLst/>
          </a:prstGeom>
        </p:spPr>
      </p:pic>
      <p:pic>
        <p:nvPicPr>
          <p:cNvPr id="63" name="그림 62">
            <a:extLst>
              <a:ext uri="{FF2B5EF4-FFF2-40B4-BE49-F238E27FC236}">
                <a16:creationId xmlns:a16="http://schemas.microsoft.com/office/drawing/2014/main" id="{9FA377BF-BA4F-E87F-5718-875BED3783F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2320" b="-1"/>
          <a:stretch>
            <a:fillRect/>
          </a:stretch>
        </p:blipFill>
        <p:spPr>
          <a:xfrm>
            <a:off x="9743688" y="4266548"/>
            <a:ext cx="2236971" cy="1554480"/>
          </a:xfrm>
          <a:prstGeom prst="rect">
            <a:avLst/>
          </a:prstGeom>
        </p:spPr>
      </p:pic>
      <p:pic>
        <p:nvPicPr>
          <p:cNvPr id="64" name="그림 63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E319D6B9-A437-1030-4F4A-8125F4B810C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2" t="3086" r="4707" b="11674"/>
          <a:stretch>
            <a:fillRect/>
          </a:stretch>
        </p:blipFill>
        <p:spPr>
          <a:xfrm>
            <a:off x="403504" y="4900476"/>
            <a:ext cx="1619250" cy="15303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B2F232E-B6F4-B9CC-0A04-C75B54103C8A}"/>
              </a:ext>
            </a:extLst>
          </p:cNvPr>
          <p:cNvSpPr txBox="1"/>
          <p:nvPr/>
        </p:nvSpPr>
        <p:spPr>
          <a:xfrm>
            <a:off x="8222939" y="5913944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3607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692865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F0DECE-0199-915E-98A9-DE667A45A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6E7B970-9A0F-33CD-5373-30FD827F160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529931" y="931415"/>
            <a:ext cx="7223669" cy="542216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B7B023D-14BC-44E6-9BCB-7F7AA50BAA90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B7B023D-14BC-44E6-9BCB-7F7AA50BAA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483A9196-857C-41A0-9640-2AEA9F57A4DF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84A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 + </a:t>
            </a:r>
            <a:r>
              <a:rPr lang="ko-KR" altLang="en-US" sz="2000" b="1" err="1"/>
              <a:t>실링팬</a:t>
            </a:r>
            <a:r>
              <a:rPr lang="ko-KR" altLang="en-US" sz="2000" b="1"/>
              <a:t> 우물두줄</a:t>
            </a:r>
            <a:endParaRPr lang="en-US" altLang="ko-KR" sz="2000" b="1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F615844-97BC-A99A-BF15-A7CFCE28B9B2}"/>
              </a:ext>
            </a:extLst>
          </p:cNvPr>
          <p:cNvSpPr/>
          <p:nvPr/>
        </p:nvSpPr>
        <p:spPr>
          <a:xfrm rot="5400000">
            <a:off x="6618532" y="5006145"/>
            <a:ext cx="102820" cy="182097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8EA3E0A0-AE7B-08CC-87C6-B7EAE3F5F543}"/>
              </a:ext>
            </a:extLst>
          </p:cNvPr>
          <p:cNvSpPr/>
          <p:nvPr/>
        </p:nvSpPr>
        <p:spPr>
          <a:xfrm>
            <a:off x="6113413" y="4472164"/>
            <a:ext cx="1076639" cy="1087359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96B22B-5CF4-B5F3-0985-13E6AEE5B4F5}"/>
              </a:ext>
            </a:extLst>
          </p:cNvPr>
          <p:cNvSpPr txBox="1"/>
          <p:nvPr/>
        </p:nvSpPr>
        <p:spPr>
          <a:xfrm>
            <a:off x="5688700" y="3830234"/>
            <a:ext cx="1891732" cy="2462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0D58B5-D164-4C9C-EE19-9362C2D8554B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13" name="별: 꼭짓점 4개 12">
            <a:extLst>
              <a:ext uri="{FF2B5EF4-FFF2-40B4-BE49-F238E27FC236}">
                <a16:creationId xmlns:a16="http://schemas.microsoft.com/office/drawing/2014/main" id="{D09A98D0-AEAD-BC9A-CEA7-DB52425C6E43}"/>
              </a:ext>
            </a:extLst>
          </p:cNvPr>
          <p:cNvSpPr/>
          <p:nvPr/>
        </p:nvSpPr>
        <p:spPr>
          <a:xfrm>
            <a:off x="6362989" y="4745420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01E88DF2-B3F8-E7F3-8265-6918A1CDC4BB}"/>
              </a:ext>
            </a:extLst>
          </p:cNvPr>
          <p:cNvGrpSpPr/>
          <p:nvPr/>
        </p:nvGrpSpPr>
        <p:grpSpPr>
          <a:xfrm>
            <a:off x="5619151" y="4535500"/>
            <a:ext cx="98891" cy="1167715"/>
            <a:chOff x="4737834" y="4942995"/>
            <a:chExt cx="98891" cy="1167715"/>
          </a:xfrm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10451DBD-A19B-4A2A-7B9C-FB02A45B23C3}"/>
                </a:ext>
              </a:extLst>
            </p:cNvPr>
            <p:cNvSpPr/>
            <p:nvPr/>
          </p:nvSpPr>
          <p:spPr>
            <a:xfrm>
              <a:off x="4737834" y="494299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81BA01F1-F3F6-83BF-6D9A-399D72F3870A}"/>
                </a:ext>
              </a:extLst>
            </p:cNvPr>
            <p:cNvSpPr/>
            <p:nvPr/>
          </p:nvSpPr>
          <p:spPr>
            <a:xfrm>
              <a:off x="4738263" y="5483219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23B49290-337A-45EB-AEA6-793F19A366DC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25F74E44-CBA2-08E9-A5D7-AB0EB2115CDD}"/>
              </a:ext>
            </a:extLst>
          </p:cNvPr>
          <p:cNvGrpSpPr/>
          <p:nvPr/>
        </p:nvGrpSpPr>
        <p:grpSpPr>
          <a:xfrm rot="5400000">
            <a:off x="4549821" y="3886152"/>
            <a:ext cx="104184" cy="626456"/>
            <a:chOff x="5324822" y="4457234"/>
            <a:chExt cx="104184" cy="626456"/>
          </a:xfrm>
        </p:grpSpPr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EEB9FCCD-1641-32CD-8CCE-E9F53E47C331}"/>
                </a:ext>
              </a:extLst>
            </p:cNvPr>
            <p:cNvSpPr/>
            <p:nvPr/>
          </p:nvSpPr>
          <p:spPr>
            <a:xfrm>
              <a:off x="5330621" y="4457234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6717CF8B-90FD-9BBB-E94C-B39BC8CDBB23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363A49BB-5EE1-2956-0379-CB4D0CE5382F}"/>
              </a:ext>
            </a:extLst>
          </p:cNvPr>
          <p:cNvSpPr/>
          <p:nvPr/>
        </p:nvSpPr>
        <p:spPr>
          <a:xfrm flipV="1">
            <a:off x="3613557" y="2881312"/>
            <a:ext cx="98385" cy="73757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F219B95-1668-8B99-BE37-32C013F726EF}"/>
              </a:ext>
            </a:extLst>
          </p:cNvPr>
          <p:cNvSpPr txBox="1"/>
          <p:nvPr/>
        </p:nvSpPr>
        <p:spPr>
          <a:xfrm>
            <a:off x="5490543" y="6303922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err="1">
                <a:highlight>
                  <a:srgbClr val="FFFF00"/>
                </a:highlight>
              </a:rPr>
              <a:t>실링팬</a:t>
            </a:r>
            <a:r>
              <a:rPr lang="ko-KR" altLang="en-US" sz="1000" b="1">
                <a:highlight>
                  <a:srgbClr val="FFFF00"/>
                </a:highlight>
              </a:rPr>
              <a:t> </a:t>
            </a:r>
            <a:r>
              <a:rPr lang="ko-KR" altLang="en-US" sz="1000" b="1" err="1">
                <a:highlight>
                  <a:srgbClr val="FFFF00"/>
                </a:highlight>
              </a:rPr>
              <a:t>루씨에어</a:t>
            </a:r>
            <a:endParaRPr lang="en-US" altLang="ko-KR" sz="1000" b="1">
              <a:highlight>
                <a:srgbClr val="FFFF00"/>
              </a:highlight>
            </a:endParaRPr>
          </a:p>
          <a:p>
            <a:r>
              <a:rPr lang="ko-KR" altLang="en-US" sz="1000" b="1">
                <a:highlight>
                  <a:srgbClr val="FFFF00"/>
                </a:highlight>
              </a:rPr>
              <a:t>설치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보강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우물 천장 안 실크 도배</a:t>
            </a:r>
            <a:br>
              <a:rPr lang="en-US" altLang="ko-KR" sz="1000" b="1">
                <a:highlight>
                  <a:srgbClr val="FFFF00"/>
                </a:highlight>
              </a:rPr>
            </a:br>
            <a:r>
              <a:rPr lang="ko-KR" altLang="en-US" sz="1000" b="1">
                <a:highlight>
                  <a:srgbClr val="FFFF00"/>
                </a:highlight>
              </a:rPr>
              <a:t>우물조명 </a:t>
            </a:r>
            <a:r>
              <a:rPr lang="en-US" altLang="ko-KR" sz="1000" b="1">
                <a:highlight>
                  <a:srgbClr val="FFFF00"/>
                </a:highlight>
              </a:rPr>
              <a:t>2</a:t>
            </a:r>
            <a:r>
              <a:rPr lang="ko-KR" altLang="en-US" sz="1000" b="1">
                <a:highlight>
                  <a:srgbClr val="FFFF00"/>
                </a:highlight>
              </a:rPr>
              <a:t>줄 </a:t>
            </a:r>
            <a:r>
              <a:rPr lang="ko-KR" altLang="en-US" sz="1000" b="1" err="1">
                <a:highlight>
                  <a:srgbClr val="FFFF00"/>
                </a:highlight>
              </a:rPr>
              <a:t>전구색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 err="1">
                <a:highlight>
                  <a:srgbClr val="FFFF00"/>
                </a:highlight>
              </a:rPr>
              <a:t>주백색</a:t>
            </a:r>
            <a:endParaRPr lang="en-US" altLang="ko-KR" sz="1000" b="1">
              <a:highlight>
                <a:srgbClr val="FFFF00"/>
              </a:highlight>
            </a:endParaRPr>
          </a:p>
        </p:txBody>
      </p:sp>
      <p:sp>
        <p:nvSpPr>
          <p:cNvPr id="37" name="TextBox 13">
            <a:extLst>
              <a:ext uri="{FF2B5EF4-FFF2-40B4-BE49-F238E27FC236}">
                <a16:creationId xmlns:a16="http://schemas.microsoft.com/office/drawing/2014/main" id="{A2C73D7B-3AAF-1371-543D-9E1F4D8DF594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89C8B13C-378A-806A-71A2-987EBAF99068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E2D0F96E-D66B-EAF9-8D2F-7DF87AC919BE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74A4E984-ECD5-4078-3FA6-CC7BBB00045F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EF9BF1BB-E4FF-F8F6-0D05-241825C74101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2" name="TextBox 11">
              <a:extLst>
                <a:ext uri="{FF2B5EF4-FFF2-40B4-BE49-F238E27FC236}">
                  <a16:creationId xmlns:a16="http://schemas.microsoft.com/office/drawing/2014/main" id="{963F920F-41E6-AD46-7DD3-69300CF63892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A4AB00E3-85C1-F5D6-4755-81EFFADEAEBD}"/>
              </a:ext>
            </a:extLst>
          </p:cNvPr>
          <p:cNvSpPr/>
          <p:nvPr/>
        </p:nvSpPr>
        <p:spPr>
          <a:xfrm flipV="1">
            <a:off x="2652338" y="3655218"/>
            <a:ext cx="98385" cy="59625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79D3E5BA-07EF-39D3-17DE-B97C0C10788B}"/>
              </a:ext>
            </a:extLst>
          </p:cNvPr>
          <p:cNvSpPr/>
          <p:nvPr/>
        </p:nvSpPr>
        <p:spPr>
          <a:xfrm flipV="1">
            <a:off x="7886600" y="3163484"/>
            <a:ext cx="98385" cy="59625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E7A688CD-A3FF-C07F-800C-CBD8F9D26BD7}"/>
              </a:ext>
            </a:extLst>
          </p:cNvPr>
          <p:cNvGrpSpPr/>
          <p:nvPr/>
        </p:nvGrpSpPr>
        <p:grpSpPr>
          <a:xfrm>
            <a:off x="7589780" y="4583825"/>
            <a:ext cx="98891" cy="1167715"/>
            <a:chOff x="4737834" y="4942995"/>
            <a:chExt cx="98891" cy="1167715"/>
          </a:xfrm>
        </p:grpSpPr>
        <p:sp>
          <p:nvSpPr>
            <p:cNvPr id="52" name="타원 51">
              <a:extLst>
                <a:ext uri="{FF2B5EF4-FFF2-40B4-BE49-F238E27FC236}">
                  <a16:creationId xmlns:a16="http://schemas.microsoft.com/office/drawing/2014/main" id="{31CE8031-C344-A411-3E2C-3760ACDA250F}"/>
                </a:ext>
              </a:extLst>
            </p:cNvPr>
            <p:cNvSpPr/>
            <p:nvPr/>
          </p:nvSpPr>
          <p:spPr>
            <a:xfrm>
              <a:off x="4737834" y="494299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3" name="타원 52">
              <a:extLst>
                <a:ext uri="{FF2B5EF4-FFF2-40B4-BE49-F238E27FC236}">
                  <a16:creationId xmlns:a16="http://schemas.microsoft.com/office/drawing/2014/main" id="{DEF1F59F-6C1F-6075-B4CF-41B222429AF2}"/>
                </a:ext>
              </a:extLst>
            </p:cNvPr>
            <p:cNvSpPr/>
            <p:nvPr/>
          </p:nvSpPr>
          <p:spPr>
            <a:xfrm>
              <a:off x="4738263" y="5483219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4" name="타원 53">
              <a:extLst>
                <a:ext uri="{FF2B5EF4-FFF2-40B4-BE49-F238E27FC236}">
                  <a16:creationId xmlns:a16="http://schemas.microsoft.com/office/drawing/2014/main" id="{82B549FD-3284-113F-5191-0C2D1851A624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3139E849-AC1B-AC4A-6998-2AC45287743F}"/>
              </a:ext>
            </a:extLst>
          </p:cNvPr>
          <p:cNvSpPr txBox="1"/>
          <p:nvPr/>
        </p:nvSpPr>
        <p:spPr>
          <a:xfrm>
            <a:off x="2130842" y="3830234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1200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7AAD7F2-87AE-F321-8EFF-011FFED58A1F}"/>
              </a:ext>
            </a:extLst>
          </p:cNvPr>
          <p:cNvSpPr txBox="1"/>
          <p:nvPr/>
        </p:nvSpPr>
        <p:spPr>
          <a:xfrm>
            <a:off x="2821034" y="6246459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3004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525A659-32CA-CD07-9B7F-7977E13865E7}"/>
              </a:ext>
            </a:extLst>
          </p:cNvPr>
          <p:cNvSpPr txBox="1"/>
          <p:nvPr/>
        </p:nvSpPr>
        <p:spPr>
          <a:xfrm>
            <a:off x="4476650" y="6253328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2814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D807BF9-82E9-FCF2-CE20-E289CF73ADDE}"/>
              </a:ext>
            </a:extLst>
          </p:cNvPr>
          <p:cNvSpPr txBox="1"/>
          <p:nvPr/>
        </p:nvSpPr>
        <p:spPr>
          <a:xfrm>
            <a:off x="6457817" y="6253328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4502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1D673E2-6DB9-9D0A-E88C-A5CE696B8C00}"/>
              </a:ext>
            </a:extLst>
          </p:cNvPr>
          <p:cNvSpPr txBox="1"/>
          <p:nvPr/>
        </p:nvSpPr>
        <p:spPr>
          <a:xfrm>
            <a:off x="6385807" y="4225723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3103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4288836-3D7D-CD00-6180-7FBDE189BB24}"/>
              </a:ext>
            </a:extLst>
          </p:cNvPr>
          <p:cNvSpPr txBox="1"/>
          <p:nvPr/>
        </p:nvSpPr>
        <p:spPr>
          <a:xfrm>
            <a:off x="5791729" y="4807659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3311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BC0CD88-FC90-3E4B-A2CE-09224FACA66A}"/>
              </a:ext>
            </a:extLst>
          </p:cNvPr>
          <p:cNvSpPr txBox="1"/>
          <p:nvPr/>
        </p:nvSpPr>
        <p:spPr>
          <a:xfrm>
            <a:off x="7925120" y="3357277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1200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8CFB0D8-84D6-BAF9-C4F4-38E666117369}"/>
              </a:ext>
            </a:extLst>
          </p:cNvPr>
          <p:cNvSpPr txBox="1"/>
          <p:nvPr/>
        </p:nvSpPr>
        <p:spPr>
          <a:xfrm>
            <a:off x="3181334" y="3022331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1500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7050AB5D-3F27-DD00-D540-356CBDB7456E}"/>
              </a:ext>
            </a:extLst>
          </p:cNvPr>
          <p:cNvSpPr/>
          <p:nvPr/>
        </p:nvSpPr>
        <p:spPr>
          <a:xfrm>
            <a:off x="6253114" y="4599164"/>
            <a:ext cx="789920" cy="854785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D00F84A1-BE52-F382-4C64-C61A125A09FF}"/>
              </a:ext>
            </a:extLst>
          </p:cNvPr>
          <p:cNvGrpSpPr/>
          <p:nvPr/>
        </p:nvGrpSpPr>
        <p:grpSpPr>
          <a:xfrm>
            <a:off x="4496047" y="3742443"/>
            <a:ext cx="764953" cy="256157"/>
            <a:chOff x="1981437" y="808980"/>
            <a:chExt cx="764953" cy="256157"/>
          </a:xfrm>
        </p:grpSpPr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E3ED4308-CABF-80FC-ED97-4A806952A2FC}"/>
                </a:ext>
              </a:extLst>
            </p:cNvPr>
            <p:cNvSpPr txBox="1"/>
            <p:nvPr/>
          </p:nvSpPr>
          <p:spPr>
            <a:xfrm>
              <a:off x="1981437" y="880471"/>
              <a:ext cx="764953" cy="18466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600" b="1"/>
                <a:t>서비스 조명 </a:t>
              </a:r>
              <a:r>
                <a:rPr lang="en-US" altLang="ko-KR" sz="600" b="1"/>
                <a:t>2EA</a:t>
              </a:r>
              <a:endParaRPr lang="ko-KR" altLang="en-US" sz="600" b="1"/>
            </a:p>
          </p:txBody>
        </p:sp>
        <p:grpSp>
          <p:nvGrpSpPr>
            <p:cNvPr id="59" name="그룹 58">
              <a:extLst>
                <a:ext uri="{FF2B5EF4-FFF2-40B4-BE49-F238E27FC236}">
                  <a16:creationId xmlns:a16="http://schemas.microsoft.com/office/drawing/2014/main" id="{44D71C9E-BFCE-9307-1767-D84738222C0C}"/>
                </a:ext>
              </a:extLst>
            </p:cNvPr>
            <p:cNvGrpSpPr/>
            <p:nvPr/>
          </p:nvGrpSpPr>
          <p:grpSpPr>
            <a:xfrm rot="5400000">
              <a:off x="2314488" y="559720"/>
              <a:ext cx="98814" cy="597334"/>
              <a:chOff x="4737834" y="5014427"/>
              <a:chExt cx="98814" cy="597334"/>
            </a:xfrm>
            <a:solidFill>
              <a:srgbClr val="FF00FF"/>
            </a:solidFill>
          </p:grpSpPr>
          <p:sp>
            <p:nvSpPr>
              <p:cNvPr id="60" name="타원 59">
                <a:extLst>
                  <a:ext uri="{FF2B5EF4-FFF2-40B4-BE49-F238E27FC236}">
                    <a16:creationId xmlns:a16="http://schemas.microsoft.com/office/drawing/2014/main" id="{8BC07545-6766-BD9D-5958-6B5BACEFBEC6}"/>
                  </a:ext>
                </a:extLst>
              </p:cNvPr>
              <p:cNvSpPr/>
              <p:nvPr/>
            </p:nvSpPr>
            <p:spPr>
              <a:xfrm>
                <a:off x="4737834" y="5014427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61" name="타원 60">
                <a:extLst>
                  <a:ext uri="{FF2B5EF4-FFF2-40B4-BE49-F238E27FC236}">
                    <a16:creationId xmlns:a16="http://schemas.microsoft.com/office/drawing/2014/main" id="{D5CF26A8-0913-EC5C-06EC-9C30B1EC2616}"/>
                  </a:ext>
                </a:extLst>
              </p:cNvPr>
              <p:cNvSpPr/>
              <p:nvPr/>
            </p:nvSpPr>
            <p:spPr>
              <a:xfrm>
                <a:off x="4738263" y="5513376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pic>
        <p:nvPicPr>
          <p:cNvPr id="62" name="그림 61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7022738-48E7-4288-F3CF-6C8F3371F11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764" y="3117152"/>
            <a:ext cx="1778731" cy="1466673"/>
          </a:xfrm>
          <a:prstGeom prst="rect">
            <a:avLst/>
          </a:prstGeom>
        </p:spPr>
      </p:pic>
      <p:pic>
        <p:nvPicPr>
          <p:cNvPr id="63" name="그림 62">
            <a:extLst>
              <a:ext uri="{FF2B5EF4-FFF2-40B4-BE49-F238E27FC236}">
                <a16:creationId xmlns:a16="http://schemas.microsoft.com/office/drawing/2014/main" id="{9FA377BF-BA4F-E87F-5718-875BED3783F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2320" b="-1"/>
          <a:stretch>
            <a:fillRect/>
          </a:stretch>
        </p:blipFill>
        <p:spPr>
          <a:xfrm>
            <a:off x="9743688" y="4266548"/>
            <a:ext cx="2236971" cy="1554480"/>
          </a:xfrm>
          <a:prstGeom prst="rect">
            <a:avLst/>
          </a:prstGeom>
        </p:spPr>
      </p:pic>
      <p:pic>
        <p:nvPicPr>
          <p:cNvPr id="64" name="그림 63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E319D6B9-A437-1030-4F4A-8125F4B810C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2" t="3086" r="4707" b="11674"/>
          <a:stretch>
            <a:fillRect/>
          </a:stretch>
        </p:blipFill>
        <p:spPr>
          <a:xfrm>
            <a:off x="403504" y="4900476"/>
            <a:ext cx="1619250" cy="1530350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5BBA32C8-6F18-2397-F659-F155A314F786}"/>
              </a:ext>
            </a:extLst>
          </p:cNvPr>
          <p:cNvGrpSpPr/>
          <p:nvPr/>
        </p:nvGrpSpPr>
        <p:grpSpPr>
          <a:xfrm>
            <a:off x="4894623" y="1007097"/>
            <a:ext cx="2793541" cy="717209"/>
            <a:chOff x="3924240" y="4043370"/>
            <a:chExt cx="2793541" cy="717209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2109E992-18B1-3C22-8E9C-FE9FE45B3B1F}"/>
                </a:ext>
              </a:extLst>
            </p:cNvPr>
            <p:cNvSpPr/>
            <p:nvPr/>
          </p:nvSpPr>
          <p:spPr>
            <a:xfrm rot="16200000" flipV="1">
              <a:off x="5624968" y="3667766"/>
              <a:ext cx="45719" cy="2139907"/>
            </a:xfrm>
            <a:prstGeom prst="rect">
              <a:avLst/>
            </a:prstGeom>
            <a:solidFill>
              <a:srgbClr val="FF00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EEB37EA-1BB9-6A53-06C3-1BF6C2537556}"/>
                </a:ext>
              </a:extLst>
            </p:cNvPr>
            <p:cNvSpPr txBox="1"/>
            <p:nvPr/>
          </p:nvSpPr>
          <p:spPr>
            <a:xfrm>
              <a:off x="3924240" y="4043370"/>
              <a:ext cx="1303562" cy="230832"/>
            </a:xfrm>
            <a:prstGeom prst="rect">
              <a:avLst/>
            </a:prstGeom>
            <a:solidFill>
              <a:srgbClr val="FFC000"/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900" b="1"/>
                <a:t>싱크대 </a:t>
              </a:r>
              <a:r>
                <a:rPr lang="ko-KR" altLang="en-US" sz="900" b="1" err="1"/>
                <a:t>간접등</a:t>
              </a:r>
              <a:r>
                <a:rPr lang="ko-KR" altLang="en-US" sz="900" b="1"/>
                <a:t> 서비스</a:t>
              </a:r>
            </a:p>
          </p:txBody>
        </p:sp>
        <p:cxnSp>
          <p:nvCxnSpPr>
            <p:cNvPr id="18" name="직선 화살표 연결선 17">
              <a:extLst>
                <a:ext uri="{FF2B5EF4-FFF2-40B4-BE49-F238E27FC236}">
                  <a16:creationId xmlns:a16="http://schemas.microsoft.com/office/drawing/2014/main" id="{584326D6-E289-7869-C762-91C38A21402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36242" y="4214198"/>
              <a:ext cx="0" cy="50447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BEE7B924-BBB0-E384-1C5C-5103E6284357}"/>
              </a:ext>
            </a:extLst>
          </p:cNvPr>
          <p:cNvSpPr txBox="1"/>
          <p:nvPr/>
        </p:nvSpPr>
        <p:spPr>
          <a:xfrm>
            <a:off x="8222939" y="5913944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3607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328312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F0DECE-0199-915E-98A9-DE667A45A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6E7B970-9A0F-33CD-5373-30FD827F160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529931" y="931415"/>
            <a:ext cx="7223669" cy="542216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B7B023D-14BC-44E6-9BCB-7F7AA50BAA90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B7B023D-14BC-44E6-9BCB-7F7AA50BAA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483A9196-857C-41A0-9640-2AEA9F57A4DF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84A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 + </a:t>
            </a:r>
            <a:r>
              <a:rPr lang="ko-KR" altLang="en-US" sz="2000" b="1" err="1"/>
              <a:t>실링팬</a:t>
            </a:r>
            <a:r>
              <a:rPr lang="ko-KR" altLang="en-US" sz="2000" b="1"/>
              <a:t> 우물두줄</a:t>
            </a:r>
            <a:endParaRPr lang="en-US" altLang="ko-KR" sz="2000" b="1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F615844-97BC-A99A-BF15-A7CFCE28B9B2}"/>
              </a:ext>
            </a:extLst>
          </p:cNvPr>
          <p:cNvSpPr/>
          <p:nvPr/>
        </p:nvSpPr>
        <p:spPr>
          <a:xfrm rot="5400000">
            <a:off x="6618532" y="5006145"/>
            <a:ext cx="102820" cy="182097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8EA3E0A0-AE7B-08CC-87C6-B7EAE3F5F543}"/>
              </a:ext>
            </a:extLst>
          </p:cNvPr>
          <p:cNvSpPr/>
          <p:nvPr/>
        </p:nvSpPr>
        <p:spPr>
          <a:xfrm>
            <a:off x="6113413" y="4472164"/>
            <a:ext cx="1076639" cy="1087359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96B22B-5CF4-B5F3-0985-13E6AEE5B4F5}"/>
              </a:ext>
            </a:extLst>
          </p:cNvPr>
          <p:cNvSpPr txBox="1"/>
          <p:nvPr/>
        </p:nvSpPr>
        <p:spPr>
          <a:xfrm>
            <a:off x="5688700" y="3830234"/>
            <a:ext cx="1891732" cy="2462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0D58B5-D164-4C9C-EE19-9362C2D8554B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13" name="별: 꼭짓점 4개 12">
            <a:extLst>
              <a:ext uri="{FF2B5EF4-FFF2-40B4-BE49-F238E27FC236}">
                <a16:creationId xmlns:a16="http://schemas.microsoft.com/office/drawing/2014/main" id="{D09A98D0-AEAD-BC9A-CEA7-DB52425C6E43}"/>
              </a:ext>
            </a:extLst>
          </p:cNvPr>
          <p:cNvSpPr/>
          <p:nvPr/>
        </p:nvSpPr>
        <p:spPr>
          <a:xfrm>
            <a:off x="6362989" y="4745420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01E88DF2-B3F8-E7F3-8265-6918A1CDC4BB}"/>
              </a:ext>
            </a:extLst>
          </p:cNvPr>
          <p:cNvGrpSpPr/>
          <p:nvPr/>
        </p:nvGrpSpPr>
        <p:grpSpPr>
          <a:xfrm>
            <a:off x="5619151" y="4535500"/>
            <a:ext cx="98891" cy="1167715"/>
            <a:chOff x="4737834" y="4942995"/>
            <a:chExt cx="98891" cy="1167715"/>
          </a:xfrm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10451DBD-A19B-4A2A-7B9C-FB02A45B23C3}"/>
                </a:ext>
              </a:extLst>
            </p:cNvPr>
            <p:cNvSpPr/>
            <p:nvPr/>
          </p:nvSpPr>
          <p:spPr>
            <a:xfrm>
              <a:off x="4737834" y="494299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81BA01F1-F3F6-83BF-6D9A-399D72F3870A}"/>
                </a:ext>
              </a:extLst>
            </p:cNvPr>
            <p:cNvSpPr/>
            <p:nvPr/>
          </p:nvSpPr>
          <p:spPr>
            <a:xfrm>
              <a:off x="4738263" y="5483219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23B49290-337A-45EB-AEA6-793F19A366DC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25F74E44-CBA2-08E9-A5D7-AB0EB2115CDD}"/>
              </a:ext>
            </a:extLst>
          </p:cNvPr>
          <p:cNvGrpSpPr/>
          <p:nvPr/>
        </p:nvGrpSpPr>
        <p:grpSpPr>
          <a:xfrm rot="5400000">
            <a:off x="4549821" y="3886152"/>
            <a:ext cx="104184" cy="626456"/>
            <a:chOff x="5324822" y="4457234"/>
            <a:chExt cx="104184" cy="626456"/>
          </a:xfrm>
        </p:grpSpPr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EEB9FCCD-1641-32CD-8CCE-E9F53E47C331}"/>
                </a:ext>
              </a:extLst>
            </p:cNvPr>
            <p:cNvSpPr/>
            <p:nvPr/>
          </p:nvSpPr>
          <p:spPr>
            <a:xfrm>
              <a:off x="5330621" y="4457234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6717CF8B-90FD-9BBB-E94C-B39BC8CDBB23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363A49BB-5EE1-2956-0379-CB4D0CE5382F}"/>
              </a:ext>
            </a:extLst>
          </p:cNvPr>
          <p:cNvSpPr/>
          <p:nvPr/>
        </p:nvSpPr>
        <p:spPr>
          <a:xfrm flipV="1">
            <a:off x="3613557" y="2881312"/>
            <a:ext cx="98385" cy="73757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F219B95-1668-8B99-BE37-32C013F726EF}"/>
              </a:ext>
            </a:extLst>
          </p:cNvPr>
          <p:cNvSpPr txBox="1"/>
          <p:nvPr/>
        </p:nvSpPr>
        <p:spPr>
          <a:xfrm>
            <a:off x="5490543" y="6303922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err="1">
                <a:highlight>
                  <a:srgbClr val="FFFF00"/>
                </a:highlight>
              </a:rPr>
              <a:t>실링팬</a:t>
            </a:r>
            <a:r>
              <a:rPr lang="ko-KR" altLang="en-US" sz="1000" b="1">
                <a:highlight>
                  <a:srgbClr val="FFFF00"/>
                </a:highlight>
              </a:rPr>
              <a:t> </a:t>
            </a:r>
            <a:r>
              <a:rPr lang="ko-KR" altLang="en-US" sz="1000" b="1" err="1">
                <a:highlight>
                  <a:srgbClr val="FFFF00"/>
                </a:highlight>
              </a:rPr>
              <a:t>루씨에어</a:t>
            </a:r>
            <a:endParaRPr lang="en-US" altLang="ko-KR" sz="1000" b="1">
              <a:highlight>
                <a:srgbClr val="FFFF00"/>
              </a:highlight>
            </a:endParaRPr>
          </a:p>
          <a:p>
            <a:r>
              <a:rPr lang="ko-KR" altLang="en-US" sz="1000" b="1">
                <a:highlight>
                  <a:srgbClr val="FFFF00"/>
                </a:highlight>
              </a:rPr>
              <a:t>설치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보강</a:t>
            </a:r>
            <a:br>
              <a:rPr lang="en-US" altLang="ko-KR" sz="1000" b="1">
                <a:highlight>
                  <a:srgbClr val="FFFF00"/>
                </a:highlight>
              </a:rPr>
            </a:br>
            <a:r>
              <a:rPr lang="ko-KR" altLang="en-US" sz="1000" b="1">
                <a:highlight>
                  <a:srgbClr val="FFFF00"/>
                </a:highlight>
              </a:rPr>
              <a:t>우물조명 </a:t>
            </a:r>
            <a:r>
              <a:rPr lang="en-US" altLang="ko-KR" sz="1000" b="1">
                <a:highlight>
                  <a:srgbClr val="FFFF00"/>
                </a:highlight>
              </a:rPr>
              <a:t>2</a:t>
            </a:r>
            <a:r>
              <a:rPr lang="ko-KR" altLang="en-US" sz="1000" b="1">
                <a:highlight>
                  <a:srgbClr val="FFFF00"/>
                </a:highlight>
              </a:rPr>
              <a:t>줄 </a:t>
            </a:r>
            <a:r>
              <a:rPr lang="ko-KR" altLang="en-US" sz="1000" b="1" err="1">
                <a:highlight>
                  <a:srgbClr val="FFFF00"/>
                </a:highlight>
              </a:rPr>
              <a:t>전구색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 err="1">
                <a:highlight>
                  <a:srgbClr val="FFFF00"/>
                </a:highlight>
              </a:rPr>
              <a:t>주백색</a:t>
            </a:r>
            <a:endParaRPr lang="en-US" altLang="ko-KR" sz="1000" b="1">
              <a:highlight>
                <a:srgbClr val="FFFF00"/>
              </a:highlight>
            </a:endParaRPr>
          </a:p>
        </p:txBody>
      </p:sp>
      <p:sp>
        <p:nvSpPr>
          <p:cNvPr id="37" name="TextBox 13">
            <a:extLst>
              <a:ext uri="{FF2B5EF4-FFF2-40B4-BE49-F238E27FC236}">
                <a16:creationId xmlns:a16="http://schemas.microsoft.com/office/drawing/2014/main" id="{A2C73D7B-3AAF-1371-543D-9E1F4D8DF594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89C8B13C-378A-806A-71A2-987EBAF99068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E2D0F96E-D66B-EAF9-8D2F-7DF87AC919BE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74A4E984-ECD5-4078-3FA6-CC7BBB00045F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EF9BF1BB-E4FF-F8F6-0D05-241825C74101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2" name="TextBox 11">
              <a:extLst>
                <a:ext uri="{FF2B5EF4-FFF2-40B4-BE49-F238E27FC236}">
                  <a16:creationId xmlns:a16="http://schemas.microsoft.com/office/drawing/2014/main" id="{963F920F-41E6-AD46-7DD3-69300CF63892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A4AB00E3-85C1-F5D6-4755-81EFFADEAEBD}"/>
              </a:ext>
            </a:extLst>
          </p:cNvPr>
          <p:cNvSpPr/>
          <p:nvPr/>
        </p:nvSpPr>
        <p:spPr>
          <a:xfrm flipV="1">
            <a:off x="2652338" y="3655218"/>
            <a:ext cx="98385" cy="59625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79D3E5BA-07EF-39D3-17DE-B97C0C10788B}"/>
              </a:ext>
            </a:extLst>
          </p:cNvPr>
          <p:cNvSpPr/>
          <p:nvPr/>
        </p:nvSpPr>
        <p:spPr>
          <a:xfrm flipV="1">
            <a:off x="7886600" y="3163484"/>
            <a:ext cx="98385" cy="59625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E7A688CD-A3FF-C07F-800C-CBD8F9D26BD7}"/>
              </a:ext>
            </a:extLst>
          </p:cNvPr>
          <p:cNvGrpSpPr/>
          <p:nvPr/>
        </p:nvGrpSpPr>
        <p:grpSpPr>
          <a:xfrm>
            <a:off x="7589780" y="4583825"/>
            <a:ext cx="98891" cy="1167715"/>
            <a:chOff x="4737834" y="4942995"/>
            <a:chExt cx="98891" cy="1167715"/>
          </a:xfrm>
        </p:grpSpPr>
        <p:sp>
          <p:nvSpPr>
            <p:cNvPr id="52" name="타원 51">
              <a:extLst>
                <a:ext uri="{FF2B5EF4-FFF2-40B4-BE49-F238E27FC236}">
                  <a16:creationId xmlns:a16="http://schemas.microsoft.com/office/drawing/2014/main" id="{31CE8031-C344-A411-3E2C-3760ACDA250F}"/>
                </a:ext>
              </a:extLst>
            </p:cNvPr>
            <p:cNvSpPr/>
            <p:nvPr/>
          </p:nvSpPr>
          <p:spPr>
            <a:xfrm>
              <a:off x="4737834" y="494299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3" name="타원 52">
              <a:extLst>
                <a:ext uri="{FF2B5EF4-FFF2-40B4-BE49-F238E27FC236}">
                  <a16:creationId xmlns:a16="http://schemas.microsoft.com/office/drawing/2014/main" id="{DEF1F59F-6C1F-6075-B4CF-41B222429AF2}"/>
                </a:ext>
              </a:extLst>
            </p:cNvPr>
            <p:cNvSpPr/>
            <p:nvPr/>
          </p:nvSpPr>
          <p:spPr>
            <a:xfrm>
              <a:off x="4738263" y="5483219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4" name="타원 53">
              <a:extLst>
                <a:ext uri="{FF2B5EF4-FFF2-40B4-BE49-F238E27FC236}">
                  <a16:creationId xmlns:a16="http://schemas.microsoft.com/office/drawing/2014/main" id="{82B549FD-3284-113F-5191-0C2D1851A624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3139E849-AC1B-AC4A-6998-2AC45287743F}"/>
              </a:ext>
            </a:extLst>
          </p:cNvPr>
          <p:cNvSpPr txBox="1"/>
          <p:nvPr/>
        </p:nvSpPr>
        <p:spPr>
          <a:xfrm>
            <a:off x="2130842" y="3830234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1200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7AAD7F2-87AE-F321-8EFF-011FFED58A1F}"/>
              </a:ext>
            </a:extLst>
          </p:cNvPr>
          <p:cNvSpPr txBox="1"/>
          <p:nvPr/>
        </p:nvSpPr>
        <p:spPr>
          <a:xfrm>
            <a:off x="2821034" y="6246459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3004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525A659-32CA-CD07-9B7F-7977E13865E7}"/>
              </a:ext>
            </a:extLst>
          </p:cNvPr>
          <p:cNvSpPr txBox="1"/>
          <p:nvPr/>
        </p:nvSpPr>
        <p:spPr>
          <a:xfrm>
            <a:off x="4476650" y="6253328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2814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D807BF9-82E9-FCF2-CE20-E289CF73ADDE}"/>
              </a:ext>
            </a:extLst>
          </p:cNvPr>
          <p:cNvSpPr txBox="1"/>
          <p:nvPr/>
        </p:nvSpPr>
        <p:spPr>
          <a:xfrm>
            <a:off x="6457817" y="6253328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4502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1D673E2-6DB9-9D0A-E88C-A5CE696B8C00}"/>
              </a:ext>
            </a:extLst>
          </p:cNvPr>
          <p:cNvSpPr txBox="1"/>
          <p:nvPr/>
        </p:nvSpPr>
        <p:spPr>
          <a:xfrm>
            <a:off x="6385807" y="4225723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3103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4288836-3D7D-CD00-6180-7FBDE189BB24}"/>
              </a:ext>
            </a:extLst>
          </p:cNvPr>
          <p:cNvSpPr txBox="1"/>
          <p:nvPr/>
        </p:nvSpPr>
        <p:spPr>
          <a:xfrm>
            <a:off x="5791729" y="4807659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3311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BC0CD88-FC90-3E4B-A2CE-09224FACA66A}"/>
              </a:ext>
            </a:extLst>
          </p:cNvPr>
          <p:cNvSpPr txBox="1"/>
          <p:nvPr/>
        </p:nvSpPr>
        <p:spPr>
          <a:xfrm>
            <a:off x="7925120" y="3357277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1200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8CFB0D8-84D6-BAF9-C4F4-38E666117369}"/>
              </a:ext>
            </a:extLst>
          </p:cNvPr>
          <p:cNvSpPr txBox="1"/>
          <p:nvPr/>
        </p:nvSpPr>
        <p:spPr>
          <a:xfrm>
            <a:off x="3181334" y="3022331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1500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7050AB5D-3F27-DD00-D540-356CBDB7456E}"/>
              </a:ext>
            </a:extLst>
          </p:cNvPr>
          <p:cNvSpPr/>
          <p:nvPr/>
        </p:nvSpPr>
        <p:spPr>
          <a:xfrm>
            <a:off x="6253114" y="4599164"/>
            <a:ext cx="789920" cy="854785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D00F84A1-BE52-F382-4C64-C61A125A09FF}"/>
              </a:ext>
            </a:extLst>
          </p:cNvPr>
          <p:cNvGrpSpPr/>
          <p:nvPr/>
        </p:nvGrpSpPr>
        <p:grpSpPr>
          <a:xfrm>
            <a:off x="4496047" y="3742443"/>
            <a:ext cx="764953" cy="256157"/>
            <a:chOff x="1981437" y="808980"/>
            <a:chExt cx="764953" cy="256157"/>
          </a:xfrm>
        </p:grpSpPr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E3ED4308-CABF-80FC-ED97-4A806952A2FC}"/>
                </a:ext>
              </a:extLst>
            </p:cNvPr>
            <p:cNvSpPr txBox="1"/>
            <p:nvPr/>
          </p:nvSpPr>
          <p:spPr>
            <a:xfrm>
              <a:off x="1981437" y="880471"/>
              <a:ext cx="764953" cy="18466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600" b="1"/>
                <a:t>서비스 조명 </a:t>
              </a:r>
              <a:r>
                <a:rPr lang="en-US" altLang="ko-KR" sz="600" b="1"/>
                <a:t>2EA</a:t>
              </a:r>
              <a:endParaRPr lang="ko-KR" altLang="en-US" sz="600" b="1"/>
            </a:p>
          </p:txBody>
        </p:sp>
        <p:grpSp>
          <p:nvGrpSpPr>
            <p:cNvPr id="59" name="그룹 58">
              <a:extLst>
                <a:ext uri="{FF2B5EF4-FFF2-40B4-BE49-F238E27FC236}">
                  <a16:creationId xmlns:a16="http://schemas.microsoft.com/office/drawing/2014/main" id="{44D71C9E-BFCE-9307-1767-D84738222C0C}"/>
                </a:ext>
              </a:extLst>
            </p:cNvPr>
            <p:cNvGrpSpPr/>
            <p:nvPr/>
          </p:nvGrpSpPr>
          <p:grpSpPr>
            <a:xfrm rot="5400000">
              <a:off x="2314488" y="559720"/>
              <a:ext cx="98814" cy="597334"/>
              <a:chOff x="4737834" y="5014427"/>
              <a:chExt cx="98814" cy="597334"/>
            </a:xfrm>
            <a:solidFill>
              <a:srgbClr val="FF00FF"/>
            </a:solidFill>
          </p:grpSpPr>
          <p:sp>
            <p:nvSpPr>
              <p:cNvPr id="60" name="타원 59">
                <a:extLst>
                  <a:ext uri="{FF2B5EF4-FFF2-40B4-BE49-F238E27FC236}">
                    <a16:creationId xmlns:a16="http://schemas.microsoft.com/office/drawing/2014/main" id="{8BC07545-6766-BD9D-5958-6B5BACEFBEC6}"/>
                  </a:ext>
                </a:extLst>
              </p:cNvPr>
              <p:cNvSpPr/>
              <p:nvPr/>
            </p:nvSpPr>
            <p:spPr>
              <a:xfrm>
                <a:off x="4737834" y="5014427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61" name="타원 60">
                <a:extLst>
                  <a:ext uri="{FF2B5EF4-FFF2-40B4-BE49-F238E27FC236}">
                    <a16:creationId xmlns:a16="http://schemas.microsoft.com/office/drawing/2014/main" id="{D5CF26A8-0913-EC5C-06EC-9C30B1EC2616}"/>
                  </a:ext>
                </a:extLst>
              </p:cNvPr>
              <p:cNvSpPr/>
              <p:nvPr/>
            </p:nvSpPr>
            <p:spPr>
              <a:xfrm>
                <a:off x="4738263" y="5513376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pic>
        <p:nvPicPr>
          <p:cNvPr id="62" name="그림 61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7022738-48E7-4288-F3CF-6C8F3371F11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764" y="3117152"/>
            <a:ext cx="1778731" cy="1466673"/>
          </a:xfrm>
          <a:prstGeom prst="rect">
            <a:avLst/>
          </a:prstGeom>
        </p:spPr>
      </p:pic>
      <p:pic>
        <p:nvPicPr>
          <p:cNvPr id="63" name="그림 62">
            <a:extLst>
              <a:ext uri="{FF2B5EF4-FFF2-40B4-BE49-F238E27FC236}">
                <a16:creationId xmlns:a16="http://schemas.microsoft.com/office/drawing/2014/main" id="{9FA377BF-BA4F-E87F-5718-875BED3783F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2320" b="-1"/>
          <a:stretch>
            <a:fillRect/>
          </a:stretch>
        </p:blipFill>
        <p:spPr>
          <a:xfrm>
            <a:off x="9743688" y="4266548"/>
            <a:ext cx="2236971" cy="1554480"/>
          </a:xfrm>
          <a:prstGeom prst="rect">
            <a:avLst/>
          </a:prstGeom>
        </p:spPr>
      </p:pic>
      <p:pic>
        <p:nvPicPr>
          <p:cNvPr id="6" name="그림 5" descr="텍스트, 스크린샷, 디자인, 폰트이(가) 표시된 사진&#10;&#10;자동 생성된 설명">
            <a:extLst>
              <a:ext uri="{FF2B5EF4-FFF2-40B4-BE49-F238E27FC236}">
                <a16:creationId xmlns:a16="http://schemas.microsoft.com/office/drawing/2014/main" id="{E3045F91-FAE2-7D2D-42E5-E9B421B6B19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064" y="5069269"/>
            <a:ext cx="1404781" cy="115764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227DA6A-2306-3AF1-451A-CB8A76EFA67F}"/>
              </a:ext>
            </a:extLst>
          </p:cNvPr>
          <p:cNvSpPr txBox="1"/>
          <p:nvPr/>
        </p:nvSpPr>
        <p:spPr>
          <a:xfrm>
            <a:off x="387422" y="2164947"/>
            <a:ext cx="1651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>
                <a:highlight>
                  <a:srgbClr val="00FFFF"/>
                </a:highlight>
              </a:rPr>
              <a:t>라운드 </a:t>
            </a:r>
            <a:r>
              <a:rPr lang="ko-KR" altLang="en-US" b="1" err="1">
                <a:highlight>
                  <a:srgbClr val="00FFFF"/>
                </a:highlight>
              </a:rPr>
              <a:t>무몰딩</a:t>
            </a:r>
            <a:endParaRPr lang="ko-KR" altLang="en-US" b="1">
              <a:highlight>
                <a:srgbClr val="00FFFF"/>
              </a:highlight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7B0A3BAC-7CD2-3E1B-6C1B-F309EFFC8E79}"/>
              </a:ext>
            </a:extLst>
          </p:cNvPr>
          <p:cNvGrpSpPr/>
          <p:nvPr/>
        </p:nvGrpSpPr>
        <p:grpSpPr>
          <a:xfrm>
            <a:off x="4894623" y="1007097"/>
            <a:ext cx="2793541" cy="717209"/>
            <a:chOff x="3924240" y="4043370"/>
            <a:chExt cx="2793541" cy="717209"/>
          </a:xfrm>
        </p:grpSpPr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FCEA6F7E-CDA9-B3B5-874E-6EA4C6D76DB2}"/>
                </a:ext>
              </a:extLst>
            </p:cNvPr>
            <p:cNvSpPr/>
            <p:nvPr/>
          </p:nvSpPr>
          <p:spPr>
            <a:xfrm rot="16200000" flipV="1">
              <a:off x="5624968" y="3667766"/>
              <a:ext cx="45719" cy="2139907"/>
            </a:xfrm>
            <a:prstGeom prst="rect">
              <a:avLst/>
            </a:prstGeom>
            <a:solidFill>
              <a:srgbClr val="FF00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72CD8EB-3686-2B56-30D3-92BD3CDE0EC2}"/>
                </a:ext>
              </a:extLst>
            </p:cNvPr>
            <p:cNvSpPr txBox="1"/>
            <p:nvPr/>
          </p:nvSpPr>
          <p:spPr>
            <a:xfrm>
              <a:off x="3924240" y="4043370"/>
              <a:ext cx="1303562" cy="230832"/>
            </a:xfrm>
            <a:prstGeom prst="rect">
              <a:avLst/>
            </a:prstGeom>
            <a:solidFill>
              <a:srgbClr val="FFC000"/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900" b="1"/>
                <a:t>싱크대 </a:t>
              </a:r>
              <a:r>
                <a:rPr lang="ko-KR" altLang="en-US" sz="900" b="1" err="1"/>
                <a:t>간접등</a:t>
              </a:r>
              <a:r>
                <a:rPr lang="ko-KR" altLang="en-US" sz="900" b="1"/>
                <a:t> 서비스</a:t>
              </a:r>
            </a:p>
          </p:txBody>
        </p:sp>
        <p:cxnSp>
          <p:nvCxnSpPr>
            <p:cNvPr id="20" name="직선 화살표 연결선 19">
              <a:extLst>
                <a:ext uri="{FF2B5EF4-FFF2-40B4-BE49-F238E27FC236}">
                  <a16:creationId xmlns:a16="http://schemas.microsoft.com/office/drawing/2014/main" id="{FBFF2B84-B52F-49A4-3631-0F66D6B3FAC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36242" y="4214198"/>
              <a:ext cx="0" cy="50447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6504E1E9-6CC0-9FAA-8CDF-137582B33DA6}"/>
              </a:ext>
            </a:extLst>
          </p:cNvPr>
          <p:cNvSpPr txBox="1"/>
          <p:nvPr/>
        </p:nvSpPr>
        <p:spPr>
          <a:xfrm>
            <a:off x="8222939" y="5913944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3607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022731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F0DECE-0199-915E-98A9-DE667A45A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6E7B970-9A0F-33CD-5373-30FD827F160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529931" y="931415"/>
            <a:ext cx="7223669" cy="542216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B7B023D-14BC-44E6-9BCB-7F7AA50BAA90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B7B023D-14BC-44E6-9BCB-7F7AA50BAA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483A9196-857C-41A0-9640-2AEA9F57A4DF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err="1"/>
              <a:t>검단웰카운티</a:t>
            </a:r>
            <a:r>
              <a:rPr lang="ko-KR" altLang="en-US" sz="2000" b="1"/>
              <a:t> </a:t>
            </a:r>
            <a:r>
              <a:rPr lang="en-US" altLang="ko-KR" sz="2000" b="1"/>
              <a:t>84</a:t>
            </a:r>
            <a:r>
              <a:rPr lang="ko-KR" altLang="en-US" sz="2000" b="1"/>
              <a:t>타입 </a:t>
            </a:r>
            <a:endParaRPr lang="en-US" altLang="ko-KR" sz="2000" b="1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F615844-97BC-A99A-BF15-A7CFCE28B9B2}"/>
              </a:ext>
            </a:extLst>
          </p:cNvPr>
          <p:cNvSpPr/>
          <p:nvPr/>
        </p:nvSpPr>
        <p:spPr>
          <a:xfrm rot="5400000">
            <a:off x="6618532" y="5006145"/>
            <a:ext cx="102820" cy="182097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8EA3E0A0-AE7B-08CC-87C6-B7EAE3F5F543}"/>
              </a:ext>
            </a:extLst>
          </p:cNvPr>
          <p:cNvSpPr/>
          <p:nvPr/>
        </p:nvSpPr>
        <p:spPr>
          <a:xfrm>
            <a:off x="6113413" y="4472164"/>
            <a:ext cx="1076639" cy="1087359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0D58B5-D164-4C9C-EE19-9362C2D8554B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13" name="별: 꼭짓점 4개 12">
            <a:extLst>
              <a:ext uri="{FF2B5EF4-FFF2-40B4-BE49-F238E27FC236}">
                <a16:creationId xmlns:a16="http://schemas.microsoft.com/office/drawing/2014/main" id="{D09A98D0-AEAD-BC9A-CEA7-DB52425C6E43}"/>
              </a:ext>
            </a:extLst>
          </p:cNvPr>
          <p:cNvSpPr/>
          <p:nvPr/>
        </p:nvSpPr>
        <p:spPr>
          <a:xfrm>
            <a:off x="6362989" y="4745420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01E88DF2-B3F8-E7F3-8265-6918A1CDC4BB}"/>
              </a:ext>
            </a:extLst>
          </p:cNvPr>
          <p:cNvGrpSpPr/>
          <p:nvPr/>
        </p:nvGrpSpPr>
        <p:grpSpPr>
          <a:xfrm>
            <a:off x="5619151" y="4535500"/>
            <a:ext cx="98891" cy="1167715"/>
            <a:chOff x="4737834" y="4942995"/>
            <a:chExt cx="98891" cy="1167715"/>
          </a:xfrm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10451DBD-A19B-4A2A-7B9C-FB02A45B23C3}"/>
                </a:ext>
              </a:extLst>
            </p:cNvPr>
            <p:cNvSpPr/>
            <p:nvPr/>
          </p:nvSpPr>
          <p:spPr>
            <a:xfrm>
              <a:off x="4737834" y="494299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81BA01F1-F3F6-83BF-6D9A-399D72F3870A}"/>
                </a:ext>
              </a:extLst>
            </p:cNvPr>
            <p:cNvSpPr/>
            <p:nvPr/>
          </p:nvSpPr>
          <p:spPr>
            <a:xfrm>
              <a:off x="4738263" y="5483219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23B49290-337A-45EB-AEA6-793F19A366DC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25F74E44-CBA2-08E9-A5D7-AB0EB2115CDD}"/>
              </a:ext>
            </a:extLst>
          </p:cNvPr>
          <p:cNvGrpSpPr/>
          <p:nvPr/>
        </p:nvGrpSpPr>
        <p:grpSpPr>
          <a:xfrm rot="5400000">
            <a:off x="4549821" y="3886152"/>
            <a:ext cx="104184" cy="626456"/>
            <a:chOff x="5324822" y="4457234"/>
            <a:chExt cx="104184" cy="626456"/>
          </a:xfrm>
        </p:grpSpPr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EEB9FCCD-1641-32CD-8CCE-E9F53E47C331}"/>
                </a:ext>
              </a:extLst>
            </p:cNvPr>
            <p:cNvSpPr/>
            <p:nvPr/>
          </p:nvSpPr>
          <p:spPr>
            <a:xfrm>
              <a:off x="5330621" y="4457234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6717CF8B-90FD-9BBB-E94C-B39BC8CDBB23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AF219B95-1668-8B99-BE37-32C013F726EF}"/>
              </a:ext>
            </a:extLst>
          </p:cNvPr>
          <p:cNvSpPr txBox="1"/>
          <p:nvPr/>
        </p:nvSpPr>
        <p:spPr>
          <a:xfrm>
            <a:off x="5490543" y="6303922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err="1">
                <a:highlight>
                  <a:srgbClr val="FFFF00"/>
                </a:highlight>
              </a:rPr>
              <a:t>실링팬</a:t>
            </a:r>
            <a:r>
              <a:rPr lang="ko-KR" altLang="en-US" sz="1000" b="1">
                <a:highlight>
                  <a:srgbClr val="FFFF00"/>
                </a:highlight>
              </a:rPr>
              <a:t> </a:t>
            </a:r>
            <a:r>
              <a:rPr lang="ko-KR" altLang="en-US" sz="1000" b="1" err="1">
                <a:highlight>
                  <a:srgbClr val="FFFF00"/>
                </a:highlight>
              </a:rPr>
              <a:t>루씨에어</a:t>
            </a:r>
            <a:endParaRPr lang="en-US" altLang="ko-KR" sz="1000" b="1">
              <a:highlight>
                <a:srgbClr val="FFFF00"/>
              </a:highlight>
            </a:endParaRPr>
          </a:p>
          <a:p>
            <a:r>
              <a:rPr lang="ko-KR" altLang="en-US" sz="1000" b="1">
                <a:highlight>
                  <a:srgbClr val="FFFF00"/>
                </a:highlight>
              </a:rPr>
              <a:t>설치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보강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우물 천장 안 실크 도배</a:t>
            </a:r>
            <a:br>
              <a:rPr lang="en-US" altLang="ko-KR" sz="1000" b="1">
                <a:highlight>
                  <a:srgbClr val="FFFF00"/>
                </a:highlight>
              </a:rPr>
            </a:br>
            <a:r>
              <a:rPr lang="ko-KR" altLang="en-US" sz="1000" b="1">
                <a:highlight>
                  <a:srgbClr val="FFFF00"/>
                </a:highlight>
              </a:rPr>
              <a:t>우물조명 </a:t>
            </a:r>
            <a:r>
              <a:rPr lang="en-US" altLang="ko-KR" sz="1000" b="1">
                <a:highlight>
                  <a:srgbClr val="FFFF00"/>
                </a:highlight>
              </a:rPr>
              <a:t>2</a:t>
            </a:r>
            <a:r>
              <a:rPr lang="ko-KR" altLang="en-US" sz="1000" b="1">
                <a:highlight>
                  <a:srgbClr val="FFFF00"/>
                </a:highlight>
              </a:rPr>
              <a:t>줄 </a:t>
            </a:r>
            <a:r>
              <a:rPr lang="ko-KR" altLang="en-US" sz="1000" b="1" err="1">
                <a:highlight>
                  <a:srgbClr val="FFFF00"/>
                </a:highlight>
              </a:rPr>
              <a:t>전구색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 err="1">
                <a:highlight>
                  <a:srgbClr val="FFFF00"/>
                </a:highlight>
              </a:rPr>
              <a:t>주백색</a:t>
            </a:r>
            <a:endParaRPr lang="en-US" altLang="ko-KR" sz="1000" b="1">
              <a:highlight>
                <a:srgbClr val="FFFF00"/>
              </a:highlight>
            </a:endParaRPr>
          </a:p>
        </p:txBody>
      </p:sp>
      <p:sp>
        <p:nvSpPr>
          <p:cNvPr id="37" name="TextBox 13">
            <a:extLst>
              <a:ext uri="{FF2B5EF4-FFF2-40B4-BE49-F238E27FC236}">
                <a16:creationId xmlns:a16="http://schemas.microsoft.com/office/drawing/2014/main" id="{A2C73D7B-3AAF-1371-543D-9E1F4D8DF594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89C8B13C-378A-806A-71A2-987EBAF99068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E2D0F96E-D66B-EAF9-8D2F-7DF87AC919BE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74A4E984-ECD5-4078-3FA6-CC7BBB00045F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EF9BF1BB-E4FF-F8F6-0D05-241825C74101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2" name="TextBox 11">
              <a:extLst>
                <a:ext uri="{FF2B5EF4-FFF2-40B4-BE49-F238E27FC236}">
                  <a16:creationId xmlns:a16="http://schemas.microsoft.com/office/drawing/2014/main" id="{963F920F-41E6-AD46-7DD3-69300CF63892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E7A688CD-A3FF-C07F-800C-CBD8F9D26BD7}"/>
              </a:ext>
            </a:extLst>
          </p:cNvPr>
          <p:cNvGrpSpPr/>
          <p:nvPr/>
        </p:nvGrpSpPr>
        <p:grpSpPr>
          <a:xfrm>
            <a:off x="7589780" y="4583825"/>
            <a:ext cx="98891" cy="1167715"/>
            <a:chOff x="4737834" y="4942995"/>
            <a:chExt cx="98891" cy="1167715"/>
          </a:xfrm>
        </p:grpSpPr>
        <p:sp>
          <p:nvSpPr>
            <p:cNvPr id="52" name="타원 51">
              <a:extLst>
                <a:ext uri="{FF2B5EF4-FFF2-40B4-BE49-F238E27FC236}">
                  <a16:creationId xmlns:a16="http://schemas.microsoft.com/office/drawing/2014/main" id="{31CE8031-C344-A411-3E2C-3760ACDA250F}"/>
                </a:ext>
              </a:extLst>
            </p:cNvPr>
            <p:cNvSpPr/>
            <p:nvPr/>
          </p:nvSpPr>
          <p:spPr>
            <a:xfrm>
              <a:off x="4737834" y="494299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3" name="타원 52">
              <a:extLst>
                <a:ext uri="{FF2B5EF4-FFF2-40B4-BE49-F238E27FC236}">
                  <a16:creationId xmlns:a16="http://schemas.microsoft.com/office/drawing/2014/main" id="{DEF1F59F-6C1F-6075-B4CF-41B222429AF2}"/>
                </a:ext>
              </a:extLst>
            </p:cNvPr>
            <p:cNvSpPr/>
            <p:nvPr/>
          </p:nvSpPr>
          <p:spPr>
            <a:xfrm>
              <a:off x="4738263" y="5483219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4" name="타원 53">
              <a:extLst>
                <a:ext uri="{FF2B5EF4-FFF2-40B4-BE49-F238E27FC236}">
                  <a16:creationId xmlns:a16="http://schemas.microsoft.com/office/drawing/2014/main" id="{82B549FD-3284-113F-5191-0C2D1851A624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3139E849-AC1B-AC4A-6998-2AC45287743F}"/>
              </a:ext>
            </a:extLst>
          </p:cNvPr>
          <p:cNvSpPr txBox="1"/>
          <p:nvPr/>
        </p:nvSpPr>
        <p:spPr>
          <a:xfrm>
            <a:off x="2130842" y="3830234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1200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7AAD7F2-87AE-F321-8EFF-011FFED58A1F}"/>
              </a:ext>
            </a:extLst>
          </p:cNvPr>
          <p:cNvSpPr txBox="1"/>
          <p:nvPr/>
        </p:nvSpPr>
        <p:spPr>
          <a:xfrm>
            <a:off x="2821034" y="6246459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3004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525A659-32CA-CD07-9B7F-7977E13865E7}"/>
              </a:ext>
            </a:extLst>
          </p:cNvPr>
          <p:cNvSpPr txBox="1"/>
          <p:nvPr/>
        </p:nvSpPr>
        <p:spPr>
          <a:xfrm>
            <a:off x="4476650" y="6253328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2814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D807BF9-82E9-FCF2-CE20-E289CF73ADDE}"/>
              </a:ext>
            </a:extLst>
          </p:cNvPr>
          <p:cNvSpPr txBox="1"/>
          <p:nvPr/>
        </p:nvSpPr>
        <p:spPr>
          <a:xfrm>
            <a:off x="6457817" y="6253328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4502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1D673E2-6DB9-9D0A-E88C-A5CE696B8C00}"/>
              </a:ext>
            </a:extLst>
          </p:cNvPr>
          <p:cNvSpPr txBox="1"/>
          <p:nvPr/>
        </p:nvSpPr>
        <p:spPr>
          <a:xfrm>
            <a:off x="6385807" y="4225723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3103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4288836-3D7D-CD00-6180-7FBDE189BB24}"/>
              </a:ext>
            </a:extLst>
          </p:cNvPr>
          <p:cNvSpPr txBox="1"/>
          <p:nvPr/>
        </p:nvSpPr>
        <p:spPr>
          <a:xfrm>
            <a:off x="5791729" y="4807659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3311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BC0CD88-FC90-3E4B-A2CE-09224FACA66A}"/>
              </a:ext>
            </a:extLst>
          </p:cNvPr>
          <p:cNvSpPr txBox="1"/>
          <p:nvPr/>
        </p:nvSpPr>
        <p:spPr>
          <a:xfrm>
            <a:off x="7925120" y="3357277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1200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8CFB0D8-84D6-BAF9-C4F4-38E666117369}"/>
              </a:ext>
            </a:extLst>
          </p:cNvPr>
          <p:cNvSpPr txBox="1"/>
          <p:nvPr/>
        </p:nvSpPr>
        <p:spPr>
          <a:xfrm>
            <a:off x="3181334" y="3022331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1500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7050AB5D-3F27-DD00-D540-356CBDB7456E}"/>
              </a:ext>
            </a:extLst>
          </p:cNvPr>
          <p:cNvSpPr/>
          <p:nvPr/>
        </p:nvSpPr>
        <p:spPr>
          <a:xfrm>
            <a:off x="6253114" y="4599164"/>
            <a:ext cx="789920" cy="854785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D00F84A1-BE52-F382-4C64-C61A125A09FF}"/>
              </a:ext>
            </a:extLst>
          </p:cNvPr>
          <p:cNvGrpSpPr/>
          <p:nvPr/>
        </p:nvGrpSpPr>
        <p:grpSpPr>
          <a:xfrm>
            <a:off x="4496047" y="3742443"/>
            <a:ext cx="764953" cy="256157"/>
            <a:chOff x="1981437" y="808980"/>
            <a:chExt cx="764953" cy="256157"/>
          </a:xfrm>
        </p:grpSpPr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E3ED4308-CABF-80FC-ED97-4A806952A2FC}"/>
                </a:ext>
              </a:extLst>
            </p:cNvPr>
            <p:cNvSpPr txBox="1"/>
            <p:nvPr/>
          </p:nvSpPr>
          <p:spPr>
            <a:xfrm>
              <a:off x="1981437" y="880471"/>
              <a:ext cx="764953" cy="18466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600" b="1"/>
                <a:t>서비스 조명 </a:t>
              </a:r>
              <a:r>
                <a:rPr lang="en-US" altLang="ko-KR" sz="600" b="1"/>
                <a:t>2EA</a:t>
              </a:r>
              <a:endParaRPr lang="ko-KR" altLang="en-US" sz="600" b="1"/>
            </a:p>
          </p:txBody>
        </p:sp>
        <p:grpSp>
          <p:nvGrpSpPr>
            <p:cNvPr id="59" name="그룹 58">
              <a:extLst>
                <a:ext uri="{FF2B5EF4-FFF2-40B4-BE49-F238E27FC236}">
                  <a16:creationId xmlns:a16="http://schemas.microsoft.com/office/drawing/2014/main" id="{44D71C9E-BFCE-9307-1767-D84738222C0C}"/>
                </a:ext>
              </a:extLst>
            </p:cNvPr>
            <p:cNvGrpSpPr/>
            <p:nvPr/>
          </p:nvGrpSpPr>
          <p:grpSpPr>
            <a:xfrm rot="5400000">
              <a:off x="2314488" y="559720"/>
              <a:ext cx="98814" cy="597334"/>
              <a:chOff x="4737834" y="5014427"/>
              <a:chExt cx="98814" cy="597334"/>
            </a:xfrm>
            <a:solidFill>
              <a:srgbClr val="FF00FF"/>
            </a:solidFill>
          </p:grpSpPr>
          <p:sp>
            <p:nvSpPr>
              <p:cNvPr id="60" name="타원 59">
                <a:extLst>
                  <a:ext uri="{FF2B5EF4-FFF2-40B4-BE49-F238E27FC236}">
                    <a16:creationId xmlns:a16="http://schemas.microsoft.com/office/drawing/2014/main" id="{8BC07545-6766-BD9D-5958-6B5BACEFBEC6}"/>
                  </a:ext>
                </a:extLst>
              </p:cNvPr>
              <p:cNvSpPr/>
              <p:nvPr/>
            </p:nvSpPr>
            <p:spPr>
              <a:xfrm>
                <a:off x="4737834" y="5014427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61" name="타원 60">
                <a:extLst>
                  <a:ext uri="{FF2B5EF4-FFF2-40B4-BE49-F238E27FC236}">
                    <a16:creationId xmlns:a16="http://schemas.microsoft.com/office/drawing/2014/main" id="{D5CF26A8-0913-EC5C-06EC-9C30B1EC2616}"/>
                  </a:ext>
                </a:extLst>
              </p:cNvPr>
              <p:cNvSpPr/>
              <p:nvPr/>
            </p:nvSpPr>
            <p:spPr>
              <a:xfrm>
                <a:off x="4738263" y="5513376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pic>
        <p:nvPicPr>
          <p:cNvPr id="63" name="그림 62">
            <a:extLst>
              <a:ext uri="{FF2B5EF4-FFF2-40B4-BE49-F238E27FC236}">
                <a16:creationId xmlns:a16="http://schemas.microsoft.com/office/drawing/2014/main" id="{9FA377BF-BA4F-E87F-5718-875BED3783F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320" b="-1"/>
          <a:stretch>
            <a:fillRect/>
          </a:stretch>
        </p:blipFill>
        <p:spPr>
          <a:xfrm>
            <a:off x="9743688" y="4266548"/>
            <a:ext cx="2236971" cy="1554480"/>
          </a:xfrm>
          <a:prstGeom prst="rect">
            <a:avLst/>
          </a:prstGeom>
        </p:spPr>
      </p:pic>
      <p:pic>
        <p:nvPicPr>
          <p:cNvPr id="64" name="그림 63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E319D6B9-A437-1030-4F4A-8125F4B810C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2" t="3086" r="4707" b="11674"/>
          <a:stretch>
            <a:fillRect/>
          </a:stretch>
        </p:blipFill>
        <p:spPr>
          <a:xfrm>
            <a:off x="403504" y="4900476"/>
            <a:ext cx="1619250" cy="15303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AB857B6-A5E2-183F-40A1-121937477038}"/>
              </a:ext>
            </a:extLst>
          </p:cNvPr>
          <p:cNvSpPr txBox="1"/>
          <p:nvPr/>
        </p:nvSpPr>
        <p:spPr>
          <a:xfrm>
            <a:off x="5688700" y="3830234"/>
            <a:ext cx="1891732" cy="2462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pic>
        <p:nvPicPr>
          <p:cNvPr id="7" name="그림 6" descr="텍스트, 스크린샷, 리모컨, 전자 기기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998109B-1F3D-3371-DD7F-ECE6B97D5E2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367" y="3238234"/>
            <a:ext cx="1757580" cy="1445609"/>
          </a:xfrm>
          <a:prstGeom prst="rect">
            <a:avLst/>
          </a:prstGeom>
        </p:spPr>
      </p:pic>
      <p:grpSp>
        <p:nvGrpSpPr>
          <p:cNvPr id="10" name="그룹 9">
            <a:extLst>
              <a:ext uri="{FF2B5EF4-FFF2-40B4-BE49-F238E27FC236}">
                <a16:creationId xmlns:a16="http://schemas.microsoft.com/office/drawing/2014/main" id="{99E53226-07AA-5B3A-42E1-3B31EE9F8FBB}"/>
              </a:ext>
            </a:extLst>
          </p:cNvPr>
          <p:cNvGrpSpPr/>
          <p:nvPr/>
        </p:nvGrpSpPr>
        <p:grpSpPr>
          <a:xfrm>
            <a:off x="4894623" y="1007097"/>
            <a:ext cx="2793541" cy="717209"/>
            <a:chOff x="3924240" y="4043370"/>
            <a:chExt cx="2793541" cy="717209"/>
          </a:xfrm>
        </p:grpSpPr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E975040B-662F-2A8F-11C4-3D37645D30AA}"/>
                </a:ext>
              </a:extLst>
            </p:cNvPr>
            <p:cNvSpPr/>
            <p:nvPr/>
          </p:nvSpPr>
          <p:spPr>
            <a:xfrm rot="16200000" flipV="1">
              <a:off x="5624968" y="3667766"/>
              <a:ext cx="45719" cy="2139907"/>
            </a:xfrm>
            <a:prstGeom prst="rect">
              <a:avLst/>
            </a:prstGeom>
            <a:solidFill>
              <a:srgbClr val="FF00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136EA4D-0BEF-3D78-B438-1D9B242DFEF1}"/>
                </a:ext>
              </a:extLst>
            </p:cNvPr>
            <p:cNvSpPr txBox="1"/>
            <p:nvPr/>
          </p:nvSpPr>
          <p:spPr>
            <a:xfrm>
              <a:off x="3924240" y="4043370"/>
              <a:ext cx="1303562" cy="230832"/>
            </a:xfrm>
            <a:prstGeom prst="rect">
              <a:avLst/>
            </a:prstGeom>
            <a:solidFill>
              <a:srgbClr val="FFC000"/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900" b="1"/>
                <a:t>싱크대 </a:t>
              </a:r>
              <a:r>
                <a:rPr lang="ko-KR" altLang="en-US" sz="900" b="1" err="1"/>
                <a:t>간접등</a:t>
              </a:r>
              <a:r>
                <a:rPr lang="ko-KR" altLang="en-US" sz="900" b="1"/>
                <a:t> 서비스</a:t>
              </a:r>
            </a:p>
          </p:txBody>
        </p:sp>
        <p:cxnSp>
          <p:nvCxnSpPr>
            <p:cNvPr id="20" name="직선 화살표 연결선 19">
              <a:extLst>
                <a:ext uri="{FF2B5EF4-FFF2-40B4-BE49-F238E27FC236}">
                  <a16:creationId xmlns:a16="http://schemas.microsoft.com/office/drawing/2014/main" id="{748BB6A7-768B-8A32-AEA2-DFC9519BF17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36242" y="4214198"/>
              <a:ext cx="0" cy="50447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FCABC0A4-2D45-7774-826C-254305FE8CC3}"/>
              </a:ext>
            </a:extLst>
          </p:cNvPr>
          <p:cNvSpPr txBox="1"/>
          <p:nvPr/>
        </p:nvSpPr>
        <p:spPr>
          <a:xfrm>
            <a:off x="8222939" y="5913944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3607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789246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F0DECE-0199-915E-98A9-DE667A45A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6E7B970-9A0F-33CD-5373-30FD827F160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529931" y="931415"/>
            <a:ext cx="7223669" cy="542216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B7B023D-14BC-44E6-9BCB-7F7AA50BAA90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B7B023D-14BC-44E6-9BCB-7F7AA50BAA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483A9196-857C-41A0-9640-2AEA9F57A4DF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/////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F615844-97BC-A99A-BF15-A7CFCE28B9B2}"/>
              </a:ext>
            </a:extLst>
          </p:cNvPr>
          <p:cNvSpPr/>
          <p:nvPr/>
        </p:nvSpPr>
        <p:spPr>
          <a:xfrm rot="5400000">
            <a:off x="6618532" y="5006145"/>
            <a:ext cx="102820" cy="182097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8EA3E0A0-AE7B-08CC-87C6-B7EAE3F5F543}"/>
              </a:ext>
            </a:extLst>
          </p:cNvPr>
          <p:cNvSpPr/>
          <p:nvPr/>
        </p:nvSpPr>
        <p:spPr>
          <a:xfrm>
            <a:off x="6113413" y="4472164"/>
            <a:ext cx="1076639" cy="1087359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0D58B5-D164-4C9C-EE19-9362C2D8554B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13" name="별: 꼭짓점 4개 12">
            <a:extLst>
              <a:ext uri="{FF2B5EF4-FFF2-40B4-BE49-F238E27FC236}">
                <a16:creationId xmlns:a16="http://schemas.microsoft.com/office/drawing/2014/main" id="{D09A98D0-AEAD-BC9A-CEA7-DB52425C6E43}"/>
              </a:ext>
            </a:extLst>
          </p:cNvPr>
          <p:cNvSpPr/>
          <p:nvPr/>
        </p:nvSpPr>
        <p:spPr>
          <a:xfrm>
            <a:off x="6362989" y="4745420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01E88DF2-B3F8-E7F3-8265-6918A1CDC4BB}"/>
              </a:ext>
            </a:extLst>
          </p:cNvPr>
          <p:cNvGrpSpPr/>
          <p:nvPr/>
        </p:nvGrpSpPr>
        <p:grpSpPr>
          <a:xfrm>
            <a:off x="5619151" y="4535500"/>
            <a:ext cx="98891" cy="1167715"/>
            <a:chOff x="4737834" y="4942995"/>
            <a:chExt cx="98891" cy="1167715"/>
          </a:xfrm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10451DBD-A19B-4A2A-7B9C-FB02A45B23C3}"/>
                </a:ext>
              </a:extLst>
            </p:cNvPr>
            <p:cNvSpPr/>
            <p:nvPr/>
          </p:nvSpPr>
          <p:spPr>
            <a:xfrm>
              <a:off x="4737834" y="494299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81BA01F1-F3F6-83BF-6D9A-399D72F3870A}"/>
                </a:ext>
              </a:extLst>
            </p:cNvPr>
            <p:cNvSpPr/>
            <p:nvPr/>
          </p:nvSpPr>
          <p:spPr>
            <a:xfrm>
              <a:off x="4738263" y="5483219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23B49290-337A-45EB-AEA6-793F19A366DC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25F74E44-CBA2-08E9-A5D7-AB0EB2115CDD}"/>
              </a:ext>
            </a:extLst>
          </p:cNvPr>
          <p:cNvGrpSpPr/>
          <p:nvPr/>
        </p:nvGrpSpPr>
        <p:grpSpPr>
          <a:xfrm rot="5400000">
            <a:off x="4549821" y="3886152"/>
            <a:ext cx="104184" cy="626456"/>
            <a:chOff x="5324822" y="4457234"/>
            <a:chExt cx="104184" cy="626456"/>
          </a:xfrm>
        </p:grpSpPr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EEB9FCCD-1641-32CD-8CCE-E9F53E47C331}"/>
                </a:ext>
              </a:extLst>
            </p:cNvPr>
            <p:cNvSpPr/>
            <p:nvPr/>
          </p:nvSpPr>
          <p:spPr>
            <a:xfrm>
              <a:off x="5330621" y="4457234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6717CF8B-90FD-9BBB-E94C-B39BC8CDBB23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AF219B95-1668-8B99-BE37-32C013F726EF}"/>
              </a:ext>
            </a:extLst>
          </p:cNvPr>
          <p:cNvSpPr txBox="1"/>
          <p:nvPr/>
        </p:nvSpPr>
        <p:spPr>
          <a:xfrm>
            <a:off x="5490543" y="6303922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err="1">
                <a:highlight>
                  <a:srgbClr val="FFFF00"/>
                </a:highlight>
              </a:rPr>
              <a:t>실링팬</a:t>
            </a:r>
            <a:r>
              <a:rPr lang="ko-KR" altLang="en-US" sz="1000" b="1">
                <a:highlight>
                  <a:srgbClr val="FFFF00"/>
                </a:highlight>
              </a:rPr>
              <a:t> </a:t>
            </a:r>
            <a:r>
              <a:rPr lang="ko-KR" altLang="en-US" sz="1000" b="1" err="1">
                <a:highlight>
                  <a:srgbClr val="FFFF00"/>
                </a:highlight>
              </a:rPr>
              <a:t>루씨에어</a:t>
            </a:r>
            <a:endParaRPr lang="en-US" altLang="ko-KR" sz="1000" b="1">
              <a:highlight>
                <a:srgbClr val="FFFF00"/>
              </a:highlight>
            </a:endParaRPr>
          </a:p>
          <a:p>
            <a:r>
              <a:rPr lang="ko-KR" altLang="en-US" sz="1000" b="1">
                <a:highlight>
                  <a:srgbClr val="FFFF00"/>
                </a:highlight>
              </a:rPr>
              <a:t>설치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보강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우물 천장 안 실크 도배</a:t>
            </a:r>
            <a:br>
              <a:rPr lang="en-US" altLang="ko-KR" sz="1000" b="1">
                <a:highlight>
                  <a:srgbClr val="FFFF00"/>
                </a:highlight>
              </a:rPr>
            </a:br>
            <a:r>
              <a:rPr lang="ko-KR" altLang="en-US" sz="1000" b="1">
                <a:highlight>
                  <a:srgbClr val="FFFF00"/>
                </a:highlight>
              </a:rPr>
              <a:t>우물조명 </a:t>
            </a:r>
            <a:r>
              <a:rPr lang="en-US" altLang="ko-KR" sz="1000" b="1">
                <a:highlight>
                  <a:srgbClr val="FFFF00"/>
                </a:highlight>
              </a:rPr>
              <a:t>2</a:t>
            </a:r>
            <a:r>
              <a:rPr lang="ko-KR" altLang="en-US" sz="1000" b="1">
                <a:highlight>
                  <a:srgbClr val="FFFF00"/>
                </a:highlight>
              </a:rPr>
              <a:t>줄 </a:t>
            </a:r>
            <a:r>
              <a:rPr lang="ko-KR" altLang="en-US" sz="1000" b="1" err="1">
                <a:highlight>
                  <a:srgbClr val="FFFF00"/>
                </a:highlight>
              </a:rPr>
              <a:t>전구색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 err="1">
                <a:highlight>
                  <a:srgbClr val="FFFF00"/>
                </a:highlight>
              </a:rPr>
              <a:t>주백색</a:t>
            </a:r>
            <a:endParaRPr lang="en-US" altLang="ko-KR" sz="1000" b="1">
              <a:highlight>
                <a:srgbClr val="FFFF00"/>
              </a:highlight>
            </a:endParaRPr>
          </a:p>
        </p:txBody>
      </p:sp>
      <p:sp>
        <p:nvSpPr>
          <p:cNvPr id="37" name="TextBox 13">
            <a:extLst>
              <a:ext uri="{FF2B5EF4-FFF2-40B4-BE49-F238E27FC236}">
                <a16:creationId xmlns:a16="http://schemas.microsoft.com/office/drawing/2014/main" id="{A2C73D7B-3AAF-1371-543D-9E1F4D8DF594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89C8B13C-378A-806A-71A2-987EBAF99068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E2D0F96E-D66B-EAF9-8D2F-7DF87AC919BE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74A4E984-ECD5-4078-3FA6-CC7BBB00045F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EF9BF1BB-E4FF-F8F6-0D05-241825C74101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2" name="TextBox 11">
              <a:extLst>
                <a:ext uri="{FF2B5EF4-FFF2-40B4-BE49-F238E27FC236}">
                  <a16:creationId xmlns:a16="http://schemas.microsoft.com/office/drawing/2014/main" id="{963F920F-41E6-AD46-7DD3-69300CF63892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E7A688CD-A3FF-C07F-800C-CBD8F9D26BD7}"/>
              </a:ext>
            </a:extLst>
          </p:cNvPr>
          <p:cNvGrpSpPr/>
          <p:nvPr/>
        </p:nvGrpSpPr>
        <p:grpSpPr>
          <a:xfrm>
            <a:off x="7589780" y="4583825"/>
            <a:ext cx="98891" cy="1167715"/>
            <a:chOff x="4737834" y="4942995"/>
            <a:chExt cx="98891" cy="1167715"/>
          </a:xfrm>
        </p:grpSpPr>
        <p:sp>
          <p:nvSpPr>
            <p:cNvPr id="52" name="타원 51">
              <a:extLst>
                <a:ext uri="{FF2B5EF4-FFF2-40B4-BE49-F238E27FC236}">
                  <a16:creationId xmlns:a16="http://schemas.microsoft.com/office/drawing/2014/main" id="{31CE8031-C344-A411-3E2C-3760ACDA250F}"/>
                </a:ext>
              </a:extLst>
            </p:cNvPr>
            <p:cNvSpPr/>
            <p:nvPr/>
          </p:nvSpPr>
          <p:spPr>
            <a:xfrm>
              <a:off x="4737834" y="494299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3" name="타원 52">
              <a:extLst>
                <a:ext uri="{FF2B5EF4-FFF2-40B4-BE49-F238E27FC236}">
                  <a16:creationId xmlns:a16="http://schemas.microsoft.com/office/drawing/2014/main" id="{DEF1F59F-6C1F-6075-B4CF-41B222429AF2}"/>
                </a:ext>
              </a:extLst>
            </p:cNvPr>
            <p:cNvSpPr/>
            <p:nvPr/>
          </p:nvSpPr>
          <p:spPr>
            <a:xfrm>
              <a:off x="4738263" y="5483219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4" name="타원 53">
              <a:extLst>
                <a:ext uri="{FF2B5EF4-FFF2-40B4-BE49-F238E27FC236}">
                  <a16:creationId xmlns:a16="http://schemas.microsoft.com/office/drawing/2014/main" id="{82B549FD-3284-113F-5191-0C2D1851A624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3139E849-AC1B-AC4A-6998-2AC45287743F}"/>
              </a:ext>
            </a:extLst>
          </p:cNvPr>
          <p:cNvSpPr txBox="1"/>
          <p:nvPr/>
        </p:nvSpPr>
        <p:spPr>
          <a:xfrm>
            <a:off x="2130842" y="3830234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1200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7AAD7F2-87AE-F321-8EFF-011FFED58A1F}"/>
              </a:ext>
            </a:extLst>
          </p:cNvPr>
          <p:cNvSpPr txBox="1"/>
          <p:nvPr/>
        </p:nvSpPr>
        <p:spPr>
          <a:xfrm>
            <a:off x="2821034" y="6246459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3004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525A659-32CA-CD07-9B7F-7977E13865E7}"/>
              </a:ext>
            </a:extLst>
          </p:cNvPr>
          <p:cNvSpPr txBox="1"/>
          <p:nvPr/>
        </p:nvSpPr>
        <p:spPr>
          <a:xfrm>
            <a:off x="4476650" y="6253328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2814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D807BF9-82E9-FCF2-CE20-E289CF73ADDE}"/>
              </a:ext>
            </a:extLst>
          </p:cNvPr>
          <p:cNvSpPr txBox="1"/>
          <p:nvPr/>
        </p:nvSpPr>
        <p:spPr>
          <a:xfrm>
            <a:off x="6457817" y="6253328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4502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1D673E2-6DB9-9D0A-E88C-A5CE696B8C00}"/>
              </a:ext>
            </a:extLst>
          </p:cNvPr>
          <p:cNvSpPr txBox="1"/>
          <p:nvPr/>
        </p:nvSpPr>
        <p:spPr>
          <a:xfrm>
            <a:off x="6385807" y="4225723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3103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4288836-3D7D-CD00-6180-7FBDE189BB24}"/>
              </a:ext>
            </a:extLst>
          </p:cNvPr>
          <p:cNvSpPr txBox="1"/>
          <p:nvPr/>
        </p:nvSpPr>
        <p:spPr>
          <a:xfrm>
            <a:off x="5791729" y="4807659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3311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BC0CD88-FC90-3E4B-A2CE-09224FACA66A}"/>
              </a:ext>
            </a:extLst>
          </p:cNvPr>
          <p:cNvSpPr txBox="1"/>
          <p:nvPr/>
        </p:nvSpPr>
        <p:spPr>
          <a:xfrm>
            <a:off x="7925120" y="3357277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1200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8CFB0D8-84D6-BAF9-C4F4-38E666117369}"/>
              </a:ext>
            </a:extLst>
          </p:cNvPr>
          <p:cNvSpPr txBox="1"/>
          <p:nvPr/>
        </p:nvSpPr>
        <p:spPr>
          <a:xfrm>
            <a:off x="3181334" y="3022331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1500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7050AB5D-3F27-DD00-D540-356CBDB7456E}"/>
              </a:ext>
            </a:extLst>
          </p:cNvPr>
          <p:cNvSpPr/>
          <p:nvPr/>
        </p:nvSpPr>
        <p:spPr>
          <a:xfrm>
            <a:off x="6253114" y="4599164"/>
            <a:ext cx="789920" cy="854785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D00F84A1-BE52-F382-4C64-C61A125A09FF}"/>
              </a:ext>
            </a:extLst>
          </p:cNvPr>
          <p:cNvGrpSpPr/>
          <p:nvPr/>
        </p:nvGrpSpPr>
        <p:grpSpPr>
          <a:xfrm>
            <a:off x="4496047" y="3742443"/>
            <a:ext cx="764953" cy="256157"/>
            <a:chOff x="1981437" y="808980"/>
            <a:chExt cx="764953" cy="256157"/>
          </a:xfrm>
        </p:grpSpPr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E3ED4308-CABF-80FC-ED97-4A806952A2FC}"/>
                </a:ext>
              </a:extLst>
            </p:cNvPr>
            <p:cNvSpPr txBox="1"/>
            <p:nvPr/>
          </p:nvSpPr>
          <p:spPr>
            <a:xfrm>
              <a:off x="1981437" y="880471"/>
              <a:ext cx="764953" cy="18466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600" b="1"/>
                <a:t>서비스 조명 </a:t>
              </a:r>
              <a:r>
                <a:rPr lang="en-US" altLang="ko-KR" sz="600" b="1"/>
                <a:t>2EA</a:t>
              </a:r>
              <a:endParaRPr lang="ko-KR" altLang="en-US" sz="600" b="1"/>
            </a:p>
          </p:txBody>
        </p:sp>
        <p:grpSp>
          <p:nvGrpSpPr>
            <p:cNvPr id="59" name="그룹 58">
              <a:extLst>
                <a:ext uri="{FF2B5EF4-FFF2-40B4-BE49-F238E27FC236}">
                  <a16:creationId xmlns:a16="http://schemas.microsoft.com/office/drawing/2014/main" id="{44D71C9E-BFCE-9307-1767-D84738222C0C}"/>
                </a:ext>
              </a:extLst>
            </p:cNvPr>
            <p:cNvGrpSpPr/>
            <p:nvPr/>
          </p:nvGrpSpPr>
          <p:grpSpPr>
            <a:xfrm rot="5400000">
              <a:off x="2314488" y="559720"/>
              <a:ext cx="98814" cy="597334"/>
              <a:chOff x="4737834" y="5014427"/>
              <a:chExt cx="98814" cy="597334"/>
            </a:xfrm>
            <a:solidFill>
              <a:srgbClr val="FF00FF"/>
            </a:solidFill>
          </p:grpSpPr>
          <p:sp>
            <p:nvSpPr>
              <p:cNvPr id="60" name="타원 59">
                <a:extLst>
                  <a:ext uri="{FF2B5EF4-FFF2-40B4-BE49-F238E27FC236}">
                    <a16:creationId xmlns:a16="http://schemas.microsoft.com/office/drawing/2014/main" id="{8BC07545-6766-BD9D-5958-6B5BACEFBEC6}"/>
                  </a:ext>
                </a:extLst>
              </p:cNvPr>
              <p:cNvSpPr/>
              <p:nvPr/>
            </p:nvSpPr>
            <p:spPr>
              <a:xfrm>
                <a:off x="4737834" y="5014427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61" name="타원 60">
                <a:extLst>
                  <a:ext uri="{FF2B5EF4-FFF2-40B4-BE49-F238E27FC236}">
                    <a16:creationId xmlns:a16="http://schemas.microsoft.com/office/drawing/2014/main" id="{D5CF26A8-0913-EC5C-06EC-9C30B1EC2616}"/>
                  </a:ext>
                </a:extLst>
              </p:cNvPr>
              <p:cNvSpPr/>
              <p:nvPr/>
            </p:nvSpPr>
            <p:spPr>
              <a:xfrm>
                <a:off x="4738263" y="5513376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pic>
        <p:nvPicPr>
          <p:cNvPr id="63" name="그림 62">
            <a:extLst>
              <a:ext uri="{FF2B5EF4-FFF2-40B4-BE49-F238E27FC236}">
                <a16:creationId xmlns:a16="http://schemas.microsoft.com/office/drawing/2014/main" id="{9FA377BF-BA4F-E87F-5718-875BED3783F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320" b="-1"/>
          <a:stretch>
            <a:fillRect/>
          </a:stretch>
        </p:blipFill>
        <p:spPr>
          <a:xfrm>
            <a:off x="9743688" y="4266548"/>
            <a:ext cx="2236971" cy="1554480"/>
          </a:xfrm>
          <a:prstGeom prst="rect">
            <a:avLst/>
          </a:prstGeom>
        </p:spPr>
      </p:pic>
      <p:pic>
        <p:nvPicPr>
          <p:cNvPr id="64" name="그림 63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E319D6B9-A437-1030-4F4A-8125F4B810C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2" t="3086" r="4707" b="11674"/>
          <a:stretch>
            <a:fillRect/>
          </a:stretch>
        </p:blipFill>
        <p:spPr>
          <a:xfrm>
            <a:off x="403504" y="4900476"/>
            <a:ext cx="1619250" cy="15303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AB857B6-A5E2-183F-40A1-121937477038}"/>
              </a:ext>
            </a:extLst>
          </p:cNvPr>
          <p:cNvSpPr txBox="1"/>
          <p:nvPr/>
        </p:nvSpPr>
        <p:spPr>
          <a:xfrm>
            <a:off x="5688700" y="3830234"/>
            <a:ext cx="1891732" cy="2462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pic>
        <p:nvPicPr>
          <p:cNvPr id="7" name="그림 6" descr="텍스트, 스크린샷, 리모컨, 전자 기기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998109B-1F3D-3371-DD7F-ECE6B97D5E2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367" y="3238234"/>
            <a:ext cx="1757580" cy="1445609"/>
          </a:xfrm>
          <a:prstGeom prst="rect">
            <a:avLst/>
          </a:prstGeom>
        </p:spPr>
      </p:pic>
      <p:grpSp>
        <p:nvGrpSpPr>
          <p:cNvPr id="10" name="그룹 9">
            <a:extLst>
              <a:ext uri="{FF2B5EF4-FFF2-40B4-BE49-F238E27FC236}">
                <a16:creationId xmlns:a16="http://schemas.microsoft.com/office/drawing/2014/main" id="{99E53226-07AA-5B3A-42E1-3B31EE9F8FBB}"/>
              </a:ext>
            </a:extLst>
          </p:cNvPr>
          <p:cNvGrpSpPr/>
          <p:nvPr/>
        </p:nvGrpSpPr>
        <p:grpSpPr>
          <a:xfrm>
            <a:off x="4894623" y="1007097"/>
            <a:ext cx="2793541" cy="717209"/>
            <a:chOff x="3924240" y="4043370"/>
            <a:chExt cx="2793541" cy="717209"/>
          </a:xfrm>
        </p:grpSpPr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E975040B-662F-2A8F-11C4-3D37645D30AA}"/>
                </a:ext>
              </a:extLst>
            </p:cNvPr>
            <p:cNvSpPr/>
            <p:nvPr/>
          </p:nvSpPr>
          <p:spPr>
            <a:xfrm rot="16200000" flipV="1">
              <a:off x="5624968" y="3667766"/>
              <a:ext cx="45719" cy="2139907"/>
            </a:xfrm>
            <a:prstGeom prst="rect">
              <a:avLst/>
            </a:prstGeom>
            <a:solidFill>
              <a:srgbClr val="FF00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136EA4D-0BEF-3D78-B438-1D9B242DFEF1}"/>
                </a:ext>
              </a:extLst>
            </p:cNvPr>
            <p:cNvSpPr txBox="1"/>
            <p:nvPr/>
          </p:nvSpPr>
          <p:spPr>
            <a:xfrm>
              <a:off x="3924240" y="4043370"/>
              <a:ext cx="1303562" cy="230832"/>
            </a:xfrm>
            <a:prstGeom prst="rect">
              <a:avLst/>
            </a:prstGeom>
            <a:solidFill>
              <a:srgbClr val="FFC000"/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900" b="1"/>
                <a:t>싱크대 </a:t>
              </a:r>
              <a:r>
                <a:rPr lang="ko-KR" altLang="en-US" sz="900" b="1" err="1"/>
                <a:t>간접등</a:t>
              </a:r>
              <a:r>
                <a:rPr lang="ko-KR" altLang="en-US" sz="900" b="1"/>
                <a:t> 서비스</a:t>
              </a:r>
            </a:p>
          </p:txBody>
        </p:sp>
        <p:cxnSp>
          <p:nvCxnSpPr>
            <p:cNvPr id="20" name="직선 화살표 연결선 19">
              <a:extLst>
                <a:ext uri="{FF2B5EF4-FFF2-40B4-BE49-F238E27FC236}">
                  <a16:creationId xmlns:a16="http://schemas.microsoft.com/office/drawing/2014/main" id="{748BB6A7-768B-8A32-AEA2-DFC9519BF17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36242" y="4214198"/>
              <a:ext cx="0" cy="50447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883EA34-E5D9-84F5-7C05-0CC7CF606D4A}"/>
              </a:ext>
            </a:extLst>
          </p:cNvPr>
          <p:cNvSpPr/>
          <p:nvPr/>
        </p:nvSpPr>
        <p:spPr>
          <a:xfrm flipV="1">
            <a:off x="3613557" y="2881312"/>
            <a:ext cx="98385" cy="73757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3DDDC52-F6FA-FE8C-BAB1-73CEE0580524}"/>
              </a:ext>
            </a:extLst>
          </p:cNvPr>
          <p:cNvSpPr/>
          <p:nvPr/>
        </p:nvSpPr>
        <p:spPr>
          <a:xfrm flipV="1">
            <a:off x="2652338" y="3655218"/>
            <a:ext cx="98385" cy="59625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F4A73E9-9106-E208-9095-81C8820046A3}"/>
              </a:ext>
            </a:extLst>
          </p:cNvPr>
          <p:cNvSpPr/>
          <p:nvPr/>
        </p:nvSpPr>
        <p:spPr>
          <a:xfrm flipV="1">
            <a:off x="7886600" y="3163484"/>
            <a:ext cx="98385" cy="59625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0B56C7B-EAFD-8D07-0643-6FD978106887}"/>
              </a:ext>
            </a:extLst>
          </p:cNvPr>
          <p:cNvSpPr txBox="1"/>
          <p:nvPr/>
        </p:nvSpPr>
        <p:spPr>
          <a:xfrm>
            <a:off x="8222939" y="5913944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3607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147005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F0DECE-0199-915E-98A9-DE667A45A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6E7B970-9A0F-33CD-5373-30FD827F160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529931" y="931415"/>
            <a:ext cx="7223669" cy="542216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B7B023D-14BC-44E6-9BCB-7F7AA50BAA90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B7B023D-14BC-44E6-9BCB-7F7AA50BAA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483A9196-857C-41A0-9640-2AEA9F57A4DF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/////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F615844-97BC-A99A-BF15-A7CFCE28B9B2}"/>
              </a:ext>
            </a:extLst>
          </p:cNvPr>
          <p:cNvSpPr/>
          <p:nvPr/>
        </p:nvSpPr>
        <p:spPr>
          <a:xfrm rot="5400000">
            <a:off x="6618532" y="5006145"/>
            <a:ext cx="102820" cy="182097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8EA3E0A0-AE7B-08CC-87C6-B7EAE3F5F543}"/>
              </a:ext>
            </a:extLst>
          </p:cNvPr>
          <p:cNvSpPr/>
          <p:nvPr/>
        </p:nvSpPr>
        <p:spPr>
          <a:xfrm>
            <a:off x="6113413" y="4472164"/>
            <a:ext cx="1076639" cy="1087359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96B22B-5CF4-B5F3-0985-13E6AEE5B4F5}"/>
              </a:ext>
            </a:extLst>
          </p:cNvPr>
          <p:cNvSpPr txBox="1"/>
          <p:nvPr/>
        </p:nvSpPr>
        <p:spPr>
          <a:xfrm>
            <a:off x="5688700" y="3830234"/>
            <a:ext cx="1891732" cy="2462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0D58B5-D164-4C9C-EE19-9362C2D8554B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13" name="별: 꼭짓점 4개 12">
            <a:extLst>
              <a:ext uri="{FF2B5EF4-FFF2-40B4-BE49-F238E27FC236}">
                <a16:creationId xmlns:a16="http://schemas.microsoft.com/office/drawing/2014/main" id="{D09A98D0-AEAD-BC9A-CEA7-DB52425C6E43}"/>
              </a:ext>
            </a:extLst>
          </p:cNvPr>
          <p:cNvSpPr/>
          <p:nvPr/>
        </p:nvSpPr>
        <p:spPr>
          <a:xfrm>
            <a:off x="6362989" y="4745420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01E88DF2-B3F8-E7F3-8265-6918A1CDC4BB}"/>
              </a:ext>
            </a:extLst>
          </p:cNvPr>
          <p:cNvGrpSpPr/>
          <p:nvPr/>
        </p:nvGrpSpPr>
        <p:grpSpPr>
          <a:xfrm>
            <a:off x="5619151" y="4535500"/>
            <a:ext cx="98891" cy="1167715"/>
            <a:chOff x="4737834" y="4942995"/>
            <a:chExt cx="98891" cy="1167715"/>
          </a:xfrm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10451DBD-A19B-4A2A-7B9C-FB02A45B23C3}"/>
                </a:ext>
              </a:extLst>
            </p:cNvPr>
            <p:cNvSpPr/>
            <p:nvPr/>
          </p:nvSpPr>
          <p:spPr>
            <a:xfrm>
              <a:off x="4737834" y="494299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81BA01F1-F3F6-83BF-6D9A-399D72F3870A}"/>
                </a:ext>
              </a:extLst>
            </p:cNvPr>
            <p:cNvSpPr/>
            <p:nvPr/>
          </p:nvSpPr>
          <p:spPr>
            <a:xfrm>
              <a:off x="4738263" y="5483219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23B49290-337A-45EB-AEA6-793F19A366DC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25F74E44-CBA2-08E9-A5D7-AB0EB2115CDD}"/>
              </a:ext>
            </a:extLst>
          </p:cNvPr>
          <p:cNvGrpSpPr/>
          <p:nvPr/>
        </p:nvGrpSpPr>
        <p:grpSpPr>
          <a:xfrm rot="5400000">
            <a:off x="4549821" y="3886152"/>
            <a:ext cx="104184" cy="626456"/>
            <a:chOff x="5324822" y="4457234"/>
            <a:chExt cx="104184" cy="626456"/>
          </a:xfrm>
        </p:grpSpPr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EEB9FCCD-1641-32CD-8CCE-E9F53E47C331}"/>
                </a:ext>
              </a:extLst>
            </p:cNvPr>
            <p:cNvSpPr/>
            <p:nvPr/>
          </p:nvSpPr>
          <p:spPr>
            <a:xfrm>
              <a:off x="5330621" y="4457234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6717CF8B-90FD-9BBB-E94C-B39BC8CDBB23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AF219B95-1668-8B99-BE37-32C013F726EF}"/>
              </a:ext>
            </a:extLst>
          </p:cNvPr>
          <p:cNvSpPr txBox="1"/>
          <p:nvPr/>
        </p:nvSpPr>
        <p:spPr>
          <a:xfrm>
            <a:off x="5490543" y="6303922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err="1">
                <a:highlight>
                  <a:srgbClr val="FFFF00"/>
                </a:highlight>
              </a:rPr>
              <a:t>실링팬</a:t>
            </a:r>
            <a:r>
              <a:rPr lang="ko-KR" altLang="en-US" sz="1000" b="1">
                <a:highlight>
                  <a:srgbClr val="FFFF00"/>
                </a:highlight>
              </a:rPr>
              <a:t> </a:t>
            </a:r>
            <a:r>
              <a:rPr lang="ko-KR" altLang="en-US" sz="1000" b="1" err="1">
                <a:highlight>
                  <a:srgbClr val="FFFF00"/>
                </a:highlight>
              </a:rPr>
              <a:t>루씨에어</a:t>
            </a:r>
            <a:endParaRPr lang="en-US" altLang="ko-KR" sz="1000" b="1">
              <a:highlight>
                <a:srgbClr val="FFFF00"/>
              </a:highlight>
            </a:endParaRPr>
          </a:p>
          <a:p>
            <a:r>
              <a:rPr lang="ko-KR" altLang="en-US" sz="1000" b="1">
                <a:highlight>
                  <a:srgbClr val="FFFF00"/>
                </a:highlight>
              </a:rPr>
              <a:t>설치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보강</a:t>
            </a:r>
            <a:br>
              <a:rPr lang="en-US" altLang="ko-KR" sz="1000" b="1">
                <a:highlight>
                  <a:srgbClr val="FFFF00"/>
                </a:highlight>
              </a:rPr>
            </a:br>
            <a:r>
              <a:rPr lang="ko-KR" altLang="en-US" sz="1000" b="1">
                <a:highlight>
                  <a:srgbClr val="FFFF00"/>
                </a:highlight>
              </a:rPr>
              <a:t>우물조명 </a:t>
            </a:r>
            <a:r>
              <a:rPr lang="en-US" altLang="ko-KR" sz="1000" b="1">
                <a:highlight>
                  <a:srgbClr val="FFFF00"/>
                </a:highlight>
              </a:rPr>
              <a:t>2</a:t>
            </a:r>
            <a:r>
              <a:rPr lang="ko-KR" altLang="en-US" sz="1000" b="1">
                <a:highlight>
                  <a:srgbClr val="FFFF00"/>
                </a:highlight>
              </a:rPr>
              <a:t>줄 </a:t>
            </a:r>
            <a:r>
              <a:rPr lang="ko-KR" altLang="en-US" sz="1000" b="1" err="1">
                <a:highlight>
                  <a:srgbClr val="FFFF00"/>
                </a:highlight>
              </a:rPr>
              <a:t>전구색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 err="1">
                <a:highlight>
                  <a:srgbClr val="FFFF00"/>
                </a:highlight>
              </a:rPr>
              <a:t>주백색</a:t>
            </a:r>
            <a:endParaRPr lang="en-US" altLang="ko-KR" sz="1000" b="1">
              <a:highlight>
                <a:srgbClr val="FFFF00"/>
              </a:highlight>
            </a:endParaRPr>
          </a:p>
        </p:txBody>
      </p:sp>
      <p:sp>
        <p:nvSpPr>
          <p:cNvPr id="37" name="TextBox 13">
            <a:extLst>
              <a:ext uri="{FF2B5EF4-FFF2-40B4-BE49-F238E27FC236}">
                <a16:creationId xmlns:a16="http://schemas.microsoft.com/office/drawing/2014/main" id="{A2C73D7B-3AAF-1371-543D-9E1F4D8DF594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89C8B13C-378A-806A-71A2-987EBAF99068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E2D0F96E-D66B-EAF9-8D2F-7DF87AC919BE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74A4E984-ECD5-4078-3FA6-CC7BBB00045F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EF9BF1BB-E4FF-F8F6-0D05-241825C74101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2" name="TextBox 11">
              <a:extLst>
                <a:ext uri="{FF2B5EF4-FFF2-40B4-BE49-F238E27FC236}">
                  <a16:creationId xmlns:a16="http://schemas.microsoft.com/office/drawing/2014/main" id="{963F920F-41E6-AD46-7DD3-69300CF63892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E7A688CD-A3FF-C07F-800C-CBD8F9D26BD7}"/>
              </a:ext>
            </a:extLst>
          </p:cNvPr>
          <p:cNvGrpSpPr/>
          <p:nvPr/>
        </p:nvGrpSpPr>
        <p:grpSpPr>
          <a:xfrm>
            <a:off x="7589780" y="4583825"/>
            <a:ext cx="98891" cy="1167715"/>
            <a:chOff x="4737834" y="4942995"/>
            <a:chExt cx="98891" cy="1167715"/>
          </a:xfrm>
        </p:grpSpPr>
        <p:sp>
          <p:nvSpPr>
            <p:cNvPr id="52" name="타원 51">
              <a:extLst>
                <a:ext uri="{FF2B5EF4-FFF2-40B4-BE49-F238E27FC236}">
                  <a16:creationId xmlns:a16="http://schemas.microsoft.com/office/drawing/2014/main" id="{31CE8031-C344-A411-3E2C-3760ACDA250F}"/>
                </a:ext>
              </a:extLst>
            </p:cNvPr>
            <p:cNvSpPr/>
            <p:nvPr/>
          </p:nvSpPr>
          <p:spPr>
            <a:xfrm>
              <a:off x="4737834" y="494299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3" name="타원 52">
              <a:extLst>
                <a:ext uri="{FF2B5EF4-FFF2-40B4-BE49-F238E27FC236}">
                  <a16:creationId xmlns:a16="http://schemas.microsoft.com/office/drawing/2014/main" id="{DEF1F59F-6C1F-6075-B4CF-41B222429AF2}"/>
                </a:ext>
              </a:extLst>
            </p:cNvPr>
            <p:cNvSpPr/>
            <p:nvPr/>
          </p:nvSpPr>
          <p:spPr>
            <a:xfrm>
              <a:off x="4738263" y="5483219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4" name="타원 53">
              <a:extLst>
                <a:ext uri="{FF2B5EF4-FFF2-40B4-BE49-F238E27FC236}">
                  <a16:creationId xmlns:a16="http://schemas.microsoft.com/office/drawing/2014/main" id="{82B549FD-3284-113F-5191-0C2D1851A624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3139E849-AC1B-AC4A-6998-2AC45287743F}"/>
              </a:ext>
            </a:extLst>
          </p:cNvPr>
          <p:cNvSpPr txBox="1"/>
          <p:nvPr/>
        </p:nvSpPr>
        <p:spPr>
          <a:xfrm>
            <a:off x="2130842" y="3830234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1200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7AAD7F2-87AE-F321-8EFF-011FFED58A1F}"/>
              </a:ext>
            </a:extLst>
          </p:cNvPr>
          <p:cNvSpPr txBox="1"/>
          <p:nvPr/>
        </p:nvSpPr>
        <p:spPr>
          <a:xfrm>
            <a:off x="2821034" y="6246459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3004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525A659-32CA-CD07-9B7F-7977E13865E7}"/>
              </a:ext>
            </a:extLst>
          </p:cNvPr>
          <p:cNvSpPr txBox="1"/>
          <p:nvPr/>
        </p:nvSpPr>
        <p:spPr>
          <a:xfrm>
            <a:off x="4476650" y="6253328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2814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D807BF9-82E9-FCF2-CE20-E289CF73ADDE}"/>
              </a:ext>
            </a:extLst>
          </p:cNvPr>
          <p:cNvSpPr txBox="1"/>
          <p:nvPr/>
        </p:nvSpPr>
        <p:spPr>
          <a:xfrm>
            <a:off x="6457817" y="6253328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4502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1D673E2-6DB9-9D0A-E88C-A5CE696B8C00}"/>
              </a:ext>
            </a:extLst>
          </p:cNvPr>
          <p:cNvSpPr txBox="1"/>
          <p:nvPr/>
        </p:nvSpPr>
        <p:spPr>
          <a:xfrm>
            <a:off x="6385807" y="4225723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3103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4288836-3D7D-CD00-6180-7FBDE189BB24}"/>
              </a:ext>
            </a:extLst>
          </p:cNvPr>
          <p:cNvSpPr txBox="1"/>
          <p:nvPr/>
        </p:nvSpPr>
        <p:spPr>
          <a:xfrm>
            <a:off x="5791729" y="4807659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3311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BC0CD88-FC90-3E4B-A2CE-09224FACA66A}"/>
              </a:ext>
            </a:extLst>
          </p:cNvPr>
          <p:cNvSpPr txBox="1"/>
          <p:nvPr/>
        </p:nvSpPr>
        <p:spPr>
          <a:xfrm>
            <a:off x="7925120" y="3357277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1200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8CFB0D8-84D6-BAF9-C4F4-38E666117369}"/>
              </a:ext>
            </a:extLst>
          </p:cNvPr>
          <p:cNvSpPr txBox="1"/>
          <p:nvPr/>
        </p:nvSpPr>
        <p:spPr>
          <a:xfrm>
            <a:off x="3181334" y="3022331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1500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7050AB5D-3F27-DD00-D540-356CBDB7456E}"/>
              </a:ext>
            </a:extLst>
          </p:cNvPr>
          <p:cNvSpPr/>
          <p:nvPr/>
        </p:nvSpPr>
        <p:spPr>
          <a:xfrm>
            <a:off x="6253114" y="4599164"/>
            <a:ext cx="789920" cy="854785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D00F84A1-BE52-F382-4C64-C61A125A09FF}"/>
              </a:ext>
            </a:extLst>
          </p:cNvPr>
          <p:cNvGrpSpPr/>
          <p:nvPr/>
        </p:nvGrpSpPr>
        <p:grpSpPr>
          <a:xfrm>
            <a:off x="4496047" y="3742443"/>
            <a:ext cx="764953" cy="256157"/>
            <a:chOff x="1981437" y="808980"/>
            <a:chExt cx="764953" cy="256157"/>
          </a:xfrm>
        </p:grpSpPr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E3ED4308-CABF-80FC-ED97-4A806952A2FC}"/>
                </a:ext>
              </a:extLst>
            </p:cNvPr>
            <p:cNvSpPr txBox="1"/>
            <p:nvPr/>
          </p:nvSpPr>
          <p:spPr>
            <a:xfrm>
              <a:off x="1981437" y="880471"/>
              <a:ext cx="764953" cy="18466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600" b="1"/>
                <a:t>서비스 조명 </a:t>
              </a:r>
              <a:r>
                <a:rPr lang="en-US" altLang="ko-KR" sz="600" b="1"/>
                <a:t>2EA</a:t>
              </a:r>
              <a:endParaRPr lang="ko-KR" altLang="en-US" sz="600" b="1"/>
            </a:p>
          </p:txBody>
        </p:sp>
        <p:grpSp>
          <p:nvGrpSpPr>
            <p:cNvPr id="59" name="그룹 58">
              <a:extLst>
                <a:ext uri="{FF2B5EF4-FFF2-40B4-BE49-F238E27FC236}">
                  <a16:creationId xmlns:a16="http://schemas.microsoft.com/office/drawing/2014/main" id="{44D71C9E-BFCE-9307-1767-D84738222C0C}"/>
                </a:ext>
              </a:extLst>
            </p:cNvPr>
            <p:cNvGrpSpPr/>
            <p:nvPr/>
          </p:nvGrpSpPr>
          <p:grpSpPr>
            <a:xfrm rot="5400000">
              <a:off x="2314488" y="559720"/>
              <a:ext cx="98814" cy="597334"/>
              <a:chOff x="4737834" y="5014427"/>
              <a:chExt cx="98814" cy="597334"/>
            </a:xfrm>
            <a:solidFill>
              <a:srgbClr val="FF00FF"/>
            </a:solidFill>
          </p:grpSpPr>
          <p:sp>
            <p:nvSpPr>
              <p:cNvPr id="60" name="타원 59">
                <a:extLst>
                  <a:ext uri="{FF2B5EF4-FFF2-40B4-BE49-F238E27FC236}">
                    <a16:creationId xmlns:a16="http://schemas.microsoft.com/office/drawing/2014/main" id="{8BC07545-6766-BD9D-5958-6B5BACEFBEC6}"/>
                  </a:ext>
                </a:extLst>
              </p:cNvPr>
              <p:cNvSpPr/>
              <p:nvPr/>
            </p:nvSpPr>
            <p:spPr>
              <a:xfrm>
                <a:off x="4737834" y="5014427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61" name="타원 60">
                <a:extLst>
                  <a:ext uri="{FF2B5EF4-FFF2-40B4-BE49-F238E27FC236}">
                    <a16:creationId xmlns:a16="http://schemas.microsoft.com/office/drawing/2014/main" id="{D5CF26A8-0913-EC5C-06EC-9C30B1EC2616}"/>
                  </a:ext>
                </a:extLst>
              </p:cNvPr>
              <p:cNvSpPr/>
              <p:nvPr/>
            </p:nvSpPr>
            <p:spPr>
              <a:xfrm>
                <a:off x="4738263" y="5513376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pic>
        <p:nvPicPr>
          <p:cNvPr id="62" name="그림 61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7022738-48E7-4288-F3CF-6C8F3371F11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764" y="3117152"/>
            <a:ext cx="1778731" cy="1466673"/>
          </a:xfrm>
          <a:prstGeom prst="rect">
            <a:avLst/>
          </a:prstGeom>
        </p:spPr>
      </p:pic>
      <p:pic>
        <p:nvPicPr>
          <p:cNvPr id="63" name="그림 62">
            <a:extLst>
              <a:ext uri="{FF2B5EF4-FFF2-40B4-BE49-F238E27FC236}">
                <a16:creationId xmlns:a16="http://schemas.microsoft.com/office/drawing/2014/main" id="{9FA377BF-BA4F-E87F-5718-875BED3783F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2320" b="-1"/>
          <a:stretch>
            <a:fillRect/>
          </a:stretch>
        </p:blipFill>
        <p:spPr>
          <a:xfrm>
            <a:off x="9743688" y="4266548"/>
            <a:ext cx="2236971" cy="1554480"/>
          </a:xfrm>
          <a:prstGeom prst="rect">
            <a:avLst/>
          </a:prstGeom>
        </p:spPr>
      </p:pic>
      <p:pic>
        <p:nvPicPr>
          <p:cNvPr id="6" name="그림 5" descr="텍스트, 스크린샷, 디자인, 폰트이(가) 표시된 사진&#10;&#10;자동 생성된 설명">
            <a:extLst>
              <a:ext uri="{FF2B5EF4-FFF2-40B4-BE49-F238E27FC236}">
                <a16:creationId xmlns:a16="http://schemas.microsoft.com/office/drawing/2014/main" id="{06B7C60B-D520-B365-42C5-792F9D89727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837" y="4970566"/>
            <a:ext cx="1404781" cy="115764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6649A82-0353-F3C2-9C5A-B7D07BF0B31F}"/>
              </a:ext>
            </a:extLst>
          </p:cNvPr>
          <p:cNvSpPr txBox="1"/>
          <p:nvPr/>
        </p:nvSpPr>
        <p:spPr>
          <a:xfrm>
            <a:off x="2281897" y="1091917"/>
            <a:ext cx="1651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>
                <a:highlight>
                  <a:srgbClr val="00FFFF"/>
                </a:highlight>
              </a:rPr>
              <a:t>라운드 </a:t>
            </a:r>
            <a:r>
              <a:rPr lang="ko-KR" altLang="en-US" b="1" err="1">
                <a:highlight>
                  <a:srgbClr val="00FFFF"/>
                </a:highlight>
              </a:rPr>
              <a:t>무몰딩</a:t>
            </a:r>
            <a:endParaRPr lang="ko-KR" altLang="en-US" b="1">
              <a:highlight>
                <a:srgbClr val="00FFFF"/>
              </a:highlight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2BCA5060-D38D-B289-F9C3-135DFCA58568}"/>
              </a:ext>
            </a:extLst>
          </p:cNvPr>
          <p:cNvGrpSpPr/>
          <p:nvPr/>
        </p:nvGrpSpPr>
        <p:grpSpPr>
          <a:xfrm>
            <a:off x="4894623" y="1007097"/>
            <a:ext cx="2793541" cy="717209"/>
            <a:chOff x="3924240" y="4043370"/>
            <a:chExt cx="2793541" cy="717209"/>
          </a:xfrm>
        </p:grpSpPr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DA71B91C-968A-4AFF-0113-4D900ECBDBF9}"/>
                </a:ext>
              </a:extLst>
            </p:cNvPr>
            <p:cNvSpPr/>
            <p:nvPr/>
          </p:nvSpPr>
          <p:spPr>
            <a:xfrm rot="16200000" flipV="1">
              <a:off x="5624968" y="3667766"/>
              <a:ext cx="45719" cy="2139907"/>
            </a:xfrm>
            <a:prstGeom prst="rect">
              <a:avLst/>
            </a:prstGeom>
            <a:solidFill>
              <a:srgbClr val="FF00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5C37F1A-737F-BBFE-B553-573E9CB84321}"/>
                </a:ext>
              </a:extLst>
            </p:cNvPr>
            <p:cNvSpPr txBox="1"/>
            <p:nvPr/>
          </p:nvSpPr>
          <p:spPr>
            <a:xfrm>
              <a:off x="3924240" y="4043370"/>
              <a:ext cx="1303562" cy="230832"/>
            </a:xfrm>
            <a:prstGeom prst="rect">
              <a:avLst/>
            </a:prstGeom>
            <a:solidFill>
              <a:srgbClr val="FFC000"/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900" b="1"/>
                <a:t>싱크대 </a:t>
              </a:r>
              <a:r>
                <a:rPr lang="ko-KR" altLang="en-US" sz="900" b="1" err="1"/>
                <a:t>간접등</a:t>
              </a:r>
              <a:r>
                <a:rPr lang="ko-KR" altLang="en-US" sz="900" b="1"/>
                <a:t> 서비스</a:t>
              </a:r>
            </a:p>
          </p:txBody>
        </p:sp>
        <p:cxnSp>
          <p:nvCxnSpPr>
            <p:cNvPr id="20" name="직선 화살표 연결선 19">
              <a:extLst>
                <a:ext uri="{FF2B5EF4-FFF2-40B4-BE49-F238E27FC236}">
                  <a16:creationId xmlns:a16="http://schemas.microsoft.com/office/drawing/2014/main" id="{7B16B858-07FB-7F02-E4C3-C6A0660688A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36242" y="4214198"/>
              <a:ext cx="0" cy="50447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CC1D804B-5102-F891-F3BC-6E92F2436994}"/>
              </a:ext>
            </a:extLst>
          </p:cNvPr>
          <p:cNvSpPr txBox="1"/>
          <p:nvPr/>
        </p:nvSpPr>
        <p:spPr>
          <a:xfrm>
            <a:off x="8222939" y="5913944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3607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744660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F0DECE-0199-915E-98A9-DE667A45A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6E7B970-9A0F-33CD-5373-30FD827F160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529931" y="931415"/>
            <a:ext cx="7223669" cy="542216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B7B023D-14BC-44E6-9BCB-7F7AA50BAA90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B7B023D-14BC-44E6-9BCB-7F7AA50BAA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483A9196-857C-41A0-9640-2AEA9F57A4DF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/////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0D58B5-D164-4C9C-EE19-9362C2D8554B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13" name="별: 꼭짓점 4개 12">
            <a:extLst>
              <a:ext uri="{FF2B5EF4-FFF2-40B4-BE49-F238E27FC236}">
                <a16:creationId xmlns:a16="http://schemas.microsoft.com/office/drawing/2014/main" id="{D09A98D0-AEAD-BC9A-CEA7-DB52425C6E43}"/>
              </a:ext>
            </a:extLst>
          </p:cNvPr>
          <p:cNvSpPr/>
          <p:nvPr/>
        </p:nvSpPr>
        <p:spPr>
          <a:xfrm>
            <a:off x="6362989" y="4745420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01E88DF2-B3F8-E7F3-8265-6918A1CDC4BB}"/>
              </a:ext>
            </a:extLst>
          </p:cNvPr>
          <p:cNvGrpSpPr/>
          <p:nvPr/>
        </p:nvGrpSpPr>
        <p:grpSpPr>
          <a:xfrm>
            <a:off x="5619151" y="4535500"/>
            <a:ext cx="98891" cy="1167715"/>
            <a:chOff x="4737834" y="4942995"/>
            <a:chExt cx="98891" cy="1167715"/>
          </a:xfrm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10451DBD-A19B-4A2A-7B9C-FB02A45B23C3}"/>
                </a:ext>
              </a:extLst>
            </p:cNvPr>
            <p:cNvSpPr/>
            <p:nvPr/>
          </p:nvSpPr>
          <p:spPr>
            <a:xfrm>
              <a:off x="4737834" y="494299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81BA01F1-F3F6-83BF-6D9A-399D72F3870A}"/>
                </a:ext>
              </a:extLst>
            </p:cNvPr>
            <p:cNvSpPr/>
            <p:nvPr/>
          </p:nvSpPr>
          <p:spPr>
            <a:xfrm>
              <a:off x="4738263" y="5483219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23B49290-337A-45EB-AEA6-793F19A366DC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AF219B95-1668-8B99-BE37-32C013F726EF}"/>
              </a:ext>
            </a:extLst>
          </p:cNvPr>
          <p:cNvSpPr txBox="1"/>
          <p:nvPr/>
        </p:nvSpPr>
        <p:spPr>
          <a:xfrm>
            <a:off x="5951587" y="6464151"/>
            <a:ext cx="22293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err="1">
                <a:highlight>
                  <a:srgbClr val="FFFF00"/>
                </a:highlight>
              </a:rPr>
              <a:t>실링팬</a:t>
            </a:r>
            <a:r>
              <a:rPr lang="ko-KR" altLang="en-US" sz="1000" b="1">
                <a:highlight>
                  <a:srgbClr val="FFFF00"/>
                </a:highlight>
              </a:rPr>
              <a:t> </a:t>
            </a:r>
            <a:r>
              <a:rPr lang="ko-KR" altLang="en-US" sz="1000" b="1" err="1">
                <a:highlight>
                  <a:srgbClr val="FFFF00"/>
                </a:highlight>
              </a:rPr>
              <a:t>루씨에어</a:t>
            </a:r>
            <a:endParaRPr lang="en-US" altLang="ko-KR" sz="1000" b="1">
              <a:highlight>
                <a:srgbClr val="FFFF00"/>
              </a:highlight>
            </a:endParaRPr>
          </a:p>
          <a:p>
            <a:r>
              <a:rPr lang="ko-KR" altLang="en-US" sz="1000" b="1">
                <a:highlight>
                  <a:srgbClr val="FFFF00"/>
                </a:highlight>
              </a:rPr>
              <a:t>설치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보강</a:t>
            </a:r>
            <a:endParaRPr lang="en-US" altLang="ko-KR" sz="1000" b="1">
              <a:highlight>
                <a:srgbClr val="FFFF00"/>
              </a:highlight>
            </a:endParaRPr>
          </a:p>
        </p:txBody>
      </p:sp>
      <p:sp>
        <p:nvSpPr>
          <p:cNvPr id="37" name="TextBox 13">
            <a:extLst>
              <a:ext uri="{FF2B5EF4-FFF2-40B4-BE49-F238E27FC236}">
                <a16:creationId xmlns:a16="http://schemas.microsoft.com/office/drawing/2014/main" id="{A2C73D7B-3AAF-1371-543D-9E1F4D8DF594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89C8B13C-378A-806A-71A2-987EBAF99068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E2D0F96E-D66B-EAF9-8D2F-7DF87AC919BE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74A4E984-ECD5-4078-3FA6-CC7BBB00045F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EF9BF1BB-E4FF-F8F6-0D05-241825C74101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2" name="TextBox 11">
              <a:extLst>
                <a:ext uri="{FF2B5EF4-FFF2-40B4-BE49-F238E27FC236}">
                  <a16:creationId xmlns:a16="http://schemas.microsoft.com/office/drawing/2014/main" id="{963F920F-41E6-AD46-7DD3-69300CF63892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3139E849-AC1B-AC4A-6998-2AC45287743F}"/>
              </a:ext>
            </a:extLst>
          </p:cNvPr>
          <p:cNvSpPr txBox="1"/>
          <p:nvPr/>
        </p:nvSpPr>
        <p:spPr>
          <a:xfrm>
            <a:off x="2130842" y="3830234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1200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7AAD7F2-87AE-F321-8EFF-011FFED58A1F}"/>
              </a:ext>
            </a:extLst>
          </p:cNvPr>
          <p:cNvSpPr txBox="1"/>
          <p:nvPr/>
        </p:nvSpPr>
        <p:spPr>
          <a:xfrm>
            <a:off x="2821034" y="6246459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3004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525A659-32CA-CD07-9B7F-7977E13865E7}"/>
              </a:ext>
            </a:extLst>
          </p:cNvPr>
          <p:cNvSpPr txBox="1"/>
          <p:nvPr/>
        </p:nvSpPr>
        <p:spPr>
          <a:xfrm>
            <a:off x="4476650" y="6253328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2814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D807BF9-82E9-FCF2-CE20-E289CF73ADDE}"/>
              </a:ext>
            </a:extLst>
          </p:cNvPr>
          <p:cNvSpPr txBox="1"/>
          <p:nvPr/>
        </p:nvSpPr>
        <p:spPr>
          <a:xfrm>
            <a:off x="6457817" y="6253328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4502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1D673E2-6DB9-9D0A-E88C-A5CE696B8C00}"/>
              </a:ext>
            </a:extLst>
          </p:cNvPr>
          <p:cNvSpPr txBox="1"/>
          <p:nvPr/>
        </p:nvSpPr>
        <p:spPr>
          <a:xfrm>
            <a:off x="6385807" y="4225723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3103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4288836-3D7D-CD00-6180-7FBDE189BB24}"/>
              </a:ext>
            </a:extLst>
          </p:cNvPr>
          <p:cNvSpPr txBox="1"/>
          <p:nvPr/>
        </p:nvSpPr>
        <p:spPr>
          <a:xfrm>
            <a:off x="5791729" y="4807659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3311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BC0CD88-FC90-3E4B-A2CE-09224FACA66A}"/>
              </a:ext>
            </a:extLst>
          </p:cNvPr>
          <p:cNvSpPr txBox="1"/>
          <p:nvPr/>
        </p:nvSpPr>
        <p:spPr>
          <a:xfrm>
            <a:off x="7925120" y="3357277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1200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8CFB0D8-84D6-BAF9-C4F4-38E666117369}"/>
              </a:ext>
            </a:extLst>
          </p:cNvPr>
          <p:cNvSpPr txBox="1"/>
          <p:nvPr/>
        </p:nvSpPr>
        <p:spPr>
          <a:xfrm>
            <a:off x="3181334" y="3022331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1500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D00F84A1-BE52-F382-4C64-C61A125A09FF}"/>
              </a:ext>
            </a:extLst>
          </p:cNvPr>
          <p:cNvGrpSpPr/>
          <p:nvPr/>
        </p:nvGrpSpPr>
        <p:grpSpPr>
          <a:xfrm>
            <a:off x="4496047" y="3742443"/>
            <a:ext cx="764953" cy="256157"/>
            <a:chOff x="1981437" y="808980"/>
            <a:chExt cx="764953" cy="256157"/>
          </a:xfrm>
        </p:grpSpPr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E3ED4308-CABF-80FC-ED97-4A806952A2FC}"/>
                </a:ext>
              </a:extLst>
            </p:cNvPr>
            <p:cNvSpPr txBox="1"/>
            <p:nvPr/>
          </p:nvSpPr>
          <p:spPr>
            <a:xfrm>
              <a:off x="1981437" y="880471"/>
              <a:ext cx="764953" cy="18466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600" b="1"/>
                <a:t>서비스 조명 </a:t>
              </a:r>
              <a:r>
                <a:rPr lang="en-US" altLang="ko-KR" sz="600" b="1"/>
                <a:t>2EA</a:t>
              </a:r>
              <a:endParaRPr lang="ko-KR" altLang="en-US" sz="600" b="1"/>
            </a:p>
          </p:txBody>
        </p:sp>
        <p:grpSp>
          <p:nvGrpSpPr>
            <p:cNvPr id="59" name="그룹 58">
              <a:extLst>
                <a:ext uri="{FF2B5EF4-FFF2-40B4-BE49-F238E27FC236}">
                  <a16:creationId xmlns:a16="http://schemas.microsoft.com/office/drawing/2014/main" id="{44D71C9E-BFCE-9307-1767-D84738222C0C}"/>
                </a:ext>
              </a:extLst>
            </p:cNvPr>
            <p:cNvGrpSpPr/>
            <p:nvPr/>
          </p:nvGrpSpPr>
          <p:grpSpPr>
            <a:xfrm rot="5400000">
              <a:off x="2314488" y="559720"/>
              <a:ext cx="98814" cy="597334"/>
              <a:chOff x="4737834" y="5014427"/>
              <a:chExt cx="98814" cy="597334"/>
            </a:xfrm>
            <a:solidFill>
              <a:srgbClr val="FF00FF"/>
            </a:solidFill>
          </p:grpSpPr>
          <p:sp>
            <p:nvSpPr>
              <p:cNvPr id="60" name="타원 59">
                <a:extLst>
                  <a:ext uri="{FF2B5EF4-FFF2-40B4-BE49-F238E27FC236}">
                    <a16:creationId xmlns:a16="http://schemas.microsoft.com/office/drawing/2014/main" id="{8BC07545-6766-BD9D-5958-6B5BACEFBEC6}"/>
                  </a:ext>
                </a:extLst>
              </p:cNvPr>
              <p:cNvSpPr/>
              <p:nvPr/>
            </p:nvSpPr>
            <p:spPr>
              <a:xfrm>
                <a:off x="4737834" y="5014427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61" name="타원 60">
                <a:extLst>
                  <a:ext uri="{FF2B5EF4-FFF2-40B4-BE49-F238E27FC236}">
                    <a16:creationId xmlns:a16="http://schemas.microsoft.com/office/drawing/2014/main" id="{D5CF26A8-0913-EC5C-06EC-9C30B1EC2616}"/>
                  </a:ext>
                </a:extLst>
              </p:cNvPr>
              <p:cNvSpPr/>
              <p:nvPr/>
            </p:nvSpPr>
            <p:spPr>
              <a:xfrm>
                <a:off x="4738263" y="5513376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pic>
        <p:nvPicPr>
          <p:cNvPr id="63" name="그림 62">
            <a:extLst>
              <a:ext uri="{FF2B5EF4-FFF2-40B4-BE49-F238E27FC236}">
                <a16:creationId xmlns:a16="http://schemas.microsoft.com/office/drawing/2014/main" id="{9FA377BF-BA4F-E87F-5718-875BED3783F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320" b="-1"/>
          <a:stretch>
            <a:fillRect/>
          </a:stretch>
        </p:blipFill>
        <p:spPr>
          <a:xfrm>
            <a:off x="9743688" y="4266548"/>
            <a:ext cx="2236971" cy="15544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E18A393-369F-BDB4-DA4C-8446DA6DD117}"/>
              </a:ext>
            </a:extLst>
          </p:cNvPr>
          <p:cNvSpPr txBox="1"/>
          <p:nvPr/>
        </p:nvSpPr>
        <p:spPr>
          <a:xfrm>
            <a:off x="8222939" y="5913944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3607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501964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F0DECE-0199-915E-98A9-DE667A45A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6E7B970-9A0F-33CD-5373-30FD827F160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529931" y="931415"/>
            <a:ext cx="7223669" cy="542216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B7B023D-14BC-44E6-9BCB-7F7AA50BAA90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B7B023D-14BC-44E6-9BCB-7F7AA50BAA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483A9196-857C-41A0-9640-2AEA9F57A4DF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/////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0D58B5-D164-4C9C-EE19-9362C2D8554B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13" name="별: 꼭짓점 4개 12">
            <a:extLst>
              <a:ext uri="{FF2B5EF4-FFF2-40B4-BE49-F238E27FC236}">
                <a16:creationId xmlns:a16="http://schemas.microsoft.com/office/drawing/2014/main" id="{D09A98D0-AEAD-BC9A-CEA7-DB52425C6E43}"/>
              </a:ext>
            </a:extLst>
          </p:cNvPr>
          <p:cNvSpPr/>
          <p:nvPr/>
        </p:nvSpPr>
        <p:spPr>
          <a:xfrm>
            <a:off x="6362989" y="4745420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F219B95-1668-8B99-BE37-32C013F726EF}"/>
              </a:ext>
            </a:extLst>
          </p:cNvPr>
          <p:cNvSpPr txBox="1"/>
          <p:nvPr/>
        </p:nvSpPr>
        <p:spPr>
          <a:xfrm>
            <a:off x="5951587" y="6464151"/>
            <a:ext cx="22293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err="1">
                <a:highlight>
                  <a:srgbClr val="FFFF00"/>
                </a:highlight>
              </a:rPr>
              <a:t>실링팬</a:t>
            </a:r>
            <a:r>
              <a:rPr lang="ko-KR" altLang="en-US" sz="1000" b="1">
                <a:highlight>
                  <a:srgbClr val="FFFF00"/>
                </a:highlight>
              </a:rPr>
              <a:t> </a:t>
            </a:r>
            <a:r>
              <a:rPr lang="ko-KR" altLang="en-US" sz="1000" b="1" err="1">
                <a:highlight>
                  <a:srgbClr val="FFFF00"/>
                </a:highlight>
              </a:rPr>
              <a:t>루씨에어</a:t>
            </a:r>
            <a:endParaRPr lang="en-US" altLang="ko-KR" sz="1000" b="1">
              <a:highlight>
                <a:srgbClr val="FFFF00"/>
              </a:highlight>
            </a:endParaRPr>
          </a:p>
          <a:p>
            <a:r>
              <a:rPr lang="ko-KR" altLang="en-US" sz="1000" b="1">
                <a:highlight>
                  <a:srgbClr val="FFFF00"/>
                </a:highlight>
              </a:rPr>
              <a:t>설치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보강</a:t>
            </a:r>
            <a:endParaRPr lang="en-US" altLang="ko-KR" sz="1000" b="1">
              <a:highlight>
                <a:srgbClr val="FFFF00"/>
              </a:highlight>
            </a:endParaRPr>
          </a:p>
        </p:txBody>
      </p:sp>
      <p:sp>
        <p:nvSpPr>
          <p:cNvPr id="37" name="TextBox 13">
            <a:extLst>
              <a:ext uri="{FF2B5EF4-FFF2-40B4-BE49-F238E27FC236}">
                <a16:creationId xmlns:a16="http://schemas.microsoft.com/office/drawing/2014/main" id="{A2C73D7B-3AAF-1371-543D-9E1F4D8DF594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89C8B13C-378A-806A-71A2-987EBAF99068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E2D0F96E-D66B-EAF9-8D2F-7DF87AC919BE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74A4E984-ECD5-4078-3FA6-CC7BBB00045F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EF9BF1BB-E4FF-F8F6-0D05-241825C74101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2" name="TextBox 11">
              <a:extLst>
                <a:ext uri="{FF2B5EF4-FFF2-40B4-BE49-F238E27FC236}">
                  <a16:creationId xmlns:a16="http://schemas.microsoft.com/office/drawing/2014/main" id="{963F920F-41E6-AD46-7DD3-69300CF63892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3139E849-AC1B-AC4A-6998-2AC45287743F}"/>
              </a:ext>
            </a:extLst>
          </p:cNvPr>
          <p:cNvSpPr txBox="1"/>
          <p:nvPr/>
        </p:nvSpPr>
        <p:spPr>
          <a:xfrm>
            <a:off x="2130842" y="3830234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1200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7AAD7F2-87AE-F321-8EFF-011FFED58A1F}"/>
              </a:ext>
            </a:extLst>
          </p:cNvPr>
          <p:cNvSpPr txBox="1"/>
          <p:nvPr/>
        </p:nvSpPr>
        <p:spPr>
          <a:xfrm>
            <a:off x="2821034" y="6246459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3004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525A659-32CA-CD07-9B7F-7977E13865E7}"/>
              </a:ext>
            </a:extLst>
          </p:cNvPr>
          <p:cNvSpPr txBox="1"/>
          <p:nvPr/>
        </p:nvSpPr>
        <p:spPr>
          <a:xfrm>
            <a:off x="4476650" y="6253328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2814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D807BF9-82E9-FCF2-CE20-E289CF73ADDE}"/>
              </a:ext>
            </a:extLst>
          </p:cNvPr>
          <p:cNvSpPr txBox="1"/>
          <p:nvPr/>
        </p:nvSpPr>
        <p:spPr>
          <a:xfrm>
            <a:off x="6457817" y="6253328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4502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1D673E2-6DB9-9D0A-E88C-A5CE696B8C00}"/>
              </a:ext>
            </a:extLst>
          </p:cNvPr>
          <p:cNvSpPr txBox="1"/>
          <p:nvPr/>
        </p:nvSpPr>
        <p:spPr>
          <a:xfrm>
            <a:off x="6385807" y="4225723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3103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4288836-3D7D-CD00-6180-7FBDE189BB24}"/>
              </a:ext>
            </a:extLst>
          </p:cNvPr>
          <p:cNvSpPr txBox="1"/>
          <p:nvPr/>
        </p:nvSpPr>
        <p:spPr>
          <a:xfrm>
            <a:off x="5791729" y="4807659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3311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BC0CD88-FC90-3E4B-A2CE-09224FACA66A}"/>
              </a:ext>
            </a:extLst>
          </p:cNvPr>
          <p:cNvSpPr txBox="1"/>
          <p:nvPr/>
        </p:nvSpPr>
        <p:spPr>
          <a:xfrm>
            <a:off x="7925120" y="3357277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1200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8CFB0D8-84D6-BAF9-C4F4-38E666117369}"/>
              </a:ext>
            </a:extLst>
          </p:cNvPr>
          <p:cNvSpPr txBox="1"/>
          <p:nvPr/>
        </p:nvSpPr>
        <p:spPr>
          <a:xfrm>
            <a:off x="3181334" y="3022331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1500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D00F84A1-BE52-F382-4C64-C61A125A09FF}"/>
              </a:ext>
            </a:extLst>
          </p:cNvPr>
          <p:cNvGrpSpPr/>
          <p:nvPr/>
        </p:nvGrpSpPr>
        <p:grpSpPr>
          <a:xfrm>
            <a:off x="4496047" y="3742443"/>
            <a:ext cx="764953" cy="256157"/>
            <a:chOff x="1981437" y="808980"/>
            <a:chExt cx="764953" cy="256157"/>
          </a:xfrm>
        </p:grpSpPr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E3ED4308-CABF-80FC-ED97-4A806952A2FC}"/>
                </a:ext>
              </a:extLst>
            </p:cNvPr>
            <p:cNvSpPr txBox="1"/>
            <p:nvPr/>
          </p:nvSpPr>
          <p:spPr>
            <a:xfrm>
              <a:off x="1981437" y="880471"/>
              <a:ext cx="764953" cy="18466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600" b="1"/>
                <a:t>서비스 조명 </a:t>
              </a:r>
              <a:r>
                <a:rPr lang="en-US" altLang="ko-KR" sz="600" b="1"/>
                <a:t>2EA</a:t>
              </a:r>
              <a:endParaRPr lang="ko-KR" altLang="en-US" sz="600" b="1"/>
            </a:p>
          </p:txBody>
        </p:sp>
        <p:grpSp>
          <p:nvGrpSpPr>
            <p:cNvPr id="59" name="그룹 58">
              <a:extLst>
                <a:ext uri="{FF2B5EF4-FFF2-40B4-BE49-F238E27FC236}">
                  <a16:creationId xmlns:a16="http://schemas.microsoft.com/office/drawing/2014/main" id="{44D71C9E-BFCE-9307-1767-D84738222C0C}"/>
                </a:ext>
              </a:extLst>
            </p:cNvPr>
            <p:cNvGrpSpPr/>
            <p:nvPr/>
          </p:nvGrpSpPr>
          <p:grpSpPr>
            <a:xfrm rot="5400000">
              <a:off x="2314488" y="559720"/>
              <a:ext cx="98814" cy="597334"/>
              <a:chOff x="4737834" y="5014427"/>
              <a:chExt cx="98814" cy="597334"/>
            </a:xfrm>
            <a:solidFill>
              <a:srgbClr val="FF00FF"/>
            </a:solidFill>
          </p:grpSpPr>
          <p:sp>
            <p:nvSpPr>
              <p:cNvPr id="60" name="타원 59">
                <a:extLst>
                  <a:ext uri="{FF2B5EF4-FFF2-40B4-BE49-F238E27FC236}">
                    <a16:creationId xmlns:a16="http://schemas.microsoft.com/office/drawing/2014/main" id="{8BC07545-6766-BD9D-5958-6B5BACEFBEC6}"/>
                  </a:ext>
                </a:extLst>
              </p:cNvPr>
              <p:cNvSpPr/>
              <p:nvPr/>
            </p:nvSpPr>
            <p:spPr>
              <a:xfrm>
                <a:off x="4737834" y="5014427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61" name="타원 60">
                <a:extLst>
                  <a:ext uri="{FF2B5EF4-FFF2-40B4-BE49-F238E27FC236}">
                    <a16:creationId xmlns:a16="http://schemas.microsoft.com/office/drawing/2014/main" id="{D5CF26A8-0913-EC5C-06EC-9C30B1EC2616}"/>
                  </a:ext>
                </a:extLst>
              </p:cNvPr>
              <p:cNvSpPr/>
              <p:nvPr/>
            </p:nvSpPr>
            <p:spPr>
              <a:xfrm>
                <a:off x="4738263" y="5513376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pic>
        <p:nvPicPr>
          <p:cNvPr id="63" name="그림 62">
            <a:extLst>
              <a:ext uri="{FF2B5EF4-FFF2-40B4-BE49-F238E27FC236}">
                <a16:creationId xmlns:a16="http://schemas.microsoft.com/office/drawing/2014/main" id="{9FA377BF-BA4F-E87F-5718-875BED3783F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320" b="-1"/>
          <a:stretch>
            <a:fillRect/>
          </a:stretch>
        </p:blipFill>
        <p:spPr>
          <a:xfrm>
            <a:off x="9743688" y="4266548"/>
            <a:ext cx="2236971" cy="15544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8E76C43-3156-0829-9E73-BFF73AF50B0E}"/>
              </a:ext>
            </a:extLst>
          </p:cNvPr>
          <p:cNvSpPr txBox="1"/>
          <p:nvPr/>
        </p:nvSpPr>
        <p:spPr>
          <a:xfrm>
            <a:off x="8222939" y="5913944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3607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105107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F0DECE-0199-915E-98A9-DE667A45A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6E7B970-9A0F-33CD-5373-30FD827F160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529931" y="931415"/>
            <a:ext cx="7223669" cy="542216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B7B023D-14BC-44E6-9BCB-7F7AA50BAA90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B7B023D-14BC-44E6-9BCB-7F7AA50BAA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483A9196-857C-41A0-9640-2AEA9F57A4DF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/////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0D58B5-D164-4C9C-EE19-9362C2D8554B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13" name="별: 꼭짓점 4개 12">
            <a:extLst>
              <a:ext uri="{FF2B5EF4-FFF2-40B4-BE49-F238E27FC236}">
                <a16:creationId xmlns:a16="http://schemas.microsoft.com/office/drawing/2014/main" id="{D09A98D0-AEAD-BC9A-CEA7-DB52425C6E43}"/>
              </a:ext>
            </a:extLst>
          </p:cNvPr>
          <p:cNvSpPr/>
          <p:nvPr/>
        </p:nvSpPr>
        <p:spPr>
          <a:xfrm>
            <a:off x="6362989" y="4745420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sp>
        <p:nvSpPr>
          <p:cNvPr id="37" name="TextBox 13">
            <a:extLst>
              <a:ext uri="{FF2B5EF4-FFF2-40B4-BE49-F238E27FC236}">
                <a16:creationId xmlns:a16="http://schemas.microsoft.com/office/drawing/2014/main" id="{A2C73D7B-3AAF-1371-543D-9E1F4D8DF594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89C8B13C-378A-806A-71A2-987EBAF99068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E2D0F96E-D66B-EAF9-8D2F-7DF87AC919BE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74A4E984-ECD5-4078-3FA6-CC7BBB00045F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EF9BF1BB-E4FF-F8F6-0D05-241825C74101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2" name="TextBox 11">
              <a:extLst>
                <a:ext uri="{FF2B5EF4-FFF2-40B4-BE49-F238E27FC236}">
                  <a16:creationId xmlns:a16="http://schemas.microsoft.com/office/drawing/2014/main" id="{963F920F-41E6-AD46-7DD3-69300CF63892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3139E849-AC1B-AC4A-6998-2AC45287743F}"/>
              </a:ext>
            </a:extLst>
          </p:cNvPr>
          <p:cNvSpPr txBox="1"/>
          <p:nvPr/>
        </p:nvSpPr>
        <p:spPr>
          <a:xfrm>
            <a:off x="2130842" y="3830234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1200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7AAD7F2-87AE-F321-8EFF-011FFED58A1F}"/>
              </a:ext>
            </a:extLst>
          </p:cNvPr>
          <p:cNvSpPr txBox="1"/>
          <p:nvPr/>
        </p:nvSpPr>
        <p:spPr>
          <a:xfrm>
            <a:off x="2821034" y="6246459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3004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525A659-32CA-CD07-9B7F-7977E13865E7}"/>
              </a:ext>
            </a:extLst>
          </p:cNvPr>
          <p:cNvSpPr txBox="1"/>
          <p:nvPr/>
        </p:nvSpPr>
        <p:spPr>
          <a:xfrm>
            <a:off x="4476650" y="6253328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2814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D807BF9-82E9-FCF2-CE20-E289CF73ADDE}"/>
              </a:ext>
            </a:extLst>
          </p:cNvPr>
          <p:cNvSpPr txBox="1"/>
          <p:nvPr/>
        </p:nvSpPr>
        <p:spPr>
          <a:xfrm>
            <a:off x="6457817" y="6253328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4502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1D673E2-6DB9-9D0A-E88C-A5CE696B8C00}"/>
              </a:ext>
            </a:extLst>
          </p:cNvPr>
          <p:cNvSpPr txBox="1"/>
          <p:nvPr/>
        </p:nvSpPr>
        <p:spPr>
          <a:xfrm>
            <a:off x="6385807" y="4225723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3103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4288836-3D7D-CD00-6180-7FBDE189BB24}"/>
              </a:ext>
            </a:extLst>
          </p:cNvPr>
          <p:cNvSpPr txBox="1"/>
          <p:nvPr/>
        </p:nvSpPr>
        <p:spPr>
          <a:xfrm>
            <a:off x="5791729" y="4807659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3311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BC0CD88-FC90-3E4B-A2CE-09224FACA66A}"/>
              </a:ext>
            </a:extLst>
          </p:cNvPr>
          <p:cNvSpPr txBox="1"/>
          <p:nvPr/>
        </p:nvSpPr>
        <p:spPr>
          <a:xfrm>
            <a:off x="7925120" y="3357277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1200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8CFB0D8-84D6-BAF9-C4F4-38E666117369}"/>
              </a:ext>
            </a:extLst>
          </p:cNvPr>
          <p:cNvSpPr txBox="1"/>
          <p:nvPr/>
        </p:nvSpPr>
        <p:spPr>
          <a:xfrm>
            <a:off x="3181334" y="3022331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1500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D00F84A1-BE52-F382-4C64-C61A125A09FF}"/>
              </a:ext>
            </a:extLst>
          </p:cNvPr>
          <p:cNvGrpSpPr/>
          <p:nvPr/>
        </p:nvGrpSpPr>
        <p:grpSpPr>
          <a:xfrm>
            <a:off x="4496047" y="3742443"/>
            <a:ext cx="764953" cy="256157"/>
            <a:chOff x="1981437" y="808980"/>
            <a:chExt cx="764953" cy="256157"/>
          </a:xfrm>
        </p:grpSpPr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E3ED4308-CABF-80FC-ED97-4A806952A2FC}"/>
                </a:ext>
              </a:extLst>
            </p:cNvPr>
            <p:cNvSpPr txBox="1"/>
            <p:nvPr/>
          </p:nvSpPr>
          <p:spPr>
            <a:xfrm>
              <a:off x="1981437" y="880471"/>
              <a:ext cx="764953" cy="18466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600" b="1"/>
                <a:t>서비스 조명 </a:t>
              </a:r>
              <a:r>
                <a:rPr lang="en-US" altLang="ko-KR" sz="600" b="1"/>
                <a:t>2EA</a:t>
              </a:r>
              <a:endParaRPr lang="ko-KR" altLang="en-US" sz="600" b="1"/>
            </a:p>
          </p:txBody>
        </p:sp>
        <p:grpSp>
          <p:nvGrpSpPr>
            <p:cNvPr id="59" name="그룹 58">
              <a:extLst>
                <a:ext uri="{FF2B5EF4-FFF2-40B4-BE49-F238E27FC236}">
                  <a16:creationId xmlns:a16="http://schemas.microsoft.com/office/drawing/2014/main" id="{44D71C9E-BFCE-9307-1767-D84738222C0C}"/>
                </a:ext>
              </a:extLst>
            </p:cNvPr>
            <p:cNvGrpSpPr/>
            <p:nvPr/>
          </p:nvGrpSpPr>
          <p:grpSpPr>
            <a:xfrm rot="5400000">
              <a:off x="2314488" y="559720"/>
              <a:ext cx="98814" cy="597334"/>
              <a:chOff x="4737834" y="5014427"/>
              <a:chExt cx="98814" cy="597334"/>
            </a:xfrm>
            <a:solidFill>
              <a:srgbClr val="FF00FF"/>
            </a:solidFill>
          </p:grpSpPr>
          <p:sp>
            <p:nvSpPr>
              <p:cNvPr id="60" name="타원 59">
                <a:extLst>
                  <a:ext uri="{FF2B5EF4-FFF2-40B4-BE49-F238E27FC236}">
                    <a16:creationId xmlns:a16="http://schemas.microsoft.com/office/drawing/2014/main" id="{8BC07545-6766-BD9D-5958-6B5BACEFBEC6}"/>
                  </a:ext>
                </a:extLst>
              </p:cNvPr>
              <p:cNvSpPr/>
              <p:nvPr/>
            </p:nvSpPr>
            <p:spPr>
              <a:xfrm>
                <a:off x="4737834" y="5014427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61" name="타원 60">
                <a:extLst>
                  <a:ext uri="{FF2B5EF4-FFF2-40B4-BE49-F238E27FC236}">
                    <a16:creationId xmlns:a16="http://schemas.microsoft.com/office/drawing/2014/main" id="{D5CF26A8-0913-EC5C-06EC-9C30B1EC2616}"/>
                  </a:ext>
                </a:extLst>
              </p:cNvPr>
              <p:cNvSpPr/>
              <p:nvPr/>
            </p:nvSpPr>
            <p:spPr>
              <a:xfrm>
                <a:off x="4738263" y="5513376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pic>
        <p:nvPicPr>
          <p:cNvPr id="63" name="그림 62">
            <a:extLst>
              <a:ext uri="{FF2B5EF4-FFF2-40B4-BE49-F238E27FC236}">
                <a16:creationId xmlns:a16="http://schemas.microsoft.com/office/drawing/2014/main" id="{9FA377BF-BA4F-E87F-5718-875BED3783F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320" b="-1"/>
          <a:stretch>
            <a:fillRect/>
          </a:stretch>
        </p:blipFill>
        <p:spPr>
          <a:xfrm>
            <a:off x="149710" y="3972786"/>
            <a:ext cx="2236971" cy="1554480"/>
          </a:xfrm>
          <a:prstGeom prst="rect">
            <a:avLst/>
          </a:prstGeom>
        </p:spPr>
      </p:pic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9F6885E1-E967-100A-455C-58E4F59E46FA}"/>
              </a:ext>
            </a:extLst>
          </p:cNvPr>
          <p:cNvSpPr/>
          <p:nvPr/>
        </p:nvSpPr>
        <p:spPr>
          <a:xfrm>
            <a:off x="6113413" y="4472164"/>
            <a:ext cx="1076639" cy="1087359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7" name="그림 6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759D68E-D759-7BAE-D21E-E00098271D8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2" t="3086" r="4707" b="11674"/>
          <a:stretch>
            <a:fillRect/>
          </a:stretch>
        </p:blipFill>
        <p:spPr>
          <a:xfrm>
            <a:off x="394454" y="2246172"/>
            <a:ext cx="1619250" cy="15303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4DADA4F-64F6-065A-EE6F-28615887C143}"/>
              </a:ext>
            </a:extLst>
          </p:cNvPr>
          <p:cNvSpPr txBox="1"/>
          <p:nvPr/>
        </p:nvSpPr>
        <p:spPr>
          <a:xfrm>
            <a:off x="5078787" y="6271074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err="1">
                <a:highlight>
                  <a:srgbClr val="FFFF00"/>
                </a:highlight>
              </a:rPr>
              <a:t>실링팬</a:t>
            </a:r>
            <a:r>
              <a:rPr lang="ko-KR" altLang="en-US" sz="1000" b="1">
                <a:highlight>
                  <a:srgbClr val="FFFF00"/>
                </a:highlight>
              </a:rPr>
              <a:t> </a:t>
            </a:r>
            <a:r>
              <a:rPr lang="ko-KR" altLang="en-US" sz="1000" b="1" err="1">
                <a:highlight>
                  <a:srgbClr val="FFFF00"/>
                </a:highlight>
              </a:rPr>
              <a:t>루씨에어</a:t>
            </a:r>
            <a:r>
              <a:rPr lang="en-US" altLang="ko-KR" sz="1000" b="1">
                <a:highlight>
                  <a:srgbClr val="FFFF00"/>
                </a:highlight>
              </a:rPr>
              <a:t>-</a:t>
            </a:r>
            <a:r>
              <a:rPr lang="ko-KR" altLang="en-US" sz="1000" b="1" err="1">
                <a:highlight>
                  <a:srgbClr val="FFFF00"/>
                </a:highlight>
              </a:rPr>
              <a:t>코타라</a:t>
            </a:r>
            <a:endParaRPr lang="en-US" altLang="ko-KR" sz="1000" b="1">
              <a:highlight>
                <a:srgbClr val="FFFF00"/>
              </a:highlight>
            </a:endParaRPr>
          </a:p>
          <a:p>
            <a:r>
              <a:rPr lang="ko-KR" altLang="en-US" sz="1000" b="1">
                <a:highlight>
                  <a:srgbClr val="FFFF00"/>
                </a:highlight>
              </a:rPr>
              <a:t>설치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보강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우물 천장 안 실크 도배</a:t>
            </a:r>
            <a:br>
              <a:rPr lang="en-US" altLang="ko-KR" sz="1000" b="1">
                <a:highlight>
                  <a:srgbClr val="FFFF00"/>
                </a:highlight>
              </a:rPr>
            </a:br>
            <a:r>
              <a:rPr lang="ko-KR" altLang="en-US" sz="1000" b="1">
                <a:highlight>
                  <a:srgbClr val="FFFF00"/>
                </a:highlight>
              </a:rPr>
              <a:t>우물조명 </a:t>
            </a:r>
            <a:r>
              <a:rPr lang="en-US" altLang="ko-KR" sz="1000" b="1">
                <a:highlight>
                  <a:srgbClr val="FFFF00"/>
                </a:highlight>
              </a:rPr>
              <a:t>2</a:t>
            </a:r>
            <a:r>
              <a:rPr lang="ko-KR" altLang="en-US" sz="1000" b="1">
                <a:highlight>
                  <a:srgbClr val="FFFF00"/>
                </a:highlight>
              </a:rPr>
              <a:t>줄 </a:t>
            </a:r>
            <a:r>
              <a:rPr lang="ko-KR" altLang="en-US" sz="1000" b="1" err="1">
                <a:highlight>
                  <a:srgbClr val="FFFF00"/>
                </a:highlight>
              </a:rPr>
              <a:t>전구색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 err="1">
                <a:highlight>
                  <a:srgbClr val="FFFF00"/>
                </a:highlight>
              </a:rPr>
              <a:t>주백색</a:t>
            </a:r>
            <a:endParaRPr lang="en-US" altLang="ko-KR" sz="1000" b="1">
              <a:highlight>
                <a:srgbClr val="FFFF00"/>
              </a:highlight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51591069-D4EF-78EC-31C4-7E7F02DC7B07}"/>
              </a:ext>
            </a:extLst>
          </p:cNvPr>
          <p:cNvGrpSpPr/>
          <p:nvPr/>
        </p:nvGrpSpPr>
        <p:grpSpPr>
          <a:xfrm>
            <a:off x="188293" y="5694454"/>
            <a:ext cx="2142094" cy="972122"/>
            <a:chOff x="579766" y="5357847"/>
            <a:chExt cx="2385727" cy="1082687"/>
          </a:xfrm>
        </p:grpSpPr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CF983391-C713-9B1A-37B3-760B4B21EA9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79766" y="5357847"/>
              <a:ext cx="2329644" cy="1082687"/>
            </a:xfrm>
            <a:prstGeom prst="rect">
              <a:avLst/>
            </a:prstGeom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6E8B3CF-5DC8-87D0-66D5-229037ADAB9D}"/>
                </a:ext>
              </a:extLst>
            </p:cNvPr>
            <p:cNvSpPr txBox="1"/>
            <p:nvPr/>
          </p:nvSpPr>
          <p:spPr>
            <a:xfrm>
              <a:off x="1988565" y="5491919"/>
              <a:ext cx="976928" cy="41133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err="1"/>
                <a:t>코타라</a:t>
              </a:r>
              <a:endParaRPr lang="ko-KR" altLang="en-US" b="1"/>
            </a:p>
          </p:txBody>
        </p:sp>
      </p:grp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879794F9-6D6D-C120-D491-81847F8CDD83}"/>
              </a:ext>
            </a:extLst>
          </p:cNvPr>
          <p:cNvSpPr/>
          <p:nvPr/>
        </p:nvSpPr>
        <p:spPr>
          <a:xfrm>
            <a:off x="6253114" y="4599164"/>
            <a:ext cx="789920" cy="854785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5E18981-4C04-EF67-262A-FE635E375BA3}"/>
              </a:ext>
            </a:extLst>
          </p:cNvPr>
          <p:cNvSpPr txBox="1"/>
          <p:nvPr/>
        </p:nvSpPr>
        <p:spPr>
          <a:xfrm>
            <a:off x="8222939" y="5913944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3607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36369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728C7F-D342-B2C3-DF22-A2A230BEC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BAA8992-604D-A6BB-6A4C-DDD5ACF77C6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69510" y="1165172"/>
            <a:ext cx="8087290" cy="534712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4C92FEF-8FB9-3331-E80C-7107C33553D9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𝑩𝒎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4C92FEF-8FB9-3331-E80C-7107C33553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직사각형 7">
            <a:extLst>
              <a:ext uri="{FF2B5EF4-FFF2-40B4-BE49-F238E27FC236}">
                <a16:creationId xmlns:a16="http://schemas.microsoft.com/office/drawing/2014/main" id="{7FBA620D-7748-2B27-2FD1-C888043605F5}"/>
              </a:ext>
            </a:extLst>
          </p:cNvPr>
          <p:cNvSpPr/>
          <p:nvPr/>
        </p:nvSpPr>
        <p:spPr>
          <a:xfrm rot="5400000">
            <a:off x="6685225" y="5125411"/>
            <a:ext cx="102820" cy="1840071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93ADBE80-8022-FB1D-089D-ABD622CDB42B}"/>
              </a:ext>
            </a:extLst>
          </p:cNvPr>
          <p:cNvSpPr/>
          <p:nvPr/>
        </p:nvSpPr>
        <p:spPr>
          <a:xfrm>
            <a:off x="6161247" y="4470763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6C31DA79-251E-1AB2-822B-C199A2FB2A6B}"/>
              </a:ext>
            </a:extLst>
          </p:cNvPr>
          <p:cNvSpPr/>
          <p:nvPr/>
        </p:nvSpPr>
        <p:spPr>
          <a:xfrm>
            <a:off x="6330184" y="4622850"/>
            <a:ext cx="907746" cy="95200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6EDCA5F-45DF-EB7E-272F-C24D9840E7D9}"/>
              </a:ext>
            </a:extLst>
          </p:cNvPr>
          <p:cNvSpPr txBox="1"/>
          <p:nvPr/>
        </p:nvSpPr>
        <p:spPr>
          <a:xfrm>
            <a:off x="5719839" y="3845955"/>
            <a:ext cx="1891732" cy="2462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0C2053-4B3D-C890-CCAD-BF294A0C3BCD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4197B45B-EA7E-9612-8A83-1D1DDF89C75C}"/>
              </a:ext>
            </a:extLst>
          </p:cNvPr>
          <p:cNvGrpSpPr/>
          <p:nvPr/>
        </p:nvGrpSpPr>
        <p:grpSpPr>
          <a:xfrm>
            <a:off x="5609583" y="4448403"/>
            <a:ext cx="98891" cy="1448708"/>
            <a:chOff x="4737834" y="4662002"/>
            <a:chExt cx="98891" cy="1448708"/>
          </a:xfrm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AE4D51C6-5379-F42A-2FBD-F1021A6FDA95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6A30A413-170F-DCA3-54F0-C46C5248F8D5}"/>
                </a:ext>
              </a:extLst>
            </p:cNvPr>
            <p:cNvSpPr/>
            <p:nvPr/>
          </p:nvSpPr>
          <p:spPr>
            <a:xfrm>
              <a:off x="4738263" y="53355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550AAC5A-5F46-0D1A-41AF-81EA160122A5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A930E20B-3FDA-447E-DEF5-D0B4868E6536}"/>
              </a:ext>
            </a:extLst>
          </p:cNvPr>
          <p:cNvGrpSpPr/>
          <p:nvPr/>
        </p:nvGrpSpPr>
        <p:grpSpPr>
          <a:xfrm rot="5400000">
            <a:off x="4516814" y="3951119"/>
            <a:ext cx="104184" cy="626456"/>
            <a:chOff x="5324822" y="4457234"/>
            <a:chExt cx="104184" cy="626456"/>
          </a:xfrm>
        </p:grpSpPr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CB169353-55F4-E7E3-81D9-623D56FCBEE3}"/>
                </a:ext>
              </a:extLst>
            </p:cNvPr>
            <p:cNvSpPr/>
            <p:nvPr/>
          </p:nvSpPr>
          <p:spPr>
            <a:xfrm>
              <a:off x="5330621" y="4457234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C208F622-9183-04D1-4525-8CE8D5FABACD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3C828BB5-1DA1-A330-824D-47913FA4F37D}"/>
              </a:ext>
            </a:extLst>
          </p:cNvPr>
          <p:cNvSpPr/>
          <p:nvPr/>
        </p:nvSpPr>
        <p:spPr>
          <a:xfrm flipV="1">
            <a:off x="5344965" y="2971292"/>
            <a:ext cx="98385" cy="66989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F1A8341-6F72-5D96-C8C3-49E061F97329}"/>
              </a:ext>
            </a:extLst>
          </p:cNvPr>
          <p:cNvSpPr txBox="1"/>
          <p:nvPr/>
        </p:nvSpPr>
        <p:spPr>
          <a:xfrm>
            <a:off x="6794350" y="6445561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highlight>
                  <a:srgbClr val="FFFF00"/>
                </a:highlight>
              </a:rPr>
              <a:t>우물은 두가지 </a:t>
            </a:r>
            <a:r>
              <a:rPr lang="ko-KR" altLang="en-US" sz="1000" err="1">
                <a:highlight>
                  <a:srgbClr val="FFFF00"/>
                </a:highlight>
              </a:rPr>
              <a:t>타입중</a:t>
            </a:r>
            <a:r>
              <a:rPr lang="ko-KR" altLang="en-US" sz="1000">
                <a:highlight>
                  <a:srgbClr val="FFFF00"/>
                </a:highlight>
              </a:rPr>
              <a:t> 선택 가능합니다</a:t>
            </a:r>
            <a:r>
              <a:rPr lang="en-US" altLang="ko-KR" sz="100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>
                <a:highlight>
                  <a:srgbClr val="FFFF00"/>
                </a:highlight>
              </a:rPr>
              <a:t>. </a:t>
            </a:r>
            <a:endParaRPr lang="ko-KR" altLang="en-US" sz="1000">
              <a:highlight>
                <a:srgbClr val="FFFF00"/>
              </a:highlight>
            </a:endParaRPr>
          </a:p>
        </p:txBody>
      </p: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D9279D41-219C-A912-C590-C26B99AA2461}"/>
              </a:ext>
            </a:extLst>
          </p:cNvPr>
          <p:cNvCxnSpPr>
            <a:cxnSpLocks/>
          </p:cNvCxnSpPr>
          <p:nvPr/>
        </p:nvCxnSpPr>
        <p:spPr>
          <a:xfrm flipV="1">
            <a:off x="7075838" y="5721663"/>
            <a:ext cx="0" cy="7533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13">
            <a:extLst>
              <a:ext uri="{FF2B5EF4-FFF2-40B4-BE49-F238E27FC236}">
                <a16:creationId xmlns:a16="http://schemas.microsoft.com/office/drawing/2014/main" id="{BEA8CFBF-69A7-0035-E9FF-C2D8195050BD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8ACF04BB-2BC3-E75E-8F6B-2BE8B9750E9B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04DBB67F-B310-49CF-A7D5-B9A3ED944A1D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C3EA3C37-ADAF-9DBD-04A1-4A67F5A674FA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2C71B401-430B-8A46-BEDA-63CBFE6D13BE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2" name="TextBox 11">
              <a:extLst>
                <a:ext uri="{FF2B5EF4-FFF2-40B4-BE49-F238E27FC236}">
                  <a16:creationId xmlns:a16="http://schemas.microsoft.com/office/drawing/2014/main" id="{28695F35-FAB3-FD8E-EF3A-518B6305EA8E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595665C9-1966-3201-5B75-CA9A7C42011F}"/>
              </a:ext>
            </a:extLst>
          </p:cNvPr>
          <p:cNvSpPr/>
          <p:nvPr/>
        </p:nvSpPr>
        <p:spPr>
          <a:xfrm flipV="1">
            <a:off x="2770606" y="2713204"/>
            <a:ext cx="98385" cy="93433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FB19D4AE-73D7-F1CA-B156-C04EA71F970E}"/>
              </a:ext>
            </a:extLst>
          </p:cNvPr>
          <p:cNvGrpSpPr/>
          <p:nvPr/>
        </p:nvGrpSpPr>
        <p:grpSpPr>
          <a:xfrm>
            <a:off x="7642756" y="4412010"/>
            <a:ext cx="98891" cy="1448708"/>
            <a:chOff x="4737834" y="4662002"/>
            <a:chExt cx="98891" cy="1448708"/>
          </a:xfrm>
        </p:grpSpPr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9A6E3CC5-01C5-4E8E-6A86-AFC4EF7FA547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83BEDC55-77F4-2DC1-98EE-20C8E77BF49B}"/>
                </a:ext>
              </a:extLst>
            </p:cNvPr>
            <p:cNvSpPr/>
            <p:nvPr/>
          </p:nvSpPr>
          <p:spPr>
            <a:xfrm>
              <a:off x="4738263" y="53355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C6E62A7D-C8C4-AB04-E967-E610715D3FCE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18F2C372-00AD-BAE8-CC2B-BD5A320A1349}"/>
              </a:ext>
            </a:extLst>
          </p:cNvPr>
          <p:cNvSpPr/>
          <p:nvPr/>
        </p:nvSpPr>
        <p:spPr>
          <a:xfrm flipV="1">
            <a:off x="7865853" y="3061631"/>
            <a:ext cx="98385" cy="66989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953451F-6962-AF1D-D631-8AA9A68FD23F}"/>
              </a:ext>
            </a:extLst>
          </p:cNvPr>
          <p:cNvSpPr txBox="1"/>
          <p:nvPr/>
        </p:nvSpPr>
        <p:spPr>
          <a:xfrm>
            <a:off x="2546341" y="343644"/>
            <a:ext cx="71077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84B</a:t>
            </a:r>
            <a:r>
              <a:rPr lang="ko-KR" altLang="en-US" sz="2000" b="1"/>
              <a:t>타입 간접</a:t>
            </a:r>
            <a:r>
              <a:rPr lang="en-US" altLang="ko-KR" sz="2000" b="1"/>
              <a:t>A /</a:t>
            </a:r>
            <a:r>
              <a:rPr lang="ko-KR" altLang="en-US" sz="2000" b="1"/>
              <a:t>간접</a:t>
            </a:r>
            <a:r>
              <a:rPr lang="en-US" altLang="ko-KR" sz="2000" b="1"/>
              <a:t> </a:t>
            </a:r>
            <a:r>
              <a:rPr lang="ko-KR" altLang="en-US" sz="2000" b="1"/>
              <a:t>센서 </a:t>
            </a:r>
            <a:r>
              <a:rPr lang="en-US" altLang="ko-KR" sz="2000" b="1"/>
              <a:t>SET</a:t>
            </a:r>
          </a:p>
        </p:txBody>
      </p:sp>
    </p:spTree>
    <p:extLst>
      <p:ext uri="{BB962C8B-B14F-4D97-AF65-F5344CB8AC3E}">
        <p14:creationId xmlns:p14="http://schemas.microsoft.com/office/powerpoint/2010/main" val="419197794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41C273-0A16-BE03-E8EE-E905EC46E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E8379FA-A757-43E2-4239-A4BC6BE2A49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69510" y="1165172"/>
            <a:ext cx="8087290" cy="534712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B7A46E2-6C34-0742-723B-E911840BC7F0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𝑩𝒎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B7A46E2-6C34-0742-723B-E911840BC7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15A3470F-EA95-83AB-BE26-35B6057EB889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84B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34FE88E-1599-0CED-C696-088916316AD9}"/>
              </a:ext>
            </a:extLst>
          </p:cNvPr>
          <p:cNvSpPr/>
          <p:nvPr/>
        </p:nvSpPr>
        <p:spPr>
          <a:xfrm>
            <a:off x="8224878" y="5781223"/>
            <a:ext cx="1014372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681B05-F5B1-F06D-A441-D926A4E1C38A}"/>
              </a:ext>
            </a:extLst>
          </p:cNvPr>
          <p:cNvSpPr txBox="1"/>
          <p:nvPr/>
        </p:nvSpPr>
        <p:spPr>
          <a:xfrm>
            <a:off x="8544345" y="4931683"/>
            <a:ext cx="894360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err="1"/>
              <a:t>무선리모컨</a:t>
            </a:r>
            <a:endParaRPr lang="en-US" altLang="ko-KR" sz="1000" b="1"/>
          </a:p>
          <a:p>
            <a:pPr algn="ctr"/>
            <a:r>
              <a:rPr lang="en-US" altLang="ko-KR" sz="1000" b="1"/>
              <a:t>1</a:t>
            </a:r>
            <a:r>
              <a:rPr lang="ko-KR" altLang="en-US" sz="1000" b="1"/>
              <a:t>구</a:t>
            </a:r>
            <a:r>
              <a:rPr lang="en-US" altLang="ko-KR" sz="1000" b="1"/>
              <a:t>(3</a:t>
            </a:r>
            <a:r>
              <a:rPr lang="ko-KR" altLang="en-US" sz="1000" b="1"/>
              <a:t>채널</a:t>
            </a:r>
            <a:r>
              <a:rPr lang="en-US" altLang="ko-KR" sz="1000" b="1"/>
              <a:t>)</a:t>
            </a:r>
            <a:endParaRPr lang="ko-KR" altLang="en-US" sz="1000" b="1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63AC6A9-445E-0620-C83D-DD9A4D66A630}"/>
              </a:ext>
            </a:extLst>
          </p:cNvPr>
          <p:cNvSpPr/>
          <p:nvPr/>
        </p:nvSpPr>
        <p:spPr>
          <a:xfrm rot="5400000">
            <a:off x="6685225" y="5125411"/>
            <a:ext cx="102820" cy="1840071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C4F121D3-ED3A-4F7B-B7C7-9B029A1E6750}"/>
              </a:ext>
            </a:extLst>
          </p:cNvPr>
          <p:cNvSpPr/>
          <p:nvPr/>
        </p:nvSpPr>
        <p:spPr>
          <a:xfrm>
            <a:off x="6161247" y="4470763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EB7CCDA7-EF08-B6D2-53FD-1B0817B31376}"/>
              </a:ext>
            </a:extLst>
          </p:cNvPr>
          <p:cNvSpPr/>
          <p:nvPr/>
        </p:nvSpPr>
        <p:spPr>
          <a:xfrm>
            <a:off x="6330184" y="4622850"/>
            <a:ext cx="907746" cy="95200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49218F-9102-EFC9-041C-C4E0B52742A6}"/>
              </a:ext>
            </a:extLst>
          </p:cNvPr>
          <p:cNvSpPr txBox="1"/>
          <p:nvPr/>
        </p:nvSpPr>
        <p:spPr>
          <a:xfrm>
            <a:off x="5719839" y="3845955"/>
            <a:ext cx="1891732" cy="2462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6B8347-A996-66A8-8228-305F4BAE7EDC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A259B960-8096-6BC9-61E3-4353BDC285D6}"/>
              </a:ext>
            </a:extLst>
          </p:cNvPr>
          <p:cNvGrpSpPr/>
          <p:nvPr/>
        </p:nvGrpSpPr>
        <p:grpSpPr>
          <a:xfrm>
            <a:off x="5609583" y="4448403"/>
            <a:ext cx="98891" cy="1448708"/>
            <a:chOff x="4737834" y="4662002"/>
            <a:chExt cx="98891" cy="1448708"/>
          </a:xfrm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B05E093B-FC46-BF9F-59C5-978352014EE3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2D59FCF4-A419-23CE-6D88-0F614B5A14FF}"/>
                </a:ext>
              </a:extLst>
            </p:cNvPr>
            <p:cNvSpPr/>
            <p:nvPr/>
          </p:nvSpPr>
          <p:spPr>
            <a:xfrm>
              <a:off x="4738263" y="53355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1B472BBD-E87F-D916-AF38-47910BF476BE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A1546DD9-FCCA-5DF7-FCB2-C49B717D0588}"/>
              </a:ext>
            </a:extLst>
          </p:cNvPr>
          <p:cNvGrpSpPr/>
          <p:nvPr/>
        </p:nvGrpSpPr>
        <p:grpSpPr>
          <a:xfrm>
            <a:off x="7922673" y="4681755"/>
            <a:ext cx="98814" cy="686236"/>
            <a:chOff x="4737834" y="4900127"/>
            <a:chExt cx="98814" cy="686236"/>
          </a:xfrm>
          <a:solidFill>
            <a:srgbClr val="00B0F0"/>
          </a:solidFill>
        </p:grpSpPr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CC22910F-E503-CA2F-FD00-D666ECB1AF5D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A223BCD6-4908-4A42-CE2B-786B108E05CA}"/>
                </a:ext>
              </a:extLst>
            </p:cNvPr>
            <p:cNvSpPr/>
            <p:nvPr/>
          </p:nvSpPr>
          <p:spPr>
            <a:xfrm>
              <a:off x="4738263" y="5487978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C184B0B2-AE1F-30C5-80EC-DD5A118C4812}"/>
              </a:ext>
            </a:extLst>
          </p:cNvPr>
          <p:cNvGrpSpPr/>
          <p:nvPr/>
        </p:nvGrpSpPr>
        <p:grpSpPr>
          <a:xfrm rot="5400000">
            <a:off x="2829991" y="3759274"/>
            <a:ext cx="468013" cy="542991"/>
            <a:chOff x="9191246" y="3797098"/>
            <a:chExt cx="468013" cy="542991"/>
          </a:xfrm>
          <a:solidFill>
            <a:srgbClr val="CC0000"/>
          </a:solidFill>
        </p:grpSpPr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A312593E-79B8-1141-FD11-C1A6EAAA0375}"/>
                </a:ext>
              </a:extLst>
            </p:cNvPr>
            <p:cNvGrpSpPr/>
            <p:nvPr/>
          </p:nvGrpSpPr>
          <p:grpSpPr>
            <a:xfrm>
              <a:off x="9560445" y="3799905"/>
              <a:ext cx="98814" cy="540184"/>
              <a:chOff x="46743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7" name="타원 26">
                <a:extLst>
                  <a:ext uri="{FF2B5EF4-FFF2-40B4-BE49-F238E27FC236}">
                    <a16:creationId xmlns:a16="http://schemas.microsoft.com/office/drawing/2014/main" id="{DC8CAD9E-FAE1-E2F1-5310-DABF2E0E1E45}"/>
                  </a:ext>
                </a:extLst>
              </p:cNvPr>
              <p:cNvSpPr/>
              <p:nvPr/>
            </p:nvSpPr>
            <p:spPr>
              <a:xfrm>
                <a:off x="46743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8" name="타원 27">
                <a:extLst>
                  <a:ext uri="{FF2B5EF4-FFF2-40B4-BE49-F238E27FC236}">
                    <a16:creationId xmlns:a16="http://schemas.microsoft.com/office/drawing/2014/main" id="{D0075D41-C5D1-C5E9-210B-F860F9781B30}"/>
                  </a:ext>
                </a:extLst>
              </p:cNvPr>
              <p:cNvSpPr/>
              <p:nvPr/>
            </p:nvSpPr>
            <p:spPr>
              <a:xfrm>
                <a:off x="46747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3" name="별: 꼭짓점 7개 22">
              <a:extLst>
                <a:ext uri="{FF2B5EF4-FFF2-40B4-BE49-F238E27FC236}">
                  <a16:creationId xmlns:a16="http://schemas.microsoft.com/office/drawing/2014/main" id="{1E1B8629-A686-1EF7-CA36-9149489982D4}"/>
                </a:ext>
              </a:extLst>
            </p:cNvPr>
            <p:cNvSpPr/>
            <p:nvPr/>
          </p:nvSpPr>
          <p:spPr>
            <a:xfrm rot="5400000">
              <a:off x="9314937" y="3932172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DEB96FCA-E4DA-9313-493E-4615F1607385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540184"/>
              <a:chOff x="47378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5" name="타원 24">
                <a:extLst>
                  <a:ext uri="{FF2B5EF4-FFF2-40B4-BE49-F238E27FC236}">
                    <a16:creationId xmlns:a16="http://schemas.microsoft.com/office/drawing/2014/main" id="{EB73DB98-FFD8-DA49-1913-82799EFBED30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타원 25">
                <a:extLst>
                  <a:ext uri="{FF2B5EF4-FFF2-40B4-BE49-F238E27FC236}">
                    <a16:creationId xmlns:a16="http://schemas.microsoft.com/office/drawing/2014/main" id="{187D0C32-414A-D615-4025-24D87427D9B8}"/>
                  </a:ext>
                </a:extLst>
              </p:cNvPr>
              <p:cNvSpPr/>
              <p:nvPr/>
            </p:nvSpPr>
            <p:spPr>
              <a:xfrm>
                <a:off x="47382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636BDA70-A058-C8D8-11ED-07498ADB6F83}"/>
              </a:ext>
            </a:extLst>
          </p:cNvPr>
          <p:cNvGrpSpPr/>
          <p:nvPr/>
        </p:nvGrpSpPr>
        <p:grpSpPr>
          <a:xfrm rot="5400000">
            <a:off x="4516814" y="3951119"/>
            <a:ext cx="104184" cy="626456"/>
            <a:chOff x="5324822" y="4457234"/>
            <a:chExt cx="104184" cy="626456"/>
          </a:xfrm>
        </p:grpSpPr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19B73A68-74B0-D890-96B2-AF83EA457D1E}"/>
                </a:ext>
              </a:extLst>
            </p:cNvPr>
            <p:cNvSpPr/>
            <p:nvPr/>
          </p:nvSpPr>
          <p:spPr>
            <a:xfrm>
              <a:off x="5330621" y="4457234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EE35BAF2-A1CE-764E-F481-537F0C46B0D1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021CB11A-BBC8-689C-BF29-C6AFD0C8683A}"/>
              </a:ext>
            </a:extLst>
          </p:cNvPr>
          <p:cNvSpPr/>
          <p:nvPr/>
        </p:nvSpPr>
        <p:spPr>
          <a:xfrm flipV="1">
            <a:off x="5344965" y="2971292"/>
            <a:ext cx="98385" cy="66989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CFB7DF4-A531-2B93-79FB-1B06A032D7B5}"/>
              </a:ext>
            </a:extLst>
          </p:cNvPr>
          <p:cNvSpPr txBox="1"/>
          <p:nvPr/>
        </p:nvSpPr>
        <p:spPr>
          <a:xfrm>
            <a:off x="6794350" y="6445561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highlight>
                  <a:srgbClr val="FFFF00"/>
                </a:highlight>
              </a:rPr>
              <a:t>우물은 두가지 </a:t>
            </a:r>
            <a:r>
              <a:rPr lang="ko-KR" altLang="en-US" sz="1000" err="1">
                <a:highlight>
                  <a:srgbClr val="FFFF00"/>
                </a:highlight>
              </a:rPr>
              <a:t>타입중</a:t>
            </a:r>
            <a:r>
              <a:rPr lang="ko-KR" altLang="en-US" sz="1000">
                <a:highlight>
                  <a:srgbClr val="FFFF00"/>
                </a:highlight>
              </a:rPr>
              <a:t> 선택 가능합니다</a:t>
            </a:r>
            <a:r>
              <a:rPr lang="en-US" altLang="ko-KR" sz="100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>
                <a:highlight>
                  <a:srgbClr val="FFFF00"/>
                </a:highlight>
              </a:rPr>
              <a:t>. </a:t>
            </a:r>
            <a:endParaRPr lang="ko-KR" altLang="en-US" sz="1000">
              <a:highlight>
                <a:srgbClr val="FFFF00"/>
              </a:highlight>
            </a:endParaRPr>
          </a:p>
        </p:txBody>
      </p: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CF287AFD-9D02-3A88-F7E9-28FF5E1C87FB}"/>
              </a:ext>
            </a:extLst>
          </p:cNvPr>
          <p:cNvCxnSpPr>
            <a:cxnSpLocks/>
          </p:cNvCxnSpPr>
          <p:nvPr/>
        </p:nvCxnSpPr>
        <p:spPr>
          <a:xfrm flipV="1">
            <a:off x="7075838" y="5721663"/>
            <a:ext cx="0" cy="7533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13">
            <a:extLst>
              <a:ext uri="{FF2B5EF4-FFF2-40B4-BE49-F238E27FC236}">
                <a16:creationId xmlns:a16="http://schemas.microsoft.com/office/drawing/2014/main" id="{A500B7B7-DC19-75B5-1A98-AFB90FADD329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BE027CB4-69D4-EB77-1647-B1C39AABADB7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8B1E5506-0724-E6F9-8F59-3B33132F0324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26534782-9803-AFAF-CEB3-2A359EEBEF58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3124A852-6630-9C58-8424-468573B6FFA4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2" name="TextBox 11">
              <a:extLst>
                <a:ext uri="{FF2B5EF4-FFF2-40B4-BE49-F238E27FC236}">
                  <a16:creationId xmlns:a16="http://schemas.microsoft.com/office/drawing/2014/main" id="{9A76A082-843C-8675-D6EE-00102B6347F6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FA907FDD-5065-65E5-4F4C-195F4723D0CA}"/>
              </a:ext>
            </a:extLst>
          </p:cNvPr>
          <p:cNvSpPr/>
          <p:nvPr/>
        </p:nvSpPr>
        <p:spPr>
          <a:xfrm flipV="1">
            <a:off x="2770606" y="2713204"/>
            <a:ext cx="98385" cy="93433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30D4E5DC-2939-0FC3-4D1E-4015F263BA11}"/>
              </a:ext>
            </a:extLst>
          </p:cNvPr>
          <p:cNvGrpSpPr/>
          <p:nvPr/>
        </p:nvGrpSpPr>
        <p:grpSpPr>
          <a:xfrm>
            <a:off x="7642756" y="4412010"/>
            <a:ext cx="98891" cy="1448708"/>
            <a:chOff x="4737834" y="4662002"/>
            <a:chExt cx="98891" cy="1448708"/>
          </a:xfrm>
        </p:grpSpPr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E61EEA19-9523-B6C4-E883-559A00FCCC85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31B88D41-84ED-3C76-AFE1-C1085E78ED0C}"/>
                </a:ext>
              </a:extLst>
            </p:cNvPr>
            <p:cNvSpPr/>
            <p:nvPr/>
          </p:nvSpPr>
          <p:spPr>
            <a:xfrm>
              <a:off x="4738263" y="53355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5BEC0780-2779-938D-4015-B9A071799137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CE8E93AA-7FDA-5560-84ED-C6DED2E88BFF}"/>
              </a:ext>
            </a:extLst>
          </p:cNvPr>
          <p:cNvSpPr/>
          <p:nvPr/>
        </p:nvSpPr>
        <p:spPr>
          <a:xfrm flipV="1">
            <a:off x="7865853" y="3061631"/>
            <a:ext cx="98385" cy="66989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99081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09A0B-D387-800F-21AF-CE92FD18F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15799E9-A50C-F9FE-205A-0ACBBAFCEE1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69510" y="1165172"/>
            <a:ext cx="8087290" cy="534712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AB32C84-2518-B27B-145C-DB0BA2583CE4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𝑩𝒎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AB32C84-2518-B27B-145C-DB0BA2583C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5283A092-0728-1D29-26FC-23148723A617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84B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 + </a:t>
            </a:r>
            <a:r>
              <a:rPr lang="ko-KR" altLang="en-US" sz="2000" b="1" err="1"/>
              <a:t>실링팬</a:t>
            </a:r>
            <a:r>
              <a:rPr lang="ko-KR" altLang="en-US" sz="2000" b="1"/>
              <a:t> 우물두줄</a:t>
            </a:r>
            <a:endParaRPr lang="en-US" altLang="ko-KR" sz="2000" b="1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5C7E923-7D2B-183C-8882-165DE229D174}"/>
              </a:ext>
            </a:extLst>
          </p:cNvPr>
          <p:cNvSpPr/>
          <p:nvPr/>
        </p:nvSpPr>
        <p:spPr>
          <a:xfrm>
            <a:off x="8224878" y="5781223"/>
            <a:ext cx="1014372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CB5647-C8D0-A85B-D16C-D4172A641CB9}"/>
              </a:ext>
            </a:extLst>
          </p:cNvPr>
          <p:cNvSpPr txBox="1"/>
          <p:nvPr/>
        </p:nvSpPr>
        <p:spPr>
          <a:xfrm>
            <a:off x="8544345" y="4931683"/>
            <a:ext cx="894360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err="1"/>
              <a:t>무선리모컨</a:t>
            </a:r>
            <a:endParaRPr lang="en-US" altLang="ko-KR" sz="1000" b="1"/>
          </a:p>
          <a:p>
            <a:pPr algn="ctr"/>
            <a:r>
              <a:rPr lang="en-US" altLang="ko-KR" sz="1000" b="1"/>
              <a:t>1</a:t>
            </a:r>
            <a:r>
              <a:rPr lang="ko-KR" altLang="en-US" sz="1000" b="1"/>
              <a:t>구</a:t>
            </a:r>
            <a:r>
              <a:rPr lang="en-US" altLang="ko-KR" sz="1000" b="1"/>
              <a:t>(3</a:t>
            </a:r>
            <a:r>
              <a:rPr lang="ko-KR" altLang="en-US" sz="1000" b="1"/>
              <a:t>채널</a:t>
            </a:r>
            <a:r>
              <a:rPr lang="en-US" altLang="ko-KR" sz="1000" b="1"/>
              <a:t>)</a:t>
            </a:r>
            <a:endParaRPr lang="ko-KR" altLang="en-US" sz="1000" b="1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FDCFF7E-1629-CB41-E3A4-6EDC6CB5F84F}"/>
              </a:ext>
            </a:extLst>
          </p:cNvPr>
          <p:cNvSpPr/>
          <p:nvPr/>
        </p:nvSpPr>
        <p:spPr>
          <a:xfrm rot="5400000">
            <a:off x="6685225" y="5125411"/>
            <a:ext cx="102820" cy="1840071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F7241B43-C710-9222-250E-88C1FD069263}"/>
              </a:ext>
            </a:extLst>
          </p:cNvPr>
          <p:cNvSpPr/>
          <p:nvPr/>
        </p:nvSpPr>
        <p:spPr>
          <a:xfrm>
            <a:off x="6161247" y="4470763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BAA83815-7601-9354-841C-6E5B7A9094C0}"/>
              </a:ext>
            </a:extLst>
          </p:cNvPr>
          <p:cNvSpPr/>
          <p:nvPr/>
        </p:nvSpPr>
        <p:spPr>
          <a:xfrm>
            <a:off x="6322927" y="4601079"/>
            <a:ext cx="915003" cy="973780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2DFFDE-1A27-B2DF-AAEB-A53852C636A7}"/>
              </a:ext>
            </a:extLst>
          </p:cNvPr>
          <p:cNvSpPr txBox="1"/>
          <p:nvPr/>
        </p:nvSpPr>
        <p:spPr>
          <a:xfrm>
            <a:off x="5719839" y="3845955"/>
            <a:ext cx="1891732" cy="2462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6C92C6E-FF59-F55D-E370-F5F79081B967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13" name="별: 꼭짓점 4개 12">
            <a:extLst>
              <a:ext uri="{FF2B5EF4-FFF2-40B4-BE49-F238E27FC236}">
                <a16:creationId xmlns:a16="http://schemas.microsoft.com/office/drawing/2014/main" id="{5E3C8F36-C192-F328-7440-3F87812824C0}"/>
              </a:ext>
            </a:extLst>
          </p:cNvPr>
          <p:cNvSpPr/>
          <p:nvPr/>
        </p:nvSpPr>
        <p:spPr>
          <a:xfrm>
            <a:off x="6509612" y="4806178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E6CBED83-AD31-3392-3D57-63484BC63618}"/>
              </a:ext>
            </a:extLst>
          </p:cNvPr>
          <p:cNvGrpSpPr/>
          <p:nvPr/>
        </p:nvGrpSpPr>
        <p:grpSpPr>
          <a:xfrm>
            <a:off x="5609583" y="4448403"/>
            <a:ext cx="98891" cy="1448708"/>
            <a:chOff x="4737834" y="4662002"/>
            <a:chExt cx="98891" cy="1448708"/>
          </a:xfrm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21CED7C2-BA62-6BC6-492D-F59727CDE03C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2073FDD6-9D14-E357-67CC-328CF6C2E4DF}"/>
                </a:ext>
              </a:extLst>
            </p:cNvPr>
            <p:cNvSpPr/>
            <p:nvPr/>
          </p:nvSpPr>
          <p:spPr>
            <a:xfrm>
              <a:off x="4738263" y="53355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4023956C-1E9F-0B81-BAE1-DCB78371D655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44A91A73-FE1F-E968-C1D9-14E6E4307ACF}"/>
              </a:ext>
            </a:extLst>
          </p:cNvPr>
          <p:cNvGrpSpPr/>
          <p:nvPr/>
        </p:nvGrpSpPr>
        <p:grpSpPr>
          <a:xfrm>
            <a:off x="7922673" y="4681755"/>
            <a:ext cx="98814" cy="686236"/>
            <a:chOff x="4737834" y="4900127"/>
            <a:chExt cx="98814" cy="686236"/>
          </a:xfrm>
          <a:solidFill>
            <a:srgbClr val="00B0F0"/>
          </a:solidFill>
        </p:grpSpPr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FD478050-13BC-EE0A-B8F2-D3A293CCC28A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66E05CC5-2839-00A6-222B-06B3CD2C5459}"/>
                </a:ext>
              </a:extLst>
            </p:cNvPr>
            <p:cNvSpPr/>
            <p:nvPr/>
          </p:nvSpPr>
          <p:spPr>
            <a:xfrm>
              <a:off x="4738263" y="5487978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C902341E-4E8F-1725-7002-D1740D7DAC08}"/>
              </a:ext>
            </a:extLst>
          </p:cNvPr>
          <p:cNvGrpSpPr/>
          <p:nvPr/>
        </p:nvGrpSpPr>
        <p:grpSpPr>
          <a:xfrm rot="5400000">
            <a:off x="2829991" y="3759274"/>
            <a:ext cx="468013" cy="542991"/>
            <a:chOff x="9191246" y="3797098"/>
            <a:chExt cx="468013" cy="542991"/>
          </a:xfrm>
          <a:solidFill>
            <a:srgbClr val="CC0000"/>
          </a:solidFill>
        </p:grpSpPr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2B133FC0-7661-53AD-70A8-168C9AC148A7}"/>
                </a:ext>
              </a:extLst>
            </p:cNvPr>
            <p:cNvGrpSpPr/>
            <p:nvPr/>
          </p:nvGrpSpPr>
          <p:grpSpPr>
            <a:xfrm>
              <a:off x="9560445" y="3799905"/>
              <a:ext cx="98814" cy="540184"/>
              <a:chOff x="46743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7" name="타원 26">
                <a:extLst>
                  <a:ext uri="{FF2B5EF4-FFF2-40B4-BE49-F238E27FC236}">
                    <a16:creationId xmlns:a16="http://schemas.microsoft.com/office/drawing/2014/main" id="{17170567-DAAB-EA86-E25A-F64F13A0A3CD}"/>
                  </a:ext>
                </a:extLst>
              </p:cNvPr>
              <p:cNvSpPr/>
              <p:nvPr/>
            </p:nvSpPr>
            <p:spPr>
              <a:xfrm>
                <a:off x="46743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8" name="타원 27">
                <a:extLst>
                  <a:ext uri="{FF2B5EF4-FFF2-40B4-BE49-F238E27FC236}">
                    <a16:creationId xmlns:a16="http://schemas.microsoft.com/office/drawing/2014/main" id="{89CACF36-92C8-CDE3-4E98-130BF1B823AD}"/>
                  </a:ext>
                </a:extLst>
              </p:cNvPr>
              <p:cNvSpPr/>
              <p:nvPr/>
            </p:nvSpPr>
            <p:spPr>
              <a:xfrm>
                <a:off x="46747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3" name="별: 꼭짓점 7개 22">
              <a:extLst>
                <a:ext uri="{FF2B5EF4-FFF2-40B4-BE49-F238E27FC236}">
                  <a16:creationId xmlns:a16="http://schemas.microsoft.com/office/drawing/2014/main" id="{80E69506-2A59-D595-A1E2-B9AC414C0E12}"/>
                </a:ext>
              </a:extLst>
            </p:cNvPr>
            <p:cNvSpPr/>
            <p:nvPr/>
          </p:nvSpPr>
          <p:spPr>
            <a:xfrm rot="5400000">
              <a:off x="9314937" y="3932172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FB732144-14DB-00EC-5DFE-733FAE113ACA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540184"/>
              <a:chOff x="47378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5" name="타원 24">
                <a:extLst>
                  <a:ext uri="{FF2B5EF4-FFF2-40B4-BE49-F238E27FC236}">
                    <a16:creationId xmlns:a16="http://schemas.microsoft.com/office/drawing/2014/main" id="{1F346CB1-0D49-6BEE-0881-D371620B1660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타원 25">
                <a:extLst>
                  <a:ext uri="{FF2B5EF4-FFF2-40B4-BE49-F238E27FC236}">
                    <a16:creationId xmlns:a16="http://schemas.microsoft.com/office/drawing/2014/main" id="{880E88DE-4C8E-D508-5F28-83DCD3A1B230}"/>
                  </a:ext>
                </a:extLst>
              </p:cNvPr>
              <p:cNvSpPr/>
              <p:nvPr/>
            </p:nvSpPr>
            <p:spPr>
              <a:xfrm>
                <a:off x="47382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3B2764E2-6D56-69CF-2C61-16AA99CBD065}"/>
              </a:ext>
            </a:extLst>
          </p:cNvPr>
          <p:cNvGrpSpPr/>
          <p:nvPr/>
        </p:nvGrpSpPr>
        <p:grpSpPr>
          <a:xfrm rot="5400000">
            <a:off x="4516814" y="3951119"/>
            <a:ext cx="104184" cy="626456"/>
            <a:chOff x="5324822" y="4457234"/>
            <a:chExt cx="104184" cy="626456"/>
          </a:xfrm>
        </p:grpSpPr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91B1F357-972D-FBA8-D2E1-10EF618E6330}"/>
                </a:ext>
              </a:extLst>
            </p:cNvPr>
            <p:cNvSpPr/>
            <p:nvPr/>
          </p:nvSpPr>
          <p:spPr>
            <a:xfrm>
              <a:off x="5330621" y="4457234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2B398F91-C48C-2615-B63B-82F195AF1C89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613F945D-5E55-B954-6E59-296CA0BF6A08}"/>
              </a:ext>
            </a:extLst>
          </p:cNvPr>
          <p:cNvSpPr/>
          <p:nvPr/>
        </p:nvSpPr>
        <p:spPr>
          <a:xfrm flipV="1">
            <a:off x="5344965" y="2971292"/>
            <a:ext cx="98385" cy="66989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6D38FD7-BDAD-35E3-0472-87E38FE75416}"/>
              </a:ext>
            </a:extLst>
          </p:cNvPr>
          <p:cNvSpPr txBox="1"/>
          <p:nvPr/>
        </p:nvSpPr>
        <p:spPr>
          <a:xfrm>
            <a:off x="6794350" y="6445561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highlight>
                  <a:srgbClr val="FFFF00"/>
                </a:highlight>
              </a:rPr>
              <a:t>우물은 두가지 </a:t>
            </a:r>
            <a:r>
              <a:rPr lang="ko-KR" altLang="en-US" sz="1000" err="1">
                <a:highlight>
                  <a:srgbClr val="FFFF00"/>
                </a:highlight>
              </a:rPr>
              <a:t>타입중</a:t>
            </a:r>
            <a:r>
              <a:rPr lang="ko-KR" altLang="en-US" sz="1000">
                <a:highlight>
                  <a:srgbClr val="FFFF00"/>
                </a:highlight>
              </a:rPr>
              <a:t> 선택 가능합니다</a:t>
            </a:r>
            <a:r>
              <a:rPr lang="en-US" altLang="ko-KR" sz="100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>
                <a:highlight>
                  <a:srgbClr val="FFFF00"/>
                </a:highlight>
              </a:rPr>
              <a:t>. </a:t>
            </a:r>
            <a:endParaRPr lang="ko-KR" altLang="en-US" sz="1000">
              <a:highlight>
                <a:srgbClr val="FFFF00"/>
              </a:highlight>
            </a:endParaRPr>
          </a:p>
        </p:txBody>
      </p: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FDF4B626-EECE-1D2E-FF9E-F6D6EA09A884}"/>
              </a:ext>
            </a:extLst>
          </p:cNvPr>
          <p:cNvCxnSpPr>
            <a:cxnSpLocks/>
          </p:cNvCxnSpPr>
          <p:nvPr/>
        </p:nvCxnSpPr>
        <p:spPr>
          <a:xfrm flipV="1">
            <a:off x="7075838" y="5721663"/>
            <a:ext cx="0" cy="7533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25DDF4D3-5640-7833-F288-E679CE0800D5}"/>
              </a:ext>
            </a:extLst>
          </p:cNvPr>
          <p:cNvSpPr txBox="1"/>
          <p:nvPr/>
        </p:nvSpPr>
        <p:spPr>
          <a:xfrm>
            <a:off x="4620227" y="6296852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err="1">
                <a:highlight>
                  <a:srgbClr val="FFFF00"/>
                </a:highlight>
              </a:rPr>
              <a:t>실링팬</a:t>
            </a:r>
            <a:r>
              <a:rPr lang="ko-KR" altLang="en-US" sz="1000" b="1">
                <a:highlight>
                  <a:srgbClr val="FFFF00"/>
                </a:highlight>
              </a:rPr>
              <a:t> </a:t>
            </a:r>
            <a:r>
              <a:rPr lang="ko-KR" altLang="en-US" sz="1000" b="1" err="1">
                <a:highlight>
                  <a:srgbClr val="FFFF00"/>
                </a:highlight>
              </a:rPr>
              <a:t>루씨에어</a:t>
            </a:r>
            <a:endParaRPr lang="en-US" altLang="ko-KR" sz="1000" b="1">
              <a:highlight>
                <a:srgbClr val="FFFF00"/>
              </a:highlight>
            </a:endParaRPr>
          </a:p>
          <a:p>
            <a:r>
              <a:rPr lang="ko-KR" altLang="en-US" sz="1000" b="1">
                <a:highlight>
                  <a:srgbClr val="FFFF00"/>
                </a:highlight>
              </a:rPr>
              <a:t>설치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보강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우물 천장 안 실크 도배</a:t>
            </a:r>
            <a:br>
              <a:rPr lang="en-US" altLang="ko-KR" sz="1000" b="1">
                <a:highlight>
                  <a:srgbClr val="FFFF00"/>
                </a:highlight>
              </a:rPr>
            </a:br>
            <a:r>
              <a:rPr lang="ko-KR" altLang="en-US" sz="1000" b="1">
                <a:highlight>
                  <a:srgbClr val="FFFF00"/>
                </a:highlight>
              </a:rPr>
              <a:t>우물조명 </a:t>
            </a:r>
            <a:r>
              <a:rPr lang="en-US" altLang="ko-KR" sz="1000" b="1">
                <a:highlight>
                  <a:srgbClr val="FFFF00"/>
                </a:highlight>
              </a:rPr>
              <a:t>2</a:t>
            </a:r>
            <a:r>
              <a:rPr lang="ko-KR" altLang="en-US" sz="1000" b="1">
                <a:highlight>
                  <a:srgbClr val="FFFF00"/>
                </a:highlight>
              </a:rPr>
              <a:t>줄 </a:t>
            </a:r>
            <a:r>
              <a:rPr lang="ko-KR" altLang="en-US" sz="1000" b="1" err="1">
                <a:highlight>
                  <a:srgbClr val="FFFF00"/>
                </a:highlight>
              </a:rPr>
              <a:t>전구색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 err="1">
                <a:highlight>
                  <a:srgbClr val="FFFF00"/>
                </a:highlight>
              </a:rPr>
              <a:t>주백색</a:t>
            </a:r>
            <a:endParaRPr lang="en-US" altLang="ko-KR" sz="1000" b="1">
              <a:highlight>
                <a:srgbClr val="FFFF00"/>
              </a:highlight>
            </a:endParaRPr>
          </a:p>
        </p:txBody>
      </p:sp>
      <p:sp>
        <p:nvSpPr>
          <p:cNvPr id="37" name="TextBox 13">
            <a:extLst>
              <a:ext uri="{FF2B5EF4-FFF2-40B4-BE49-F238E27FC236}">
                <a16:creationId xmlns:a16="http://schemas.microsoft.com/office/drawing/2014/main" id="{3C5954D5-1F31-289F-D5C5-F3ABBA23D442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0382000F-08EE-EE2C-43DD-6F98D1E41406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87FB9860-3C9C-14E7-DF56-719E4458429F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54335FF1-F1F2-97DF-58FD-02B7FD1CE255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052E182C-8F50-BD2A-EE4B-4AA9123495B0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2" name="TextBox 11">
              <a:extLst>
                <a:ext uri="{FF2B5EF4-FFF2-40B4-BE49-F238E27FC236}">
                  <a16:creationId xmlns:a16="http://schemas.microsoft.com/office/drawing/2014/main" id="{E51E0E62-AD5B-DD64-2D64-201967A902AA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AF695D0E-63C4-28AD-F596-091F8E44BEA7}"/>
              </a:ext>
            </a:extLst>
          </p:cNvPr>
          <p:cNvSpPr/>
          <p:nvPr/>
        </p:nvSpPr>
        <p:spPr>
          <a:xfrm flipV="1">
            <a:off x="2770606" y="2713204"/>
            <a:ext cx="98385" cy="93433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E82893C3-290D-0D91-31D2-B5D3837DDEB0}"/>
              </a:ext>
            </a:extLst>
          </p:cNvPr>
          <p:cNvGrpSpPr/>
          <p:nvPr/>
        </p:nvGrpSpPr>
        <p:grpSpPr>
          <a:xfrm>
            <a:off x="7642756" y="4412010"/>
            <a:ext cx="98891" cy="1448708"/>
            <a:chOff x="4737834" y="4662002"/>
            <a:chExt cx="98891" cy="1448708"/>
          </a:xfrm>
        </p:grpSpPr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EEB3E7DB-E59E-0706-EFB7-5EB0A93EE358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47AF2A67-2656-DF4F-876A-ECC893953CF4}"/>
                </a:ext>
              </a:extLst>
            </p:cNvPr>
            <p:cNvSpPr/>
            <p:nvPr/>
          </p:nvSpPr>
          <p:spPr>
            <a:xfrm>
              <a:off x="4738263" y="53355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85F82957-D38E-00FA-8745-E9C2850951FA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3AFAD055-7BC8-7CED-053B-B614E111D9AF}"/>
              </a:ext>
            </a:extLst>
          </p:cNvPr>
          <p:cNvSpPr/>
          <p:nvPr/>
        </p:nvSpPr>
        <p:spPr>
          <a:xfrm flipV="1">
            <a:off x="7865853" y="3061631"/>
            <a:ext cx="98385" cy="66989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616390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09A0B-D387-800F-21AF-CE92FD18F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15799E9-A50C-F9FE-205A-0ACBBAFCEE1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69510" y="1165172"/>
            <a:ext cx="8087290" cy="534712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AB32C84-2518-B27B-145C-DB0BA2583CE4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𝑩𝒎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AB32C84-2518-B27B-145C-DB0BA2583C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5283A092-0728-1D29-26FC-23148723A617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84B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 + </a:t>
            </a:r>
            <a:r>
              <a:rPr lang="ko-KR" altLang="en-US" sz="2000" b="1" err="1"/>
              <a:t>실링팬</a:t>
            </a:r>
            <a:r>
              <a:rPr lang="ko-KR" altLang="en-US" sz="2000" b="1"/>
              <a:t> 우물두줄</a:t>
            </a:r>
            <a:endParaRPr lang="en-US" altLang="ko-KR" sz="2000" b="1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FDCFF7E-1629-CB41-E3A4-6EDC6CB5F84F}"/>
              </a:ext>
            </a:extLst>
          </p:cNvPr>
          <p:cNvSpPr/>
          <p:nvPr/>
        </p:nvSpPr>
        <p:spPr>
          <a:xfrm rot="5400000">
            <a:off x="6685225" y="5125411"/>
            <a:ext cx="102820" cy="1840071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F7241B43-C710-9222-250E-88C1FD069263}"/>
              </a:ext>
            </a:extLst>
          </p:cNvPr>
          <p:cNvSpPr/>
          <p:nvPr/>
        </p:nvSpPr>
        <p:spPr>
          <a:xfrm>
            <a:off x="6161247" y="4470763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2DFFDE-1A27-B2DF-AAEB-A53852C636A7}"/>
              </a:ext>
            </a:extLst>
          </p:cNvPr>
          <p:cNvSpPr txBox="1"/>
          <p:nvPr/>
        </p:nvSpPr>
        <p:spPr>
          <a:xfrm>
            <a:off x="5719839" y="3845955"/>
            <a:ext cx="1891732" cy="2462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6C92C6E-FF59-F55D-E370-F5F79081B967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E6CBED83-AD31-3392-3D57-63484BC63618}"/>
              </a:ext>
            </a:extLst>
          </p:cNvPr>
          <p:cNvGrpSpPr/>
          <p:nvPr/>
        </p:nvGrpSpPr>
        <p:grpSpPr>
          <a:xfrm>
            <a:off x="5609583" y="4448403"/>
            <a:ext cx="98891" cy="1448708"/>
            <a:chOff x="4737834" y="4662002"/>
            <a:chExt cx="98891" cy="1448708"/>
          </a:xfrm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21CED7C2-BA62-6BC6-492D-F59727CDE03C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2073FDD6-9D14-E357-67CC-328CF6C2E4DF}"/>
                </a:ext>
              </a:extLst>
            </p:cNvPr>
            <p:cNvSpPr/>
            <p:nvPr/>
          </p:nvSpPr>
          <p:spPr>
            <a:xfrm>
              <a:off x="4738263" y="53355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4023956C-1E9F-0B81-BAE1-DCB78371D655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3B2764E2-6D56-69CF-2C61-16AA99CBD065}"/>
              </a:ext>
            </a:extLst>
          </p:cNvPr>
          <p:cNvGrpSpPr/>
          <p:nvPr/>
        </p:nvGrpSpPr>
        <p:grpSpPr>
          <a:xfrm rot="5400000">
            <a:off x="4516814" y="3951119"/>
            <a:ext cx="104184" cy="626456"/>
            <a:chOff x="5324822" y="4457234"/>
            <a:chExt cx="104184" cy="626456"/>
          </a:xfrm>
        </p:grpSpPr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91B1F357-972D-FBA8-D2E1-10EF618E6330}"/>
                </a:ext>
              </a:extLst>
            </p:cNvPr>
            <p:cNvSpPr/>
            <p:nvPr/>
          </p:nvSpPr>
          <p:spPr>
            <a:xfrm>
              <a:off x="5330621" y="4457234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2B398F91-C48C-2615-B63B-82F195AF1C89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7" name="TextBox 13">
            <a:extLst>
              <a:ext uri="{FF2B5EF4-FFF2-40B4-BE49-F238E27FC236}">
                <a16:creationId xmlns:a16="http://schemas.microsoft.com/office/drawing/2014/main" id="{3C5954D5-1F31-289F-D5C5-F3ABBA23D442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0382000F-08EE-EE2C-43DD-6F98D1E41406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87FB9860-3C9C-14E7-DF56-719E4458429F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54335FF1-F1F2-97DF-58FD-02B7FD1CE255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052E182C-8F50-BD2A-EE4B-4AA9123495B0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2" name="TextBox 11">
              <a:extLst>
                <a:ext uri="{FF2B5EF4-FFF2-40B4-BE49-F238E27FC236}">
                  <a16:creationId xmlns:a16="http://schemas.microsoft.com/office/drawing/2014/main" id="{E51E0E62-AD5B-DD64-2D64-201967A902AA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E82893C3-290D-0D91-31D2-B5D3837DDEB0}"/>
              </a:ext>
            </a:extLst>
          </p:cNvPr>
          <p:cNvGrpSpPr/>
          <p:nvPr/>
        </p:nvGrpSpPr>
        <p:grpSpPr>
          <a:xfrm>
            <a:off x="7642756" y="4412010"/>
            <a:ext cx="98891" cy="1448708"/>
            <a:chOff x="4737834" y="4662002"/>
            <a:chExt cx="98891" cy="1448708"/>
          </a:xfrm>
        </p:grpSpPr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EEB3E7DB-E59E-0706-EFB7-5EB0A93EE358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47AF2A67-2656-DF4F-876A-ECC893953CF4}"/>
                </a:ext>
              </a:extLst>
            </p:cNvPr>
            <p:cNvSpPr/>
            <p:nvPr/>
          </p:nvSpPr>
          <p:spPr>
            <a:xfrm>
              <a:off x="4738263" y="53355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85F82957-D38E-00FA-8745-E9C2850951FA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pic>
        <p:nvPicPr>
          <p:cNvPr id="2" name="그림 1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8C464CF-6842-C380-A9BD-A2A0BBB2FFD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864" y="2194470"/>
            <a:ext cx="1778731" cy="1466673"/>
          </a:xfrm>
          <a:prstGeom prst="rect">
            <a:avLst/>
          </a:prstGeom>
        </p:spPr>
      </p:pic>
      <p:pic>
        <p:nvPicPr>
          <p:cNvPr id="49" name="그림 48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85E13938-D4EB-2C8A-E910-1213695A488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2" t="3086" r="4707" b="11674"/>
          <a:stretch>
            <a:fillRect/>
          </a:stretch>
        </p:blipFill>
        <p:spPr>
          <a:xfrm>
            <a:off x="220308" y="4310640"/>
            <a:ext cx="1619250" cy="1530350"/>
          </a:xfrm>
          <a:prstGeom prst="rect">
            <a:avLst/>
          </a:prstGeom>
        </p:spPr>
      </p:pic>
      <p:grpSp>
        <p:nvGrpSpPr>
          <p:cNvPr id="51" name="그룹 50">
            <a:extLst>
              <a:ext uri="{FF2B5EF4-FFF2-40B4-BE49-F238E27FC236}">
                <a16:creationId xmlns:a16="http://schemas.microsoft.com/office/drawing/2014/main" id="{1A710DDF-74EA-74D5-B85D-6223972B2795}"/>
              </a:ext>
            </a:extLst>
          </p:cNvPr>
          <p:cNvGrpSpPr/>
          <p:nvPr/>
        </p:nvGrpSpPr>
        <p:grpSpPr>
          <a:xfrm>
            <a:off x="3690607" y="3756838"/>
            <a:ext cx="764953" cy="256157"/>
            <a:chOff x="1981437" y="808980"/>
            <a:chExt cx="764953" cy="256157"/>
          </a:xfrm>
        </p:grpSpPr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6F76B0D7-BC04-5203-B3C3-EC29DBD2D106}"/>
                </a:ext>
              </a:extLst>
            </p:cNvPr>
            <p:cNvSpPr txBox="1"/>
            <p:nvPr/>
          </p:nvSpPr>
          <p:spPr>
            <a:xfrm>
              <a:off x="1981437" y="880471"/>
              <a:ext cx="764953" cy="18466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600" b="1"/>
                <a:t>서비스 조명 </a:t>
              </a:r>
              <a:r>
                <a:rPr lang="en-US" altLang="ko-KR" sz="600" b="1"/>
                <a:t>2EA</a:t>
              </a:r>
              <a:endParaRPr lang="ko-KR" altLang="en-US" sz="600" b="1"/>
            </a:p>
          </p:txBody>
        </p:sp>
        <p:grpSp>
          <p:nvGrpSpPr>
            <p:cNvPr id="53" name="그룹 52">
              <a:extLst>
                <a:ext uri="{FF2B5EF4-FFF2-40B4-BE49-F238E27FC236}">
                  <a16:creationId xmlns:a16="http://schemas.microsoft.com/office/drawing/2014/main" id="{B2E9A2A5-701D-6B04-E4BE-98C104A8878E}"/>
                </a:ext>
              </a:extLst>
            </p:cNvPr>
            <p:cNvGrpSpPr/>
            <p:nvPr/>
          </p:nvGrpSpPr>
          <p:grpSpPr>
            <a:xfrm rot="5400000">
              <a:off x="2314488" y="559720"/>
              <a:ext cx="98814" cy="597334"/>
              <a:chOff x="4737834" y="5014427"/>
              <a:chExt cx="98814" cy="597334"/>
            </a:xfrm>
            <a:solidFill>
              <a:srgbClr val="FF00FF"/>
            </a:solidFill>
          </p:grpSpPr>
          <p:sp>
            <p:nvSpPr>
              <p:cNvPr id="54" name="타원 53">
                <a:extLst>
                  <a:ext uri="{FF2B5EF4-FFF2-40B4-BE49-F238E27FC236}">
                    <a16:creationId xmlns:a16="http://schemas.microsoft.com/office/drawing/2014/main" id="{18889C41-3491-6DFB-EC90-588B61895F95}"/>
                  </a:ext>
                </a:extLst>
              </p:cNvPr>
              <p:cNvSpPr/>
              <p:nvPr/>
            </p:nvSpPr>
            <p:spPr>
              <a:xfrm>
                <a:off x="4737834" y="5014427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5" name="타원 54">
                <a:extLst>
                  <a:ext uri="{FF2B5EF4-FFF2-40B4-BE49-F238E27FC236}">
                    <a16:creationId xmlns:a16="http://schemas.microsoft.com/office/drawing/2014/main" id="{2BE4CB35-85A5-D5EE-6AB9-BCB68E399D10}"/>
                  </a:ext>
                </a:extLst>
              </p:cNvPr>
              <p:cNvSpPr/>
              <p:nvPr/>
            </p:nvSpPr>
            <p:spPr>
              <a:xfrm>
                <a:off x="4738263" y="5513376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734938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09A0B-D387-800F-21AF-CE92FD18F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15799E9-A50C-F9FE-205A-0ACBBAFCEE1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69510" y="1165172"/>
            <a:ext cx="8087290" cy="534712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AB32C84-2518-B27B-145C-DB0BA2583CE4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𝑩𝒎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AB32C84-2518-B27B-145C-DB0BA2583C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5283A092-0728-1D29-26FC-23148723A617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//////////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FDCFF7E-1629-CB41-E3A4-6EDC6CB5F84F}"/>
              </a:ext>
            </a:extLst>
          </p:cNvPr>
          <p:cNvSpPr/>
          <p:nvPr/>
        </p:nvSpPr>
        <p:spPr>
          <a:xfrm rot="5400000">
            <a:off x="6685225" y="5125411"/>
            <a:ext cx="102820" cy="1840071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F7241B43-C710-9222-250E-88C1FD069263}"/>
              </a:ext>
            </a:extLst>
          </p:cNvPr>
          <p:cNvSpPr/>
          <p:nvPr/>
        </p:nvSpPr>
        <p:spPr>
          <a:xfrm>
            <a:off x="6161247" y="4470763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2DFFDE-1A27-B2DF-AAEB-A53852C636A7}"/>
              </a:ext>
            </a:extLst>
          </p:cNvPr>
          <p:cNvSpPr txBox="1"/>
          <p:nvPr/>
        </p:nvSpPr>
        <p:spPr>
          <a:xfrm>
            <a:off x="5719839" y="3845955"/>
            <a:ext cx="1891732" cy="2462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6C92C6E-FF59-F55D-E370-F5F79081B967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E6CBED83-AD31-3392-3D57-63484BC63618}"/>
              </a:ext>
            </a:extLst>
          </p:cNvPr>
          <p:cNvGrpSpPr/>
          <p:nvPr/>
        </p:nvGrpSpPr>
        <p:grpSpPr>
          <a:xfrm>
            <a:off x="5609583" y="4448403"/>
            <a:ext cx="98891" cy="1448708"/>
            <a:chOff x="4737834" y="4662002"/>
            <a:chExt cx="98891" cy="1448708"/>
          </a:xfrm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21CED7C2-BA62-6BC6-492D-F59727CDE03C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2073FDD6-9D14-E357-67CC-328CF6C2E4DF}"/>
                </a:ext>
              </a:extLst>
            </p:cNvPr>
            <p:cNvSpPr/>
            <p:nvPr/>
          </p:nvSpPr>
          <p:spPr>
            <a:xfrm>
              <a:off x="4738263" y="53355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4023956C-1E9F-0B81-BAE1-DCB78371D655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3B2764E2-6D56-69CF-2C61-16AA99CBD065}"/>
              </a:ext>
            </a:extLst>
          </p:cNvPr>
          <p:cNvGrpSpPr/>
          <p:nvPr/>
        </p:nvGrpSpPr>
        <p:grpSpPr>
          <a:xfrm rot="5400000">
            <a:off x="4516814" y="3951119"/>
            <a:ext cx="104184" cy="626456"/>
            <a:chOff x="5324822" y="4457234"/>
            <a:chExt cx="104184" cy="626456"/>
          </a:xfrm>
        </p:grpSpPr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91B1F357-972D-FBA8-D2E1-10EF618E6330}"/>
                </a:ext>
              </a:extLst>
            </p:cNvPr>
            <p:cNvSpPr/>
            <p:nvPr/>
          </p:nvSpPr>
          <p:spPr>
            <a:xfrm>
              <a:off x="5330621" y="4457234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2B398F91-C48C-2615-B63B-82F195AF1C89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7" name="TextBox 13">
            <a:extLst>
              <a:ext uri="{FF2B5EF4-FFF2-40B4-BE49-F238E27FC236}">
                <a16:creationId xmlns:a16="http://schemas.microsoft.com/office/drawing/2014/main" id="{3C5954D5-1F31-289F-D5C5-F3ABBA23D442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0382000F-08EE-EE2C-43DD-6F98D1E41406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87FB9860-3C9C-14E7-DF56-719E4458429F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54335FF1-F1F2-97DF-58FD-02B7FD1CE255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052E182C-8F50-BD2A-EE4B-4AA9123495B0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2" name="TextBox 11">
              <a:extLst>
                <a:ext uri="{FF2B5EF4-FFF2-40B4-BE49-F238E27FC236}">
                  <a16:creationId xmlns:a16="http://schemas.microsoft.com/office/drawing/2014/main" id="{E51E0E62-AD5B-DD64-2D64-201967A902AA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E82893C3-290D-0D91-31D2-B5D3837DDEB0}"/>
              </a:ext>
            </a:extLst>
          </p:cNvPr>
          <p:cNvGrpSpPr/>
          <p:nvPr/>
        </p:nvGrpSpPr>
        <p:grpSpPr>
          <a:xfrm>
            <a:off x="7642756" y="4412010"/>
            <a:ext cx="98891" cy="1448708"/>
            <a:chOff x="4737834" y="4662002"/>
            <a:chExt cx="98891" cy="1448708"/>
          </a:xfrm>
        </p:grpSpPr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EEB3E7DB-E59E-0706-EFB7-5EB0A93EE358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47AF2A67-2656-DF4F-876A-ECC893953CF4}"/>
                </a:ext>
              </a:extLst>
            </p:cNvPr>
            <p:cNvSpPr/>
            <p:nvPr/>
          </p:nvSpPr>
          <p:spPr>
            <a:xfrm>
              <a:off x="4738263" y="53355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85F82957-D38E-00FA-8745-E9C2850951FA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pic>
        <p:nvPicPr>
          <p:cNvPr id="2" name="그림 1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8C464CF-6842-C380-A9BD-A2A0BBB2FFD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864" y="2194470"/>
            <a:ext cx="1778731" cy="1466673"/>
          </a:xfrm>
          <a:prstGeom prst="rect">
            <a:avLst/>
          </a:prstGeom>
        </p:spPr>
      </p:pic>
      <p:pic>
        <p:nvPicPr>
          <p:cNvPr id="49" name="그림 48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85E13938-D4EB-2C8A-E910-1213695A488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2" t="3086" r="4707" b="11674"/>
          <a:stretch>
            <a:fillRect/>
          </a:stretch>
        </p:blipFill>
        <p:spPr>
          <a:xfrm>
            <a:off x="220308" y="4310640"/>
            <a:ext cx="1619250" cy="1530350"/>
          </a:xfrm>
          <a:prstGeom prst="rect">
            <a:avLst/>
          </a:prstGeom>
        </p:spPr>
      </p:pic>
      <p:grpSp>
        <p:nvGrpSpPr>
          <p:cNvPr id="51" name="그룹 50">
            <a:extLst>
              <a:ext uri="{FF2B5EF4-FFF2-40B4-BE49-F238E27FC236}">
                <a16:creationId xmlns:a16="http://schemas.microsoft.com/office/drawing/2014/main" id="{1A710DDF-74EA-74D5-B85D-6223972B2795}"/>
              </a:ext>
            </a:extLst>
          </p:cNvPr>
          <p:cNvGrpSpPr/>
          <p:nvPr/>
        </p:nvGrpSpPr>
        <p:grpSpPr>
          <a:xfrm>
            <a:off x="3690607" y="3756838"/>
            <a:ext cx="764953" cy="256157"/>
            <a:chOff x="1981437" y="808980"/>
            <a:chExt cx="764953" cy="256157"/>
          </a:xfrm>
        </p:grpSpPr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6F76B0D7-BC04-5203-B3C3-EC29DBD2D106}"/>
                </a:ext>
              </a:extLst>
            </p:cNvPr>
            <p:cNvSpPr txBox="1"/>
            <p:nvPr/>
          </p:nvSpPr>
          <p:spPr>
            <a:xfrm>
              <a:off x="1981437" y="880471"/>
              <a:ext cx="764953" cy="18466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600" b="1"/>
                <a:t>서비스 조명 </a:t>
              </a:r>
              <a:r>
                <a:rPr lang="en-US" altLang="ko-KR" sz="600" b="1"/>
                <a:t>2EA</a:t>
              </a:r>
              <a:endParaRPr lang="ko-KR" altLang="en-US" sz="600" b="1"/>
            </a:p>
          </p:txBody>
        </p:sp>
        <p:grpSp>
          <p:nvGrpSpPr>
            <p:cNvPr id="53" name="그룹 52">
              <a:extLst>
                <a:ext uri="{FF2B5EF4-FFF2-40B4-BE49-F238E27FC236}">
                  <a16:creationId xmlns:a16="http://schemas.microsoft.com/office/drawing/2014/main" id="{B2E9A2A5-701D-6B04-E4BE-98C104A8878E}"/>
                </a:ext>
              </a:extLst>
            </p:cNvPr>
            <p:cNvGrpSpPr/>
            <p:nvPr/>
          </p:nvGrpSpPr>
          <p:grpSpPr>
            <a:xfrm rot="5400000">
              <a:off x="2314488" y="559720"/>
              <a:ext cx="98814" cy="597334"/>
              <a:chOff x="4737834" y="5014427"/>
              <a:chExt cx="98814" cy="597334"/>
            </a:xfrm>
            <a:solidFill>
              <a:srgbClr val="FF00FF"/>
            </a:solidFill>
          </p:grpSpPr>
          <p:sp>
            <p:nvSpPr>
              <p:cNvPr id="54" name="타원 53">
                <a:extLst>
                  <a:ext uri="{FF2B5EF4-FFF2-40B4-BE49-F238E27FC236}">
                    <a16:creationId xmlns:a16="http://schemas.microsoft.com/office/drawing/2014/main" id="{18889C41-3491-6DFB-EC90-588B61895F95}"/>
                  </a:ext>
                </a:extLst>
              </p:cNvPr>
              <p:cNvSpPr/>
              <p:nvPr/>
            </p:nvSpPr>
            <p:spPr>
              <a:xfrm>
                <a:off x="4737834" y="5014427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5" name="타원 54">
                <a:extLst>
                  <a:ext uri="{FF2B5EF4-FFF2-40B4-BE49-F238E27FC236}">
                    <a16:creationId xmlns:a16="http://schemas.microsoft.com/office/drawing/2014/main" id="{2BE4CB35-85A5-D5EE-6AB9-BCB68E399D10}"/>
                  </a:ext>
                </a:extLst>
              </p:cNvPr>
              <p:cNvSpPr/>
              <p:nvPr/>
            </p:nvSpPr>
            <p:spPr>
              <a:xfrm>
                <a:off x="4738263" y="5513376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6" name="직사각형 5">
            <a:extLst>
              <a:ext uri="{FF2B5EF4-FFF2-40B4-BE49-F238E27FC236}">
                <a16:creationId xmlns:a16="http://schemas.microsoft.com/office/drawing/2014/main" id="{50CE1DB1-185D-9600-4E1B-D83764F34999}"/>
              </a:ext>
            </a:extLst>
          </p:cNvPr>
          <p:cNvSpPr/>
          <p:nvPr/>
        </p:nvSpPr>
        <p:spPr>
          <a:xfrm flipV="1">
            <a:off x="5344965" y="2971292"/>
            <a:ext cx="98385" cy="66989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FB2FC89-6A05-3DB7-7523-5F51DB64B5E3}"/>
              </a:ext>
            </a:extLst>
          </p:cNvPr>
          <p:cNvSpPr/>
          <p:nvPr/>
        </p:nvSpPr>
        <p:spPr>
          <a:xfrm flipV="1">
            <a:off x="2770606" y="2713204"/>
            <a:ext cx="98385" cy="93433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F448198-0E51-3443-4ACB-4BEE4B145A7D}"/>
              </a:ext>
            </a:extLst>
          </p:cNvPr>
          <p:cNvSpPr/>
          <p:nvPr/>
        </p:nvSpPr>
        <p:spPr>
          <a:xfrm flipV="1">
            <a:off x="7865853" y="3061631"/>
            <a:ext cx="98385" cy="66989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354678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09A0B-D387-800F-21AF-CE92FD18F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15799E9-A50C-F9FE-205A-0ACBBAFCEE1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69510" y="1165172"/>
            <a:ext cx="8087290" cy="534712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AB32C84-2518-B27B-145C-DB0BA2583CE4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𝑩𝒎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AB32C84-2518-B27B-145C-DB0BA2583C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5283A092-0728-1D29-26FC-23148723A617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84B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 + </a:t>
            </a:r>
            <a:r>
              <a:rPr lang="ko-KR" altLang="en-US" sz="2000" b="1" err="1"/>
              <a:t>실링팬</a:t>
            </a:r>
            <a:r>
              <a:rPr lang="ko-KR" altLang="en-US" sz="2000" b="1"/>
              <a:t> 우물두줄</a:t>
            </a:r>
            <a:endParaRPr lang="en-US" altLang="ko-KR" sz="2000" b="1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FDCFF7E-1629-CB41-E3A4-6EDC6CB5F84F}"/>
              </a:ext>
            </a:extLst>
          </p:cNvPr>
          <p:cNvSpPr/>
          <p:nvPr/>
        </p:nvSpPr>
        <p:spPr>
          <a:xfrm rot="5400000">
            <a:off x="6685225" y="5125411"/>
            <a:ext cx="102820" cy="1840071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F7241B43-C710-9222-250E-88C1FD069263}"/>
              </a:ext>
            </a:extLst>
          </p:cNvPr>
          <p:cNvSpPr/>
          <p:nvPr/>
        </p:nvSpPr>
        <p:spPr>
          <a:xfrm>
            <a:off x="6161247" y="4470763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2DFFDE-1A27-B2DF-AAEB-A53852C636A7}"/>
              </a:ext>
            </a:extLst>
          </p:cNvPr>
          <p:cNvSpPr txBox="1"/>
          <p:nvPr/>
        </p:nvSpPr>
        <p:spPr>
          <a:xfrm>
            <a:off x="5719839" y="3845955"/>
            <a:ext cx="1891732" cy="2462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6C92C6E-FF59-F55D-E370-F5F79081B967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13" name="별: 꼭짓점 4개 12">
            <a:extLst>
              <a:ext uri="{FF2B5EF4-FFF2-40B4-BE49-F238E27FC236}">
                <a16:creationId xmlns:a16="http://schemas.microsoft.com/office/drawing/2014/main" id="{5E3C8F36-C192-F328-7440-3F87812824C0}"/>
              </a:ext>
            </a:extLst>
          </p:cNvPr>
          <p:cNvSpPr/>
          <p:nvPr/>
        </p:nvSpPr>
        <p:spPr>
          <a:xfrm>
            <a:off x="6509612" y="4806178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E6CBED83-AD31-3392-3D57-63484BC63618}"/>
              </a:ext>
            </a:extLst>
          </p:cNvPr>
          <p:cNvGrpSpPr/>
          <p:nvPr/>
        </p:nvGrpSpPr>
        <p:grpSpPr>
          <a:xfrm>
            <a:off x="5609583" y="4448403"/>
            <a:ext cx="98891" cy="1448708"/>
            <a:chOff x="4737834" y="4662002"/>
            <a:chExt cx="98891" cy="1448708"/>
          </a:xfrm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21CED7C2-BA62-6BC6-492D-F59727CDE03C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2073FDD6-9D14-E357-67CC-328CF6C2E4DF}"/>
                </a:ext>
              </a:extLst>
            </p:cNvPr>
            <p:cNvSpPr/>
            <p:nvPr/>
          </p:nvSpPr>
          <p:spPr>
            <a:xfrm>
              <a:off x="4738263" y="53355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4023956C-1E9F-0B81-BAE1-DCB78371D655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3B2764E2-6D56-69CF-2C61-16AA99CBD065}"/>
              </a:ext>
            </a:extLst>
          </p:cNvPr>
          <p:cNvGrpSpPr/>
          <p:nvPr/>
        </p:nvGrpSpPr>
        <p:grpSpPr>
          <a:xfrm rot="5400000">
            <a:off x="4516814" y="3951119"/>
            <a:ext cx="104184" cy="626456"/>
            <a:chOff x="5324822" y="4457234"/>
            <a:chExt cx="104184" cy="626456"/>
          </a:xfrm>
        </p:grpSpPr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91B1F357-972D-FBA8-D2E1-10EF618E6330}"/>
                </a:ext>
              </a:extLst>
            </p:cNvPr>
            <p:cNvSpPr/>
            <p:nvPr/>
          </p:nvSpPr>
          <p:spPr>
            <a:xfrm>
              <a:off x="5330621" y="4457234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2B398F91-C48C-2615-B63B-82F195AF1C89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25DDF4D3-5640-7833-F288-E679CE0800D5}"/>
              </a:ext>
            </a:extLst>
          </p:cNvPr>
          <p:cNvSpPr txBox="1"/>
          <p:nvPr/>
        </p:nvSpPr>
        <p:spPr>
          <a:xfrm>
            <a:off x="5382199" y="6321647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err="1">
                <a:highlight>
                  <a:srgbClr val="FFFF00"/>
                </a:highlight>
              </a:rPr>
              <a:t>실링팬</a:t>
            </a:r>
            <a:r>
              <a:rPr lang="ko-KR" altLang="en-US" sz="1000" b="1">
                <a:highlight>
                  <a:srgbClr val="FFFF00"/>
                </a:highlight>
              </a:rPr>
              <a:t> </a:t>
            </a:r>
            <a:r>
              <a:rPr lang="ko-KR" altLang="en-US" sz="1000" b="1" err="1">
                <a:highlight>
                  <a:srgbClr val="FFFF00"/>
                </a:highlight>
              </a:rPr>
              <a:t>루씨에어</a:t>
            </a:r>
            <a:endParaRPr lang="en-US" altLang="ko-KR" sz="1000" b="1">
              <a:highlight>
                <a:srgbClr val="FFFF00"/>
              </a:highlight>
            </a:endParaRPr>
          </a:p>
          <a:p>
            <a:r>
              <a:rPr lang="ko-KR" altLang="en-US" sz="1000" b="1">
                <a:highlight>
                  <a:srgbClr val="FFFF00"/>
                </a:highlight>
              </a:rPr>
              <a:t>설치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보강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우물 천장 안 실크 도배</a:t>
            </a:r>
            <a:br>
              <a:rPr lang="en-US" altLang="ko-KR" sz="1000" b="1">
                <a:highlight>
                  <a:srgbClr val="FFFF00"/>
                </a:highlight>
              </a:rPr>
            </a:br>
            <a:r>
              <a:rPr lang="ko-KR" altLang="en-US" sz="1000" b="1">
                <a:highlight>
                  <a:srgbClr val="FFFF00"/>
                </a:highlight>
              </a:rPr>
              <a:t>우물조명 </a:t>
            </a:r>
            <a:r>
              <a:rPr lang="en-US" altLang="ko-KR" sz="1000" b="1">
                <a:highlight>
                  <a:srgbClr val="FFFF00"/>
                </a:highlight>
              </a:rPr>
              <a:t>2</a:t>
            </a:r>
            <a:r>
              <a:rPr lang="ko-KR" altLang="en-US" sz="1000" b="1">
                <a:highlight>
                  <a:srgbClr val="FFFF00"/>
                </a:highlight>
              </a:rPr>
              <a:t>줄 </a:t>
            </a:r>
            <a:r>
              <a:rPr lang="ko-KR" altLang="en-US" sz="1000" b="1" err="1">
                <a:highlight>
                  <a:srgbClr val="FFFF00"/>
                </a:highlight>
              </a:rPr>
              <a:t>전구색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 err="1">
                <a:highlight>
                  <a:srgbClr val="FFFF00"/>
                </a:highlight>
              </a:rPr>
              <a:t>주백색</a:t>
            </a:r>
            <a:endParaRPr lang="en-US" altLang="ko-KR" sz="1000" b="1">
              <a:highlight>
                <a:srgbClr val="FFFF00"/>
              </a:highlight>
            </a:endParaRPr>
          </a:p>
        </p:txBody>
      </p:sp>
      <p:sp>
        <p:nvSpPr>
          <p:cNvPr id="37" name="TextBox 13">
            <a:extLst>
              <a:ext uri="{FF2B5EF4-FFF2-40B4-BE49-F238E27FC236}">
                <a16:creationId xmlns:a16="http://schemas.microsoft.com/office/drawing/2014/main" id="{3C5954D5-1F31-289F-D5C5-F3ABBA23D442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0382000F-08EE-EE2C-43DD-6F98D1E41406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87FB9860-3C9C-14E7-DF56-719E4458429F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54335FF1-F1F2-97DF-58FD-02B7FD1CE255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052E182C-8F50-BD2A-EE4B-4AA9123495B0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2" name="TextBox 11">
              <a:extLst>
                <a:ext uri="{FF2B5EF4-FFF2-40B4-BE49-F238E27FC236}">
                  <a16:creationId xmlns:a16="http://schemas.microsoft.com/office/drawing/2014/main" id="{E51E0E62-AD5B-DD64-2D64-201967A902AA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E82893C3-290D-0D91-31D2-B5D3837DDEB0}"/>
              </a:ext>
            </a:extLst>
          </p:cNvPr>
          <p:cNvGrpSpPr/>
          <p:nvPr/>
        </p:nvGrpSpPr>
        <p:grpSpPr>
          <a:xfrm>
            <a:off x="7642756" y="4412010"/>
            <a:ext cx="98891" cy="1448708"/>
            <a:chOff x="4737834" y="4662002"/>
            <a:chExt cx="98891" cy="1448708"/>
          </a:xfrm>
        </p:grpSpPr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EEB3E7DB-E59E-0706-EFB7-5EB0A93EE358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47AF2A67-2656-DF4F-876A-ECC893953CF4}"/>
                </a:ext>
              </a:extLst>
            </p:cNvPr>
            <p:cNvSpPr/>
            <p:nvPr/>
          </p:nvSpPr>
          <p:spPr>
            <a:xfrm>
              <a:off x="4738263" y="53355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85F82957-D38E-00FA-8745-E9C2850951FA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pic>
        <p:nvPicPr>
          <p:cNvPr id="2" name="그림 1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8C464CF-6842-C380-A9BD-A2A0BBB2FFD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864" y="2194470"/>
            <a:ext cx="1778731" cy="1466673"/>
          </a:xfrm>
          <a:prstGeom prst="rect">
            <a:avLst/>
          </a:prstGeom>
        </p:spPr>
      </p:pic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2A7F4698-A6B8-D52A-B57B-11FBC58AF5A8}"/>
              </a:ext>
            </a:extLst>
          </p:cNvPr>
          <p:cNvSpPr/>
          <p:nvPr/>
        </p:nvSpPr>
        <p:spPr>
          <a:xfrm>
            <a:off x="6307297" y="4623163"/>
            <a:ext cx="952785" cy="959064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49" name="그림 48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85E13938-D4EB-2C8A-E910-1213695A488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2" t="3086" r="4707" b="11674"/>
          <a:stretch>
            <a:fillRect/>
          </a:stretch>
        </p:blipFill>
        <p:spPr>
          <a:xfrm>
            <a:off x="220308" y="4310640"/>
            <a:ext cx="1619250" cy="1530350"/>
          </a:xfrm>
          <a:prstGeom prst="rect">
            <a:avLst/>
          </a:prstGeom>
        </p:spPr>
      </p:pic>
      <p:pic>
        <p:nvPicPr>
          <p:cNvPr id="50" name="그림 49">
            <a:extLst>
              <a:ext uri="{FF2B5EF4-FFF2-40B4-BE49-F238E27FC236}">
                <a16:creationId xmlns:a16="http://schemas.microsoft.com/office/drawing/2014/main" id="{B287C4CD-AA18-9703-14F0-FFB55E05C387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2320" b="-1"/>
          <a:stretch>
            <a:fillRect/>
          </a:stretch>
        </p:blipFill>
        <p:spPr>
          <a:xfrm>
            <a:off x="9843991" y="4261447"/>
            <a:ext cx="2236971" cy="1554480"/>
          </a:xfrm>
          <a:prstGeom prst="rect">
            <a:avLst/>
          </a:prstGeom>
        </p:spPr>
      </p:pic>
      <p:grpSp>
        <p:nvGrpSpPr>
          <p:cNvPr id="51" name="그룹 50">
            <a:extLst>
              <a:ext uri="{FF2B5EF4-FFF2-40B4-BE49-F238E27FC236}">
                <a16:creationId xmlns:a16="http://schemas.microsoft.com/office/drawing/2014/main" id="{1A710DDF-74EA-74D5-B85D-6223972B2795}"/>
              </a:ext>
            </a:extLst>
          </p:cNvPr>
          <p:cNvGrpSpPr/>
          <p:nvPr/>
        </p:nvGrpSpPr>
        <p:grpSpPr>
          <a:xfrm>
            <a:off x="3690607" y="3756838"/>
            <a:ext cx="764953" cy="256157"/>
            <a:chOff x="1981437" y="808980"/>
            <a:chExt cx="764953" cy="256157"/>
          </a:xfrm>
        </p:grpSpPr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6F76B0D7-BC04-5203-B3C3-EC29DBD2D106}"/>
                </a:ext>
              </a:extLst>
            </p:cNvPr>
            <p:cNvSpPr txBox="1"/>
            <p:nvPr/>
          </p:nvSpPr>
          <p:spPr>
            <a:xfrm>
              <a:off x="1981437" y="880471"/>
              <a:ext cx="764953" cy="18466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600" b="1"/>
                <a:t>서비스 조명 </a:t>
              </a:r>
              <a:r>
                <a:rPr lang="en-US" altLang="ko-KR" sz="600" b="1"/>
                <a:t>2EA</a:t>
              </a:r>
              <a:endParaRPr lang="ko-KR" altLang="en-US" sz="600" b="1"/>
            </a:p>
          </p:txBody>
        </p:sp>
        <p:grpSp>
          <p:nvGrpSpPr>
            <p:cNvPr id="53" name="그룹 52">
              <a:extLst>
                <a:ext uri="{FF2B5EF4-FFF2-40B4-BE49-F238E27FC236}">
                  <a16:creationId xmlns:a16="http://schemas.microsoft.com/office/drawing/2014/main" id="{B2E9A2A5-701D-6B04-E4BE-98C104A8878E}"/>
                </a:ext>
              </a:extLst>
            </p:cNvPr>
            <p:cNvGrpSpPr/>
            <p:nvPr/>
          </p:nvGrpSpPr>
          <p:grpSpPr>
            <a:xfrm rot="5400000">
              <a:off x="2314488" y="559720"/>
              <a:ext cx="98814" cy="597334"/>
              <a:chOff x="4737834" y="5014427"/>
              <a:chExt cx="98814" cy="597334"/>
            </a:xfrm>
            <a:solidFill>
              <a:srgbClr val="FF00FF"/>
            </a:solidFill>
          </p:grpSpPr>
          <p:sp>
            <p:nvSpPr>
              <p:cNvPr id="54" name="타원 53">
                <a:extLst>
                  <a:ext uri="{FF2B5EF4-FFF2-40B4-BE49-F238E27FC236}">
                    <a16:creationId xmlns:a16="http://schemas.microsoft.com/office/drawing/2014/main" id="{18889C41-3491-6DFB-EC90-588B61895F95}"/>
                  </a:ext>
                </a:extLst>
              </p:cNvPr>
              <p:cNvSpPr/>
              <p:nvPr/>
            </p:nvSpPr>
            <p:spPr>
              <a:xfrm>
                <a:off x="4737834" y="5014427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5" name="타원 54">
                <a:extLst>
                  <a:ext uri="{FF2B5EF4-FFF2-40B4-BE49-F238E27FC236}">
                    <a16:creationId xmlns:a16="http://schemas.microsoft.com/office/drawing/2014/main" id="{2BE4CB35-85A5-D5EE-6AB9-BCB68E399D10}"/>
                  </a:ext>
                </a:extLst>
              </p:cNvPr>
              <p:cNvSpPr/>
              <p:nvPr/>
            </p:nvSpPr>
            <p:spPr>
              <a:xfrm>
                <a:off x="4738263" y="5513376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7F3FC95C-055A-40DC-9B74-A3CA6B5980B5}"/>
              </a:ext>
            </a:extLst>
          </p:cNvPr>
          <p:cNvGrpSpPr/>
          <p:nvPr/>
        </p:nvGrpSpPr>
        <p:grpSpPr>
          <a:xfrm>
            <a:off x="5190851" y="1236843"/>
            <a:ext cx="2545364" cy="717208"/>
            <a:chOff x="3924240" y="4043370"/>
            <a:chExt cx="2545364" cy="717208"/>
          </a:xfrm>
        </p:grpSpPr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858E8DF1-5876-2121-F86C-7FA4EFFBB072}"/>
                </a:ext>
              </a:extLst>
            </p:cNvPr>
            <p:cNvSpPr/>
            <p:nvPr/>
          </p:nvSpPr>
          <p:spPr>
            <a:xfrm rot="16200000" flipV="1">
              <a:off x="5500879" y="3791853"/>
              <a:ext cx="45719" cy="1891731"/>
            </a:xfrm>
            <a:prstGeom prst="rect">
              <a:avLst/>
            </a:prstGeom>
            <a:solidFill>
              <a:srgbClr val="FF00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F0768D5A-5990-DFF3-3E33-1DC27145EB5E}"/>
                </a:ext>
              </a:extLst>
            </p:cNvPr>
            <p:cNvSpPr txBox="1"/>
            <p:nvPr/>
          </p:nvSpPr>
          <p:spPr>
            <a:xfrm>
              <a:off x="3924240" y="4043370"/>
              <a:ext cx="1303562" cy="230832"/>
            </a:xfrm>
            <a:prstGeom prst="rect">
              <a:avLst/>
            </a:prstGeom>
            <a:solidFill>
              <a:srgbClr val="FFC000"/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900" b="1"/>
                <a:t>싱크대 </a:t>
              </a:r>
              <a:r>
                <a:rPr lang="ko-KR" altLang="en-US" sz="900" b="1" err="1"/>
                <a:t>간접등</a:t>
              </a:r>
              <a:r>
                <a:rPr lang="ko-KR" altLang="en-US" sz="900" b="1"/>
                <a:t> 서비스</a:t>
              </a:r>
            </a:p>
          </p:txBody>
        </p:sp>
        <p:cxnSp>
          <p:nvCxnSpPr>
            <p:cNvPr id="59" name="직선 화살표 연결선 58">
              <a:extLst>
                <a:ext uri="{FF2B5EF4-FFF2-40B4-BE49-F238E27FC236}">
                  <a16:creationId xmlns:a16="http://schemas.microsoft.com/office/drawing/2014/main" id="{FACE6A3D-B581-9FEF-987B-054F1F4A36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36242" y="4214198"/>
              <a:ext cx="0" cy="50447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9055716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09A0B-D387-800F-21AF-CE92FD18F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15799E9-A50C-F9FE-205A-0ACBBAFCEE1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69510" y="1165172"/>
            <a:ext cx="8087290" cy="534712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AB32C84-2518-B27B-145C-DB0BA2583CE4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𝑩𝒎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AB32C84-2518-B27B-145C-DB0BA2583C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5283A092-0728-1D29-26FC-23148723A617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///////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FDCFF7E-1629-CB41-E3A4-6EDC6CB5F84F}"/>
              </a:ext>
            </a:extLst>
          </p:cNvPr>
          <p:cNvSpPr/>
          <p:nvPr/>
        </p:nvSpPr>
        <p:spPr>
          <a:xfrm rot="5400000">
            <a:off x="6685225" y="5125411"/>
            <a:ext cx="102820" cy="1840071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F7241B43-C710-9222-250E-88C1FD069263}"/>
              </a:ext>
            </a:extLst>
          </p:cNvPr>
          <p:cNvSpPr/>
          <p:nvPr/>
        </p:nvSpPr>
        <p:spPr>
          <a:xfrm>
            <a:off x="6161247" y="4470763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2DFFDE-1A27-B2DF-AAEB-A53852C636A7}"/>
              </a:ext>
            </a:extLst>
          </p:cNvPr>
          <p:cNvSpPr txBox="1"/>
          <p:nvPr/>
        </p:nvSpPr>
        <p:spPr>
          <a:xfrm>
            <a:off x="5719839" y="3845955"/>
            <a:ext cx="1891732" cy="2462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6C92C6E-FF59-F55D-E370-F5F79081B967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13" name="별: 꼭짓점 4개 12">
            <a:extLst>
              <a:ext uri="{FF2B5EF4-FFF2-40B4-BE49-F238E27FC236}">
                <a16:creationId xmlns:a16="http://schemas.microsoft.com/office/drawing/2014/main" id="{5E3C8F36-C192-F328-7440-3F87812824C0}"/>
              </a:ext>
            </a:extLst>
          </p:cNvPr>
          <p:cNvSpPr/>
          <p:nvPr/>
        </p:nvSpPr>
        <p:spPr>
          <a:xfrm>
            <a:off x="6509612" y="4806178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E6CBED83-AD31-3392-3D57-63484BC63618}"/>
              </a:ext>
            </a:extLst>
          </p:cNvPr>
          <p:cNvGrpSpPr/>
          <p:nvPr/>
        </p:nvGrpSpPr>
        <p:grpSpPr>
          <a:xfrm>
            <a:off x="5609583" y="4448403"/>
            <a:ext cx="98891" cy="1448708"/>
            <a:chOff x="4737834" y="4662002"/>
            <a:chExt cx="98891" cy="1448708"/>
          </a:xfrm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21CED7C2-BA62-6BC6-492D-F59727CDE03C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2073FDD6-9D14-E357-67CC-328CF6C2E4DF}"/>
                </a:ext>
              </a:extLst>
            </p:cNvPr>
            <p:cNvSpPr/>
            <p:nvPr/>
          </p:nvSpPr>
          <p:spPr>
            <a:xfrm>
              <a:off x="4738263" y="53355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4023956C-1E9F-0B81-BAE1-DCB78371D655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3B2764E2-6D56-69CF-2C61-16AA99CBD065}"/>
              </a:ext>
            </a:extLst>
          </p:cNvPr>
          <p:cNvGrpSpPr/>
          <p:nvPr/>
        </p:nvGrpSpPr>
        <p:grpSpPr>
          <a:xfrm rot="5400000">
            <a:off x="4516814" y="3951119"/>
            <a:ext cx="104184" cy="626456"/>
            <a:chOff x="5324822" y="4457234"/>
            <a:chExt cx="104184" cy="626456"/>
          </a:xfrm>
        </p:grpSpPr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91B1F357-972D-FBA8-D2E1-10EF618E6330}"/>
                </a:ext>
              </a:extLst>
            </p:cNvPr>
            <p:cNvSpPr/>
            <p:nvPr/>
          </p:nvSpPr>
          <p:spPr>
            <a:xfrm>
              <a:off x="5330621" y="4457234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2B398F91-C48C-2615-B63B-82F195AF1C89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25DDF4D3-5640-7833-F288-E679CE0800D5}"/>
              </a:ext>
            </a:extLst>
          </p:cNvPr>
          <p:cNvSpPr txBox="1"/>
          <p:nvPr/>
        </p:nvSpPr>
        <p:spPr>
          <a:xfrm>
            <a:off x="5382199" y="6321647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err="1">
                <a:highlight>
                  <a:srgbClr val="FFFF00"/>
                </a:highlight>
              </a:rPr>
              <a:t>실링팬</a:t>
            </a:r>
            <a:r>
              <a:rPr lang="ko-KR" altLang="en-US" sz="1000" b="1">
                <a:highlight>
                  <a:srgbClr val="FFFF00"/>
                </a:highlight>
              </a:rPr>
              <a:t> </a:t>
            </a:r>
            <a:r>
              <a:rPr lang="ko-KR" altLang="en-US" sz="1000" b="1" err="1">
                <a:highlight>
                  <a:srgbClr val="FFFF00"/>
                </a:highlight>
              </a:rPr>
              <a:t>루씨에어</a:t>
            </a:r>
            <a:endParaRPr lang="en-US" altLang="ko-KR" sz="1000" b="1">
              <a:highlight>
                <a:srgbClr val="FFFF00"/>
              </a:highlight>
            </a:endParaRPr>
          </a:p>
          <a:p>
            <a:r>
              <a:rPr lang="ko-KR" altLang="en-US" sz="1000" b="1">
                <a:highlight>
                  <a:srgbClr val="FFFF00"/>
                </a:highlight>
              </a:rPr>
              <a:t>설치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보강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우물 천장 안 실크 도배</a:t>
            </a:r>
            <a:br>
              <a:rPr lang="en-US" altLang="ko-KR" sz="1000" b="1">
                <a:highlight>
                  <a:srgbClr val="FFFF00"/>
                </a:highlight>
              </a:rPr>
            </a:br>
            <a:r>
              <a:rPr lang="ko-KR" altLang="en-US" sz="1000" b="1">
                <a:highlight>
                  <a:srgbClr val="FFFF00"/>
                </a:highlight>
              </a:rPr>
              <a:t>우물조명 </a:t>
            </a:r>
            <a:r>
              <a:rPr lang="en-US" altLang="ko-KR" sz="1000" b="1">
                <a:highlight>
                  <a:srgbClr val="FFFF00"/>
                </a:highlight>
              </a:rPr>
              <a:t>2</a:t>
            </a:r>
            <a:r>
              <a:rPr lang="ko-KR" altLang="en-US" sz="1000" b="1">
                <a:highlight>
                  <a:srgbClr val="FFFF00"/>
                </a:highlight>
              </a:rPr>
              <a:t>줄 </a:t>
            </a:r>
            <a:r>
              <a:rPr lang="ko-KR" altLang="en-US" sz="1000" b="1" err="1">
                <a:highlight>
                  <a:srgbClr val="FFFF00"/>
                </a:highlight>
              </a:rPr>
              <a:t>전구색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 err="1">
                <a:highlight>
                  <a:srgbClr val="FFFF00"/>
                </a:highlight>
              </a:rPr>
              <a:t>주백색</a:t>
            </a:r>
            <a:endParaRPr lang="en-US" altLang="ko-KR" sz="1000" b="1">
              <a:highlight>
                <a:srgbClr val="FFFF00"/>
              </a:highlight>
            </a:endParaRPr>
          </a:p>
        </p:txBody>
      </p:sp>
      <p:sp>
        <p:nvSpPr>
          <p:cNvPr id="37" name="TextBox 13">
            <a:extLst>
              <a:ext uri="{FF2B5EF4-FFF2-40B4-BE49-F238E27FC236}">
                <a16:creationId xmlns:a16="http://schemas.microsoft.com/office/drawing/2014/main" id="{3C5954D5-1F31-289F-D5C5-F3ABBA23D442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0382000F-08EE-EE2C-43DD-6F98D1E41406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87FB9860-3C9C-14E7-DF56-719E4458429F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54335FF1-F1F2-97DF-58FD-02B7FD1CE255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052E182C-8F50-BD2A-EE4B-4AA9123495B0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2" name="TextBox 11">
              <a:extLst>
                <a:ext uri="{FF2B5EF4-FFF2-40B4-BE49-F238E27FC236}">
                  <a16:creationId xmlns:a16="http://schemas.microsoft.com/office/drawing/2014/main" id="{E51E0E62-AD5B-DD64-2D64-201967A902AA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E82893C3-290D-0D91-31D2-B5D3837DDEB0}"/>
              </a:ext>
            </a:extLst>
          </p:cNvPr>
          <p:cNvGrpSpPr/>
          <p:nvPr/>
        </p:nvGrpSpPr>
        <p:grpSpPr>
          <a:xfrm>
            <a:off x="7642756" y="4412010"/>
            <a:ext cx="98891" cy="1448708"/>
            <a:chOff x="4737834" y="4662002"/>
            <a:chExt cx="98891" cy="1448708"/>
          </a:xfrm>
        </p:grpSpPr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EEB3E7DB-E59E-0706-EFB7-5EB0A93EE358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47AF2A67-2656-DF4F-876A-ECC893953CF4}"/>
                </a:ext>
              </a:extLst>
            </p:cNvPr>
            <p:cNvSpPr/>
            <p:nvPr/>
          </p:nvSpPr>
          <p:spPr>
            <a:xfrm>
              <a:off x="4738263" y="53355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85F82957-D38E-00FA-8745-E9C2850951FA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pic>
        <p:nvPicPr>
          <p:cNvPr id="2" name="그림 1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8C464CF-6842-C380-A9BD-A2A0BBB2FFD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864" y="2194470"/>
            <a:ext cx="1778731" cy="1466673"/>
          </a:xfrm>
          <a:prstGeom prst="rect">
            <a:avLst/>
          </a:prstGeom>
        </p:spPr>
      </p:pic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2A7F4698-A6B8-D52A-B57B-11FBC58AF5A8}"/>
              </a:ext>
            </a:extLst>
          </p:cNvPr>
          <p:cNvSpPr/>
          <p:nvPr/>
        </p:nvSpPr>
        <p:spPr>
          <a:xfrm>
            <a:off x="6307297" y="4623163"/>
            <a:ext cx="952785" cy="959064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49" name="그림 48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85E13938-D4EB-2C8A-E910-1213695A488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2" t="3086" r="4707" b="11674"/>
          <a:stretch>
            <a:fillRect/>
          </a:stretch>
        </p:blipFill>
        <p:spPr>
          <a:xfrm>
            <a:off x="220308" y="4310640"/>
            <a:ext cx="1619250" cy="1530350"/>
          </a:xfrm>
          <a:prstGeom prst="rect">
            <a:avLst/>
          </a:prstGeom>
        </p:spPr>
      </p:pic>
      <p:pic>
        <p:nvPicPr>
          <p:cNvPr id="50" name="그림 49">
            <a:extLst>
              <a:ext uri="{FF2B5EF4-FFF2-40B4-BE49-F238E27FC236}">
                <a16:creationId xmlns:a16="http://schemas.microsoft.com/office/drawing/2014/main" id="{B287C4CD-AA18-9703-14F0-FFB55E05C387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2320" b="-1"/>
          <a:stretch>
            <a:fillRect/>
          </a:stretch>
        </p:blipFill>
        <p:spPr>
          <a:xfrm>
            <a:off x="9843991" y="4261447"/>
            <a:ext cx="2236971" cy="1554480"/>
          </a:xfrm>
          <a:prstGeom prst="rect">
            <a:avLst/>
          </a:prstGeom>
        </p:spPr>
      </p:pic>
      <p:grpSp>
        <p:nvGrpSpPr>
          <p:cNvPr id="51" name="그룹 50">
            <a:extLst>
              <a:ext uri="{FF2B5EF4-FFF2-40B4-BE49-F238E27FC236}">
                <a16:creationId xmlns:a16="http://schemas.microsoft.com/office/drawing/2014/main" id="{1A710DDF-74EA-74D5-B85D-6223972B2795}"/>
              </a:ext>
            </a:extLst>
          </p:cNvPr>
          <p:cNvGrpSpPr/>
          <p:nvPr/>
        </p:nvGrpSpPr>
        <p:grpSpPr>
          <a:xfrm>
            <a:off x="3690607" y="3756838"/>
            <a:ext cx="764953" cy="256157"/>
            <a:chOff x="1981437" y="808980"/>
            <a:chExt cx="764953" cy="256157"/>
          </a:xfrm>
        </p:grpSpPr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6F76B0D7-BC04-5203-B3C3-EC29DBD2D106}"/>
                </a:ext>
              </a:extLst>
            </p:cNvPr>
            <p:cNvSpPr txBox="1"/>
            <p:nvPr/>
          </p:nvSpPr>
          <p:spPr>
            <a:xfrm>
              <a:off x="1981437" y="880471"/>
              <a:ext cx="764953" cy="18466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600" b="1"/>
                <a:t>서비스 조명 </a:t>
              </a:r>
              <a:r>
                <a:rPr lang="en-US" altLang="ko-KR" sz="600" b="1"/>
                <a:t>2EA</a:t>
              </a:r>
              <a:endParaRPr lang="ko-KR" altLang="en-US" sz="600" b="1"/>
            </a:p>
          </p:txBody>
        </p:sp>
        <p:grpSp>
          <p:nvGrpSpPr>
            <p:cNvPr id="53" name="그룹 52">
              <a:extLst>
                <a:ext uri="{FF2B5EF4-FFF2-40B4-BE49-F238E27FC236}">
                  <a16:creationId xmlns:a16="http://schemas.microsoft.com/office/drawing/2014/main" id="{B2E9A2A5-701D-6B04-E4BE-98C104A8878E}"/>
                </a:ext>
              </a:extLst>
            </p:cNvPr>
            <p:cNvGrpSpPr/>
            <p:nvPr/>
          </p:nvGrpSpPr>
          <p:grpSpPr>
            <a:xfrm rot="5400000">
              <a:off x="2314488" y="559720"/>
              <a:ext cx="98814" cy="597334"/>
              <a:chOff x="4737834" y="5014427"/>
              <a:chExt cx="98814" cy="597334"/>
            </a:xfrm>
            <a:solidFill>
              <a:srgbClr val="FF00FF"/>
            </a:solidFill>
          </p:grpSpPr>
          <p:sp>
            <p:nvSpPr>
              <p:cNvPr id="54" name="타원 53">
                <a:extLst>
                  <a:ext uri="{FF2B5EF4-FFF2-40B4-BE49-F238E27FC236}">
                    <a16:creationId xmlns:a16="http://schemas.microsoft.com/office/drawing/2014/main" id="{18889C41-3491-6DFB-EC90-588B61895F95}"/>
                  </a:ext>
                </a:extLst>
              </p:cNvPr>
              <p:cNvSpPr/>
              <p:nvPr/>
            </p:nvSpPr>
            <p:spPr>
              <a:xfrm>
                <a:off x="4737834" y="5014427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5" name="타원 54">
                <a:extLst>
                  <a:ext uri="{FF2B5EF4-FFF2-40B4-BE49-F238E27FC236}">
                    <a16:creationId xmlns:a16="http://schemas.microsoft.com/office/drawing/2014/main" id="{2BE4CB35-85A5-D5EE-6AB9-BCB68E399D10}"/>
                  </a:ext>
                </a:extLst>
              </p:cNvPr>
              <p:cNvSpPr/>
              <p:nvPr/>
            </p:nvSpPr>
            <p:spPr>
              <a:xfrm>
                <a:off x="4738263" y="5513376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7F3FC95C-055A-40DC-9B74-A3CA6B5980B5}"/>
              </a:ext>
            </a:extLst>
          </p:cNvPr>
          <p:cNvGrpSpPr/>
          <p:nvPr/>
        </p:nvGrpSpPr>
        <p:grpSpPr>
          <a:xfrm>
            <a:off x="5190851" y="1236843"/>
            <a:ext cx="2545364" cy="717208"/>
            <a:chOff x="3924240" y="4043370"/>
            <a:chExt cx="2545364" cy="717208"/>
          </a:xfrm>
        </p:grpSpPr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858E8DF1-5876-2121-F86C-7FA4EFFBB072}"/>
                </a:ext>
              </a:extLst>
            </p:cNvPr>
            <p:cNvSpPr/>
            <p:nvPr/>
          </p:nvSpPr>
          <p:spPr>
            <a:xfrm rot="16200000" flipV="1">
              <a:off x="5500879" y="3791853"/>
              <a:ext cx="45719" cy="1891731"/>
            </a:xfrm>
            <a:prstGeom prst="rect">
              <a:avLst/>
            </a:prstGeom>
            <a:solidFill>
              <a:srgbClr val="FF00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F0768D5A-5990-DFF3-3E33-1DC27145EB5E}"/>
                </a:ext>
              </a:extLst>
            </p:cNvPr>
            <p:cNvSpPr txBox="1"/>
            <p:nvPr/>
          </p:nvSpPr>
          <p:spPr>
            <a:xfrm>
              <a:off x="3924240" y="4043370"/>
              <a:ext cx="1303562" cy="230832"/>
            </a:xfrm>
            <a:prstGeom prst="rect">
              <a:avLst/>
            </a:prstGeom>
            <a:solidFill>
              <a:srgbClr val="FFC000"/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900" b="1"/>
                <a:t>싱크대 </a:t>
              </a:r>
              <a:r>
                <a:rPr lang="ko-KR" altLang="en-US" sz="900" b="1" err="1"/>
                <a:t>간접등</a:t>
              </a:r>
              <a:r>
                <a:rPr lang="ko-KR" altLang="en-US" sz="900" b="1"/>
                <a:t> 서비스</a:t>
              </a:r>
            </a:p>
          </p:txBody>
        </p:sp>
        <p:cxnSp>
          <p:nvCxnSpPr>
            <p:cNvPr id="59" name="직선 화살표 연결선 58">
              <a:extLst>
                <a:ext uri="{FF2B5EF4-FFF2-40B4-BE49-F238E27FC236}">
                  <a16:creationId xmlns:a16="http://schemas.microsoft.com/office/drawing/2014/main" id="{FACE6A3D-B581-9FEF-987B-054F1F4A36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36242" y="4214198"/>
              <a:ext cx="0" cy="50447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직사각형 5">
            <a:extLst>
              <a:ext uri="{FF2B5EF4-FFF2-40B4-BE49-F238E27FC236}">
                <a16:creationId xmlns:a16="http://schemas.microsoft.com/office/drawing/2014/main" id="{EE005482-50CD-B4DF-8A9E-CF0A75410A52}"/>
              </a:ext>
            </a:extLst>
          </p:cNvPr>
          <p:cNvSpPr/>
          <p:nvPr/>
        </p:nvSpPr>
        <p:spPr>
          <a:xfrm flipV="1">
            <a:off x="5344965" y="2971292"/>
            <a:ext cx="98385" cy="66989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647115C-764E-55E5-EDE6-4EE77DC78AB8}"/>
              </a:ext>
            </a:extLst>
          </p:cNvPr>
          <p:cNvSpPr/>
          <p:nvPr/>
        </p:nvSpPr>
        <p:spPr>
          <a:xfrm flipV="1">
            <a:off x="2770606" y="2713204"/>
            <a:ext cx="98385" cy="93433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8EF539B-0D02-9D0B-63BC-3A1D24422D73}"/>
              </a:ext>
            </a:extLst>
          </p:cNvPr>
          <p:cNvSpPr/>
          <p:nvPr/>
        </p:nvSpPr>
        <p:spPr>
          <a:xfrm flipV="1">
            <a:off x="7865853" y="3061631"/>
            <a:ext cx="98385" cy="66989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5496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09A0B-D387-800F-21AF-CE92FD18F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15799E9-A50C-F9FE-205A-0ACBBAFCEE1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69510" y="1165172"/>
            <a:ext cx="8087290" cy="534712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AB32C84-2518-B27B-145C-DB0BA2583CE4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𝑩𝒎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AB32C84-2518-B27B-145C-DB0BA2583C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5283A092-0728-1D29-26FC-23148723A617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84B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 + </a:t>
            </a:r>
            <a:r>
              <a:rPr lang="ko-KR" altLang="en-US" sz="2000" b="1" err="1"/>
              <a:t>실링팬</a:t>
            </a:r>
            <a:r>
              <a:rPr lang="ko-KR" altLang="en-US" sz="2000" b="1"/>
              <a:t> 우물두줄</a:t>
            </a:r>
            <a:endParaRPr lang="en-US" altLang="ko-KR" sz="2000" b="1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FDCFF7E-1629-CB41-E3A4-6EDC6CB5F84F}"/>
              </a:ext>
            </a:extLst>
          </p:cNvPr>
          <p:cNvSpPr/>
          <p:nvPr/>
        </p:nvSpPr>
        <p:spPr>
          <a:xfrm rot="5400000">
            <a:off x="6685225" y="5125411"/>
            <a:ext cx="102820" cy="1840071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F7241B43-C710-9222-250E-88C1FD069263}"/>
              </a:ext>
            </a:extLst>
          </p:cNvPr>
          <p:cNvSpPr/>
          <p:nvPr/>
        </p:nvSpPr>
        <p:spPr>
          <a:xfrm>
            <a:off x="6161247" y="4470763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6C92C6E-FF59-F55D-E370-F5F79081B967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13" name="별: 꼭짓점 4개 12">
            <a:extLst>
              <a:ext uri="{FF2B5EF4-FFF2-40B4-BE49-F238E27FC236}">
                <a16:creationId xmlns:a16="http://schemas.microsoft.com/office/drawing/2014/main" id="{5E3C8F36-C192-F328-7440-3F87812824C0}"/>
              </a:ext>
            </a:extLst>
          </p:cNvPr>
          <p:cNvSpPr/>
          <p:nvPr/>
        </p:nvSpPr>
        <p:spPr>
          <a:xfrm>
            <a:off x="6509612" y="4806178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E6CBED83-AD31-3392-3D57-63484BC63618}"/>
              </a:ext>
            </a:extLst>
          </p:cNvPr>
          <p:cNvGrpSpPr/>
          <p:nvPr/>
        </p:nvGrpSpPr>
        <p:grpSpPr>
          <a:xfrm>
            <a:off x="5609583" y="4448403"/>
            <a:ext cx="98891" cy="1448708"/>
            <a:chOff x="4737834" y="4662002"/>
            <a:chExt cx="98891" cy="1448708"/>
          </a:xfrm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21CED7C2-BA62-6BC6-492D-F59727CDE03C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2073FDD6-9D14-E357-67CC-328CF6C2E4DF}"/>
                </a:ext>
              </a:extLst>
            </p:cNvPr>
            <p:cNvSpPr/>
            <p:nvPr/>
          </p:nvSpPr>
          <p:spPr>
            <a:xfrm>
              <a:off x="4738263" y="53355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4023956C-1E9F-0B81-BAE1-DCB78371D655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3B2764E2-6D56-69CF-2C61-16AA99CBD065}"/>
              </a:ext>
            </a:extLst>
          </p:cNvPr>
          <p:cNvGrpSpPr/>
          <p:nvPr/>
        </p:nvGrpSpPr>
        <p:grpSpPr>
          <a:xfrm rot="5400000">
            <a:off x="4516814" y="3951119"/>
            <a:ext cx="104184" cy="626456"/>
            <a:chOff x="5324822" y="4457234"/>
            <a:chExt cx="104184" cy="626456"/>
          </a:xfrm>
        </p:grpSpPr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91B1F357-972D-FBA8-D2E1-10EF618E6330}"/>
                </a:ext>
              </a:extLst>
            </p:cNvPr>
            <p:cNvSpPr/>
            <p:nvPr/>
          </p:nvSpPr>
          <p:spPr>
            <a:xfrm>
              <a:off x="5330621" y="4457234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2B398F91-C48C-2615-B63B-82F195AF1C89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25DDF4D3-5640-7833-F288-E679CE0800D5}"/>
              </a:ext>
            </a:extLst>
          </p:cNvPr>
          <p:cNvSpPr txBox="1"/>
          <p:nvPr/>
        </p:nvSpPr>
        <p:spPr>
          <a:xfrm>
            <a:off x="5382199" y="6321647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err="1">
                <a:highlight>
                  <a:srgbClr val="FFFF00"/>
                </a:highlight>
              </a:rPr>
              <a:t>실링팬</a:t>
            </a:r>
            <a:r>
              <a:rPr lang="ko-KR" altLang="en-US" sz="1000" b="1">
                <a:highlight>
                  <a:srgbClr val="FFFF00"/>
                </a:highlight>
              </a:rPr>
              <a:t> </a:t>
            </a:r>
            <a:r>
              <a:rPr lang="ko-KR" altLang="en-US" sz="1000" b="1" err="1">
                <a:highlight>
                  <a:srgbClr val="FFFF00"/>
                </a:highlight>
              </a:rPr>
              <a:t>루씨에어</a:t>
            </a:r>
            <a:endParaRPr lang="en-US" altLang="ko-KR" sz="1000" b="1">
              <a:highlight>
                <a:srgbClr val="FFFF00"/>
              </a:highlight>
            </a:endParaRPr>
          </a:p>
          <a:p>
            <a:r>
              <a:rPr lang="ko-KR" altLang="en-US" sz="1000" b="1">
                <a:highlight>
                  <a:srgbClr val="FFFF00"/>
                </a:highlight>
              </a:rPr>
              <a:t>설치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보강</a:t>
            </a:r>
            <a:br>
              <a:rPr lang="en-US" altLang="ko-KR" sz="1000" b="1">
                <a:highlight>
                  <a:srgbClr val="FFFF00"/>
                </a:highlight>
              </a:rPr>
            </a:br>
            <a:r>
              <a:rPr lang="ko-KR" altLang="en-US" sz="1000" b="1">
                <a:highlight>
                  <a:srgbClr val="FFFF00"/>
                </a:highlight>
              </a:rPr>
              <a:t>우물조명 </a:t>
            </a:r>
            <a:r>
              <a:rPr lang="en-US" altLang="ko-KR" sz="1000" b="1">
                <a:highlight>
                  <a:srgbClr val="FFFF00"/>
                </a:highlight>
              </a:rPr>
              <a:t>2</a:t>
            </a:r>
            <a:r>
              <a:rPr lang="ko-KR" altLang="en-US" sz="1000" b="1">
                <a:highlight>
                  <a:srgbClr val="FFFF00"/>
                </a:highlight>
              </a:rPr>
              <a:t>줄 </a:t>
            </a:r>
            <a:r>
              <a:rPr lang="ko-KR" altLang="en-US" sz="1000" b="1" err="1">
                <a:highlight>
                  <a:srgbClr val="FFFF00"/>
                </a:highlight>
              </a:rPr>
              <a:t>전구색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 err="1">
                <a:highlight>
                  <a:srgbClr val="FFFF00"/>
                </a:highlight>
              </a:rPr>
              <a:t>주백색</a:t>
            </a:r>
            <a:endParaRPr lang="en-US" altLang="ko-KR" sz="1000" b="1">
              <a:highlight>
                <a:srgbClr val="FFFF00"/>
              </a:highlight>
            </a:endParaRPr>
          </a:p>
        </p:txBody>
      </p:sp>
      <p:sp>
        <p:nvSpPr>
          <p:cNvPr id="37" name="TextBox 13">
            <a:extLst>
              <a:ext uri="{FF2B5EF4-FFF2-40B4-BE49-F238E27FC236}">
                <a16:creationId xmlns:a16="http://schemas.microsoft.com/office/drawing/2014/main" id="{3C5954D5-1F31-289F-D5C5-F3ABBA23D442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0382000F-08EE-EE2C-43DD-6F98D1E41406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87FB9860-3C9C-14E7-DF56-719E4458429F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54335FF1-F1F2-97DF-58FD-02B7FD1CE255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052E182C-8F50-BD2A-EE4B-4AA9123495B0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2" name="TextBox 11">
              <a:extLst>
                <a:ext uri="{FF2B5EF4-FFF2-40B4-BE49-F238E27FC236}">
                  <a16:creationId xmlns:a16="http://schemas.microsoft.com/office/drawing/2014/main" id="{E51E0E62-AD5B-DD64-2D64-201967A902AA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E82893C3-290D-0D91-31D2-B5D3837DDEB0}"/>
              </a:ext>
            </a:extLst>
          </p:cNvPr>
          <p:cNvGrpSpPr/>
          <p:nvPr/>
        </p:nvGrpSpPr>
        <p:grpSpPr>
          <a:xfrm>
            <a:off x="7642756" y="4412010"/>
            <a:ext cx="98891" cy="1448708"/>
            <a:chOff x="4737834" y="4662002"/>
            <a:chExt cx="98891" cy="1448708"/>
          </a:xfrm>
        </p:grpSpPr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EEB3E7DB-E59E-0706-EFB7-5EB0A93EE358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47AF2A67-2656-DF4F-876A-ECC893953CF4}"/>
                </a:ext>
              </a:extLst>
            </p:cNvPr>
            <p:cNvSpPr/>
            <p:nvPr/>
          </p:nvSpPr>
          <p:spPr>
            <a:xfrm>
              <a:off x="4738263" y="53355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85F82957-D38E-00FA-8745-E9C2850951FA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2A7F4698-A6B8-D52A-B57B-11FBC58AF5A8}"/>
              </a:ext>
            </a:extLst>
          </p:cNvPr>
          <p:cNvSpPr/>
          <p:nvPr/>
        </p:nvSpPr>
        <p:spPr>
          <a:xfrm>
            <a:off x="6307297" y="4623163"/>
            <a:ext cx="952785" cy="959064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50" name="그림 49">
            <a:extLst>
              <a:ext uri="{FF2B5EF4-FFF2-40B4-BE49-F238E27FC236}">
                <a16:creationId xmlns:a16="http://schemas.microsoft.com/office/drawing/2014/main" id="{B287C4CD-AA18-9703-14F0-FFB55E05C38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320" b="-1"/>
          <a:stretch>
            <a:fillRect/>
          </a:stretch>
        </p:blipFill>
        <p:spPr>
          <a:xfrm>
            <a:off x="9843991" y="4261447"/>
            <a:ext cx="2236971" cy="1554480"/>
          </a:xfrm>
          <a:prstGeom prst="rect">
            <a:avLst/>
          </a:prstGeom>
        </p:spPr>
      </p:pic>
      <p:grpSp>
        <p:nvGrpSpPr>
          <p:cNvPr id="51" name="그룹 50">
            <a:extLst>
              <a:ext uri="{FF2B5EF4-FFF2-40B4-BE49-F238E27FC236}">
                <a16:creationId xmlns:a16="http://schemas.microsoft.com/office/drawing/2014/main" id="{1A710DDF-74EA-74D5-B85D-6223972B2795}"/>
              </a:ext>
            </a:extLst>
          </p:cNvPr>
          <p:cNvGrpSpPr/>
          <p:nvPr/>
        </p:nvGrpSpPr>
        <p:grpSpPr>
          <a:xfrm>
            <a:off x="3690607" y="3756838"/>
            <a:ext cx="764953" cy="256157"/>
            <a:chOff x="1981437" y="808980"/>
            <a:chExt cx="764953" cy="256157"/>
          </a:xfrm>
        </p:grpSpPr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6F76B0D7-BC04-5203-B3C3-EC29DBD2D106}"/>
                </a:ext>
              </a:extLst>
            </p:cNvPr>
            <p:cNvSpPr txBox="1"/>
            <p:nvPr/>
          </p:nvSpPr>
          <p:spPr>
            <a:xfrm>
              <a:off x="1981437" y="880471"/>
              <a:ext cx="764953" cy="18466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600" b="1"/>
                <a:t>서비스 조명 </a:t>
              </a:r>
              <a:r>
                <a:rPr lang="en-US" altLang="ko-KR" sz="600" b="1"/>
                <a:t>2EA</a:t>
              </a:r>
              <a:endParaRPr lang="ko-KR" altLang="en-US" sz="600" b="1"/>
            </a:p>
          </p:txBody>
        </p:sp>
        <p:grpSp>
          <p:nvGrpSpPr>
            <p:cNvPr id="53" name="그룹 52">
              <a:extLst>
                <a:ext uri="{FF2B5EF4-FFF2-40B4-BE49-F238E27FC236}">
                  <a16:creationId xmlns:a16="http://schemas.microsoft.com/office/drawing/2014/main" id="{B2E9A2A5-701D-6B04-E4BE-98C104A8878E}"/>
                </a:ext>
              </a:extLst>
            </p:cNvPr>
            <p:cNvGrpSpPr/>
            <p:nvPr/>
          </p:nvGrpSpPr>
          <p:grpSpPr>
            <a:xfrm rot="5400000">
              <a:off x="2314488" y="559720"/>
              <a:ext cx="98814" cy="597334"/>
              <a:chOff x="4737834" y="5014427"/>
              <a:chExt cx="98814" cy="597334"/>
            </a:xfrm>
            <a:solidFill>
              <a:srgbClr val="FF00FF"/>
            </a:solidFill>
          </p:grpSpPr>
          <p:sp>
            <p:nvSpPr>
              <p:cNvPr id="54" name="타원 53">
                <a:extLst>
                  <a:ext uri="{FF2B5EF4-FFF2-40B4-BE49-F238E27FC236}">
                    <a16:creationId xmlns:a16="http://schemas.microsoft.com/office/drawing/2014/main" id="{18889C41-3491-6DFB-EC90-588B61895F95}"/>
                  </a:ext>
                </a:extLst>
              </p:cNvPr>
              <p:cNvSpPr/>
              <p:nvPr/>
            </p:nvSpPr>
            <p:spPr>
              <a:xfrm>
                <a:off x="4737834" y="5014427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5" name="타원 54">
                <a:extLst>
                  <a:ext uri="{FF2B5EF4-FFF2-40B4-BE49-F238E27FC236}">
                    <a16:creationId xmlns:a16="http://schemas.microsoft.com/office/drawing/2014/main" id="{2BE4CB35-85A5-D5EE-6AB9-BCB68E399D10}"/>
                  </a:ext>
                </a:extLst>
              </p:cNvPr>
              <p:cNvSpPr/>
              <p:nvPr/>
            </p:nvSpPr>
            <p:spPr>
              <a:xfrm>
                <a:off x="4738263" y="5513376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7F3FC95C-055A-40DC-9B74-A3CA6B5980B5}"/>
              </a:ext>
            </a:extLst>
          </p:cNvPr>
          <p:cNvGrpSpPr/>
          <p:nvPr/>
        </p:nvGrpSpPr>
        <p:grpSpPr>
          <a:xfrm>
            <a:off x="5190851" y="1236843"/>
            <a:ext cx="2545364" cy="717208"/>
            <a:chOff x="3924240" y="4043370"/>
            <a:chExt cx="2545364" cy="717208"/>
          </a:xfrm>
        </p:grpSpPr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858E8DF1-5876-2121-F86C-7FA4EFFBB072}"/>
                </a:ext>
              </a:extLst>
            </p:cNvPr>
            <p:cNvSpPr/>
            <p:nvPr/>
          </p:nvSpPr>
          <p:spPr>
            <a:xfrm rot="16200000" flipV="1">
              <a:off x="5500879" y="3791853"/>
              <a:ext cx="45719" cy="1891731"/>
            </a:xfrm>
            <a:prstGeom prst="rect">
              <a:avLst/>
            </a:prstGeom>
            <a:solidFill>
              <a:srgbClr val="FF00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F0768D5A-5990-DFF3-3E33-1DC27145EB5E}"/>
                </a:ext>
              </a:extLst>
            </p:cNvPr>
            <p:cNvSpPr txBox="1"/>
            <p:nvPr/>
          </p:nvSpPr>
          <p:spPr>
            <a:xfrm>
              <a:off x="3924240" y="4043370"/>
              <a:ext cx="1303562" cy="230832"/>
            </a:xfrm>
            <a:prstGeom prst="rect">
              <a:avLst/>
            </a:prstGeom>
            <a:solidFill>
              <a:srgbClr val="FFC000"/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900" b="1"/>
                <a:t>싱크대 </a:t>
              </a:r>
              <a:r>
                <a:rPr lang="ko-KR" altLang="en-US" sz="900" b="1" err="1"/>
                <a:t>간접등</a:t>
              </a:r>
              <a:r>
                <a:rPr lang="ko-KR" altLang="en-US" sz="900" b="1"/>
                <a:t> 서비스</a:t>
              </a:r>
            </a:p>
          </p:txBody>
        </p:sp>
        <p:cxnSp>
          <p:nvCxnSpPr>
            <p:cNvPr id="59" name="직선 화살표 연결선 58">
              <a:extLst>
                <a:ext uri="{FF2B5EF4-FFF2-40B4-BE49-F238E27FC236}">
                  <a16:creationId xmlns:a16="http://schemas.microsoft.com/office/drawing/2014/main" id="{FACE6A3D-B581-9FEF-987B-054F1F4A36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36242" y="4214198"/>
              <a:ext cx="0" cy="50447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" name="그림 5" descr="텍스트, 스크린샷, 디자인, 폰트이(가) 표시된 사진&#10;&#10;자동 생성된 설명">
            <a:extLst>
              <a:ext uri="{FF2B5EF4-FFF2-40B4-BE49-F238E27FC236}">
                <a16:creationId xmlns:a16="http://schemas.microsoft.com/office/drawing/2014/main" id="{88486E37-8C5B-E264-3C71-4E6189F697D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012" y="4959115"/>
            <a:ext cx="1404781" cy="115764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D7922C2-E7D7-B137-5A76-88C21E99D1C6}"/>
              </a:ext>
            </a:extLst>
          </p:cNvPr>
          <p:cNvSpPr txBox="1"/>
          <p:nvPr/>
        </p:nvSpPr>
        <p:spPr>
          <a:xfrm>
            <a:off x="265249" y="1931191"/>
            <a:ext cx="1651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>
                <a:highlight>
                  <a:srgbClr val="00FFFF"/>
                </a:highlight>
              </a:rPr>
              <a:t>라운드 </a:t>
            </a:r>
            <a:r>
              <a:rPr lang="ko-KR" altLang="en-US" b="1" err="1">
                <a:highlight>
                  <a:srgbClr val="00FFFF"/>
                </a:highlight>
              </a:rPr>
              <a:t>무몰딩</a:t>
            </a:r>
            <a:endParaRPr lang="ko-KR" altLang="en-US" b="1">
              <a:highlight>
                <a:srgbClr val="00FFFF"/>
              </a:highlight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46858C-C1DA-5F9B-4737-1684B10F2D98}"/>
              </a:ext>
            </a:extLst>
          </p:cNvPr>
          <p:cNvSpPr txBox="1"/>
          <p:nvPr/>
        </p:nvSpPr>
        <p:spPr>
          <a:xfrm>
            <a:off x="5719839" y="3845955"/>
            <a:ext cx="1891732" cy="2462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pic>
        <p:nvPicPr>
          <p:cNvPr id="18" name="그림 17" descr="텍스트, 스크린샷, 리모컨, 전자 기기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9FB73A1-7C9E-EA8B-BD7D-F4A5B38E877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638" y="3015098"/>
            <a:ext cx="1757580" cy="1445609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32EAAEDE-5BDC-F483-D5A9-2CFF8B2144E0}"/>
              </a:ext>
            </a:extLst>
          </p:cNvPr>
          <p:cNvSpPr/>
          <p:nvPr/>
        </p:nvSpPr>
        <p:spPr>
          <a:xfrm flipV="1">
            <a:off x="5344965" y="2971292"/>
            <a:ext cx="98385" cy="66989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C656CDD3-338B-9FA4-E728-9F041EFACF2A}"/>
              </a:ext>
            </a:extLst>
          </p:cNvPr>
          <p:cNvGrpSpPr/>
          <p:nvPr/>
        </p:nvGrpSpPr>
        <p:grpSpPr>
          <a:xfrm>
            <a:off x="5561292" y="2877279"/>
            <a:ext cx="771438" cy="620194"/>
            <a:chOff x="46848" y="332433"/>
            <a:chExt cx="771438" cy="620194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ED1D7D0-A5E8-DD99-77F6-D1C3961F27AB}"/>
                </a:ext>
              </a:extLst>
            </p:cNvPr>
            <p:cNvSpPr txBox="1"/>
            <p:nvPr/>
          </p:nvSpPr>
          <p:spPr>
            <a:xfrm>
              <a:off x="46848" y="534080"/>
              <a:ext cx="771438" cy="18466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600" b="1"/>
                <a:t>서비스 조명 </a:t>
              </a:r>
              <a:r>
                <a:rPr lang="en-US" altLang="ko-KR" sz="600" b="1"/>
                <a:t>2EA</a:t>
              </a:r>
              <a:endParaRPr lang="ko-KR" altLang="en-US" sz="600" b="1"/>
            </a:p>
          </p:txBody>
        </p: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3E662400-8EC3-FF40-A8FB-DD3F424B456F}"/>
                </a:ext>
              </a:extLst>
            </p:cNvPr>
            <p:cNvGrpSpPr/>
            <p:nvPr/>
          </p:nvGrpSpPr>
          <p:grpSpPr>
            <a:xfrm>
              <a:off x="368880" y="332433"/>
              <a:ext cx="98814" cy="620194"/>
              <a:chOff x="4737834" y="4900127"/>
              <a:chExt cx="98814" cy="620194"/>
            </a:xfrm>
            <a:solidFill>
              <a:srgbClr val="FF00FF"/>
            </a:solidFill>
          </p:grpSpPr>
          <p:sp>
            <p:nvSpPr>
              <p:cNvPr id="23" name="타원 22">
                <a:extLst>
                  <a:ext uri="{FF2B5EF4-FFF2-40B4-BE49-F238E27FC236}">
                    <a16:creationId xmlns:a16="http://schemas.microsoft.com/office/drawing/2014/main" id="{9A61C0D1-9BCA-006D-CB0B-65EF83C956A1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47DE4D7C-4BD2-2EB0-43CD-DF691A27249B}"/>
                  </a:ext>
                </a:extLst>
              </p:cNvPr>
              <p:cNvSpPr/>
              <p:nvPr/>
            </p:nvSpPr>
            <p:spPr>
              <a:xfrm>
                <a:off x="4738263" y="5421936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B226B3C7-BD18-A174-38FF-EFCF01A3A166}"/>
              </a:ext>
            </a:extLst>
          </p:cNvPr>
          <p:cNvGrpSpPr/>
          <p:nvPr/>
        </p:nvGrpSpPr>
        <p:grpSpPr>
          <a:xfrm>
            <a:off x="6960352" y="3092695"/>
            <a:ext cx="810990" cy="620194"/>
            <a:chOff x="-343296" y="332433"/>
            <a:chExt cx="810990" cy="620194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B9DF5745-0A29-08D7-EBCF-BF88B0E9A0F1}"/>
                </a:ext>
              </a:extLst>
            </p:cNvPr>
            <p:cNvSpPr txBox="1"/>
            <p:nvPr/>
          </p:nvSpPr>
          <p:spPr>
            <a:xfrm>
              <a:off x="-343296" y="534080"/>
              <a:ext cx="771438" cy="18466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600" b="1"/>
                <a:t>서비스 조명 </a:t>
              </a:r>
              <a:r>
                <a:rPr lang="en-US" altLang="ko-KR" sz="600" b="1"/>
                <a:t>2EA</a:t>
              </a:r>
              <a:endParaRPr lang="ko-KR" altLang="en-US" sz="600" b="1"/>
            </a:p>
          </p:txBody>
        </p:sp>
        <p:grpSp>
          <p:nvGrpSpPr>
            <p:cNvPr id="43" name="그룹 42">
              <a:extLst>
                <a:ext uri="{FF2B5EF4-FFF2-40B4-BE49-F238E27FC236}">
                  <a16:creationId xmlns:a16="http://schemas.microsoft.com/office/drawing/2014/main" id="{26A2E06F-4FE8-196F-C81C-6501262A5355}"/>
                </a:ext>
              </a:extLst>
            </p:cNvPr>
            <p:cNvGrpSpPr/>
            <p:nvPr/>
          </p:nvGrpSpPr>
          <p:grpSpPr>
            <a:xfrm>
              <a:off x="368880" y="332433"/>
              <a:ext cx="98814" cy="620194"/>
              <a:chOff x="4737834" y="4900127"/>
              <a:chExt cx="98814" cy="620194"/>
            </a:xfrm>
            <a:solidFill>
              <a:srgbClr val="FF00FF"/>
            </a:solidFill>
          </p:grpSpPr>
          <p:sp>
            <p:nvSpPr>
              <p:cNvPr id="48" name="타원 47">
                <a:extLst>
                  <a:ext uri="{FF2B5EF4-FFF2-40B4-BE49-F238E27FC236}">
                    <a16:creationId xmlns:a16="http://schemas.microsoft.com/office/drawing/2014/main" id="{A3908CF6-DDC4-81F8-C22D-5CF05A0655D5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">
                  <a:solidFill>
                    <a:schemeClr val="tx1"/>
                  </a:solidFill>
                </a:endParaRPr>
              </a:p>
            </p:txBody>
          </p:sp>
          <p:sp>
            <p:nvSpPr>
              <p:cNvPr id="60" name="타원 59">
                <a:extLst>
                  <a:ext uri="{FF2B5EF4-FFF2-40B4-BE49-F238E27FC236}">
                    <a16:creationId xmlns:a16="http://schemas.microsoft.com/office/drawing/2014/main" id="{6FA27370-12D5-95ED-0572-4D197A8A2AA4}"/>
                  </a:ext>
                </a:extLst>
              </p:cNvPr>
              <p:cNvSpPr/>
              <p:nvPr/>
            </p:nvSpPr>
            <p:spPr>
              <a:xfrm>
                <a:off x="4738263" y="5421936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04D214B2-A0B1-CEE3-3108-DA773778DDA6}"/>
              </a:ext>
            </a:extLst>
          </p:cNvPr>
          <p:cNvSpPr/>
          <p:nvPr/>
        </p:nvSpPr>
        <p:spPr>
          <a:xfrm>
            <a:off x="8224878" y="5781223"/>
            <a:ext cx="1014372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CF8735E-5DE5-05D0-6B1D-12E216D8005E}"/>
              </a:ext>
            </a:extLst>
          </p:cNvPr>
          <p:cNvSpPr txBox="1"/>
          <p:nvPr/>
        </p:nvSpPr>
        <p:spPr>
          <a:xfrm>
            <a:off x="8544345" y="4931683"/>
            <a:ext cx="894360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err="1"/>
              <a:t>무선리모컨</a:t>
            </a:r>
            <a:endParaRPr lang="en-US" altLang="ko-KR" sz="1000" b="1"/>
          </a:p>
          <a:p>
            <a:pPr algn="ctr"/>
            <a:r>
              <a:rPr lang="en-US" altLang="ko-KR" sz="1000" b="1"/>
              <a:t>1</a:t>
            </a:r>
            <a:r>
              <a:rPr lang="ko-KR" altLang="en-US" sz="1000" b="1"/>
              <a:t>구</a:t>
            </a:r>
            <a:r>
              <a:rPr lang="en-US" altLang="ko-KR" sz="1000" b="1"/>
              <a:t>(3</a:t>
            </a:r>
            <a:r>
              <a:rPr lang="ko-KR" altLang="en-US" sz="1000" b="1"/>
              <a:t>채널</a:t>
            </a:r>
            <a:r>
              <a:rPr lang="en-US" altLang="ko-KR" sz="1000" b="1"/>
              <a:t>)</a:t>
            </a:r>
            <a:endParaRPr lang="ko-KR" altLang="en-US" sz="1000" b="1"/>
          </a:p>
        </p:txBody>
      </p: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11213EE1-63E1-B64F-7BFA-7C890DF58D0D}"/>
              </a:ext>
            </a:extLst>
          </p:cNvPr>
          <p:cNvGrpSpPr/>
          <p:nvPr/>
        </p:nvGrpSpPr>
        <p:grpSpPr>
          <a:xfrm>
            <a:off x="7922673" y="4681755"/>
            <a:ext cx="98814" cy="686236"/>
            <a:chOff x="4737834" y="4900127"/>
            <a:chExt cx="98814" cy="686236"/>
          </a:xfrm>
          <a:solidFill>
            <a:srgbClr val="00B0F0"/>
          </a:solidFill>
        </p:grpSpPr>
        <p:sp>
          <p:nvSpPr>
            <p:cNvPr id="64" name="타원 63">
              <a:extLst>
                <a:ext uri="{FF2B5EF4-FFF2-40B4-BE49-F238E27FC236}">
                  <a16:creationId xmlns:a16="http://schemas.microsoft.com/office/drawing/2014/main" id="{6D2BECCD-11AC-B8AA-8CAD-B2CF7680CCE2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65" name="타원 64">
              <a:extLst>
                <a:ext uri="{FF2B5EF4-FFF2-40B4-BE49-F238E27FC236}">
                  <a16:creationId xmlns:a16="http://schemas.microsoft.com/office/drawing/2014/main" id="{615F8989-D58E-3FB2-8743-37062035E67C}"/>
                </a:ext>
              </a:extLst>
            </p:cNvPr>
            <p:cNvSpPr/>
            <p:nvPr/>
          </p:nvSpPr>
          <p:spPr>
            <a:xfrm>
              <a:off x="4738263" y="5487978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1498123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09A0B-D387-800F-21AF-CE92FD18F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15799E9-A50C-F9FE-205A-0ACBBAFCEE1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69510" y="1165172"/>
            <a:ext cx="8087290" cy="534712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AB32C84-2518-B27B-145C-DB0BA2583CE4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𝑩𝒎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AB32C84-2518-B27B-145C-DB0BA2583C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5283A092-0728-1D29-26FC-23148723A617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84B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 + </a:t>
            </a:r>
            <a:r>
              <a:rPr lang="ko-KR" altLang="en-US" sz="2000" b="1" err="1"/>
              <a:t>실링팬</a:t>
            </a:r>
            <a:r>
              <a:rPr lang="ko-KR" altLang="en-US" sz="2000" b="1"/>
              <a:t> 우물두줄</a:t>
            </a:r>
            <a:endParaRPr lang="en-US" altLang="ko-KR" sz="2000" b="1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5C7E923-7D2B-183C-8882-165DE229D174}"/>
              </a:ext>
            </a:extLst>
          </p:cNvPr>
          <p:cNvSpPr/>
          <p:nvPr/>
        </p:nvSpPr>
        <p:spPr>
          <a:xfrm>
            <a:off x="8224878" y="5781223"/>
            <a:ext cx="1014372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CB5647-C8D0-A85B-D16C-D4172A641CB9}"/>
              </a:ext>
            </a:extLst>
          </p:cNvPr>
          <p:cNvSpPr txBox="1"/>
          <p:nvPr/>
        </p:nvSpPr>
        <p:spPr>
          <a:xfrm>
            <a:off x="8544345" y="4931683"/>
            <a:ext cx="894360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err="1"/>
              <a:t>무선리모컨</a:t>
            </a:r>
            <a:endParaRPr lang="en-US" altLang="ko-KR" sz="1000" b="1"/>
          </a:p>
          <a:p>
            <a:pPr algn="ctr"/>
            <a:r>
              <a:rPr lang="en-US" altLang="ko-KR" sz="1000" b="1"/>
              <a:t>1</a:t>
            </a:r>
            <a:r>
              <a:rPr lang="ko-KR" altLang="en-US" sz="1000" b="1"/>
              <a:t>구</a:t>
            </a:r>
            <a:r>
              <a:rPr lang="en-US" altLang="ko-KR" sz="1000" b="1"/>
              <a:t>(3</a:t>
            </a:r>
            <a:r>
              <a:rPr lang="ko-KR" altLang="en-US" sz="1000" b="1"/>
              <a:t>채널</a:t>
            </a:r>
            <a:r>
              <a:rPr lang="en-US" altLang="ko-KR" sz="1000" b="1"/>
              <a:t>)</a:t>
            </a:r>
            <a:endParaRPr lang="ko-KR" altLang="en-US" sz="1000" b="1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FDCFF7E-1629-CB41-E3A4-6EDC6CB5F84F}"/>
              </a:ext>
            </a:extLst>
          </p:cNvPr>
          <p:cNvSpPr/>
          <p:nvPr/>
        </p:nvSpPr>
        <p:spPr>
          <a:xfrm rot="5400000">
            <a:off x="6685225" y="5125411"/>
            <a:ext cx="102820" cy="1840071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F7241B43-C710-9222-250E-88C1FD069263}"/>
              </a:ext>
            </a:extLst>
          </p:cNvPr>
          <p:cNvSpPr/>
          <p:nvPr/>
        </p:nvSpPr>
        <p:spPr>
          <a:xfrm>
            <a:off x="6101818" y="4506288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2DFFDE-1A27-B2DF-AAEB-A53852C636A7}"/>
              </a:ext>
            </a:extLst>
          </p:cNvPr>
          <p:cNvSpPr txBox="1"/>
          <p:nvPr/>
        </p:nvSpPr>
        <p:spPr>
          <a:xfrm>
            <a:off x="5719839" y="3845955"/>
            <a:ext cx="1891732" cy="2462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6C92C6E-FF59-F55D-E370-F5F79081B967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13" name="별: 꼭짓점 4개 12">
            <a:extLst>
              <a:ext uri="{FF2B5EF4-FFF2-40B4-BE49-F238E27FC236}">
                <a16:creationId xmlns:a16="http://schemas.microsoft.com/office/drawing/2014/main" id="{5E3C8F36-C192-F328-7440-3F87812824C0}"/>
              </a:ext>
            </a:extLst>
          </p:cNvPr>
          <p:cNvSpPr/>
          <p:nvPr/>
        </p:nvSpPr>
        <p:spPr>
          <a:xfrm>
            <a:off x="6442551" y="4856237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E6CBED83-AD31-3392-3D57-63484BC63618}"/>
              </a:ext>
            </a:extLst>
          </p:cNvPr>
          <p:cNvGrpSpPr/>
          <p:nvPr/>
        </p:nvGrpSpPr>
        <p:grpSpPr>
          <a:xfrm>
            <a:off x="5609583" y="4448403"/>
            <a:ext cx="98891" cy="1448708"/>
            <a:chOff x="4737834" y="4662002"/>
            <a:chExt cx="98891" cy="1448708"/>
          </a:xfrm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21CED7C2-BA62-6BC6-492D-F59727CDE03C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2073FDD6-9D14-E357-67CC-328CF6C2E4DF}"/>
                </a:ext>
              </a:extLst>
            </p:cNvPr>
            <p:cNvSpPr/>
            <p:nvPr/>
          </p:nvSpPr>
          <p:spPr>
            <a:xfrm>
              <a:off x="4738263" y="53355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4023956C-1E9F-0B81-BAE1-DCB78371D655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44A91A73-FE1F-E968-C1D9-14E6E4307ACF}"/>
              </a:ext>
            </a:extLst>
          </p:cNvPr>
          <p:cNvGrpSpPr/>
          <p:nvPr/>
        </p:nvGrpSpPr>
        <p:grpSpPr>
          <a:xfrm>
            <a:off x="7922673" y="4681755"/>
            <a:ext cx="98814" cy="686236"/>
            <a:chOff x="4737834" y="4900127"/>
            <a:chExt cx="98814" cy="686236"/>
          </a:xfrm>
          <a:solidFill>
            <a:srgbClr val="00B0F0"/>
          </a:solidFill>
        </p:grpSpPr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FD478050-13BC-EE0A-B8F2-D3A293CCC28A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66E05CC5-2839-00A6-222B-06B3CD2C5459}"/>
                </a:ext>
              </a:extLst>
            </p:cNvPr>
            <p:cNvSpPr/>
            <p:nvPr/>
          </p:nvSpPr>
          <p:spPr>
            <a:xfrm>
              <a:off x="4738263" y="5487978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C902341E-4E8F-1725-7002-D1740D7DAC08}"/>
              </a:ext>
            </a:extLst>
          </p:cNvPr>
          <p:cNvGrpSpPr/>
          <p:nvPr/>
        </p:nvGrpSpPr>
        <p:grpSpPr>
          <a:xfrm rot="5400000">
            <a:off x="2829991" y="3759274"/>
            <a:ext cx="468013" cy="542991"/>
            <a:chOff x="9191246" y="3797098"/>
            <a:chExt cx="468013" cy="542991"/>
          </a:xfrm>
          <a:solidFill>
            <a:srgbClr val="CC0000"/>
          </a:solidFill>
        </p:grpSpPr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2B133FC0-7661-53AD-70A8-168C9AC148A7}"/>
                </a:ext>
              </a:extLst>
            </p:cNvPr>
            <p:cNvGrpSpPr/>
            <p:nvPr/>
          </p:nvGrpSpPr>
          <p:grpSpPr>
            <a:xfrm>
              <a:off x="9560445" y="3799905"/>
              <a:ext cx="98814" cy="540184"/>
              <a:chOff x="46743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7" name="타원 26">
                <a:extLst>
                  <a:ext uri="{FF2B5EF4-FFF2-40B4-BE49-F238E27FC236}">
                    <a16:creationId xmlns:a16="http://schemas.microsoft.com/office/drawing/2014/main" id="{17170567-DAAB-EA86-E25A-F64F13A0A3CD}"/>
                  </a:ext>
                </a:extLst>
              </p:cNvPr>
              <p:cNvSpPr/>
              <p:nvPr/>
            </p:nvSpPr>
            <p:spPr>
              <a:xfrm>
                <a:off x="46743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8" name="타원 27">
                <a:extLst>
                  <a:ext uri="{FF2B5EF4-FFF2-40B4-BE49-F238E27FC236}">
                    <a16:creationId xmlns:a16="http://schemas.microsoft.com/office/drawing/2014/main" id="{89CACF36-92C8-CDE3-4E98-130BF1B823AD}"/>
                  </a:ext>
                </a:extLst>
              </p:cNvPr>
              <p:cNvSpPr/>
              <p:nvPr/>
            </p:nvSpPr>
            <p:spPr>
              <a:xfrm>
                <a:off x="46747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3" name="별: 꼭짓점 7개 22">
              <a:extLst>
                <a:ext uri="{FF2B5EF4-FFF2-40B4-BE49-F238E27FC236}">
                  <a16:creationId xmlns:a16="http://schemas.microsoft.com/office/drawing/2014/main" id="{80E69506-2A59-D595-A1E2-B9AC414C0E12}"/>
                </a:ext>
              </a:extLst>
            </p:cNvPr>
            <p:cNvSpPr/>
            <p:nvPr/>
          </p:nvSpPr>
          <p:spPr>
            <a:xfrm rot="5400000">
              <a:off x="9314937" y="3932172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FB732144-14DB-00EC-5DFE-733FAE113ACA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540184"/>
              <a:chOff x="47378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5" name="타원 24">
                <a:extLst>
                  <a:ext uri="{FF2B5EF4-FFF2-40B4-BE49-F238E27FC236}">
                    <a16:creationId xmlns:a16="http://schemas.microsoft.com/office/drawing/2014/main" id="{1F346CB1-0D49-6BEE-0881-D371620B1660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타원 25">
                <a:extLst>
                  <a:ext uri="{FF2B5EF4-FFF2-40B4-BE49-F238E27FC236}">
                    <a16:creationId xmlns:a16="http://schemas.microsoft.com/office/drawing/2014/main" id="{880E88DE-4C8E-D508-5F28-83DCD3A1B230}"/>
                  </a:ext>
                </a:extLst>
              </p:cNvPr>
              <p:cNvSpPr/>
              <p:nvPr/>
            </p:nvSpPr>
            <p:spPr>
              <a:xfrm>
                <a:off x="47382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3B2764E2-6D56-69CF-2C61-16AA99CBD065}"/>
              </a:ext>
            </a:extLst>
          </p:cNvPr>
          <p:cNvGrpSpPr/>
          <p:nvPr/>
        </p:nvGrpSpPr>
        <p:grpSpPr>
          <a:xfrm rot="5400000">
            <a:off x="4516814" y="3951119"/>
            <a:ext cx="104184" cy="626456"/>
            <a:chOff x="5324822" y="4457234"/>
            <a:chExt cx="104184" cy="626456"/>
          </a:xfrm>
        </p:grpSpPr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91B1F357-972D-FBA8-D2E1-10EF618E6330}"/>
                </a:ext>
              </a:extLst>
            </p:cNvPr>
            <p:cNvSpPr/>
            <p:nvPr/>
          </p:nvSpPr>
          <p:spPr>
            <a:xfrm>
              <a:off x="5330621" y="4457234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2B398F91-C48C-2615-B63B-82F195AF1C89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613F945D-5E55-B954-6E59-296CA0BF6A08}"/>
              </a:ext>
            </a:extLst>
          </p:cNvPr>
          <p:cNvSpPr/>
          <p:nvPr/>
        </p:nvSpPr>
        <p:spPr>
          <a:xfrm flipV="1">
            <a:off x="5344965" y="2971292"/>
            <a:ext cx="98385" cy="66989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5DDF4D3-5640-7833-F288-E679CE0800D5}"/>
              </a:ext>
            </a:extLst>
          </p:cNvPr>
          <p:cNvSpPr txBox="1"/>
          <p:nvPr/>
        </p:nvSpPr>
        <p:spPr>
          <a:xfrm>
            <a:off x="4864067" y="6296852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err="1">
                <a:highlight>
                  <a:srgbClr val="FFFF00"/>
                </a:highlight>
              </a:rPr>
              <a:t>실링팬</a:t>
            </a:r>
            <a:r>
              <a:rPr lang="ko-KR" altLang="en-US" sz="1000" b="1">
                <a:highlight>
                  <a:srgbClr val="FFFF00"/>
                </a:highlight>
              </a:rPr>
              <a:t> </a:t>
            </a:r>
            <a:r>
              <a:rPr lang="ko-KR" altLang="en-US" sz="1000" b="1" err="1">
                <a:highlight>
                  <a:srgbClr val="FFFF00"/>
                </a:highlight>
              </a:rPr>
              <a:t>루씨에어</a:t>
            </a:r>
            <a:endParaRPr lang="en-US" altLang="ko-KR" sz="1000" b="1">
              <a:highlight>
                <a:srgbClr val="FFFF00"/>
              </a:highlight>
            </a:endParaRPr>
          </a:p>
          <a:p>
            <a:r>
              <a:rPr lang="ko-KR" altLang="en-US" sz="1000" b="1">
                <a:highlight>
                  <a:srgbClr val="FFFF00"/>
                </a:highlight>
              </a:rPr>
              <a:t>설치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보강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우물 천장 안 실크 도배</a:t>
            </a:r>
            <a:br>
              <a:rPr lang="en-US" altLang="ko-KR" sz="1000" b="1">
                <a:highlight>
                  <a:srgbClr val="FFFF00"/>
                </a:highlight>
              </a:rPr>
            </a:br>
            <a:r>
              <a:rPr lang="ko-KR" altLang="en-US" sz="1000" b="1">
                <a:highlight>
                  <a:srgbClr val="FFFF00"/>
                </a:highlight>
              </a:rPr>
              <a:t>우물조명 </a:t>
            </a:r>
            <a:r>
              <a:rPr lang="en-US" altLang="ko-KR" sz="1000" b="1">
                <a:highlight>
                  <a:srgbClr val="FFFF00"/>
                </a:highlight>
              </a:rPr>
              <a:t>2</a:t>
            </a:r>
            <a:r>
              <a:rPr lang="ko-KR" altLang="en-US" sz="1000" b="1">
                <a:highlight>
                  <a:srgbClr val="FFFF00"/>
                </a:highlight>
              </a:rPr>
              <a:t>줄 </a:t>
            </a:r>
            <a:r>
              <a:rPr lang="ko-KR" altLang="en-US" sz="1000" b="1" err="1">
                <a:highlight>
                  <a:srgbClr val="FFFF00"/>
                </a:highlight>
              </a:rPr>
              <a:t>전구색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 err="1">
                <a:highlight>
                  <a:srgbClr val="FFFF00"/>
                </a:highlight>
              </a:rPr>
              <a:t>주백색</a:t>
            </a:r>
            <a:endParaRPr lang="en-US" altLang="ko-KR" sz="1000" b="1">
              <a:highlight>
                <a:srgbClr val="FFFF00"/>
              </a:highlight>
            </a:endParaRPr>
          </a:p>
        </p:txBody>
      </p:sp>
      <p:sp>
        <p:nvSpPr>
          <p:cNvPr id="37" name="TextBox 13">
            <a:extLst>
              <a:ext uri="{FF2B5EF4-FFF2-40B4-BE49-F238E27FC236}">
                <a16:creationId xmlns:a16="http://schemas.microsoft.com/office/drawing/2014/main" id="{3C5954D5-1F31-289F-D5C5-F3ABBA23D442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0382000F-08EE-EE2C-43DD-6F98D1E41406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87FB9860-3C9C-14E7-DF56-719E4458429F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54335FF1-F1F2-97DF-58FD-02B7FD1CE255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052E182C-8F50-BD2A-EE4B-4AA9123495B0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2" name="TextBox 11">
              <a:extLst>
                <a:ext uri="{FF2B5EF4-FFF2-40B4-BE49-F238E27FC236}">
                  <a16:creationId xmlns:a16="http://schemas.microsoft.com/office/drawing/2014/main" id="{E51E0E62-AD5B-DD64-2D64-201967A902AA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AF695D0E-63C4-28AD-F596-091F8E44BEA7}"/>
              </a:ext>
            </a:extLst>
          </p:cNvPr>
          <p:cNvSpPr/>
          <p:nvPr/>
        </p:nvSpPr>
        <p:spPr>
          <a:xfrm flipV="1">
            <a:off x="2770606" y="2713204"/>
            <a:ext cx="98385" cy="93433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E82893C3-290D-0D91-31D2-B5D3837DDEB0}"/>
              </a:ext>
            </a:extLst>
          </p:cNvPr>
          <p:cNvGrpSpPr/>
          <p:nvPr/>
        </p:nvGrpSpPr>
        <p:grpSpPr>
          <a:xfrm>
            <a:off x="7642756" y="4412010"/>
            <a:ext cx="98891" cy="1448708"/>
            <a:chOff x="4737834" y="4662002"/>
            <a:chExt cx="98891" cy="1448708"/>
          </a:xfrm>
        </p:grpSpPr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EEB3E7DB-E59E-0706-EFB7-5EB0A93EE358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47AF2A67-2656-DF4F-876A-ECC893953CF4}"/>
                </a:ext>
              </a:extLst>
            </p:cNvPr>
            <p:cNvSpPr/>
            <p:nvPr/>
          </p:nvSpPr>
          <p:spPr>
            <a:xfrm>
              <a:off x="4738263" y="53355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85F82957-D38E-00FA-8745-E9C2850951FA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3AFAD055-7BC8-7CED-053B-B614E111D9AF}"/>
              </a:ext>
            </a:extLst>
          </p:cNvPr>
          <p:cNvSpPr/>
          <p:nvPr/>
        </p:nvSpPr>
        <p:spPr>
          <a:xfrm flipV="1">
            <a:off x="7865853" y="3061631"/>
            <a:ext cx="98385" cy="66989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C5A09D73-7ECF-C717-B480-4DDCB4B92FF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320" b="-1"/>
          <a:stretch>
            <a:fillRect/>
          </a:stretch>
        </p:blipFill>
        <p:spPr>
          <a:xfrm>
            <a:off x="9843991" y="4261447"/>
            <a:ext cx="2236971" cy="1554480"/>
          </a:xfrm>
          <a:prstGeom prst="rect">
            <a:avLst/>
          </a:prstGeom>
        </p:spPr>
      </p:pic>
      <p:pic>
        <p:nvPicPr>
          <p:cNvPr id="29" name="그림 28" descr="텍스트, 스크린샷, 디자인, 폰트이(가) 표시된 사진&#10;&#10;자동 생성된 설명">
            <a:extLst>
              <a:ext uri="{FF2B5EF4-FFF2-40B4-BE49-F238E27FC236}">
                <a16:creationId xmlns:a16="http://schemas.microsoft.com/office/drawing/2014/main" id="{DDC777B2-9EDF-2CFE-E574-71E31EA9C8D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012" y="4959115"/>
            <a:ext cx="1404781" cy="1157643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5A795FE4-4EAF-7EF2-DD00-58C1022F5419}"/>
              </a:ext>
            </a:extLst>
          </p:cNvPr>
          <p:cNvSpPr txBox="1"/>
          <p:nvPr/>
        </p:nvSpPr>
        <p:spPr>
          <a:xfrm>
            <a:off x="265249" y="1931191"/>
            <a:ext cx="1651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>
                <a:highlight>
                  <a:srgbClr val="00FFFF"/>
                </a:highlight>
              </a:rPr>
              <a:t>라운드 </a:t>
            </a:r>
            <a:r>
              <a:rPr lang="ko-KR" altLang="en-US" b="1" err="1">
                <a:highlight>
                  <a:srgbClr val="00FFFF"/>
                </a:highlight>
              </a:rPr>
              <a:t>무몰딩</a:t>
            </a:r>
            <a:endParaRPr lang="ko-KR" altLang="en-US" b="1">
              <a:highlight>
                <a:srgbClr val="00FFFF"/>
              </a:highlight>
            </a:endParaRPr>
          </a:p>
        </p:txBody>
      </p:sp>
      <p:pic>
        <p:nvPicPr>
          <p:cNvPr id="50" name="그림 49" descr="텍스트, 스크린샷, 리모컨, 전자 기기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EF356A4-B36B-DFBF-A303-DA0083FC0EB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638" y="3015098"/>
            <a:ext cx="1757580" cy="1445609"/>
          </a:xfrm>
          <a:prstGeom prst="rect">
            <a:avLst/>
          </a:prstGeom>
        </p:spPr>
      </p:pic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2A793D76-0E5F-F657-6E3C-DC5C67C3D8B2}"/>
              </a:ext>
            </a:extLst>
          </p:cNvPr>
          <p:cNvSpPr/>
          <p:nvPr/>
        </p:nvSpPr>
        <p:spPr>
          <a:xfrm>
            <a:off x="6260568" y="4652338"/>
            <a:ext cx="921282" cy="996796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7495554-ACFB-E14C-E802-EFC2C8A036E0}"/>
              </a:ext>
            </a:extLst>
          </p:cNvPr>
          <p:cNvSpPr txBox="1"/>
          <p:nvPr/>
        </p:nvSpPr>
        <p:spPr>
          <a:xfrm>
            <a:off x="1826612" y="3924800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>
                <a:highlight>
                  <a:srgbClr val="FFFF00"/>
                </a:highlight>
              </a:rPr>
              <a:t>현관미정</a:t>
            </a:r>
          </a:p>
        </p:txBody>
      </p:sp>
    </p:spTree>
    <p:extLst>
      <p:ext uri="{BB962C8B-B14F-4D97-AF65-F5344CB8AC3E}">
        <p14:creationId xmlns:p14="http://schemas.microsoft.com/office/powerpoint/2010/main" val="420633556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A15C33-E0FB-0046-3332-7DC9FF860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25A7380-8426-23CB-FE0E-F9428D9F6D4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064977" y="1007252"/>
            <a:ext cx="6129824" cy="534158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6D0ADBD-E1E4-42C5-FFBE-C039205F9C3F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𝑪𝒎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6D0ADBD-E1E4-42C5-FFBE-C039205F9C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직사각형 7">
            <a:extLst>
              <a:ext uri="{FF2B5EF4-FFF2-40B4-BE49-F238E27FC236}">
                <a16:creationId xmlns:a16="http://schemas.microsoft.com/office/drawing/2014/main" id="{1A4657B8-6083-D62A-5765-A4C8CBAA2B4F}"/>
              </a:ext>
            </a:extLst>
          </p:cNvPr>
          <p:cNvSpPr/>
          <p:nvPr/>
        </p:nvSpPr>
        <p:spPr>
          <a:xfrm rot="5400000">
            <a:off x="6470577" y="5119569"/>
            <a:ext cx="102820" cy="162907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306C25BF-7335-B7C5-C1EE-D65F75C405E7}"/>
              </a:ext>
            </a:extLst>
          </p:cNvPr>
          <p:cNvSpPr/>
          <p:nvPr/>
        </p:nvSpPr>
        <p:spPr>
          <a:xfrm>
            <a:off x="6002486" y="4695040"/>
            <a:ext cx="1055836" cy="1066349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2A2E1C44-DE70-F5E0-4AE4-3FCBD1A1F024}"/>
              </a:ext>
            </a:extLst>
          </p:cNvPr>
          <p:cNvSpPr/>
          <p:nvPr/>
        </p:nvSpPr>
        <p:spPr>
          <a:xfrm>
            <a:off x="6155179" y="4838906"/>
            <a:ext cx="773822" cy="811555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BC6CD58-0EEF-A19D-667B-5E65E720860E}"/>
              </a:ext>
            </a:extLst>
          </p:cNvPr>
          <p:cNvSpPr txBox="1"/>
          <p:nvPr/>
        </p:nvSpPr>
        <p:spPr>
          <a:xfrm>
            <a:off x="5462942" y="4184128"/>
            <a:ext cx="1891732" cy="2462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1B7B7F7-2228-28E4-1C68-B17F28C077E2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D30325D4-D5D9-C60E-9AEE-8491435C2119}"/>
              </a:ext>
            </a:extLst>
          </p:cNvPr>
          <p:cNvGrpSpPr/>
          <p:nvPr/>
        </p:nvGrpSpPr>
        <p:grpSpPr>
          <a:xfrm>
            <a:off x="5642472" y="4759342"/>
            <a:ext cx="99883" cy="1027223"/>
            <a:chOff x="4737834" y="5083487"/>
            <a:chExt cx="99883" cy="1027223"/>
          </a:xfrm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095E1E76-5688-A931-7C12-B27592E141AE}"/>
                </a:ext>
              </a:extLst>
            </p:cNvPr>
            <p:cNvSpPr/>
            <p:nvPr/>
          </p:nvSpPr>
          <p:spPr>
            <a:xfrm>
              <a:off x="4737834" y="508348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E691C0FA-A91F-24E7-11DD-127D560BBC56}"/>
                </a:ext>
              </a:extLst>
            </p:cNvPr>
            <p:cNvSpPr/>
            <p:nvPr/>
          </p:nvSpPr>
          <p:spPr>
            <a:xfrm>
              <a:off x="4739332" y="5547244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474E99CD-EF32-E228-0761-10AD002CCF48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F9EA82F5-DBC7-4786-DB67-C07120EC6DFA}"/>
              </a:ext>
            </a:extLst>
          </p:cNvPr>
          <p:cNvGrpSpPr/>
          <p:nvPr/>
        </p:nvGrpSpPr>
        <p:grpSpPr>
          <a:xfrm rot="5400000">
            <a:off x="4752247" y="4281051"/>
            <a:ext cx="104184" cy="493106"/>
            <a:chOff x="5324822" y="4590584"/>
            <a:chExt cx="104184" cy="493106"/>
          </a:xfrm>
        </p:grpSpPr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F663C2B3-E5A7-690D-2FD9-817A07403C88}"/>
                </a:ext>
              </a:extLst>
            </p:cNvPr>
            <p:cNvSpPr/>
            <p:nvPr/>
          </p:nvSpPr>
          <p:spPr>
            <a:xfrm>
              <a:off x="5330621" y="4590584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B95A273D-2F50-7F40-71AB-67DC2CBADEA1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3F08AB99-8365-E85C-54CB-8A6883E84D10}"/>
              </a:ext>
            </a:extLst>
          </p:cNvPr>
          <p:cNvSpPr/>
          <p:nvPr/>
        </p:nvSpPr>
        <p:spPr>
          <a:xfrm flipV="1">
            <a:off x="4012380" y="3429000"/>
            <a:ext cx="98385" cy="66989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6B359A3-057E-A094-A5A1-84BCDC8BE7F5}"/>
              </a:ext>
            </a:extLst>
          </p:cNvPr>
          <p:cNvSpPr txBox="1"/>
          <p:nvPr/>
        </p:nvSpPr>
        <p:spPr>
          <a:xfrm>
            <a:off x="6490049" y="6407226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highlight>
                  <a:srgbClr val="FFFF00"/>
                </a:highlight>
              </a:rPr>
              <a:t>우물은 두가지 </a:t>
            </a:r>
            <a:r>
              <a:rPr lang="ko-KR" altLang="en-US" sz="1000" err="1">
                <a:highlight>
                  <a:srgbClr val="FFFF00"/>
                </a:highlight>
              </a:rPr>
              <a:t>타입중</a:t>
            </a:r>
            <a:r>
              <a:rPr lang="ko-KR" altLang="en-US" sz="1000">
                <a:highlight>
                  <a:srgbClr val="FFFF00"/>
                </a:highlight>
              </a:rPr>
              <a:t> 선택 가능합니다</a:t>
            </a:r>
            <a:r>
              <a:rPr lang="en-US" altLang="ko-KR" sz="100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>
                <a:highlight>
                  <a:srgbClr val="FFFF00"/>
                </a:highlight>
              </a:rPr>
              <a:t>. </a:t>
            </a:r>
            <a:endParaRPr lang="ko-KR" altLang="en-US" sz="1000">
              <a:highlight>
                <a:srgbClr val="FFFF00"/>
              </a:highlight>
            </a:endParaRPr>
          </a:p>
        </p:txBody>
      </p: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E312FA53-1AA0-D203-BBD7-5CD773573050}"/>
              </a:ext>
            </a:extLst>
          </p:cNvPr>
          <p:cNvCxnSpPr>
            <a:cxnSpLocks/>
          </p:cNvCxnSpPr>
          <p:nvPr/>
        </p:nvCxnSpPr>
        <p:spPr>
          <a:xfrm flipV="1">
            <a:off x="6775982" y="5761389"/>
            <a:ext cx="0" cy="6849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13">
            <a:extLst>
              <a:ext uri="{FF2B5EF4-FFF2-40B4-BE49-F238E27FC236}">
                <a16:creationId xmlns:a16="http://schemas.microsoft.com/office/drawing/2014/main" id="{D60B2602-640C-6BD1-C0AD-7284D13D56F7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DC21FEF8-8317-900E-169F-8AB34D3E0DF6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55B66ADE-619D-28EB-1146-6EC9237C5E93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69E70EA4-695F-1E72-80EF-D4200AEA4357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8B0F10C3-5FD7-1A2C-F721-515BA904E5D0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2" name="TextBox 11">
              <a:extLst>
                <a:ext uri="{FF2B5EF4-FFF2-40B4-BE49-F238E27FC236}">
                  <a16:creationId xmlns:a16="http://schemas.microsoft.com/office/drawing/2014/main" id="{C60ADF63-9A3E-82DC-9D70-FF3C3CBFB33F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823395C7-D2CA-BF82-471A-4D0C8C86D2EF}"/>
              </a:ext>
            </a:extLst>
          </p:cNvPr>
          <p:cNvSpPr/>
          <p:nvPr/>
        </p:nvSpPr>
        <p:spPr>
          <a:xfrm flipV="1">
            <a:off x="3202543" y="4073825"/>
            <a:ext cx="98385" cy="52357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6401F005-401B-E324-515D-CCA83CF19459}"/>
              </a:ext>
            </a:extLst>
          </p:cNvPr>
          <p:cNvSpPr/>
          <p:nvPr/>
        </p:nvSpPr>
        <p:spPr>
          <a:xfrm flipV="1">
            <a:off x="7691847" y="3670599"/>
            <a:ext cx="98385" cy="52357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799D78B9-6CFD-31D5-4ED4-3DE2C58A23C3}"/>
              </a:ext>
            </a:extLst>
          </p:cNvPr>
          <p:cNvGrpSpPr/>
          <p:nvPr/>
        </p:nvGrpSpPr>
        <p:grpSpPr>
          <a:xfrm>
            <a:off x="7305482" y="4807407"/>
            <a:ext cx="99883" cy="1027223"/>
            <a:chOff x="4737834" y="5083487"/>
            <a:chExt cx="99883" cy="1027223"/>
          </a:xfrm>
        </p:grpSpPr>
        <p:sp>
          <p:nvSpPr>
            <p:cNvPr id="58" name="타원 57">
              <a:extLst>
                <a:ext uri="{FF2B5EF4-FFF2-40B4-BE49-F238E27FC236}">
                  <a16:creationId xmlns:a16="http://schemas.microsoft.com/office/drawing/2014/main" id="{FDC96FA4-CADC-6897-BBCA-4D041B365DFA}"/>
                </a:ext>
              </a:extLst>
            </p:cNvPr>
            <p:cNvSpPr/>
            <p:nvPr/>
          </p:nvSpPr>
          <p:spPr>
            <a:xfrm>
              <a:off x="4737834" y="508348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9" name="타원 58">
              <a:extLst>
                <a:ext uri="{FF2B5EF4-FFF2-40B4-BE49-F238E27FC236}">
                  <a16:creationId xmlns:a16="http://schemas.microsoft.com/office/drawing/2014/main" id="{D0D67B50-542B-90C5-E3FF-0113267E92FB}"/>
                </a:ext>
              </a:extLst>
            </p:cNvPr>
            <p:cNvSpPr/>
            <p:nvPr/>
          </p:nvSpPr>
          <p:spPr>
            <a:xfrm>
              <a:off x="4739332" y="5547244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60" name="타원 59">
              <a:extLst>
                <a:ext uri="{FF2B5EF4-FFF2-40B4-BE49-F238E27FC236}">
                  <a16:creationId xmlns:a16="http://schemas.microsoft.com/office/drawing/2014/main" id="{1567DBEC-9545-B32D-2CB2-B5362F4A80E3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63" name="TextBox 62">
            <a:extLst>
              <a:ext uri="{FF2B5EF4-FFF2-40B4-BE49-F238E27FC236}">
                <a16:creationId xmlns:a16="http://schemas.microsoft.com/office/drawing/2014/main" id="{3DF1B8FC-0AF6-999B-1AAB-60B91DDEA8BF}"/>
              </a:ext>
            </a:extLst>
          </p:cNvPr>
          <p:cNvSpPr txBox="1"/>
          <p:nvPr/>
        </p:nvSpPr>
        <p:spPr>
          <a:xfrm>
            <a:off x="2546341" y="343644"/>
            <a:ext cx="71077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84C</a:t>
            </a:r>
            <a:r>
              <a:rPr lang="ko-KR" altLang="en-US" sz="2000" b="1"/>
              <a:t>타입 간접</a:t>
            </a:r>
            <a:r>
              <a:rPr lang="en-US" altLang="ko-KR" sz="2000" b="1"/>
              <a:t>A /</a:t>
            </a:r>
            <a:r>
              <a:rPr lang="ko-KR" altLang="en-US" sz="2000" b="1"/>
              <a:t>간접</a:t>
            </a:r>
            <a:r>
              <a:rPr lang="en-US" altLang="ko-KR" sz="2000" b="1"/>
              <a:t> </a:t>
            </a:r>
            <a:r>
              <a:rPr lang="ko-KR" altLang="en-US" sz="2000" b="1"/>
              <a:t>센서 </a:t>
            </a:r>
            <a:r>
              <a:rPr lang="en-US" altLang="ko-KR" sz="2000" b="1"/>
              <a:t>SET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E626715-8C0D-5E3D-18A5-A1F3916A212B}"/>
              </a:ext>
            </a:extLst>
          </p:cNvPr>
          <p:cNvSpPr txBox="1"/>
          <p:nvPr/>
        </p:nvSpPr>
        <p:spPr>
          <a:xfrm>
            <a:off x="2650367" y="4218364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1200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B0E350-D7E6-A1D8-4416-25FDC4918216}"/>
              </a:ext>
            </a:extLst>
          </p:cNvPr>
          <p:cNvSpPr txBox="1"/>
          <p:nvPr/>
        </p:nvSpPr>
        <p:spPr>
          <a:xfrm>
            <a:off x="3570748" y="3547239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1500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25CEA0-B43A-D151-6929-0F90B1546AC5}"/>
              </a:ext>
            </a:extLst>
          </p:cNvPr>
          <p:cNvSpPr txBox="1"/>
          <p:nvPr/>
        </p:nvSpPr>
        <p:spPr>
          <a:xfrm>
            <a:off x="7704625" y="3808849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1200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C1362F-3047-89C7-567D-8453BDB1F711}"/>
              </a:ext>
            </a:extLst>
          </p:cNvPr>
          <p:cNvSpPr txBox="1"/>
          <p:nvPr/>
        </p:nvSpPr>
        <p:spPr>
          <a:xfrm>
            <a:off x="6243387" y="4445912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3101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805DBD9-44EC-340C-925F-225F44257BFF}"/>
              </a:ext>
            </a:extLst>
          </p:cNvPr>
          <p:cNvSpPr txBox="1"/>
          <p:nvPr/>
        </p:nvSpPr>
        <p:spPr>
          <a:xfrm>
            <a:off x="5731708" y="4979572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2297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82140D4-9C65-FCBD-540B-F03EFD10B95A}"/>
              </a:ext>
            </a:extLst>
          </p:cNvPr>
          <p:cNvSpPr txBox="1"/>
          <p:nvPr/>
        </p:nvSpPr>
        <p:spPr>
          <a:xfrm>
            <a:off x="3314908" y="6221815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3012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1B5E7CF-5773-8F15-0C77-9C7B06A1E90D}"/>
              </a:ext>
            </a:extLst>
          </p:cNvPr>
          <p:cNvSpPr txBox="1"/>
          <p:nvPr/>
        </p:nvSpPr>
        <p:spPr>
          <a:xfrm>
            <a:off x="4664640" y="6222266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2865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19EAC37-89FB-F982-1A68-60D91ED8089E}"/>
              </a:ext>
            </a:extLst>
          </p:cNvPr>
          <p:cNvSpPr txBox="1"/>
          <p:nvPr/>
        </p:nvSpPr>
        <p:spPr>
          <a:xfrm>
            <a:off x="6264303" y="6225813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4500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F5A9A5E-3AC2-64D2-C69D-9DA4A81F4DDC}"/>
              </a:ext>
            </a:extLst>
          </p:cNvPr>
          <p:cNvSpPr txBox="1"/>
          <p:nvPr/>
        </p:nvSpPr>
        <p:spPr>
          <a:xfrm>
            <a:off x="8158533" y="6145616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3817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345440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C239EA-2D76-95C4-2FE1-4995B8634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EDF5FB2-6E38-21D9-3BC8-D79F81664B6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064977" y="1007252"/>
            <a:ext cx="6129824" cy="534158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D6044DD-75C5-1557-AFE1-131FFE3AC2D7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𝑪𝒎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D6044DD-75C5-1557-AFE1-131FFE3AC2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123E294F-3E3F-CF77-AD9A-935DF45F1D0E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84C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EE80121-707E-A2E4-C12A-CF31A1DB443F}"/>
              </a:ext>
            </a:extLst>
          </p:cNvPr>
          <p:cNvSpPr/>
          <p:nvPr/>
        </p:nvSpPr>
        <p:spPr>
          <a:xfrm>
            <a:off x="7806107" y="5828837"/>
            <a:ext cx="859809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238BA6-3A57-1109-E988-11ED8633F258}"/>
              </a:ext>
            </a:extLst>
          </p:cNvPr>
          <p:cNvSpPr txBox="1"/>
          <p:nvPr/>
        </p:nvSpPr>
        <p:spPr>
          <a:xfrm>
            <a:off x="8081767" y="5122867"/>
            <a:ext cx="880242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err="1"/>
              <a:t>무선리모컨</a:t>
            </a:r>
            <a:endParaRPr lang="en-US" altLang="ko-KR" sz="1000" b="1"/>
          </a:p>
          <a:p>
            <a:pPr algn="ctr"/>
            <a:r>
              <a:rPr lang="en-US" altLang="ko-KR" sz="1000" b="1"/>
              <a:t>1</a:t>
            </a:r>
            <a:r>
              <a:rPr lang="ko-KR" altLang="en-US" sz="1000" b="1"/>
              <a:t>구</a:t>
            </a:r>
            <a:r>
              <a:rPr lang="en-US" altLang="ko-KR" sz="1000" b="1"/>
              <a:t>(3</a:t>
            </a:r>
            <a:r>
              <a:rPr lang="ko-KR" altLang="en-US" sz="1000" b="1"/>
              <a:t>채널</a:t>
            </a:r>
            <a:r>
              <a:rPr lang="en-US" altLang="ko-KR" sz="1000" b="1"/>
              <a:t>)</a:t>
            </a:r>
            <a:endParaRPr lang="ko-KR" altLang="en-US" sz="1000" b="1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2534AAE-DBB0-ABFA-E373-2E2086FCAC78}"/>
              </a:ext>
            </a:extLst>
          </p:cNvPr>
          <p:cNvSpPr/>
          <p:nvPr/>
        </p:nvSpPr>
        <p:spPr>
          <a:xfrm rot="5400000">
            <a:off x="6470577" y="5119569"/>
            <a:ext cx="102820" cy="162907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EC780991-30CD-213B-7EF1-63C92243DA9A}"/>
              </a:ext>
            </a:extLst>
          </p:cNvPr>
          <p:cNvSpPr/>
          <p:nvPr/>
        </p:nvSpPr>
        <p:spPr>
          <a:xfrm>
            <a:off x="6002486" y="4695040"/>
            <a:ext cx="1055836" cy="1066349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95753500-F8EB-046E-53B9-B1011160293D}"/>
              </a:ext>
            </a:extLst>
          </p:cNvPr>
          <p:cNvSpPr/>
          <p:nvPr/>
        </p:nvSpPr>
        <p:spPr>
          <a:xfrm>
            <a:off x="6155179" y="4838906"/>
            <a:ext cx="773822" cy="811555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BB540F-D522-198A-B670-142D582B8096}"/>
              </a:ext>
            </a:extLst>
          </p:cNvPr>
          <p:cNvSpPr txBox="1"/>
          <p:nvPr/>
        </p:nvSpPr>
        <p:spPr>
          <a:xfrm>
            <a:off x="5462942" y="4184128"/>
            <a:ext cx="1891732" cy="2462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028DBBB-18CE-BE31-8C8C-F4C225A71376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4FE6CCBA-5B0C-ED9D-9A7C-565B03B6618F}"/>
              </a:ext>
            </a:extLst>
          </p:cNvPr>
          <p:cNvGrpSpPr/>
          <p:nvPr/>
        </p:nvGrpSpPr>
        <p:grpSpPr>
          <a:xfrm>
            <a:off x="5642472" y="4759342"/>
            <a:ext cx="99883" cy="1027223"/>
            <a:chOff x="4737834" y="5083487"/>
            <a:chExt cx="99883" cy="1027223"/>
          </a:xfrm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744BA1A0-C8D2-63C2-54AC-259236BBE566}"/>
                </a:ext>
              </a:extLst>
            </p:cNvPr>
            <p:cNvSpPr/>
            <p:nvPr/>
          </p:nvSpPr>
          <p:spPr>
            <a:xfrm>
              <a:off x="4737834" y="508348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71A1D6A4-A7C4-E920-3661-9B5F96798FAD}"/>
                </a:ext>
              </a:extLst>
            </p:cNvPr>
            <p:cNvSpPr/>
            <p:nvPr/>
          </p:nvSpPr>
          <p:spPr>
            <a:xfrm>
              <a:off x="4739332" y="5547244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F8036690-6A6E-5FF1-CA86-FC510B377F3A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86D38322-4684-D57C-953D-AF05AFC3E757}"/>
              </a:ext>
            </a:extLst>
          </p:cNvPr>
          <p:cNvGrpSpPr/>
          <p:nvPr/>
        </p:nvGrpSpPr>
        <p:grpSpPr>
          <a:xfrm>
            <a:off x="7534686" y="5003617"/>
            <a:ext cx="98814" cy="638609"/>
            <a:chOff x="4737834" y="4900127"/>
            <a:chExt cx="98814" cy="638609"/>
          </a:xfrm>
          <a:solidFill>
            <a:srgbClr val="00B0F0"/>
          </a:solidFill>
        </p:grpSpPr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ACB6EDED-B0FF-B134-64E7-4D3C8176240A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FE6C5721-4524-3C34-66AF-769F91F9AE68}"/>
                </a:ext>
              </a:extLst>
            </p:cNvPr>
            <p:cNvSpPr/>
            <p:nvPr/>
          </p:nvSpPr>
          <p:spPr>
            <a:xfrm>
              <a:off x="4738263" y="5440351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A3D5AFB4-15F4-3351-6EA2-174E037AAF35}"/>
              </a:ext>
            </a:extLst>
          </p:cNvPr>
          <p:cNvGrpSpPr/>
          <p:nvPr/>
        </p:nvGrpSpPr>
        <p:grpSpPr>
          <a:xfrm rot="5400000">
            <a:off x="4752247" y="4281051"/>
            <a:ext cx="104184" cy="493106"/>
            <a:chOff x="5324822" y="4590584"/>
            <a:chExt cx="104184" cy="493106"/>
          </a:xfrm>
        </p:grpSpPr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E1880045-1439-421E-E3C5-15771ECA77D4}"/>
                </a:ext>
              </a:extLst>
            </p:cNvPr>
            <p:cNvSpPr/>
            <p:nvPr/>
          </p:nvSpPr>
          <p:spPr>
            <a:xfrm>
              <a:off x="5330621" y="4590584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093F5547-44D1-3C4D-8BE2-A4AA6AB5B890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5F258A84-B7E2-920F-C873-0E4218779455}"/>
              </a:ext>
            </a:extLst>
          </p:cNvPr>
          <p:cNvSpPr/>
          <p:nvPr/>
        </p:nvSpPr>
        <p:spPr>
          <a:xfrm flipV="1">
            <a:off x="4012380" y="3429000"/>
            <a:ext cx="98385" cy="66989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8BF91F1-7D7A-E414-5569-CD0C00D05674}"/>
              </a:ext>
            </a:extLst>
          </p:cNvPr>
          <p:cNvSpPr txBox="1"/>
          <p:nvPr/>
        </p:nvSpPr>
        <p:spPr>
          <a:xfrm>
            <a:off x="6490049" y="6407226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highlight>
                  <a:srgbClr val="FFFF00"/>
                </a:highlight>
              </a:rPr>
              <a:t>우물은 두가지 </a:t>
            </a:r>
            <a:r>
              <a:rPr lang="ko-KR" altLang="en-US" sz="1000" err="1">
                <a:highlight>
                  <a:srgbClr val="FFFF00"/>
                </a:highlight>
              </a:rPr>
              <a:t>타입중</a:t>
            </a:r>
            <a:r>
              <a:rPr lang="ko-KR" altLang="en-US" sz="1000">
                <a:highlight>
                  <a:srgbClr val="FFFF00"/>
                </a:highlight>
              </a:rPr>
              <a:t> 선택 가능합니다</a:t>
            </a:r>
            <a:r>
              <a:rPr lang="en-US" altLang="ko-KR" sz="100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>
                <a:highlight>
                  <a:srgbClr val="FFFF00"/>
                </a:highlight>
              </a:rPr>
              <a:t>. </a:t>
            </a:r>
            <a:endParaRPr lang="ko-KR" altLang="en-US" sz="1000">
              <a:highlight>
                <a:srgbClr val="FFFF00"/>
              </a:highlight>
            </a:endParaRPr>
          </a:p>
        </p:txBody>
      </p: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84B7BB72-8796-D8A2-07B4-BB82E5E1842F}"/>
              </a:ext>
            </a:extLst>
          </p:cNvPr>
          <p:cNvCxnSpPr>
            <a:cxnSpLocks/>
          </p:cNvCxnSpPr>
          <p:nvPr/>
        </p:nvCxnSpPr>
        <p:spPr>
          <a:xfrm flipV="1">
            <a:off x="6775982" y="5761389"/>
            <a:ext cx="0" cy="6849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13">
            <a:extLst>
              <a:ext uri="{FF2B5EF4-FFF2-40B4-BE49-F238E27FC236}">
                <a16:creationId xmlns:a16="http://schemas.microsoft.com/office/drawing/2014/main" id="{A830210A-1F1A-7DA8-DF0C-1E2C6DF1F452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AB3F1A85-6AF6-0D8E-0E86-20632D367640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88894FF4-31F7-30FD-E28D-830FFFA5761A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D53FAE4F-0702-7013-8593-3CE5FC5C0AAC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05AAA026-9E45-2BE8-D1CE-EC6C2BA75CD2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2" name="TextBox 11">
              <a:extLst>
                <a:ext uri="{FF2B5EF4-FFF2-40B4-BE49-F238E27FC236}">
                  <a16:creationId xmlns:a16="http://schemas.microsoft.com/office/drawing/2014/main" id="{9BBDB431-00B3-DD95-208E-F4FBCB4B43EB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8F53C4B8-1595-FE5C-BAB7-CA0536904E54}"/>
              </a:ext>
            </a:extLst>
          </p:cNvPr>
          <p:cNvSpPr/>
          <p:nvPr/>
        </p:nvSpPr>
        <p:spPr>
          <a:xfrm flipV="1">
            <a:off x="3202543" y="4073825"/>
            <a:ext cx="98385" cy="52357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C570B928-A5A9-23D9-353F-37F39AACC141}"/>
              </a:ext>
            </a:extLst>
          </p:cNvPr>
          <p:cNvGrpSpPr/>
          <p:nvPr/>
        </p:nvGrpSpPr>
        <p:grpSpPr>
          <a:xfrm>
            <a:off x="4130775" y="3556747"/>
            <a:ext cx="387045" cy="414400"/>
            <a:chOff x="9272214" y="3797098"/>
            <a:chExt cx="387045" cy="414400"/>
          </a:xfrm>
          <a:solidFill>
            <a:srgbClr val="CC0000"/>
          </a:solidFill>
        </p:grpSpPr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id="{2D871BDB-5A7E-75D4-C933-902A32EAC484}"/>
                </a:ext>
              </a:extLst>
            </p:cNvPr>
            <p:cNvGrpSpPr/>
            <p:nvPr/>
          </p:nvGrpSpPr>
          <p:grpSpPr>
            <a:xfrm>
              <a:off x="9560445" y="3799905"/>
              <a:ext cx="98814" cy="411593"/>
              <a:chOff x="4674334" y="4900127"/>
              <a:chExt cx="98814" cy="411593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54" name="타원 53">
                <a:extLst>
                  <a:ext uri="{FF2B5EF4-FFF2-40B4-BE49-F238E27FC236}">
                    <a16:creationId xmlns:a16="http://schemas.microsoft.com/office/drawing/2014/main" id="{1A08903E-F4B9-11FC-9772-2A6E490A19FC}"/>
                  </a:ext>
                </a:extLst>
              </p:cNvPr>
              <p:cNvSpPr/>
              <p:nvPr/>
            </p:nvSpPr>
            <p:spPr>
              <a:xfrm>
                <a:off x="46743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5" name="타원 54">
                <a:extLst>
                  <a:ext uri="{FF2B5EF4-FFF2-40B4-BE49-F238E27FC236}">
                    <a16:creationId xmlns:a16="http://schemas.microsoft.com/office/drawing/2014/main" id="{0576E739-F5E8-2815-441C-E469419438F0}"/>
                  </a:ext>
                </a:extLst>
              </p:cNvPr>
              <p:cNvSpPr/>
              <p:nvPr/>
            </p:nvSpPr>
            <p:spPr>
              <a:xfrm>
                <a:off x="4674763" y="5213335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0" name="별: 꼭짓점 7개 49">
              <a:extLst>
                <a:ext uri="{FF2B5EF4-FFF2-40B4-BE49-F238E27FC236}">
                  <a16:creationId xmlns:a16="http://schemas.microsoft.com/office/drawing/2014/main" id="{A51256CD-7E42-BA9B-8720-03BDE33EE193}"/>
                </a:ext>
              </a:extLst>
            </p:cNvPr>
            <p:cNvSpPr/>
            <p:nvPr/>
          </p:nvSpPr>
          <p:spPr>
            <a:xfrm rot="5400000">
              <a:off x="9343514" y="3870257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51" name="그룹 50">
              <a:extLst>
                <a:ext uri="{FF2B5EF4-FFF2-40B4-BE49-F238E27FC236}">
                  <a16:creationId xmlns:a16="http://schemas.microsoft.com/office/drawing/2014/main" id="{14FB703F-131C-99BB-C087-6EE728DE32AF}"/>
                </a:ext>
              </a:extLst>
            </p:cNvPr>
            <p:cNvGrpSpPr/>
            <p:nvPr/>
          </p:nvGrpSpPr>
          <p:grpSpPr>
            <a:xfrm>
              <a:off x="9272214" y="3797098"/>
              <a:ext cx="98814" cy="411593"/>
              <a:chOff x="4818802" y="4900127"/>
              <a:chExt cx="98814" cy="411593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52" name="타원 51">
                <a:extLst>
                  <a:ext uri="{FF2B5EF4-FFF2-40B4-BE49-F238E27FC236}">
                    <a16:creationId xmlns:a16="http://schemas.microsoft.com/office/drawing/2014/main" id="{F006F76A-8322-A591-5139-0C8D96540BB6}"/>
                  </a:ext>
                </a:extLst>
              </p:cNvPr>
              <p:cNvSpPr/>
              <p:nvPr/>
            </p:nvSpPr>
            <p:spPr>
              <a:xfrm>
                <a:off x="4818802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3" name="타원 52">
                <a:extLst>
                  <a:ext uri="{FF2B5EF4-FFF2-40B4-BE49-F238E27FC236}">
                    <a16:creationId xmlns:a16="http://schemas.microsoft.com/office/drawing/2014/main" id="{9DCBC899-C42A-9573-4362-7B49009E00D0}"/>
                  </a:ext>
                </a:extLst>
              </p:cNvPr>
              <p:cNvSpPr/>
              <p:nvPr/>
            </p:nvSpPr>
            <p:spPr>
              <a:xfrm>
                <a:off x="4819231" y="5213335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8AF009FB-717E-9078-71BC-A02AA8F81330}"/>
              </a:ext>
            </a:extLst>
          </p:cNvPr>
          <p:cNvSpPr/>
          <p:nvPr/>
        </p:nvSpPr>
        <p:spPr>
          <a:xfrm flipV="1">
            <a:off x="7691847" y="3670599"/>
            <a:ext cx="98385" cy="52357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FF702DA1-804F-9FC3-32AA-7E9530069799}"/>
              </a:ext>
            </a:extLst>
          </p:cNvPr>
          <p:cNvGrpSpPr/>
          <p:nvPr/>
        </p:nvGrpSpPr>
        <p:grpSpPr>
          <a:xfrm>
            <a:off x="7305482" y="4807407"/>
            <a:ext cx="99883" cy="1027223"/>
            <a:chOff x="4737834" y="5083487"/>
            <a:chExt cx="99883" cy="1027223"/>
          </a:xfrm>
        </p:grpSpPr>
        <p:sp>
          <p:nvSpPr>
            <p:cNvPr id="58" name="타원 57">
              <a:extLst>
                <a:ext uri="{FF2B5EF4-FFF2-40B4-BE49-F238E27FC236}">
                  <a16:creationId xmlns:a16="http://schemas.microsoft.com/office/drawing/2014/main" id="{15CDCA53-C878-C79C-55B2-A90A3B23DC75}"/>
                </a:ext>
              </a:extLst>
            </p:cNvPr>
            <p:cNvSpPr/>
            <p:nvPr/>
          </p:nvSpPr>
          <p:spPr>
            <a:xfrm>
              <a:off x="4737834" y="508348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9" name="타원 58">
              <a:extLst>
                <a:ext uri="{FF2B5EF4-FFF2-40B4-BE49-F238E27FC236}">
                  <a16:creationId xmlns:a16="http://schemas.microsoft.com/office/drawing/2014/main" id="{603CD738-848C-CE14-BDC8-43EE50579A47}"/>
                </a:ext>
              </a:extLst>
            </p:cNvPr>
            <p:cNvSpPr/>
            <p:nvPr/>
          </p:nvSpPr>
          <p:spPr>
            <a:xfrm>
              <a:off x="4739332" y="5547244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60" name="타원 59">
              <a:extLst>
                <a:ext uri="{FF2B5EF4-FFF2-40B4-BE49-F238E27FC236}">
                  <a16:creationId xmlns:a16="http://schemas.microsoft.com/office/drawing/2014/main" id="{A7D77673-2312-EAA6-0E14-93BB56C13CC0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A4F46EC-E1F8-7231-F9AF-6BB6876A5CD9}"/>
              </a:ext>
            </a:extLst>
          </p:cNvPr>
          <p:cNvSpPr txBox="1"/>
          <p:nvPr/>
        </p:nvSpPr>
        <p:spPr>
          <a:xfrm>
            <a:off x="2650367" y="4218364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1200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794ED7-5316-5812-C3A0-4F8222089656}"/>
              </a:ext>
            </a:extLst>
          </p:cNvPr>
          <p:cNvSpPr txBox="1"/>
          <p:nvPr/>
        </p:nvSpPr>
        <p:spPr>
          <a:xfrm>
            <a:off x="3570748" y="3547239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1500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3051F73-1C83-2533-D289-58629AA73E08}"/>
              </a:ext>
            </a:extLst>
          </p:cNvPr>
          <p:cNvSpPr txBox="1"/>
          <p:nvPr/>
        </p:nvSpPr>
        <p:spPr>
          <a:xfrm>
            <a:off x="7704625" y="3808849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1200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7CEA26C-A964-463A-3E78-0C664E3EFA65}"/>
              </a:ext>
            </a:extLst>
          </p:cNvPr>
          <p:cNvSpPr txBox="1"/>
          <p:nvPr/>
        </p:nvSpPr>
        <p:spPr>
          <a:xfrm>
            <a:off x="6243387" y="4445912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3101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C71AD0D-1953-1254-F258-C53F4A7B4714}"/>
              </a:ext>
            </a:extLst>
          </p:cNvPr>
          <p:cNvSpPr txBox="1"/>
          <p:nvPr/>
        </p:nvSpPr>
        <p:spPr>
          <a:xfrm>
            <a:off x="5731708" y="4979572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2297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606055E-EE6D-3459-8383-1A99AE168F9A}"/>
              </a:ext>
            </a:extLst>
          </p:cNvPr>
          <p:cNvSpPr txBox="1"/>
          <p:nvPr/>
        </p:nvSpPr>
        <p:spPr>
          <a:xfrm>
            <a:off x="3314908" y="6221815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3012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39D9D9F-E43F-474F-246E-894C41BEDE4C}"/>
              </a:ext>
            </a:extLst>
          </p:cNvPr>
          <p:cNvSpPr txBox="1"/>
          <p:nvPr/>
        </p:nvSpPr>
        <p:spPr>
          <a:xfrm>
            <a:off x="4664640" y="6222266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2865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4D6D620-F52D-CB43-F9B0-5E24AF3521A5}"/>
              </a:ext>
            </a:extLst>
          </p:cNvPr>
          <p:cNvSpPr txBox="1"/>
          <p:nvPr/>
        </p:nvSpPr>
        <p:spPr>
          <a:xfrm>
            <a:off x="6264303" y="6225813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4500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C168E98-A91C-9138-BE57-7AF6885568AD}"/>
              </a:ext>
            </a:extLst>
          </p:cNvPr>
          <p:cNvSpPr txBox="1"/>
          <p:nvPr/>
        </p:nvSpPr>
        <p:spPr>
          <a:xfrm>
            <a:off x="8158533" y="6145616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3817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115020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160A9-23CF-67C0-6A58-1DD3C6E2E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913B116-961F-9739-26BB-B6F4799D957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064977" y="1007252"/>
            <a:ext cx="6129824" cy="534158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89281F3-CD49-2909-5109-B4C48122F5B6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𝑪𝒎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89281F3-CD49-2909-5109-B4C48122F5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4921446C-8B76-245E-8F47-312545AF7D07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84C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 + </a:t>
            </a:r>
            <a:r>
              <a:rPr lang="ko-KR" altLang="en-US" sz="2000" b="1" err="1"/>
              <a:t>실링팬</a:t>
            </a:r>
            <a:r>
              <a:rPr lang="ko-KR" altLang="en-US" sz="2000" b="1"/>
              <a:t> 우물두줄</a:t>
            </a:r>
            <a:endParaRPr lang="en-US" altLang="ko-KR" sz="2000" b="1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5C46927-E193-D08B-63CE-7B75A1F375F1}"/>
              </a:ext>
            </a:extLst>
          </p:cNvPr>
          <p:cNvSpPr/>
          <p:nvPr/>
        </p:nvSpPr>
        <p:spPr>
          <a:xfrm>
            <a:off x="7806107" y="5828837"/>
            <a:ext cx="859809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ED2F88-566A-CC2F-49C9-3D74BA0BEAAD}"/>
              </a:ext>
            </a:extLst>
          </p:cNvPr>
          <p:cNvSpPr txBox="1"/>
          <p:nvPr/>
        </p:nvSpPr>
        <p:spPr>
          <a:xfrm>
            <a:off x="8081767" y="5122867"/>
            <a:ext cx="880242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err="1"/>
              <a:t>무선리모컨</a:t>
            </a:r>
            <a:endParaRPr lang="en-US" altLang="ko-KR" sz="1000" b="1"/>
          </a:p>
          <a:p>
            <a:pPr algn="ctr"/>
            <a:r>
              <a:rPr lang="en-US" altLang="ko-KR" sz="1000" b="1"/>
              <a:t>1</a:t>
            </a:r>
            <a:r>
              <a:rPr lang="ko-KR" altLang="en-US" sz="1000" b="1"/>
              <a:t>구</a:t>
            </a:r>
            <a:r>
              <a:rPr lang="en-US" altLang="ko-KR" sz="1000" b="1"/>
              <a:t>(3</a:t>
            </a:r>
            <a:r>
              <a:rPr lang="ko-KR" altLang="en-US" sz="1000" b="1"/>
              <a:t>채널</a:t>
            </a:r>
            <a:r>
              <a:rPr lang="en-US" altLang="ko-KR" sz="1000" b="1"/>
              <a:t>)</a:t>
            </a:r>
            <a:endParaRPr lang="ko-KR" altLang="en-US" sz="1000" b="1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36F7FC4-0B8B-2474-948E-C53CDBC71E5F}"/>
              </a:ext>
            </a:extLst>
          </p:cNvPr>
          <p:cNvSpPr/>
          <p:nvPr/>
        </p:nvSpPr>
        <p:spPr>
          <a:xfrm rot="5400000">
            <a:off x="6470577" y="5119569"/>
            <a:ext cx="102820" cy="162907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AD228580-7CD6-165C-1EBA-4677CC1E580C}"/>
              </a:ext>
            </a:extLst>
          </p:cNvPr>
          <p:cNvSpPr/>
          <p:nvPr/>
        </p:nvSpPr>
        <p:spPr>
          <a:xfrm>
            <a:off x="6002486" y="4695040"/>
            <a:ext cx="1055836" cy="1066349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3A8E92AC-C40B-01F2-AAAA-7411F2610F73}"/>
              </a:ext>
            </a:extLst>
          </p:cNvPr>
          <p:cNvSpPr/>
          <p:nvPr/>
        </p:nvSpPr>
        <p:spPr>
          <a:xfrm>
            <a:off x="6155179" y="4838906"/>
            <a:ext cx="773822" cy="811555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3A91D3-6C2B-F420-2FC2-DD244DB5D651}"/>
              </a:ext>
            </a:extLst>
          </p:cNvPr>
          <p:cNvSpPr txBox="1"/>
          <p:nvPr/>
        </p:nvSpPr>
        <p:spPr>
          <a:xfrm>
            <a:off x="5462942" y="4184128"/>
            <a:ext cx="1891732" cy="2462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7C504E2-659F-A3D4-9532-357E399BCCC8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13" name="별: 꼭짓점 4개 12">
            <a:extLst>
              <a:ext uri="{FF2B5EF4-FFF2-40B4-BE49-F238E27FC236}">
                <a16:creationId xmlns:a16="http://schemas.microsoft.com/office/drawing/2014/main" id="{D93D35A8-BCC3-551C-C8A1-87C94F0801B0}"/>
              </a:ext>
            </a:extLst>
          </p:cNvPr>
          <p:cNvSpPr/>
          <p:nvPr/>
        </p:nvSpPr>
        <p:spPr>
          <a:xfrm>
            <a:off x="6279838" y="4967465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C277996C-71DD-ADFA-1D5B-0689ECC142FF}"/>
              </a:ext>
            </a:extLst>
          </p:cNvPr>
          <p:cNvGrpSpPr/>
          <p:nvPr/>
        </p:nvGrpSpPr>
        <p:grpSpPr>
          <a:xfrm>
            <a:off x="5642472" y="4759342"/>
            <a:ext cx="99883" cy="1027223"/>
            <a:chOff x="4737834" y="5083487"/>
            <a:chExt cx="99883" cy="1027223"/>
          </a:xfrm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AFE1FA9C-BB0F-AC9C-390B-ED8E6C11694D}"/>
                </a:ext>
              </a:extLst>
            </p:cNvPr>
            <p:cNvSpPr/>
            <p:nvPr/>
          </p:nvSpPr>
          <p:spPr>
            <a:xfrm>
              <a:off x="4737834" y="508348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001D46F6-E4E7-6F89-1268-AA30A03F855E}"/>
                </a:ext>
              </a:extLst>
            </p:cNvPr>
            <p:cNvSpPr/>
            <p:nvPr/>
          </p:nvSpPr>
          <p:spPr>
            <a:xfrm>
              <a:off x="4739332" y="5547244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7AE71759-CAB1-D47F-505D-EEE6A9AB47F7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E6794C91-FCFF-D9D4-0D4C-FF62F5D3D927}"/>
              </a:ext>
            </a:extLst>
          </p:cNvPr>
          <p:cNvGrpSpPr/>
          <p:nvPr/>
        </p:nvGrpSpPr>
        <p:grpSpPr>
          <a:xfrm>
            <a:off x="7534686" y="5003617"/>
            <a:ext cx="98814" cy="638609"/>
            <a:chOff x="4737834" y="4900127"/>
            <a:chExt cx="98814" cy="638609"/>
          </a:xfrm>
          <a:solidFill>
            <a:srgbClr val="00B0F0"/>
          </a:solidFill>
        </p:grpSpPr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77FDF348-89B9-D793-C2DD-992614474ABC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6E8ECFDD-F4D4-BAC5-B930-58FFA49D601D}"/>
                </a:ext>
              </a:extLst>
            </p:cNvPr>
            <p:cNvSpPr/>
            <p:nvPr/>
          </p:nvSpPr>
          <p:spPr>
            <a:xfrm>
              <a:off x="4738263" y="5440351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24696BAA-0369-F54F-4761-2896A792C7EA}"/>
              </a:ext>
            </a:extLst>
          </p:cNvPr>
          <p:cNvGrpSpPr/>
          <p:nvPr/>
        </p:nvGrpSpPr>
        <p:grpSpPr>
          <a:xfrm rot="5400000">
            <a:off x="4752247" y="4281051"/>
            <a:ext cx="104184" cy="493106"/>
            <a:chOff x="5324822" y="4590584"/>
            <a:chExt cx="104184" cy="493106"/>
          </a:xfrm>
        </p:grpSpPr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E32C45CC-8218-0F99-071C-0C3375A9B789}"/>
                </a:ext>
              </a:extLst>
            </p:cNvPr>
            <p:cNvSpPr/>
            <p:nvPr/>
          </p:nvSpPr>
          <p:spPr>
            <a:xfrm>
              <a:off x="5330621" y="4590584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C0DCC195-75FB-0147-C36A-A90E450C69C8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E4D34D6B-BEB1-0DA6-DB01-7CCBCCA973FC}"/>
              </a:ext>
            </a:extLst>
          </p:cNvPr>
          <p:cNvSpPr/>
          <p:nvPr/>
        </p:nvSpPr>
        <p:spPr>
          <a:xfrm flipV="1">
            <a:off x="4012380" y="3429000"/>
            <a:ext cx="98385" cy="66989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EE2B85D-FA51-0F85-C414-E0BDCA4D382D}"/>
              </a:ext>
            </a:extLst>
          </p:cNvPr>
          <p:cNvSpPr txBox="1"/>
          <p:nvPr/>
        </p:nvSpPr>
        <p:spPr>
          <a:xfrm>
            <a:off x="6490049" y="6407226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highlight>
                  <a:srgbClr val="FFFF00"/>
                </a:highlight>
              </a:rPr>
              <a:t>우물은 두가지 </a:t>
            </a:r>
            <a:r>
              <a:rPr lang="ko-KR" altLang="en-US" sz="1000" err="1">
                <a:highlight>
                  <a:srgbClr val="FFFF00"/>
                </a:highlight>
              </a:rPr>
              <a:t>타입중</a:t>
            </a:r>
            <a:r>
              <a:rPr lang="ko-KR" altLang="en-US" sz="1000">
                <a:highlight>
                  <a:srgbClr val="FFFF00"/>
                </a:highlight>
              </a:rPr>
              <a:t> 선택 가능합니다</a:t>
            </a:r>
            <a:r>
              <a:rPr lang="en-US" altLang="ko-KR" sz="100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>
                <a:highlight>
                  <a:srgbClr val="FFFF00"/>
                </a:highlight>
              </a:rPr>
              <a:t>. </a:t>
            </a:r>
            <a:endParaRPr lang="ko-KR" altLang="en-US" sz="1000">
              <a:highlight>
                <a:srgbClr val="FFFF00"/>
              </a:highlight>
            </a:endParaRPr>
          </a:p>
        </p:txBody>
      </p: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63819982-464A-9A97-419F-B32BEA84C417}"/>
              </a:ext>
            </a:extLst>
          </p:cNvPr>
          <p:cNvCxnSpPr>
            <a:cxnSpLocks/>
          </p:cNvCxnSpPr>
          <p:nvPr/>
        </p:nvCxnSpPr>
        <p:spPr>
          <a:xfrm flipV="1">
            <a:off x="6775982" y="5761389"/>
            <a:ext cx="0" cy="6849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9B6349C2-7F50-11B0-EF6A-19FD65E3F5FE}"/>
              </a:ext>
            </a:extLst>
          </p:cNvPr>
          <p:cNvSpPr txBox="1"/>
          <p:nvPr/>
        </p:nvSpPr>
        <p:spPr>
          <a:xfrm>
            <a:off x="4303096" y="6269730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err="1">
                <a:highlight>
                  <a:srgbClr val="FFFF00"/>
                </a:highlight>
              </a:rPr>
              <a:t>실링팬</a:t>
            </a:r>
            <a:r>
              <a:rPr lang="ko-KR" altLang="en-US" sz="1000" b="1">
                <a:highlight>
                  <a:srgbClr val="FFFF00"/>
                </a:highlight>
              </a:rPr>
              <a:t> </a:t>
            </a:r>
            <a:r>
              <a:rPr lang="ko-KR" altLang="en-US" sz="1000" b="1" err="1">
                <a:highlight>
                  <a:srgbClr val="FFFF00"/>
                </a:highlight>
              </a:rPr>
              <a:t>루씨에어</a:t>
            </a:r>
            <a:endParaRPr lang="en-US" altLang="ko-KR" sz="1000" b="1">
              <a:highlight>
                <a:srgbClr val="FFFF00"/>
              </a:highlight>
            </a:endParaRPr>
          </a:p>
          <a:p>
            <a:r>
              <a:rPr lang="ko-KR" altLang="en-US" sz="1000" b="1">
                <a:highlight>
                  <a:srgbClr val="FFFF00"/>
                </a:highlight>
              </a:rPr>
              <a:t>설치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보강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우물 천장 안 실크 도배</a:t>
            </a:r>
            <a:br>
              <a:rPr lang="en-US" altLang="ko-KR" sz="1000" b="1">
                <a:highlight>
                  <a:srgbClr val="FFFF00"/>
                </a:highlight>
              </a:rPr>
            </a:br>
            <a:r>
              <a:rPr lang="ko-KR" altLang="en-US" sz="1000" b="1">
                <a:highlight>
                  <a:srgbClr val="FFFF00"/>
                </a:highlight>
              </a:rPr>
              <a:t>우물조명 </a:t>
            </a:r>
            <a:r>
              <a:rPr lang="en-US" altLang="ko-KR" sz="1000" b="1">
                <a:highlight>
                  <a:srgbClr val="FFFF00"/>
                </a:highlight>
              </a:rPr>
              <a:t>2</a:t>
            </a:r>
            <a:r>
              <a:rPr lang="ko-KR" altLang="en-US" sz="1000" b="1">
                <a:highlight>
                  <a:srgbClr val="FFFF00"/>
                </a:highlight>
              </a:rPr>
              <a:t>줄 </a:t>
            </a:r>
            <a:r>
              <a:rPr lang="ko-KR" altLang="en-US" sz="1000" b="1" err="1">
                <a:highlight>
                  <a:srgbClr val="FFFF00"/>
                </a:highlight>
              </a:rPr>
              <a:t>전구색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 err="1">
                <a:highlight>
                  <a:srgbClr val="FFFF00"/>
                </a:highlight>
              </a:rPr>
              <a:t>주백색</a:t>
            </a:r>
            <a:endParaRPr lang="en-US" altLang="ko-KR" sz="1000" b="1">
              <a:highlight>
                <a:srgbClr val="FFFF00"/>
              </a:highlight>
            </a:endParaRPr>
          </a:p>
        </p:txBody>
      </p:sp>
      <p:sp>
        <p:nvSpPr>
          <p:cNvPr id="37" name="TextBox 13">
            <a:extLst>
              <a:ext uri="{FF2B5EF4-FFF2-40B4-BE49-F238E27FC236}">
                <a16:creationId xmlns:a16="http://schemas.microsoft.com/office/drawing/2014/main" id="{C498F7C7-CD0F-CA7F-BB34-45D43BDBFF68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2CF201A7-B786-2A27-CD50-9356DDED96BC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4AD66488-FD46-78A0-F067-A65A4A3F973C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30CD3691-B491-E3F5-F9DF-11EB0B74EA30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3824079A-CA6B-0D2F-A5C6-249000AA69D2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2" name="TextBox 11">
              <a:extLst>
                <a:ext uri="{FF2B5EF4-FFF2-40B4-BE49-F238E27FC236}">
                  <a16:creationId xmlns:a16="http://schemas.microsoft.com/office/drawing/2014/main" id="{B81C3DC0-4DE5-77C7-2C4F-6A0EC87D61C5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B297C744-A902-CBA3-F4A2-8086F6FAC191}"/>
              </a:ext>
            </a:extLst>
          </p:cNvPr>
          <p:cNvSpPr/>
          <p:nvPr/>
        </p:nvSpPr>
        <p:spPr>
          <a:xfrm flipV="1">
            <a:off x="3202543" y="4073825"/>
            <a:ext cx="98385" cy="52357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E2902630-D40F-AD82-CC59-5692F400B095}"/>
              </a:ext>
            </a:extLst>
          </p:cNvPr>
          <p:cNvGrpSpPr/>
          <p:nvPr/>
        </p:nvGrpSpPr>
        <p:grpSpPr>
          <a:xfrm>
            <a:off x="4130775" y="3556747"/>
            <a:ext cx="387045" cy="414400"/>
            <a:chOff x="9272214" y="3797098"/>
            <a:chExt cx="387045" cy="414400"/>
          </a:xfrm>
          <a:solidFill>
            <a:srgbClr val="CC0000"/>
          </a:solidFill>
        </p:grpSpPr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id="{43F89AA4-4508-21AC-4C41-F4DC68AC4817}"/>
                </a:ext>
              </a:extLst>
            </p:cNvPr>
            <p:cNvGrpSpPr/>
            <p:nvPr/>
          </p:nvGrpSpPr>
          <p:grpSpPr>
            <a:xfrm>
              <a:off x="9560445" y="3799905"/>
              <a:ext cx="98814" cy="411593"/>
              <a:chOff x="4674334" y="4900127"/>
              <a:chExt cx="98814" cy="411593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54" name="타원 53">
                <a:extLst>
                  <a:ext uri="{FF2B5EF4-FFF2-40B4-BE49-F238E27FC236}">
                    <a16:creationId xmlns:a16="http://schemas.microsoft.com/office/drawing/2014/main" id="{24305FEC-0E0A-6EC4-CBB5-4518EE5C811B}"/>
                  </a:ext>
                </a:extLst>
              </p:cNvPr>
              <p:cNvSpPr/>
              <p:nvPr/>
            </p:nvSpPr>
            <p:spPr>
              <a:xfrm>
                <a:off x="46743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5" name="타원 54">
                <a:extLst>
                  <a:ext uri="{FF2B5EF4-FFF2-40B4-BE49-F238E27FC236}">
                    <a16:creationId xmlns:a16="http://schemas.microsoft.com/office/drawing/2014/main" id="{1B40288E-948D-2F8C-5A4B-64ECC63FB76D}"/>
                  </a:ext>
                </a:extLst>
              </p:cNvPr>
              <p:cNvSpPr/>
              <p:nvPr/>
            </p:nvSpPr>
            <p:spPr>
              <a:xfrm>
                <a:off x="4674763" y="5213335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0" name="별: 꼭짓점 7개 49">
              <a:extLst>
                <a:ext uri="{FF2B5EF4-FFF2-40B4-BE49-F238E27FC236}">
                  <a16:creationId xmlns:a16="http://schemas.microsoft.com/office/drawing/2014/main" id="{4C7EBDA9-7263-C95B-D21C-AF26BCB3156E}"/>
                </a:ext>
              </a:extLst>
            </p:cNvPr>
            <p:cNvSpPr/>
            <p:nvPr/>
          </p:nvSpPr>
          <p:spPr>
            <a:xfrm rot="5400000">
              <a:off x="9343514" y="3870257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51" name="그룹 50">
              <a:extLst>
                <a:ext uri="{FF2B5EF4-FFF2-40B4-BE49-F238E27FC236}">
                  <a16:creationId xmlns:a16="http://schemas.microsoft.com/office/drawing/2014/main" id="{EE4AC7F5-DB02-93FB-03D8-6580037BF512}"/>
                </a:ext>
              </a:extLst>
            </p:cNvPr>
            <p:cNvGrpSpPr/>
            <p:nvPr/>
          </p:nvGrpSpPr>
          <p:grpSpPr>
            <a:xfrm>
              <a:off x="9272214" y="3797098"/>
              <a:ext cx="98814" cy="411593"/>
              <a:chOff x="4818802" y="4900127"/>
              <a:chExt cx="98814" cy="411593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52" name="타원 51">
                <a:extLst>
                  <a:ext uri="{FF2B5EF4-FFF2-40B4-BE49-F238E27FC236}">
                    <a16:creationId xmlns:a16="http://schemas.microsoft.com/office/drawing/2014/main" id="{021D1F8D-21D6-8191-74B4-A82D1623CE31}"/>
                  </a:ext>
                </a:extLst>
              </p:cNvPr>
              <p:cNvSpPr/>
              <p:nvPr/>
            </p:nvSpPr>
            <p:spPr>
              <a:xfrm>
                <a:off x="4818802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3" name="타원 52">
                <a:extLst>
                  <a:ext uri="{FF2B5EF4-FFF2-40B4-BE49-F238E27FC236}">
                    <a16:creationId xmlns:a16="http://schemas.microsoft.com/office/drawing/2014/main" id="{32253C92-D9F9-52D9-9A81-F37958E68039}"/>
                  </a:ext>
                </a:extLst>
              </p:cNvPr>
              <p:cNvSpPr/>
              <p:nvPr/>
            </p:nvSpPr>
            <p:spPr>
              <a:xfrm>
                <a:off x="4819231" y="5213335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21367542-7158-F575-4A49-77826B7D1E68}"/>
              </a:ext>
            </a:extLst>
          </p:cNvPr>
          <p:cNvSpPr/>
          <p:nvPr/>
        </p:nvSpPr>
        <p:spPr>
          <a:xfrm flipV="1">
            <a:off x="7691847" y="3670599"/>
            <a:ext cx="98385" cy="52357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7206EC5E-B1C6-2BC5-345D-FD3BC0898504}"/>
              </a:ext>
            </a:extLst>
          </p:cNvPr>
          <p:cNvGrpSpPr/>
          <p:nvPr/>
        </p:nvGrpSpPr>
        <p:grpSpPr>
          <a:xfrm>
            <a:off x="7305482" y="4807407"/>
            <a:ext cx="99883" cy="1027223"/>
            <a:chOff x="4737834" y="5083487"/>
            <a:chExt cx="99883" cy="1027223"/>
          </a:xfrm>
        </p:grpSpPr>
        <p:sp>
          <p:nvSpPr>
            <p:cNvPr id="58" name="타원 57">
              <a:extLst>
                <a:ext uri="{FF2B5EF4-FFF2-40B4-BE49-F238E27FC236}">
                  <a16:creationId xmlns:a16="http://schemas.microsoft.com/office/drawing/2014/main" id="{124863AA-95D1-CFA6-B494-21008CD68FA3}"/>
                </a:ext>
              </a:extLst>
            </p:cNvPr>
            <p:cNvSpPr/>
            <p:nvPr/>
          </p:nvSpPr>
          <p:spPr>
            <a:xfrm>
              <a:off x="4737834" y="508348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9" name="타원 58">
              <a:extLst>
                <a:ext uri="{FF2B5EF4-FFF2-40B4-BE49-F238E27FC236}">
                  <a16:creationId xmlns:a16="http://schemas.microsoft.com/office/drawing/2014/main" id="{05DD95BC-D8EE-6CBB-421F-0EDCD909013E}"/>
                </a:ext>
              </a:extLst>
            </p:cNvPr>
            <p:cNvSpPr/>
            <p:nvPr/>
          </p:nvSpPr>
          <p:spPr>
            <a:xfrm>
              <a:off x="4739332" y="5547244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60" name="타원 59">
              <a:extLst>
                <a:ext uri="{FF2B5EF4-FFF2-40B4-BE49-F238E27FC236}">
                  <a16:creationId xmlns:a16="http://schemas.microsoft.com/office/drawing/2014/main" id="{43E4D6A6-9E3E-7BC0-6D06-348933F96E40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CD557E78-4A8D-FBED-B6A4-18CE8AB7AF40}"/>
              </a:ext>
            </a:extLst>
          </p:cNvPr>
          <p:cNvSpPr txBox="1"/>
          <p:nvPr/>
        </p:nvSpPr>
        <p:spPr>
          <a:xfrm>
            <a:off x="2650367" y="4218364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1200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4FA9F3B-702C-29D5-DE51-AF4E2E8CBEAF}"/>
              </a:ext>
            </a:extLst>
          </p:cNvPr>
          <p:cNvSpPr txBox="1"/>
          <p:nvPr/>
        </p:nvSpPr>
        <p:spPr>
          <a:xfrm>
            <a:off x="3570748" y="3547239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1500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EBB5E69-045F-ECD5-9D4A-858B8D484089}"/>
              </a:ext>
            </a:extLst>
          </p:cNvPr>
          <p:cNvSpPr txBox="1"/>
          <p:nvPr/>
        </p:nvSpPr>
        <p:spPr>
          <a:xfrm>
            <a:off x="7704625" y="3808849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1200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7F3CE14-28AF-37ED-EBAC-3801979AC89B}"/>
              </a:ext>
            </a:extLst>
          </p:cNvPr>
          <p:cNvSpPr txBox="1"/>
          <p:nvPr/>
        </p:nvSpPr>
        <p:spPr>
          <a:xfrm>
            <a:off x="6243387" y="4445912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3101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2D527C7-2171-D544-6DC1-687410ABEAE9}"/>
              </a:ext>
            </a:extLst>
          </p:cNvPr>
          <p:cNvSpPr txBox="1"/>
          <p:nvPr/>
        </p:nvSpPr>
        <p:spPr>
          <a:xfrm>
            <a:off x="5731708" y="4979572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2297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776DA1C-6EF6-8DA0-B621-38BE45E020CA}"/>
              </a:ext>
            </a:extLst>
          </p:cNvPr>
          <p:cNvSpPr txBox="1"/>
          <p:nvPr/>
        </p:nvSpPr>
        <p:spPr>
          <a:xfrm>
            <a:off x="3314908" y="6221815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3012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F643D73-2D8F-610D-BD56-AC1D0F72C04C}"/>
              </a:ext>
            </a:extLst>
          </p:cNvPr>
          <p:cNvSpPr txBox="1"/>
          <p:nvPr/>
        </p:nvSpPr>
        <p:spPr>
          <a:xfrm>
            <a:off x="4664640" y="6222266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2865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DC1E687-F370-657C-EDDF-140E783F6FD3}"/>
              </a:ext>
            </a:extLst>
          </p:cNvPr>
          <p:cNvSpPr txBox="1"/>
          <p:nvPr/>
        </p:nvSpPr>
        <p:spPr>
          <a:xfrm>
            <a:off x="6264303" y="6225813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4500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6A8391D-7F83-B147-B333-3FA3E45B6D45}"/>
              </a:ext>
            </a:extLst>
          </p:cNvPr>
          <p:cNvSpPr txBox="1"/>
          <p:nvPr/>
        </p:nvSpPr>
        <p:spPr>
          <a:xfrm>
            <a:off x="8158533" y="6145616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3817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236665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160A9-23CF-67C0-6A58-1DD3C6E2E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913B116-961F-9739-26BB-B6F4799D957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064977" y="1007252"/>
            <a:ext cx="6129824" cy="534158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89281F3-CD49-2909-5109-B4C48122F5B6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𝑪𝒎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89281F3-CD49-2909-5109-B4C48122F5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4921446C-8B76-245E-8F47-312545AF7D07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84C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 + </a:t>
            </a:r>
            <a:r>
              <a:rPr lang="ko-KR" altLang="en-US" sz="2000" b="1" err="1"/>
              <a:t>실링팬</a:t>
            </a:r>
            <a:r>
              <a:rPr lang="ko-KR" altLang="en-US" sz="2000" b="1"/>
              <a:t> 우물두줄</a:t>
            </a:r>
            <a:endParaRPr lang="en-US" altLang="ko-KR" sz="2000" b="1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36F7FC4-0B8B-2474-948E-C53CDBC71E5F}"/>
              </a:ext>
            </a:extLst>
          </p:cNvPr>
          <p:cNvSpPr/>
          <p:nvPr/>
        </p:nvSpPr>
        <p:spPr>
          <a:xfrm rot="5400000">
            <a:off x="6470577" y="5119569"/>
            <a:ext cx="102820" cy="162907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AD228580-7CD6-165C-1EBA-4677CC1E580C}"/>
              </a:ext>
            </a:extLst>
          </p:cNvPr>
          <p:cNvSpPr/>
          <p:nvPr/>
        </p:nvSpPr>
        <p:spPr>
          <a:xfrm>
            <a:off x="6002486" y="4695040"/>
            <a:ext cx="1055836" cy="1066349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7C504E2-659F-A3D4-9532-357E399BCCC8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C277996C-71DD-ADFA-1D5B-0689ECC142FF}"/>
              </a:ext>
            </a:extLst>
          </p:cNvPr>
          <p:cNvGrpSpPr/>
          <p:nvPr/>
        </p:nvGrpSpPr>
        <p:grpSpPr>
          <a:xfrm>
            <a:off x="5642472" y="4759342"/>
            <a:ext cx="99883" cy="1027223"/>
            <a:chOff x="4737834" y="5083487"/>
            <a:chExt cx="99883" cy="1027223"/>
          </a:xfrm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AFE1FA9C-BB0F-AC9C-390B-ED8E6C11694D}"/>
                </a:ext>
              </a:extLst>
            </p:cNvPr>
            <p:cNvSpPr/>
            <p:nvPr/>
          </p:nvSpPr>
          <p:spPr>
            <a:xfrm>
              <a:off x="4737834" y="508348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001D46F6-E4E7-6F89-1268-AA30A03F855E}"/>
                </a:ext>
              </a:extLst>
            </p:cNvPr>
            <p:cNvSpPr/>
            <p:nvPr/>
          </p:nvSpPr>
          <p:spPr>
            <a:xfrm>
              <a:off x="4739332" y="5547244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7AE71759-CAB1-D47F-505D-EEE6A9AB47F7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24696BAA-0369-F54F-4761-2896A792C7EA}"/>
              </a:ext>
            </a:extLst>
          </p:cNvPr>
          <p:cNvGrpSpPr/>
          <p:nvPr/>
        </p:nvGrpSpPr>
        <p:grpSpPr>
          <a:xfrm rot="5400000">
            <a:off x="4754633" y="4283437"/>
            <a:ext cx="99422" cy="493106"/>
            <a:chOff x="5329584" y="4590584"/>
            <a:chExt cx="99422" cy="493106"/>
          </a:xfrm>
        </p:grpSpPr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E32C45CC-8218-0F99-071C-0C3375A9B789}"/>
                </a:ext>
              </a:extLst>
            </p:cNvPr>
            <p:cNvSpPr/>
            <p:nvPr/>
          </p:nvSpPr>
          <p:spPr>
            <a:xfrm>
              <a:off x="5330621" y="4590584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C0DCC195-75FB-0147-C36A-A90E450C69C8}"/>
                </a:ext>
              </a:extLst>
            </p:cNvPr>
            <p:cNvSpPr/>
            <p:nvPr/>
          </p:nvSpPr>
          <p:spPr>
            <a:xfrm>
              <a:off x="5329584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E4D34D6B-BEB1-0DA6-DB01-7CCBCCA973FC}"/>
              </a:ext>
            </a:extLst>
          </p:cNvPr>
          <p:cNvSpPr/>
          <p:nvPr/>
        </p:nvSpPr>
        <p:spPr>
          <a:xfrm flipV="1">
            <a:off x="4012380" y="3429000"/>
            <a:ext cx="98385" cy="66989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B6349C2-7F50-11B0-EF6A-19FD65E3F5FE}"/>
              </a:ext>
            </a:extLst>
          </p:cNvPr>
          <p:cNvSpPr txBox="1"/>
          <p:nvPr/>
        </p:nvSpPr>
        <p:spPr>
          <a:xfrm>
            <a:off x="5612102" y="6466021"/>
            <a:ext cx="22293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>
                <a:highlight>
                  <a:srgbClr val="FFFF00"/>
                </a:highlight>
              </a:rPr>
              <a:t>우물조명 </a:t>
            </a:r>
            <a:r>
              <a:rPr lang="en-US" altLang="ko-KR" sz="1000" b="1">
                <a:highlight>
                  <a:srgbClr val="FFFF00"/>
                </a:highlight>
              </a:rPr>
              <a:t>2</a:t>
            </a:r>
            <a:r>
              <a:rPr lang="ko-KR" altLang="en-US" sz="1000" b="1">
                <a:highlight>
                  <a:srgbClr val="FFFF00"/>
                </a:highlight>
              </a:rPr>
              <a:t>줄 </a:t>
            </a:r>
            <a:r>
              <a:rPr lang="ko-KR" altLang="en-US" sz="1000" b="1" err="1">
                <a:highlight>
                  <a:srgbClr val="FFFF00"/>
                </a:highlight>
              </a:rPr>
              <a:t>전구색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 err="1">
                <a:highlight>
                  <a:srgbClr val="FFFF00"/>
                </a:highlight>
              </a:rPr>
              <a:t>주백색</a:t>
            </a:r>
            <a:endParaRPr lang="en-US" altLang="ko-KR" sz="1000" b="1">
              <a:highlight>
                <a:srgbClr val="FFFF00"/>
              </a:highlight>
            </a:endParaRPr>
          </a:p>
        </p:txBody>
      </p:sp>
      <p:sp>
        <p:nvSpPr>
          <p:cNvPr id="37" name="TextBox 13">
            <a:extLst>
              <a:ext uri="{FF2B5EF4-FFF2-40B4-BE49-F238E27FC236}">
                <a16:creationId xmlns:a16="http://schemas.microsoft.com/office/drawing/2014/main" id="{C498F7C7-CD0F-CA7F-BB34-45D43BDBFF68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2CF201A7-B786-2A27-CD50-9356DDED96BC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4AD66488-FD46-78A0-F067-A65A4A3F973C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30CD3691-B491-E3F5-F9DF-11EB0B74EA30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3824079A-CA6B-0D2F-A5C6-249000AA69D2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2" name="TextBox 11">
              <a:extLst>
                <a:ext uri="{FF2B5EF4-FFF2-40B4-BE49-F238E27FC236}">
                  <a16:creationId xmlns:a16="http://schemas.microsoft.com/office/drawing/2014/main" id="{B81C3DC0-4DE5-77C7-2C4F-6A0EC87D61C5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B297C744-A902-CBA3-F4A2-8086F6FAC191}"/>
              </a:ext>
            </a:extLst>
          </p:cNvPr>
          <p:cNvSpPr/>
          <p:nvPr/>
        </p:nvSpPr>
        <p:spPr>
          <a:xfrm flipV="1">
            <a:off x="3202543" y="4073825"/>
            <a:ext cx="98385" cy="52357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21367542-7158-F575-4A49-77826B7D1E68}"/>
              </a:ext>
            </a:extLst>
          </p:cNvPr>
          <p:cNvSpPr/>
          <p:nvPr/>
        </p:nvSpPr>
        <p:spPr>
          <a:xfrm flipV="1">
            <a:off x="7691847" y="3670599"/>
            <a:ext cx="98385" cy="52357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7206EC5E-B1C6-2BC5-345D-FD3BC0898504}"/>
              </a:ext>
            </a:extLst>
          </p:cNvPr>
          <p:cNvGrpSpPr/>
          <p:nvPr/>
        </p:nvGrpSpPr>
        <p:grpSpPr>
          <a:xfrm>
            <a:off x="7305482" y="4807407"/>
            <a:ext cx="99883" cy="1027223"/>
            <a:chOff x="4737834" y="5083487"/>
            <a:chExt cx="99883" cy="1027223"/>
          </a:xfrm>
        </p:grpSpPr>
        <p:sp>
          <p:nvSpPr>
            <p:cNvPr id="58" name="타원 57">
              <a:extLst>
                <a:ext uri="{FF2B5EF4-FFF2-40B4-BE49-F238E27FC236}">
                  <a16:creationId xmlns:a16="http://schemas.microsoft.com/office/drawing/2014/main" id="{124863AA-95D1-CFA6-B494-21008CD68FA3}"/>
                </a:ext>
              </a:extLst>
            </p:cNvPr>
            <p:cNvSpPr/>
            <p:nvPr/>
          </p:nvSpPr>
          <p:spPr>
            <a:xfrm>
              <a:off x="4737834" y="508348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9" name="타원 58">
              <a:extLst>
                <a:ext uri="{FF2B5EF4-FFF2-40B4-BE49-F238E27FC236}">
                  <a16:creationId xmlns:a16="http://schemas.microsoft.com/office/drawing/2014/main" id="{05DD95BC-D8EE-6CBB-421F-0EDCD909013E}"/>
                </a:ext>
              </a:extLst>
            </p:cNvPr>
            <p:cNvSpPr/>
            <p:nvPr/>
          </p:nvSpPr>
          <p:spPr>
            <a:xfrm>
              <a:off x="4739332" y="5547244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60" name="타원 59">
              <a:extLst>
                <a:ext uri="{FF2B5EF4-FFF2-40B4-BE49-F238E27FC236}">
                  <a16:creationId xmlns:a16="http://schemas.microsoft.com/office/drawing/2014/main" id="{43E4D6A6-9E3E-7BC0-6D06-348933F96E40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CD557E78-4A8D-FBED-B6A4-18CE8AB7AF40}"/>
              </a:ext>
            </a:extLst>
          </p:cNvPr>
          <p:cNvSpPr txBox="1"/>
          <p:nvPr/>
        </p:nvSpPr>
        <p:spPr>
          <a:xfrm>
            <a:off x="2650367" y="4218364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1200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4FA9F3B-702C-29D5-DE51-AF4E2E8CBEAF}"/>
              </a:ext>
            </a:extLst>
          </p:cNvPr>
          <p:cNvSpPr txBox="1"/>
          <p:nvPr/>
        </p:nvSpPr>
        <p:spPr>
          <a:xfrm>
            <a:off x="3570748" y="3547239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1500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EBB5E69-045F-ECD5-9D4A-858B8D484089}"/>
              </a:ext>
            </a:extLst>
          </p:cNvPr>
          <p:cNvSpPr txBox="1"/>
          <p:nvPr/>
        </p:nvSpPr>
        <p:spPr>
          <a:xfrm>
            <a:off x="7704625" y="3808849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1200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7F3CE14-28AF-37ED-EBAC-3801979AC89B}"/>
              </a:ext>
            </a:extLst>
          </p:cNvPr>
          <p:cNvSpPr txBox="1"/>
          <p:nvPr/>
        </p:nvSpPr>
        <p:spPr>
          <a:xfrm>
            <a:off x="6243387" y="4445912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3101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2D527C7-2171-D544-6DC1-687410ABEAE9}"/>
              </a:ext>
            </a:extLst>
          </p:cNvPr>
          <p:cNvSpPr txBox="1"/>
          <p:nvPr/>
        </p:nvSpPr>
        <p:spPr>
          <a:xfrm>
            <a:off x="5731708" y="4979572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2297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776DA1C-6EF6-8DA0-B621-38BE45E020CA}"/>
              </a:ext>
            </a:extLst>
          </p:cNvPr>
          <p:cNvSpPr txBox="1"/>
          <p:nvPr/>
        </p:nvSpPr>
        <p:spPr>
          <a:xfrm>
            <a:off x="3314908" y="6221815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3012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F643D73-2D8F-610D-BD56-AC1D0F72C04C}"/>
              </a:ext>
            </a:extLst>
          </p:cNvPr>
          <p:cNvSpPr txBox="1"/>
          <p:nvPr/>
        </p:nvSpPr>
        <p:spPr>
          <a:xfrm>
            <a:off x="4664640" y="6222266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2865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DC1E687-F370-657C-EDDF-140E783F6FD3}"/>
              </a:ext>
            </a:extLst>
          </p:cNvPr>
          <p:cNvSpPr txBox="1"/>
          <p:nvPr/>
        </p:nvSpPr>
        <p:spPr>
          <a:xfrm>
            <a:off x="6264303" y="6225813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4500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6A8391D-7F83-B147-B333-3FA3E45B6D45}"/>
              </a:ext>
            </a:extLst>
          </p:cNvPr>
          <p:cNvSpPr txBox="1"/>
          <p:nvPr/>
        </p:nvSpPr>
        <p:spPr>
          <a:xfrm>
            <a:off x="8158533" y="6145616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3817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94755035-098C-96F6-116B-59B272766215}"/>
              </a:ext>
            </a:extLst>
          </p:cNvPr>
          <p:cNvSpPr/>
          <p:nvPr/>
        </p:nvSpPr>
        <p:spPr>
          <a:xfrm>
            <a:off x="6131010" y="4828899"/>
            <a:ext cx="805051" cy="808328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BA984128-9BC1-4479-88B5-19A95240C978}"/>
              </a:ext>
            </a:extLst>
          </p:cNvPr>
          <p:cNvGrpSpPr/>
          <p:nvPr/>
        </p:nvGrpSpPr>
        <p:grpSpPr>
          <a:xfrm>
            <a:off x="6448378" y="2027291"/>
            <a:ext cx="1910695" cy="784631"/>
            <a:chOff x="5012956" y="3981390"/>
            <a:chExt cx="1833409" cy="778855"/>
          </a:xfrm>
        </p:grpSpPr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FAF3164C-CA93-1B6D-E048-E9D9F4AF1B28}"/>
                </a:ext>
              </a:extLst>
            </p:cNvPr>
            <p:cNvSpPr/>
            <p:nvPr/>
          </p:nvSpPr>
          <p:spPr>
            <a:xfrm rot="16200000" flipV="1">
              <a:off x="5520112" y="4207707"/>
              <a:ext cx="45382" cy="1059694"/>
            </a:xfrm>
            <a:prstGeom prst="rect">
              <a:avLst/>
            </a:prstGeom>
            <a:solidFill>
              <a:srgbClr val="FF00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5C16B02C-C121-52C2-B64D-1A0D7715A960}"/>
                </a:ext>
              </a:extLst>
            </p:cNvPr>
            <p:cNvSpPr txBox="1"/>
            <p:nvPr/>
          </p:nvSpPr>
          <p:spPr>
            <a:xfrm>
              <a:off x="5542803" y="3981390"/>
              <a:ext cx="1303562" cy="230832"/>
            </a:xfrm>
            <a:prstGeom prst="rect">
              <a:avLst/>
            </a:prstGeom>
            <a:solidFill>
              <a:srgbClr val="FFC000"/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900" b="1"/>
                <a:t>싱크대 </a:t>
              </a:r>
              <a:r>
                <a:rPr lang="ko-KR" altLang="en-US" sz="900" b="1" err="1"/>
                <a:t>간접등</a:t>
              </a:r>
              <a:r>
                <a:rPr lang="ko-KR" altLang="en-US" sz="900" b="1"/>
                <a:t> 서비스</a:t>
              </a:r>
            </a:p>
          </p:txBody>
        </p:sp>
        <p:cxnSp>
          <p:nvCxnSpPr>
            <p:cNvPr id="47" name="직선 화살표 연결선 46">
              <a:extLst>
                <a:ext uri="{FF2B5EF4-FFF2-40B4-BE49-F238E27FC236}">
                  <a16:creationId xmlns:a16="http://schemas.microsoft.com/office/drawing/2014/main" id="{FDB62988-7D02-0F55-E368-D1B0040551B9}"/>
                </a:ext>
              </a:extLst>
            </p:cNvPr>
            <p:cNvCxnSpPr>
              <a:cxnSpLocks/>
              <a:endCxn id="46" idx="2"/>
            </p:cNvCxnSpPr>
            <p:nvPr/>
          </p:nvCxnSpPr>
          <p:spPr>
            <a:xfrm flipV="1">
              <a:off x="6061789" y="4212222"/>
              <a:ext cx="132795" cy="52533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0" name="그림 69">
            <a:extLst>
              <a:ext uri="{FF2B5EF4-FFF2-40B4-BE49-F238E27FC236}">
                <a16:creationId xmlns:a16="http://schemas.microsoft.com/office/drawing/2014/main" id="{53BD74AE-E404-3990-0F19-FACA0E4703D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320" b="-1"/>
          <a:stretch>
            <a:fillRect/>
          </a:stretch>
        </p:blipFill>
        <p:spPr>
          <a:xfrm>
            <a:off x="9595925" y="4379626"/>
            <a:ext cx="2236971" cy="155448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FEF4D96-D526-2ADE-351E-71354D7AC742}"/>
              </a:ext>
            </a:extLst>
          </p:cNvPr>
          <p:cNvSpPr txBox="1"/>
          <p:nvPr/>
        </p:nvSpPr>
        <p:spPr>
          <a:xfrm>
            <a:off x="5462942" y="4184128"/>
            <a:ext cx="1891732" cy="2462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pic>
        <p:nvPicPr>
          <p:cNvPr id="10" name="그림 9" descr="텍스트, 스크린샷, 리모컨, 전자 기기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36B1505-E397-A2A7-3362-26FE864FAAF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362" y="3216849"/>
            <a:ext cx="1757580" cy="1445609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4BE9AB3D-02DC-4C54-B4A0-B1CF4425458A}"/>
              </a:ext>
            </a:extLst>
          </p:cNvPr>
          <p:cNvSpPr txBox="1"/>
          <p:nvPr/>
        </p:nvSpPr>
        <p:spPr>
          <a:xfrm>
            <a:off x="1919333" y="1148166"/>
            <a:ext cx="1651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>
                <a:highlight>
                  <a:srgbClr val="00FFFF"/>
                </a:highlight>
              </a:rPr>
              <a:t>라운드 </a:t>
            </a:r>
            <a:r>
              <a:rPr lang="ko-KR" altLang="en-US" b="1" err="1">
                <a:highlight>
                  <a:srgbClr val="00FFFF"/>
                </a:highlight>
              </a:rPr>
              <a:t>무몰딩</a:t>
            </a:r>
            <a:endParaRPr lang="ko-KR" altLang="en-US" b="1">
              <a:highlight>
                <a:srgbClr val="00FFFF"/>
              </a:highlight>
            </a:endParaRPr>
          </a:p>
        </p:txBody>
      </p:sp>
      <p:pic>
        <p:nvPicPr>
          <p:cNvPr id="20" name="그림 19" descr="텍스트, 스크린샷, 디자인, 폰트이(가) 표시된 사진&#10;&#10;자동 생성된 설명">
            <a:extLst>
              <a:ext uri="{FF2B5EF4-FFF2-40B4-BE49-F238E27FC236}">
                <a16:creationId xmlns:a16="http://schemas.microsoft.com/office/drawing/2014/main" id="{5CE4D06D-A136-52B1-6ACC-CE002445111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310" y="4967465"/>
            <a:ext cx="1404781" cy="1157643"/>
          </a:xfrm>
          <a:prstGeom prst="rect">
            <a:avLst/>
          </a:prstGeom>
        </p:spPr>
      </p:pic>
      <p:grpSp>
        <p:nvGrpSpPr>
          <p:cNvPr id="34" name="그룹 33">
            <a:extLst>
              <a:ext uri="{FF2B5EF4-FFF2-40B4-BE49-F238E27FC236}">
                <a16:creationId xmlns:a16="http://schemas.microsoft.com/office/drawing/2014/main" id="{F6B0F410-A1C8-3E65-B711-5C92521FE7B2}"/>
              </a:ext>
            </a:extLst>
          </p:cNvPr>
          <p:cNvGrpSpPr/>
          <p:nvPr/>
        </p:nvGrpSpPr>
        <p:grpSpPr>
          <a:xfrm>
            <a:off x="5623097" y="3243177"/>
            <a:ext cx="771438" cy="620194"/>
            <a:chOff x="120000" y="332433"/>
            <a:chExt cx="771438" cy="620194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6659327B-585F-C1E0-55B1-D8BA10BCBAD8}"/>
                </a:ext>
              </a:extLst>
            </p:cNvPr>
            <p:cNvSpPr txBox="1"/>
            <p:nvPr/>
          </p:nvSpPr>
          <p:spPr>
            <a:xfrm>
              <a:off x="120000" y="534080"/>
              <a:ext cx="771438" cy="18466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600" b="1"/>
                <a:t>서비스 조명 </a:t>
              </a:r>
              <a:r>
                <a:rPr lang="en-US" altLang="ko-KR" sz="600" b="1"/>
                <a:t>2EA</a:t>
              </a:r>
              <a:endParaRPr lang="ko-KR" altLang="en-US" sz="600" b="1"/>
            </a:p>
          </p:txBody>
        </p:sp>
        <p:grpSp>
          <p:nvGrpSpPr>
            <p:cNvPr id="48" name="그룹 47">
              <a:extLst>
                <a:ext uri="{FF2B5EF4-FFF2-40B4-BE49-F238E27FC236}">
                  <a16:creationId xmlns:a16="http://schemas.microsoft.com/office/drawing/2014/main" id="{7DDABA39-D5B4-886A-E22B-66D216C3D5AD}"/>
                </a:ext>
              </a:extLst>
            </p:cNvPr>
            <p:cNvGrpSpPr/>
            <p:nvPr/>
          </p:nvGrpSpPr>
          <p:grpSpPr>
            <a:xfrm>
              <a:off x="368880" y="332433"/>
              <a:ext cx="98814" cy="620194"/>
              <a:chOff x="4737834" y="4900127"/>
              <a:chExt cx="98814" cy="620194"/>
            </a:xfrm>
            <a:solidFill>
              <a:srgbClr val="FF00FF"/>
            </a:solidFill>
          </p:grpSpPr>
          <p:sp>
            <p:nvSpPr>
              <p:cNvPr id="49" name="타원 48">
                <a:extLst>
                  <a:ext uri="{FF2B5EF4-FFF2-40B4-BE49-F238E27FC236}">
                    <a16:creationId xmlns:a16="http://schemas.microsoft.com/office/drawing/2014/main" id="{44B027A6-FEA7-6B95-FCB7-1C2ADCCA5AAD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">
                  <a:solidFill>
                    <a:schemeClr val="tx1"/>
                  </a:solidFill>
                </a:endParaRPr>
              </a:p>
            </p:txBody>
          </p:sp>
          <p:sp>
            <p:nvSpPr>
              <p:cNvPr id="50" name="타원 49">
                <a:extLst>
                  <a:ext uri="{FF2B5EF4-FFF2-40B4-BE49-F238E27FC236}">
                    <a16:creationId xmlns:a16="http://schemas.microsoft.com/office/drawing/2014/main" id="{F9995EA1-56C6-5A3A-D1AF-425978B74EDC}"/>
                  </a:ext>
                </a:extLst>
              </p:cNvPr>
              <p:cNvSpPr/>
              <p:nvPr/>
            </p:nvSpPr>
            <p:spPr>
              <a:xfrm>
                <a:off x="4738263" y="5421936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2962577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160A9-23CF-67C0-6A58-1DD3C6E2E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913B116-961F-9739-26BB-B6F4799D957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064977" y="1007252"/>
            <a:ext cx="6129824" cy="534158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89281F3-CD49-2909-5109-B4C48122F5B6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𝑪𝒎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89281F3-CD49-2909-5109-B4C48122F5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4921446C-8B76-245E-8F47-312545AF7D07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84C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 + </a:t>
            </a:r>
            <a:r>
              <a:rPr lang="ko-KR" altLang="en-US" sz="2000" b="1" err="1"/>
              <a:t>실링팬</a:t>
            </a:r>
            <a:r>
              <a:rPr lang="ko-KR" altLang="en-US" sz="2000" b="1"/>
              <a:t> 우물두줄</a:t>
            </a:r>
            <a:endParaRPr lang="en-US" altLang="ko-KR" sz="2000" b="1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36F7FC4-0B8B-2474-948E-C53CDBC71E5F}"/>
              </a:ext>
            </a:extLst>
          </p:cNvPr>
          <p:cNvSpPr/>
          <p:nvPr/>
        </p:nvSpPr>
        <p:spPr>
          <a:xfrm rot="5400000">
            <a:off x="6470577" y="5119569"/>
            <a:ext cx="102820" cy="162907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AD228580-7CD6-165C-1EBA-4677CC1E580C}"/>
              </a:ext>
            </a:extLst>
          </p:cNvPr>
          <p:cNvSpPr/>
          <p:nvPr/>
        </p:nvSpPr>
        <p:spPr>
          <a:xfrm>
            <a:off x="6002486" y="4695040"/>
            <a:ext cx="1055836" cy="1066349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3A91D3-6C2B-F420-2FC2-DD244DB5D651}"/>
              </a:ext>
            </a:extLst>
          </p:cNvPr>
          <p:cNvSpPr txBox="1"/>
          <p:nvPr/>
        </p:nvSpPr>
        <p:spPr>
          <a:xfrm>
            <a:off x="5881428" y="4217337"/>
            <a:ext cx="1297952" cy="2462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7C504E2-659F-A3D4-9532-357E399BCCC8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13" name="별: 꼭짓점 4개 12">
            <a:extLst>
              <a:ext uri="{FF2B5EF4-FFF2-40B4-BE49-F238E27FC236}">
                <a16:creationId xmlns:a16="http://schemas.microsoft.com/office/drawing/2014/main" id="{D93D35A8-BCC3-551C-C8A1-87C94F0801B0}"/>
              </a:ext>
            </a:extLst>
          </p:cNvPr>
          <p:cNvSpPr/>
          <p:nvPr/>
        </p:nvSpPr>
        <p:spPr>
          <a:xfrm>
            <a:off x="6279838" y="4967465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C277996C-71DD-ADFA-1D5B-0689ECC142FF}"/>
              </a:ext>
            </a:extLst>
          </p:cNvPr>
          <p:cNvGrpSpPr/>
          <p:nvPr/>
        </p:nvGrpSpPr>
        <p:grpSpPr>
          <a:xfrm>
            <a:off x="5642472" y="4759342"/>
            <a:ext cx="99883" cy="1027223"/>
            <a:chOff x="4737834" y="5083487"/>
            <a:chExt cx="99883" cy="1027223"/>
          </a:xfrm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AFE1FA9C-BB0F-AC9C-390B-ED8E6C11694D}"/>
                </a:ext>
              </a:extLst>
            </p:cNvPr>
            <p:cNvSpPr/>
            <p:nvPr/>
          </p:nvSpPr>
          <p:spPr>
            <a:xfrm>
              <a:off x="4737834" y="508348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001D46F6-E4E7-6F89-1268-AA30A03F855E}"/>
                </a:ext>
              </a:extLst>
            </p:cNvPr>
            <p:cNvSpPr/>
            <p:nvPr/>
          </p:nvSpPr>
          <p:spPr>
            <a:xfrm>
              <a:off x="4739332" y="5547244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7AE71759-CAB1-D47F-505D-EEE6A9AB47F7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24696BAA-0369-F54F-4761-2896A792C7EA}"/>
              </a:ext>
            </a:extLst>
          </p:cNvPr>
          <p:cNvGrpSpPr/>
          <p:nvPr/>
        </p:nvGrpSpPr>
        <p:grpSpPr>
          <a:xfrm rot="5400000">
            <a:off x="4754633" y="4283437"/>
            <a:ext cx="99422" cy="493106"/>
            <a:chOff x="5329584" y="4590584"/>
            <a:chExt cx="99422" cy="493106"/>
          </a:xfrm>
        </p:grpSpPr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E32C45CC-8218-0F99-071C-0C3375A9B789}"/>
                </a:ext>
              </a:extLst>
            </p:cNvPr>
            <p:cNvSpPr/>
            <p:nvPr/>
          </p:nvSpPr>
          <p:spPr>
            <a:xfrm>
              <a:off x="5330621" y="4590584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C0DCC195-75FB-0147-C36A-A90E450C69C8}"/>
                </a:ext>
              </a:extLst>
            </p:cNvPr>
            <p:cNvSpPr/>
            <p:nvPr/>
          </p:nvSpPr>
          <p:spPr>
            <a:xfrm>
              <a:off x="5329584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E4D34D6B-BEB1-0DA6-DB01-7CCBCCA973FC}"/>
              </a:ext>
            </a:extLst>
          </p:cNvPr>
          <p:cNvSpPr/>
          <p:nvPr/>
        </p:nvSpPr>
        <p:spPr>
          <a:xfrm flipV="1">
            <a:off x="4012380" y="3429000"/>
            <a:ext cx="98385" cy="66989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B6349C2-7F50-11B0-EF6A-19FD65E3F5FE}"/>
              </a:ext>
            </a:extLst>
          </p:cNvPr>
          <p:cNvSpPr txBox="1"/>
          <p:nvPr/>
        </p:nvSpPr>
        <p:spPr>
          <a:xfrm>
            <a:off x="5294122" y="6283290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err="1">
                <a:highlight>
                  <a:srgbClr val="FFFF00"/>
                </a:highlight>
              </a:rPr>
              <a:t>실링팬</a:t>
            </a:r>
            <a:r>
              <a:rPr lang="ko-KR" altLang="en-US" sz="1000" b="1">
                <a:highlight>
                  <a:srgbClr val="FFFF00"/>
                </a:highlight>
              </a:rPr>
              <a:t> </a:t>
            </a:r>
            <a:r>
              <a:rPr lang="ko-KR" altLang="en-US" sz="1000" b="1" err="1">
                <a:highlight>
                  <a:srgbClr val="FFFF00"/>
                </a:highlight>
              </a:rPr>
              <a:t>루씨에어</a:t>
            </a:r>
            <a:endParaRPr lang="en-US" altLang="ko-KR" sz="1000" b="1">
              <a:highlight>
                <a:srgbClr val="FFFF00"/>
              </a:highlight>
            </a:endParaRPr>
          </a:p>
          <a:p>
            <a:r>
              <a:rPr lang="ko-KR" altLang="en-US" sz="1000" b="1">
                <a:highlight>
                  <a:srgbClr val="FFFF00"/>
                </a:highlight>
              </a:rPr>
              <a:t>설치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보강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우물 천장 안 실크 도배</a:t>
            </a:r>
            <a:br>
              <a:rPr lang="en-US" altLang="ko-KR" sz="1000" b="1">
                <a:highlight>
                  <a:srgbClr val="FFFF00"/>
                </a:highlight>
              </a:rPr>
            </a:br>
            <a:r>
              <a:rPr lang="ko-KR" altLang="en-US" sz="1000" b="1">
                <a:highlight>
                  <a:srgbClr val="FFFF00"/>
                </a:highlight>
              </a:rPr>
              <a:t>우물조명 </a:t>
            </a:r>
            <a:r>
              <a:rPr lang="en-US" altLang="ko-KR" sz="1000" b="1">
                <a:highlight>
                  <a:srgbClr val="FFFF00"/>
                </a:highlight>
              </a:rPr>
              <a:t>2</a:t>
            </a:r>
            <a:r>
              <a:rPr lang="ko-KR" altLang="en-US" sz="1000" b="1">
                <a:highlight>
                  <a:srgbClr val="FFFF00"/>
                </a:highlight>
              </a:rPr>
              <a:t>줄 </a:t>
            </a:r>
            <a:r>
              <a:rPr lang="ko-KR" altLang="en-US" sz="1000" b="1" err="1">
                <a:highlight>
                  <a:srgbClr val="FFFF00"/>
                </a:highlight>
              </a:rPr>
              <a:t>전구색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 err="1">
                <a:highlight>
                  <a:srgbClr val="FFFF00"/>
                </a:highlight>
              </a:rPr>
              <a:t>주백색</a:t>
            </a:r>
            <a:endParaRPr lang="en-US" altLang="ko-KR" sz="1000" b="1">
              <a:highlight>
                <a:srgbClr val="FFFF00"/>
              </a:highlight>
            </a:endParaRPr>
          </a:p>
        </p:txBody>
      </p:sp>
      <p:sp>
        <p:nvSpPr>
          <p:cNvPr id="37" name="TextBox 13">
            <a:extLst>
              <a:ext uri="{FF2B5EF4-FFF2-40B4-BE49-F238E27FC236}">
                <a16:creationId xmlns:a16="http://schemas.microsoft.com/office/drawing/2014/main" id="{C498F7C7-CD0F-CA7F-BB34-45D43BDBFF68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2CF201A7-B786-2A27-CD50-9356DDED96BC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4AD66488-FD46-78A0-F067-A65A4A3F973C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30CD3691-B491-E3F5-F9DF-11EB0B74EA30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3824079A-CA6B-0D2F-A5C6-249000AA69D2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2" name="TextBox 11">
              <a:extLst>
                <a:ext uri="{FF2B5EF4-FFF2-40B4-BE49-F238E27FC236}">
                  <a16:creationId xmlns:a16="http://schemas.microsoft.com/office/drawing/2014/main" id="{B81C3DC0-4DE5-77C7-2C4F-6A0EC87D61C5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B297C744-A902-CBA3-F4A2-8086F6FAC191}"/>
              </a:ext>
            </a:extLst>
          </p:cNvPr>
          <p:cNvSpPr/>
          <p:nvPr/>
        </p:nvSpPr>
        <p:spPr>
          <a:xfrm flipV="1">
            <a:off x="3202543" y="4073825"/>
            <a:ext cx="98385" cy="52357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21367542-7158-F575-4A49-77826B7D1E68}"/>
              </a:ext>
            </a:extLst>
          </p:cNvPr>
          <p:cNvSpPr/>
          <p:nvPr/>
        </p:nvSpPr>
        <p:spPr>
          <a:xfrm flipV="1">
            <a:off x="7691847" y="3670599"/>
            <a:ext cx="98385" cy="52357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7206EC5E-B1C6-2BC5-345D-FD3BC0898504}"/>
              </a:ext>
            </a:extLst>
          </p:cNvPr>
          <p:cNvGrpSpPr/>
          <p:nvPr/>
        </p:nvGrpSpPr>
        <p:grpSpPr>
          <a:xfrm>
            <a:off x="7305482" y="4807407"/>
            <a:ext cx="99883" cy="1027223"/>
            <a:chOff x="4737834" y="5083487"/>
            <a:chExt cx="99883" cy="1027223"/>
          </a:xfrm>
        </p:grpSpPr>
        <p:sp>
          <p:nvSpPr>
            <p:cNvPr id="58" name="타원 57">
              <a:extLst>
                <a:ext uri="{FF2B5EF4-FFF2-40B4-BE49-F238E27FC236}">
                  <a16:creationId xmlns:a16="http://schemas.microsoft.com/office/drawing/2014/main" id="{124863AA-95D1-CFA6-B494-21008CD68FA3}"/>
                </a:ext>
              </a:extLst>
            </p:cNvPr>
            <p:cNvSpPr/>
            <p:nvPr/>
          </p:nvSpPr>
          <p:spPr>
            <a:xfrm>
              <a:off x="4737834" y="508348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9" name="타원 58">
              <a:extLst>
                <a:ext uri="{FF2B5EF4-FFF2-40B4-BE49-F238E27FC236}">
                  <a16:creationId xmlns:a16="http://schemas.microsoft.com/office/drawing/2014/main" id="{05DD95BC-D8EE-6CBB-421F-0EDCD909013E}"/>
                </a:ext>
              </a:extLst>
            </p:cNvPr>
            <p:cNvSpPr/>
            <p:nvPr/>
          </p:nvSpPr>
          <p:spPr>
            <a:xfrm>
              <a:off x="4739332" y="5547244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60" name="타원 59">
              <a:extLst>
                <a:ext uri="{FF2B5EF4-FFF2-40B4-BE49-F238E27FC236}">
                  <a16:creationId xmlns:a16="http://schemas.microsoft.com/office/drawing/2014/main" id="{43E4D6A6-9E3E-7BC0-6D06-348933F96E40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CD557E78-4A8D-FBED-B6A4-18CE8AB7AF40}"/>
              </a:ext>
            </a:extLst>
          </p:cNvPr>
          <p:cNvSpPr txBox="1"/>
          <p:nvPr/>
        </p:nvSpPr>
        <p:spPr>
          <a:xfrm>
            <a:off x="2650367" y="4218364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1200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4FA9F3B-702C-29D5-DE51-AF4E2E8CBEAF}"/>
              </a:ext>
            </a:extLst>
          </p:cNvPr>
          <p:cNvSpPr txBox="1"/>
          <p:nvPr/>
        </p:nvSpPr>
        <p:spPr>
          <a:xfrm>
            <a:off x="3570748" y="3547239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1500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EBB5E69-045F-ECD5-9D4A-858B8D484089}"/>
              </a:ext>
            </a:extLst>
          </p:cNvPr>
          <p:cNvSpPr txBox="1"/>
          <p:nvPr/>
        </p:nvSpPr>
        <p:spPr>
          <a:xfrm>
            <a:off x="7704625" y="3808849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1200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7F3CE14-28AF-37ED-EBAC-3801979AC89B}"/>
              </a:ext>
            </a:extLst>
          </p:cNvPr>
          <p:cNvSpPr txBox="1"/>
          <p:nvPr/>
        </p:nvSpPr>
        <p:spPr>
          <a:xfrm>
            <a:off x="6243387" y="4445912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3101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2D527C7-2171-D544-6DC1-687410ABEAE9}"/>
              </a:ext>
            </a:extLst>
          </p:cNvPr>
          <p:cNvSpPr txBox="1"/>
          <p:nvPr/>
        </p:nvSpPr>
        <p:spPr>
          <a:xfrm>
            <a:off x="5731708" y="4979572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2297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776DA1C-6EF6-8DA0-B621-38BE45E020CA}"/>
              </a:ext>
            </a:extLst>
          </p:cNvPr>
          <p:cNvSpPr txBox="1"/>
          <p:nvPr/>
        </p:nvSpPr>
        <p:spPr>
          <a:xfrm>
            <a:off x="3314908" y="6221815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3012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F643D73-2D8F-610D-BD56-AC1D0F72C04C}"/>
              </a:ext>
            </a:extLst>
          </p:cNvPr>
          <p:cNvSpPr txBox="1"/>
          <p:nvPr/>
        </p:nvSpPr>
        <p:spPr>
          <a:xfrm>
            <a:off x="4664640" y="6222266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2865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DC1E687-F370-657C-EDDF-140E783F6FD3}"/>
              </a:ext>
            </a:extLst>
          </p:cNvPr>
          <p:cNvSpPr txBox="1"/>
          <p:nvPr/>
        </p:nvSpPr>
        <p:spPr>
          <a:xfrm>
            <a:off x="6264303" y="6225813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4500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6A8391D-7F83-B147-B333-3FA3E45B6D45}"/>
              </a:ext>
            </a:extLst>
          </p:cNvPr>
          <p:cNvSpPr txBox="1"/>
          <p:nvPr/>
        </p:nvSpPr>
        <p:spPr>
          <a:xfrm>
            <a:off x="8158533" y="6145616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3817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94755035-098C-96F6-116B-59B272766215}"/>
              </a:ext>
            </a:extLst>
          </p:cNvPr>
          <p:cNvSpPr/>
          <p:nvPr/>
        </p:nvSpPr>
        <p:spPr>
          <a:xfrm>
            <a:off x="6131010" y="4828899"/>
            <a:ext cx="805051" cy="808328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BA984128-9BC1-4479-88B5-19A95240C978}"/>
              </a:ext>
            </a:extLst>
          </p:cNvPr>
          <p:cNvGrpSpPr/>
          <p:nvPr/>
        </p:nvGrpSpPr>
        <p:grpSpPr>
          <a:xfrm>
            <a:off x="6448378" y="2027291"/>
            <a:ext cx="1910695" cy="784631"/>
            <a:chOff x="5012956" y="3981390"/>
            <a:chExt cx="1833409" cy="778855"/>
          </a:xfrm>
        </p:grpSpPr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FAF3164C-CA93-1B6D-E048-E9D9F4AF1B28}"/>
                </a:ext>
              </a:extLst>
            </p:cNvPr>
            <p:cNvSpPr/>
            <p:nvPr/>
          </p:nvSpPr>
          <p:spPr>
            <a:xfrm rot="16200000" flipV="1">
              <a:off x="5520112" y="4207707"/>
              <a:ext cx="45382" cy="1059694"/>
            </a:xfrm>
            <a:prstGeom prst="rect">
              <a:avLst/>
            </a:prstGeom>
            <a:solidFill>
              <a:srgbClr val="FF00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5C16B02C-C121-52C2-B64D-1A0D7715A960}"/>
                </a:ext>
              </a:extLst>
            </p:cNvPr>
            <p:cNvSpPr txBox="1"/>
            <p:nvPr/>
          </p:nvSpPr>
          <p:spPr>
            <a:xfrm>
              <a:off x="5542803" y="3981390"/>
              <a:ext cx="1303562" cy="230832"/>
            </a:xfrm>
            <a:prstGeom prst="rect">
              <a:avLst/>
            </a:prstGeom>
            <a:solidFill>
              <a:srgbClr val="FFC000"/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900" b="1"/>
                <a:t>싱크대 </a:t>
              </a:r>
              <a:r>
                <a:rPr lang="ko-KR" altLang="en-US" sz="900" b="1" err="1"/>
                <a:t>간접등</a:t>
              </a:r>
              <a:r>
                <a:rPr lang="ko-KR" altLang="en-US" sz="900" b="1"/>
                <a:t> 서비스</a:t>
              </a:r>
            </a:p>
          </p:txBody>
        </p:sp>
        <p:cxnSp>
          <p:nvCxnSpPr>
            <p:cNvPr id="47" name="직선 화살표 연결선 46">
              <a:extLst>
                <a:ext uri="{FF2B5EF4-FFF2-40B4-BE49-F238E27FC236}">
                  <a16:creationId xmlns:a16="http://schemas.microsoft.com/office/drawing/2014/main" id="{FDB62988-7D02-0F55-E368-D1B0040551B9}"/>
                </a:ext>
              </a:extLst>
            </p:cNvPr>
            <p:cNvCxnSpPr>
              <a:cxnSpLocks/>
              <a:endCxn id="46" idx="2"/>
            </p:cNvCxnSpPr>
            <p:nvPr/>
          </p:nvCxnSpPr>
          <p:spPr>
            <a:xfrm flipV="1">
              <a:off x="6061789" y="4212222"/>
              <a:ext cx="132795" cy="52533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2" name="TextBox 61">
            <a:extLst>
              <a:ext uri="{FF2B5EF4-FFF2-40B4-BE49-F238E27FC236}">
                <a16:creationId xmlns:a16="http://schemas.microsoft.com/office/drawing/2014/main" id="{4993DC1E-54FE-89E1-13E0-9B11D15B3F68}"/>
              </a:ext>
            </a:extLst>
          </p:cNvPr>
          <p:cNvSpPr txBox="1"/>
          <p:nvPr/>
        </p:nvSpPr>
        <p:spPr>
          <a:xfrm>
            <a:off x="1919333" y="1148166"/>
            <a:ext cx="1651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>
                <a:highlight>
                  <a:srgbClr val="00FFFF"/>
                </a:highlight>
              </a:rPr>
              <a:t>라운드 </a:t>
            </a:r>
            <a:r>
              <a:rPr lang="ko-KR" altLang="en-US" b="1" err="1">
                <a:highlight>
                  <a:srgbClr val="00FFFF"/>
                </a:highlight>
              </a:rPr>
              <a:t>무몰딩</a:t>
            </a:r>
            <a:endParaRPr lang="ko-KR" altLang="en-US" b="1">
              <a:highlight>
                <a:srgbClr val="00FFFF"/>
              </a:highlight>
            </a:endParaRPr>
          </a:p>
        </p:txBody>
      </p:sp>
      <p:pic>
        <p:nvPicPr>
          <p:cNvPr id="63" name="그림 62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7A97FC5-789C-A4A4-3B20-A6807AF06F7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705" y="2650033"/>
            <a:ext cx="1778731" cy="1466673"/>
          </a:xfrm>
          <a:prstGeom prst="rect">
            <a:avLst/>
          </a:prstGeom>
        </p:spPr>
      </p:pic>
      <p:grpSp>
        <p:nvGrpSpPr>
          <p:cNvPr id="65" name="그룹 64">
            <a:extLst>
              <a:ext uri="{FF2B5EF4-FFF2-40B4-BE49-F238E27FC236}">
                <a16:creationId xmlns:a16="http://schemas.microsoft.com/office/drawing/2014/main" id="{85B4093E-36D9-8C80-26F9-420DC3245FA6}"/>
              </a:ext>
            </a:extLst>
          </p:cNvPr>
          <p:cNvGrpSpPr/>
          <p:nvPr/>
        </p:nvGrpSpPr>
        <p:grpSpPr>
          <a:xfrm>
            <a:off x="4671327" y="4161261"/>
            <a:ext cx="764953" cy="256157"/>
            <a:chOff x="1981437" y="808980"/>
            <a:chExt cx="764953" cy="256157"/>
          </a:xfrm>
        </p:grpSpPr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F07F3672-C1A8-DE0B-C326-5B4159601D86}"/>
                </a:ext>
              </a:extLst>
            </p:cNvPr>
            <p:cNvSpPr txBox="1"/>
            <p:nvPr/>
          </p:nvSpPr>
          <p:spPr>
            <a:xfrm>
              <a:off x="1981437" y="880471"/>
              <a:ext cx="764953" cy="18466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600" b="1"/>
                <a:t>서비스 조명 </a:t>
              </a:r>
              <a:r>
                <a:rPr lang="en-US" altLang="ko-KR" sz="600" b="1"/>
                <a:t>2EA</a:t>
              </a:r>
              <a:endParaRPr lang="ko-KR" altLang="en-US" sz="600" b="1"/>
            </a:p>
          </p:txBody>
        </p:sp>
        <p:grpSp>
          <p:nvGrpSpPr>
            <p:cNvPr id="67" name="그룹 66">
              <a:extLst>
                <a:ext uri="{FF2B5EF4-FFF2-40B4-BE49-F238E27FC236}">
                  <a16:creationId xmlns:a16="http://schemas.microsoft.com/office/drawing/2014/main" id="{A71B03C7-AB04-5AD0-3D1F-3512D17188F3}"/>
                </a:ext>
              </a:extLst>
            </p:cNvPr>
            <p:cNvGrpSpPr/>
            <p:nvPr/>
          </p:nvGrpSpPr>
          <p:grpSpPr>
            <a:xfrm rot="5400000">
              <a:off x="2314488" y="559720"/>
              <a:ext cx="98814" cy="597334"/>
              <a:chOff x="4737834" y="5014427"/>
              <a:chExt cx="98814" cy="597334"/>
            </a:xfrm>
            <a:solidFill>
              <a:srgbClr val="FF00FF"/>
            </a:solidFill>
          </p:grpSpPr>
          <p:sp>
            <p:nvSpPr>
              <p:cNvPr id="68" name="타원 67">
                <a:extLst>
                  <a:ext uri="{FF2B5EF4-FFF2-40B4-BE49-F238E27FC236}">
                    <a16:creationId xmlns:a16="http://schemas.microsoft.com/office/drawing/2014/main" id="{AEB2D8C6-A60A-412E-82B7-EDC40E57CF32}"/>
                  </a:ext>
                </a:extLst>
              </p:cNvPr>
              <p:cNvSpPr/>
              <p:nvPr/>
            </p:nvSpPr>
            <p:spPr>
              <a:xfrm>
                <a:off x="4737834" y="5014427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69" name="타원 68">
                <a:extLst>
                  <a:ext uri="{FF2B5EF4-FFF2-40B4-BE49-F238E27FC236}">
                    <a16:creationId xmlns:a16="http://schemas.microsoft.com/office/drawing/2014/main" id="{F0619EA7-B6A6-73C0-A127-902817CCBCA2}"/>
                  </a:ext>
                </a:extLst>
              </p:cNvPr>
              <p:cNvSpPr/>
              <p:nvPr/>
            </p:nvSpPr>
            <p:spPr>
              <a:xfrm>
                <a:off x="4738263" y="5513376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pic>
        <p:nvPicPr>
          <p:cNvPr id="70" name="그림 69">
            <a:extLst>
              <a:ext uri="{FF2B5EF4-FFF2-40B4-BE49-F238E27FC236}">
                <a16:creationId xmlns:a16="http://schemas.microsoft.com/office/drawing/2014/main" id="{53BD74AE-E404-3990-0F19-FACA0E4703D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2320" b="-1"/>
          <a:stretch>
            <a:fillRect/>
          </a:stretch>
        </p:blipFill>
        <p:spPr>
          <a:xfrm>
            <a:off x="9595925" y="4379626"/>
            <a:ext cx="2236971" cy="1554480"/>
          </a:xfrm>
          <a:prstGeom prst="rect">
            <a:avLst/>
          </a:prstGeom>
        </p:spPr>
      </p:pic>
      <p:pic>
        <p:nvPicPr>
          <p:cNvPr id="6" name="그림 5" descr="텍스트, 스크린샷, 디자인, 폰트이(가) 표시된 사진&#10;&#10;자동 생성된 설명">
            <a:extLst>
              <a:ext uri="{FF2B5EF4-FFF2-40B4-BE49-F238E27FC236}">
                <a16:creationId xmlns:a16="http://schemas.microsoft.com/office/drawing/2014/main" id="{B2A41968-328F-ED67-D489-E6D5DEE746C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479" y="4539730"/>
            <a:ext cx="1404781" cy="1157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0209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500008-967B-6F31-1272-EB4858F63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C460ACB-C47C-8185-07BC-1D868139B10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899850" y="1187128"/>
            <a:ext cx="6390200" cy="542048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48CBCA1-6853-3377-003B-B62ADDF12D51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𝑻𝒎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48CBCA1-6853-3377-003B-B62ADDF12D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직사각형 7">
            <a:extLst>
              <a:ext uri="{FF2B5EF4-FFF2-40B4-BE49-F238E27FC236}">
                <a16:creationId xmlns:a16="http://schemas.microsoft.com/office/drawing/2014/main" id="{9D8D08F5-4802-8E7F-FB03-830BA0B7C9E1}"/>
              </a:ext>
            </a:extLst>
          </p:cNvPr>
          <p:cNvSpPr/>
          <p:nvPr/>
        </p:nvSpPr>
        <p:spPr>
          <a:xfrm rot="5400000">
            <a:off x="6518096" y="4182249"/>
            <a:ext cx="102820" cy="15533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6FC89D4C-2D24-1EDB-BB95-66B588BC49C0}"/>
              </a:ext>
            </a:extLst>
          </p:cNvPr>
          <p:cNvSpPr/>
          <p:nvPr/>
        </p:nvSpPr>
        <p:spPr>
          <a:xfrm>
            <a:off x="6126829" y="3756859"/>
            <a:ext cx="1005244" cy="1015253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4730E93F-1A67-4C08-1ED5-4A6B7CC33EAF}"/>
              </a:ext>
            </a:extLst>
          </p:cNvPr>
          <p:cNvSpPr/>
          <p:nvPr/>
        </p:nvSpPr>
        <p:spPr>
          <a:xfrm>
            <a:off x="6277017" y="3890126"/>
            <a:ext cx="736743" cy="772668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F41A2C-01AB-90A7-7113-18CB3139AE44}"/>
              </a:ext>
            </a:extLst>
          </p:cNvPr>
          <p:cNvSpPr txBox="1"/>
          <p:nvPr/>
        </p:nvSpPr>
        <p:spPr>
          <a:xfrm>
            <a:off x="5890260" y="3273937"/>
            <a:ext cx="1491374" cy="2462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6FDCCA-F4C5-6BE7-ED29-C6550C235708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1AD8CC0F-7776-8432-9AED-BE60B8FA8092}"/>
              </a:ext>
            </a:extLst>
          </p:cNvPr>
          <p:cNvGrpSpPr/>
          <p:nvPr/>
        </p:nvGrpSpPr>
        <p:grpSpPr>
          <a:xfrm>
            <a:off x="5761586" y="3748732"/>
            <a:ext cx="98891" cy="997224"/>
            <a:chOff x="4737834" y="5113486"/>
            <a:chExt cx="98891" cy="997224"/>
          </a:xfrm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6D68CEB1-AA8B-1854-557B-8723291A85A7}"/>
                </a:ext>
              </a:extLst>
            </p:cNvPr>
            <p:cNvSpPr/>
            <p:nvPr/>
          </p:nvSpPr>
          <p:spPr>
            <a:xfrm>
              <a:off x="4737834" y="511348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14F373B9-5D10-C6AA-A706-5A96EEA84851}"/>
                </a:ext>
              </a:extLst>
            </p:cNvPr>
            <p:cNvSpPr/>
            <p:nvPr/>
          </p:nvSpPr>
          <p:spPr>
            <a:xfrm>
              <a:off x="4738263" y="556417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E59B5E18-3F7B-5CF8-E3D8-7F788F342235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03405D9A-8222-DF48-45D0-7DA147BBEF32}"/>
              </a:ext>
            </a:extLst>
          </p:cNvPr>
          <p:cNvGrpSpPr/>
          <p:nvPr/>
        </p:nvGrpSpPr>
        <p:grpSpPr>
          <a:xfrm rot="5400000">
            <a:off x="4755422" y="3148964"/>
            <a:ext cx="104184" cy="626456"/>
            <a:chOff x="5324822" y="4457234"/>
            <a:chExt cx="104184" cy="626456"/>
          </a:xfrm>
        </p:grpSpPr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0A83FC29-DD9E-739E-C277-ED4D97BD9E21}"/>
                </a:ext>
              </a:extLst>
            </p:cNvPr>
            <p:cNvSpPr/>
            <p:nvPr/>
          </p:nvSpPr>
          <p:spPr>
            <a:xfrm>
              <a:off x="5330621" y="4457234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7931CCBD-1DD0-D69D-AFCE-5ED642D64C1B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30C781EA-AB9C-B394-5126-786B9F23B3FA}"/>
              </a:ext>
            </a:extLst>
          </p:cNvPr>
          <p:cNvSpPr/>
          <p:nvPr/>
        </p:nvSpPr>
        <p:spPr>
          <a:xfrm flipV="1">
            <a:off x="3990947" y="2375867"/>
            <a:ext cx="98385" cy="61260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D54206C-A6C1-DCA5-941B-44A3CD2B7683}"/>
              </a:ext>
            </a:extLst>
          </p:cNvPr>
          <p:cNvSpPr txBox="1"/>
          <p:nvPr/>
        </p:nvSpPr>
        <p:spPr>
          <a:xfrm>
            <a:off x="6551999" y="5422377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highlight>
                  <a:srgbClr val="FFFF00"/>
                </a:highlight>
              </a:rPr>
              <a:t>우물은 두가지 </a:t>
            </a:r>
            <a:r>
              <a:rPr lang="ko-KR" altLang="en-US" sz="1000" err="1">
                <a:highlight>
                  <a:srgbClr val="FFFF00"/>
                </a:highlight>
              </a:rPr>
              <a:t>타입중</a:t>
            </a:r>
            <a:r>
              <a:rPr lang="ko-KR" altLang="en-US" sz="1000">
                <a:highlight>
                  <a:srgbClr val="FFFF00"/>
                </a:highlight>
              </a:rPr>
              <a:t> 선택 가능합니다</a:t>
            </a:r>
            <a:r>
              <a:rPr lang="en-US" altLang="ko-KR" sz="100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>
                <a:highlight>
                  <a:srgbClr val="FFFF00"/>
                </a:highlight>
              </a:rPr>
              <a:t>. </a:t>
            </a:r>
            <a:endParaRPr lang="ko-KR" altLang="en-US" sz="1000">
              <a:highlight>
                <a:srgbClr val="FFFF00"/>
              </a:highlight>
            </a:endParaRPr>
          </a:p>
        </p:txBody>
      </p: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F947197A-F3CB-6ED3-2EBC-335A208700D7}"/>
              </a:ext>
            </a:extLst>
          </p:cNvPr>
          <p:cNvCxnSpPr>
            <a:cxnSpLocks/>
          </p:cNvCxnSpPr>
          <p:nvPr/>
        </p:nvCxnSpPr>
        <p:spPr>
          <a:xfrm flipV="1">
            <a:off x="6835037" y="4772112"/>
            <a:ext cx="0" cy="6872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13">
            <a:extLst>
              <a:ext uri="{FF2B5EF4-FFF2-40B4-BE49-F238E27FC236}">
                <a16:creationId xmlns:a16="http://schemas.microsoft.com/office/drawing/2014/main" id="{EAC90A2F-0A60-8282-8677-4C45421488A7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F1260473-7AE9-CC6E-705A-2C1C89D512E2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C5713CF5-A236-4DE4-EFE5-BB19D31A004D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3C72E895-A5DC-222C-7F06-2FF739BCEC30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4334B22E-F8C3-7079-9FE5-1F514AC8845E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2" name="TextBox 11">
              <a:extLst>
                <a:ext uri="{FF2B5EF4-FFF2-40B4-BE49-F238E27FC236}">
                  <a16:creationId xmlns:a16="http://schemas.microsoft.com/office/drawing/2014/main" id="{0D5921F6-6DAB-3EDD-A720-9E9CF5C69FCD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EF37DC77-C7DE-EA6F-B781-81D91AC0FC9D}"/>
              </a:ext>
            </a:extLst>
          </p:cNvPr>
          <p:cNvSpPr/>
          <p:nvPr/>
        </p:nvSpPr>
        <p:spPr>
          <a:xfrm flipV="1">
            <a:off x="3235900" y="3045763"/>
            <a:ext cx="98385" cy="5023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3EC8AD0B-66DB-80BB-7A6E-0A6309EE60B5}"/>
              </a:ext>
            </a:extLst>
          </p:cNvPr>
          <p:cNvSpPr/>
          <p:nvPr/>
        </p:nvSpPr>
        <p:spPr>
          <a:xfrm flipV="1">
            <a:off x="8969137" y="1941611"/>
            <a:ext cx="98385" cy="48726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661BB797-43FF-CD29-3DC3-41CB50D5CA3D}"/>
              </a:ext>
            </a:extLst>
          </p:cNvPr>
          <p:cNvGrpSpPr/>
          <p:nvPr/>
        </p:nvGrpSpPr>
        <p:grpSpPr>
          <a:xfrm>
            <a:off x="7403997" y="3746174"/>
            <a:ext cx="98891" cy="997224"/>
            <a:chOff x="4737834" y="5113486"/>
            <a:chExt cx="98891" cy="997224"/>
          </a:xfrm>
        </p:grpSpPr>
        <p:sp>
          <p:nvSpPr>
            <p:cNvPr id="58" name="타원 57">
              <a:extLst>
                <a:ext uri="{FF2B5EF4-FFF2-40B4-BE49-F238E27FC236}">
                  <a16:creationId xmlns:a16="http://schemas.microsoft.com/office/drawing/2014/main" id="{8C525058-C461-D22C-76EE-0D0F98203436}"/>
                </a:ext>
              </a:extLst>
            </p:cNvPr>
            <p:cNvSpPr/>
            <p:nvPr/>
          </p:nvSpPr>
          <p:spPr>
            <a:xfrm>
              <a:off x="4737834" y="511348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9" name="타원 58">
              <a:extLst>
                <a:ext uri="{FF2B5EF4-FFF2-40B4-BE49-F238E27FC236}">
                  <a16:creationId xmlns:a16="http://schemas.microsoft.com/office/drawing/2014/main" id="{786E9A16-CF52-3EB2-95C0-99305F3B57FE}"/>
                </a:ext>
              </a:extLst>
            </p:cNvPr>
            <p:cNvSpPr/>
            <p:nvPr/>
          </p:nvSpPr>
          <p:spPr>
            <a:xfrm>
              <a:off x="4738263" y="556417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60" name="타원 59">
              <a:extLst>
                <a:ext uri="{FF2B5EF4-FFF2-40B4-BE49-F238E27FC236}">
                  <a16:creationId xmlns:a16="http://schemas.microsoft.com/office/drawing/2014/main" id="{DC338D58-D28E-DF13-A59D-67FD23B255F8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29FCA444-C4A7-5DA7-DDA6-F9F754AB6342}"/>
              </a:ext>
            </a:extLst>
          </p:cNvPr>
          <p:cNvSpPr txBox="1"/>
          <p:nvPr/>
        </p:nvSpPr>
        <p:spPr>
          <a:xfrm>
            <a:off x="2546341" y="343644"/>
            <a:ext cx="71077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84T</a:t>
            </a:r>
            <a:r>
              <a:rPr lang="ko-KR" altLang="en-US" sz="2000" b="1"/>
              <a:t>타입 간접</a:t>
            </a:r>
            <a:r>
              <a:rPr lang="en-US" altLang="ko-KR" sz="2000" b="1"/>
              <a:t>A /</a:t>
            </a:r>
            <a:r>
              <a:rPr lang="ko-KR" altLang="en-US" sz="2000" b="1"/>
              <a:t>간접</a:t>
            </a:r>
            <a:r>
              <a:rPr lang="en-US" altLang="ko-KR" sz="2000" b="1"/>
              <a:t> </a:t>
            </a:r>
            <a:r>
              <a:rPr lang="ko-KR" altLang="en-US" sz="2000" b="1"/>
              <a:t>센서 </a:t>
            </a:r>
            <a:r>
              <a:rPr lang="en-US" altLang="ko-KR" sz="2000" b="1"/>
              <a:t>SET</a:t>
            </a:r>
          </a:p>
        </p:txBody>
      </p:sp>
    </p:spTree>
    <p:extLst>
      <p:ext uri="{BB962C8B-B14F-4D97-AF65-F5344CB8AC3E}">
        <p14:creationId xmlns:p14="http://schemas.microsoft.com/office/powerpoint/2010/main" val="336401385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C3841-26E2-AD72-552F-81570AFE9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D2E8936-9741-0D0C-4442-B1A1D27B82B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899850" y="1187128"/>
            <a:ext cx="6390200" cy="542048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226761D-CDB2-2026-52BB-2321B66E4E8D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𝑻𝒎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226761D-CDB2-2026-52BB-2321B66E4E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E49C3925-D985-A6B3-7BBA-06E21B829684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84T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1D06FBD-B45B-2401-685B-F0E1FD117647}"/>
              </a:ext>
            </a:extLst>
          </p:cNvPr>
          <p:cNvSpPr/>
          <p:nvPr/>
        </p:nvSpPr>
        <p:spPr>
          <a:xfrm>
            <a:off x="7643346" y="4519706"/>
            <a:ext cx="922010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0BC280-A2BF-35FA-9989-EDDAFDED3888}"/>
              </a:ext>
            </a:extLst>
          </p:cNvPr>
          <p:cNvSpPr txBox="1"/>
          <p:nvPr/>
        </p:nvSpPr>
        <p:spPr>
          <a:xfrm>
            <a:off x="8113969" y="3844676"/>
            <a:ext cx="882930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err="1"/>
              <a:t>무선리모컨</a:t>
            </a:r>
            <a:endParaRPr lang="en-US" altLang="ko-KR" sz="1000" b="1"/>
          </a:p>
          <a:p>
            <a:pPr algn="ctr"/>
            <a:r>
              <a:rPr lang="en-US" altLang="ko-KR" sz="1000" b="1"/>
              <a:t>1</a:t>
            </a:r>
            <a:r>
              <a:rPr lang="ko-KR" altLang="en-US" sz="1000" b="1"/>
              <a:t>구</a:t>
            </a:r>
            <a:r>
              <a:rPr lang="en-US" altLang="ko-KR" sz="1000" b="1"/>
              <a:t>(3</a:t>
            </a:r>
            <a:r>
              <a:rPr lang="ko-KR" altLang="en-US" sz="1000" b="1"/>
              <a:t>채널</a:t>
            </a:r>
            <a:r>
              <a:rPr lang="en-US" altLang="ko-KR" sz="1000" b="1"/>
              <a:t>)</a:t>
            </a:r>
            <a:endParaRPr lang="ko-KR" altLang="en-US" sz="1000" b="1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78F531-72FB-26BF-45CF-8F6FA088AF95}"/>
              </a:ext>
            </a:extLst>
          </p:cNvPr>
          <p:cNvSpPr/>
          <p:nvPr/>
        </p:nvSpPr>
        <p:spPr>
          <a:xfrm rot="5400000">
            <a:off x="6518096" y="4182249"/>
            <a:ext cx="102820" cy="15533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4F2DDF3F-7D67-59B0-E678-7751A0764256}"/>
              </a:ext>
            </a:extLst>
          </p:cNvPr>
          <p:cNvSpPr/>
          <p:nvPr/>
        </p:nvSpPr>
        <p:spPr>
          <a:xfrm>
            <a:off x="6126829" y="3756859"/>
            <a:ext cx="1005244" cy="1015253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468A7C23-6383-0CC4-2846-4A90AEF44BE1}"/>
              </a:ext>
            </a:extLst>
          </p:cNvPr>
          <p:cNvSpPr/>
          <p:nvPr/>
        </p:nvSpPr>
        <p:spPr>
          <a:xfrm>
            <a:off x="6277017" y="3890126"/>
            <a:ext cx="736743" cy="772668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F7565BB-83EC-9840-4150-E145A24CBD9D}"/>
              </a:ext>
            </a:extLst>
          </p:cNvPr>
          <p:cNvSpPr txBox="1"/>
          <p:nvPr/>
        </p:nvSpPr>
        <p:spPr>
          <a:xfrm>
            <a:off x="5890260" y="3273937"/>
            <a:ext cx="1491374" cy="2462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2043B96-0B2D-367D-7AE2-EBAF6381FF9C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B73592B4-3F39-51ED-B3E5-BC84F230FF03}"/>
              </a:ext>
            </a:extLst>
          </p:cNvPr>
          <p:cNvGrpSpPr/>
          <p:nvPr/>
        </p:nvGrpSpPr>
        <p:grpSpPr>
          <a:xfrm>
            <a:off x="5761586" y="3748732"/>
            <a:ext cx="98891" cy="997224"/>
            <a:chOff x="4737834" y="5113486"/>
            <a:chExt cx="98891" cy="997224"/>
          </a:xfrm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DCD10245-140B-EDA6-3EBC-6A284AA6399C}"/>
                </a:ext>
              </a:extLst>
            </p:cNvPr>
            <p:cNvSpPr/>
            <p:nvPr/>
          </p:nvSpPr>
          <p:spPr>
            <a:xfrm>
              <a:off x="4737834" y="511348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13B88A93-C110-502B-090A-2EEFF6138440}"/>
                </a:ext>
              </a:extLst>
            </p:cNvPr>
            <p:cNvSpPr/>
            <p:nvPr/>
          </p:nvSpPr>
          <p:spPr>
            <a:xfrm>
              <a:off x="4738263" y="556417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5214F719-9E90-8096-113B-EB78FDC56891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30E8BC5C-4C58-CA67-CF82-659D19B30BCB}"/>
              </a:ext>
            </a:extLst>
          </p:cNvPr>
          <p:cNvGrpSpPr/>
          <p:nvPr/>
        </p:nvGrpSpPr>
        <p:grpSpPr>
          <a:xfrm>
            <a:off x="7656068" y="3688872"/>
            <a:ext cx="98814" cy="638609"/>
            <a:chOff x="4737834" y="4900127"/>
            <a:chExt cx="98814" cy="638609"/>
          </a:xfrm>
          <a:solidFill>
            <a:srgbClr val="00B0F0"/>
          </a:solidFill>
        </p:grpSpPr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8488433E-810A-DBD3-F07E-EEE1D8D9A28E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A5C117B6-DA58-80A1-3033-61B9ECBEADA9}"/>
                </a:ext>
              </a:extLst>
            </p:cNvPr>
            <p:cNvSpPr/>
            <p:nvPr/>
          </p:nvSpPr>
          <p:spPr>
            <a:xfrm>
              <a:off x="4738263" y="5440351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481C9802-3E28-6F3B-6ECC-E16DFE190FD3}"/>
              </a:ext>
            </a:extLst>
          </p:cNvPr>
          <p:cNvGrpSpPr/>
          <p:nvPr/>
        </p:nvGrpSpPr>
        <p:grpSpPr>
          <a:xfrm rot="5400000">
            <a:off x="4755422" y="3148964"/>
            <a:ext cx="104184" cy="626456"/>
            <a:chOff x="5324822" y="4457234"/>
            <a:chExt cx="104184" cy="626456"/>
          </a:xfrm>
        </p:grpSpPr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A3CBB556-2101-7CAA-147F-D690E8FA0307}"/>
                </a:ext>
              </a:extLst>
            </p:cNvPr>
            <p:cNvSpPr/>
            <p:nvPr/>
          </p:nvSpPr>
          <p:spPr>
            <a:xfrm>
              <a:off x="5330621" y="4457234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B4643444-AC9A-4447-8105-2A9A371124D6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BA964620-6313-CD43-7284-D6E41B5EBBA1}"/>
              </a:ext>
            </a:extLst>
          </p:cNvPr>
          <p:cNvSpPr/>
          <p:nvPr/>
        </p:nvSpPr>
        <p:spPr>
          <a:xfrm flipV="1">
            <a:off x="3990947" y="2375867"/>
            <a:ext cx="98385" cy="61260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877EA6E-5D06-9DBD-DA03-61DECBC245B1}"/>
              </a:ext>
            </a:extLst>
          </p:cNvPr>
          <p:cNvSpPr txBox="1"/>
          <p:nvPr/>
        </p:nvSpPr>
        <p:spPr>
          <a:xfrm>
            <a:off x="6551999" y="5422377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highlight>
                  <a:srgbClr val="FFFF00"/>
                </a:highlight>
              </a:rPr>
              <a:t>우물은 두가지 </a:t>
            </a:r>
            <a:r>
              <a:rPr lang="ko-KR" altLang="en-US" sz="1000" err="1">
                <a:highlight>
                  <a:srgbClr val="FFFF00"/>
                </a:highlight>
              </a:rPr>
              <a:t>타입중</a:t>
            </a:r>
            <a:r>
              <a:rPr lang="ko-KR" altLang="en-US" sz="1000">
                <a:highlight>
                  <a:srgbClr val="FFFF00"/>
                </a:highlight>
              </a:rPr>
              <a:t> 선택 가능합니다</a:t>
            </a:r>
            <a:r>
              <a:rPr lang="en-US" altLang="ko-KR" sz="100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>
                <a:highlight>
                  <a:srgbClr val="FFFF00"/>
                </a:highlight>
              </a:rPr>
              <a:t>. </a:t>
            </a:r>
            <a:endParaRPr lang="ko-KR" altLang="en-US" sz="1000">
              <a:highlight>
                <a:srgbClr val="FFFF00"/>
              </a:highlight>
            </a:endParaRPr>
          </a:p>
        </p:txBody>
      </p: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9A4F6E33-3922-A46D-70F2-23997F225EEA}"/>
              </a:ext>
            </a:extLst>
          </p:cNvPr>
          <p:cNvCxnSpPr>
            <a:cxnSpLocks/>
          </p:cNvCxnSpPr>
          <p:nvPr/>
        </p:nvCxnSpPr>
        <p:spPr>
          <a:xfrm flipV="1">
            <a:off x="6835037" y="4772112"/>
            <a:ext cx="0" cy="6872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13">
            <a:extLst>
              <a:ext uri="{FF2B5EF4-FFF2-40B4-BE49-F238E27FC236}">
                <a16:creationId xmlns:a16="http://schemas.microsoft.com/office/drawing/2014/main" id="{1E8DF957-E4E5-9D40-0D48-F8055E28C4EB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46A44E1A-0F2B-2E7E-6211-07A2647DEAEB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52051317-6141-8CD3-5B10-54F1941B3C61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B60CF9BF-F542-AB44-9A41-618B1B21D2ED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02FED072-0261-7E6E-45C9-A06E630059E9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2" name="TextBox 11">
              <a:extLst>
                <a:ext uri="{FF2B5EF4-FFF2-40B4-BE49-F238E27FC236}">
                  <a16:creationId xmlns:a16="http://schemas.microsoft.com/office/drawing/2014/main" id="{63979DF5-61FE-6FA1-E6A8-E7FE8646A48F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3CBD8AB8-384E-8934-E873-B4DAAEAA9875}"/>
              </a:ext>
            </a:extLst>
          </p:cNvPr>
          <p:cNvSpPr/>
          <p:nvPr/>
        </p:nvSpPr>
        <p:spPr>
          <a:xfrm flipV="1">
            <a:off x="3235900" y="3045763"/>
            <a:ext cx="98385" cy="5023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656B8D27-A235-8B26-5AE2-40BAEB3EAACB}"/>
              </a:ext>
            </a:extLst>
          </p:cNvPr>
          <p:cNvGrpSpPr/>
          <p:nvPr/>
        </p:nvGrpSpPr>
        <p:grpSpPr>
          <a:xfrm>
            <a:off x="4119979" y="2457601"/>
            <a:ext cx="387045" cy="414400"/>
            <a:chOff x="9272214" y="3797098"/>
            <a:chExt cx="387045" cy="414400"/>
          </a:xfrm>
          <a:solidFill>
            <a:srgbClr val="CC0000"/>
          </a:solidFill>
        </p:grpSpPr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id="{94478E94-DB1A-C5AC-6E02-68D85FAACC18}"/>
                </a:ext>
              </a:extLst>
            </p:cNvPr>
            <p:cNvGrpSpPr/>
            <p:nvPr/>
          </p:nvGrpSpPr>
          <p:grpSpPr>
            <a:xfrm>
              <a:off x="9560445" y="3799905"/>
              <a:ext cx="98814" cy="411593"/>
              <a:chOff x="4674334" y="4900127"/>
              <a:chExt cx="98814" cy="411593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54" name="타원 53">
                <a:extLst>
                  <a:ext uri="{FF2B5EF4-FFF2-40B4-BE49-F238E27FC236}">
                    <a16:creationId xmlns:a16="http://schemas.microsoft.com/office/drawing/2014/main" id="{E95E5815-01C0-6ADD-323F-27809F88F267}"/>
                  </a:ext>
                </a:extLst>
              </p:cNvPr>
              <p:cNvSpPr/>
              <p:nvPr/>
            </p:nvSpPr>
            <p:spPr>
              <a:xfrm>
                <a:off x="46743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5" name="타원 54">
                <a:extLst>
                  <a:ext uri="{FF2B5EF4-FFF2-40B4-BE49-F238E27FC236}">
                    <a16:creationId xmlns:a16="http://schemas.microsoft.com/office/drawing/2014/main" id="{95F15068-A2C5-AB5B-06BF-4872F17156F5}"/>
                  </a:ext>
                </a:extLst>
              </p:cNvPr>
              <p:cNvSpPr/>
              <p:nvPr/>
            </p:nvSpPr>
            <p:spPr>
              <a:xfrm>
                <a:off x="4674763" y="5213335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0" name="별: 꼭짓점 7개 49">
              <a:extLst>
                <a:ext uri="{FF2B5EF4-FFF2-40B4-BE49-F238E27FC236}">
                  <a16:creationId xmlns:a16="http://schemas.microsoft.com/office/drawing/2014/main" id="{5B1C0A84-4214-F9AD-A05A-6DFFE3599DCC}"/>
                </a:ext>
              </a:extLst>
            </p:cNvPr>
            <p:cNvSpPr/>
            <p:nvPr/>
          </p:nvSpPr>
          <p:spPr>
            <a:xfrm rot="5400000">
              <a:off x="9343514" y="3870257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51" name="그룹 50">
              <a:extLst>
                <a:ext uri="{FF2B5EF4-FFF2-40B4-BE49-F238E27FC236}">
                  <a16:creationId xmlns:a16="http://schemas.microsoft.com/office/drawing/2014/main" id="{664A121A-4F1F-BBDF-06D8-5089AD8513B1}"/>
                </a:ext>
              </a:extLst>
            </p:cNvPr>
            <p:cNvGrpSpPr/>
            <p:nvPr/>
          </p:nvGrpSpPr>
          <p:grpSpPr>
            <a:xfrm>
              <a:off x="9272214" y="3797098"/>
              <a:ext cx="98814" cy="411593"/>
              <a:chOff x="4818802" y="4900127"/>
              <a:chExt cx="98814" cy="411593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52" name="타원 51">
                <a:extLst>
                  <a:ext uri="{FF2B5EF4-FFF2-40B4-BE49-F238E27FC236}">
                    <a16:creationId xmlns:a16="http://schemas.microsoft.com/office/drawing/2014/main" id="{B365C8BA-D7FD-5101-E704-0D940251C52B}"/>
                  </a:ext>
                </a:extLst>
              </p:cNvPr>
              <p:cNvSpPr/>
              <p:nvPr/>
            </p:nvSpPr>
            <p:spPr>
              <a:xfrm>
                <a:off x="4818802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3" name="타원 52">
                <a:extLst>
                  <a:ext uri="{FF2B5EF4-FFF2-40B4-BE49-F238E27FC236}">
                    <a16:creationId xmlns:a16="http://schemas.microsoft.com/office/drawing/2014/main" id="{046573C7-2AF0-34FC-666A-205189368336}"/>
                  </a:ext>
                </a:extLst>
              </p:cNvPr>
              <p:cNvSpPr/>
              <p:nvPr/>
            </p:nvSpPr>
            <p:spPr>
              <a:xfrm>
                <a:off x="4819231" y="5213335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1403DCDD-908E-E657-872D-D911627E3FCE}"/>
              </a:ext>
            </a:extLst>
          </p:cNvPr>
          <p:cNvSpPr/>
          <p:nvPr/>
        </p:nvSpPr>
        <p:spPr>
          <a:xfrm flipV="1">
            <a:off x="8969137" y="1941611"/>
            <a:ext cx="98385" cy="48726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DA15B1D0-B25E-7628-75C4-2DC0309C2249}"/>
              </a:ext>
            </a:extLst>
          </p:cNvPr>
          <p:cNvGrpSpPr/>
          <p:nvPr/>
        </p:nvGrpSpPr>
        <p:grpSpPr>
          <a:xfrm>
            <a:off x="7403997" y="3746174"/>
            <a:ext cx="98891" cy="997224"/>
            <a:chOff x="4737834" y="5113486"/>
            <a:chExt cx="98891" cy="997224"/>
          </a:xfrm>
        </p:grpSpPr>
        <p:sp>
          <p:nvSpPr>
            <p:cNvPr id="58" name="타원 57">
              <a:extLst>
                <a:ext uri="{FF2B5EF4-FFF2-40B4-BE49-F238E27FC236}">
                  <a16:creationId xmlns:a16="http://schemas.microsoft.com/office/drawing/2014/main" id="{940CBC5F-67EA-74A2-462C-6703B6C977F2}"/>
                </a:ext>
              </a:extLst>
            </p:cNvPr>
            <p:cNvSpPr/>
            <p:nvPr/>
          </p:nvSpPr>
          <p:spPr>
            <a:xfrm>
              <a:off x="4737834" y="511348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9" name="타원 58">
              <a:extLst>
                <a:ext uri="{FF2B5EF4-FFF2-40B4-BE49-F238E27FC236}">
                  <a16:creationId xmlns:a16="http://schemas.microsoft.com/office/drawing/2014/main" id="{6B7AAD22-BEA9-28BD-F01B-C0DEB6858FBA}"/>
                </a:ext>
              </a:extLst>
            </p:cNvPr>
            <p:cNvSpPr/>
            <p:nvPr/>
          </p:nvSpPr>
          <p:spPr>
            <a:xfrm>
              <a:off x="4738263" y="556417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60" name="타원 59">
              <a:extLst>
                <a:ext uri="{FF2B5EF4-FFF2-40B4-BE49-F238E27FC236}">
                  <a16:creationId xmlns:a16="http://schemas.microsoft.com/office/drawing/2014/main" id="{F735DFE5-DBF6-0140-CAA8-D42D8BBC965E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9729412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6CD9F-84B5-7AD4-E102-E0F9BA038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A519CA0-8F70-384C-1E0D-09DFB591AE1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899850" y="1187128"/>
            <a:ext cx="6390200" cy="542048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CF44F51-0BC4-DD94-BDB1-F685090D54B6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𝑻𝒎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CF44F51-0BC4-DD94-BDB1-F685090D54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D90774D1-B773-2233-E28E-88C2E84CAECD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84T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 + </a:t>
            </a:r>
            <a:r>
              <a:rPr lang="ko-KR" altLang="en-US" sz="2000" b="1" err="1"/>
              <a:t>실링팬</a:t>
            </a:r>
            <a:r>
              <a:rPr lang="ko-KR" altLang="en-US" sz="2000" b="1"/>
              <a:t> 우물두줄</a:t>
            </a:r>
            <a:endParaRPr lang="en-US" altLang="ko-KR" sz="2000" b="1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6AC9A4E-EA94-66F1-7CC9-D666195F0135}"/>
              </a:ext>
            </a:extLst>
          </p:cNvPr>
          <p:cNvSpPr/>
          <p:nvPr/>
        </p:nvSpPr>
        <p:spPr>
          <a:xfrm>
            <a:off x="7643346" y="4519706"/>
            <a:ext cx="922010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7ED071-5005-CBCB-4A4B-990325F1E978}"/>
              </a:ext>
            </a:extLst>
          </p:cNvPr>
          <p:cNvSpPr txBox="1"/>
          <p:nvPr/>
        </p:nvSpPr>
        <p:spPr>
          <a:xfrm>
            <a:off x="8113969" y="3844676"/>
            <a:ext cx="882930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err="1"/>
              <a:t>무선리모컨</a:t>
            </a:r>
            <a:endParaRPr lang="en-US" altLang="ko-KR" sz="1000" b="1"/>
          </a:p>
          <a:p>
            <a:pPr algn="ctr"/>
            <a:r>
              <a:rPr lang="en-US" altLang="ko-KR" sz="1000" b="1"/>
              <a:t>1</a:t>
            </a:r>
            <a:r>
              <a:rPr lang="ko-KR" altLang="en-US" sz="1000" b="1"/>
              <a:t>구</a:t>
            </a:r>
            <a:r>
              <a:rPr lang="en-US" altLang="ko-KR" sz="1000" b="1"/>
              <a:t>(3</a:t>
            </a:r>
            <a:r>
              <a:rPr lang="ko-KR" altLang="en-US" sz="1000" b="1"/>
              <a:t>채널</a:t>
            </a:r>
            <a:r>
              <a:rPr lang="en-US" altLang="ko-KR" sz="1000" b="1"/>
              <a:t>)</a:t>
            </a:r>
            <a:endParaRPr lang="ko-KR" altLang="en-US" sz="1000" b="1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2E822E0-2232-F822-B239-7022C96EF459}"/>
              </a:ext>
            </a:extLst>
          </p:cNvPr>
          <p:cNvSpPr/>
          <p:nvPr/>
        </p:nvSpPr>
        <p:spPr>
          <a:xfrm rot="5400000">
            <a:off x="6518096" y="4182249"/>
            <a:ext cx="102820" cy="15533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296F9DAA-4792-6C9D-CE09-D693C3FDE38A}"/>
              </a:ext>
            </a:extLst>
          </p:cNvPr>
          <p:cNvSpPr/>
          <p:nvPr/>
        </p:nvSpPr>
        <p:spPr>
          <a:xfrm>
            <a:off x="6126829" y="3756859"/>
            <a:ext cx="1005244" cy="1015253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5FAD9AB6-26A2-887E-70E9-B59C9932DCB9}"/>
              </a:ext>
            </a:extLst>
          </p:cNvPr>
          <p:cNvSpPr/>
          <p:nvPr/>
        </p:nvSpPr>
        <p:spPr>
          <a:xfrm>
            <a:off x="6277017" y="3890126"/>
            <a:ext cx="736743" cy="772668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087CD24-733A-9172-C211-628B47F917E6}"/>
              </a:ext>
            </a:extLst>
          </p:cNvPr>
          <p:cNvSpPr txBox="1"/>
          <p:nvPr/>
        </p:nvSpPr>
        <p:spPr>
          <a:xfrm>
            <a:off x="5890260" y="3273937"/>
            <a:ext cx="1491374" cy="2462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F53B42B-3966-F58F-8193-E661D8D03794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13" name="별: 꼭짓점 4개 12">
            <a:extLst>
              <a:ext uri="{FF2B5EF4-FFF2-40B4-BE49-F238E27FC236}">
                <a16:creationId xmlns:a16="http://schemas.microsoft.com/office/drawing/2014/main" id="{52D9C13C-ED64-0BEA-0B1A-E5E950362139}"/>
              </a:ext>
            </a:extLst>
          </p:cNvPr>
          <p:cNvSpPr/>
          <p:nvPr/>
        </p:nvSpPr>
        <p:spPr>
          <a:xfrm>
            <a:off x="6363170" y="3998481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D68A7CA3-ADE7-EC4E-BD59-95771BCE047E}"/>
              </a:ext>
            </a:extLst>
          </p:cNvPr>
          <p:cNvGrpSpPr/>
          <p:nvPr/>
        </p:nvGrpSpPr>
        <p:grpSpPr>
          <a:xfrm>
            <a:off x="5761586" y="3748732"/>
            <a:ext cx="98891" cy="997224"/>
            <a:chOff x="4737834" y="5113486"/>
            <a:chExt cx="98891" cy="997224"/>
          </a:xfrm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0D64377A-589D-74A7-D0A9-B9C21D894B63}"/>
                </a:ext>
              </a:extLst>
            </p:cNvPr>
            <p:cNvSpPr/>
            <p:nvPr/>
          </p:nvSpPr>
          <p:spPr>
            <a:xfrm>
              <a:off x="4737834" y="511348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6A640728-709B-B8AC-4DDA-A6DE7E0D5171}"/>
                </a:ext>
              </a:extLst>
            </p:cNvPr>
            <p:cNvSpPr/>
            <p:nvPr/>
          </p:nvSpPr>
          <p:spPr>
            <a:xfrm>
              <a:off x="4738263" y="556417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58ABD41D-BA6C-A8A3-0ADE-D50DCB7F597D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CDEEBFEF-BDBE-F352-8743-41959EB1AC44}"/>
              </a:ext>
            </a:extLst>
          </p:cNvPr>
          <p:cNvGrpSpPr/>
          <p:nvPr/>
        </p:nvGrpSpPr>
        <p:grpSpPr>
          <a:xfrm>
            <a:off x="7656068" y="3688872"/>
            <a:ext cx="98814" cy="638609"/>
            <a:chOff x="4737834" y="4900127"/>
            <a:chExt cx="98814" cy="638609"/>
          </a:xfrm>
          <a:solidFill>
            <a:srgbClr val="00B0F0"/>
          </a:solidFill>
        </p:grpSpPr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9184CBEB-0648-613F-3B0B-F6C363BFDF7C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BF89A67B-E1ED-2F83-83A5-8432C1447448}"/>
                </a:ext>
              </a:extLst>
            </p:cNvPr>
            <p:cNvSpPr/>
            <p:nvPr/>
          </p:nvSpPr>
          <p:spPr>
            <a:xfrm>
              <a:off x="4738263" y="5440351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FFA563AE-F1E4-493B-0197-2708F4FEE5DF}"/>
              </a:ext>
            </a:extLst>
          </p:cNvPr>
          <p:cNvGrpSpPr/>
          <p:nvPr/>
        </p:nvGrpSpPr>
        <p:grpSpPr>
          <a:xfrm rot="5400000">
            <a:off x="4755422" y="3148964"/>
            <a:ext cx="104184" cy="626456"/>
            <a:chOff x="5324822" y="4457234"/>
            <a:chExt cx="104184" cy="626456"/>
          </a:xfrm>
        </p:grpSpPr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755C9DDC-956A-7641-1AB2-750E882A4293}"/>
                </a:ext>
              </a:extLst>
            </p:cNvPr>
            <p:cNvSpPr/>
            <p:nvPr/>
          </p:nvSpPr>
          <p:spPr>
            <a:xfrm>
              <a:off x="5330621" y="4457234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7608A3B2-ACCE-5FA0-E0E8-043FB5887BF8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8445ABD2-364F-1C02-CA01-ED6077FCD9EB}"/>
              </a:ext>
            </a:extLst>
          </p:cNvPr>
          <p:cNvSpPr/>
          <p:nvPr/>
        </p:nvSpPr>
        <p:spPr>
          <a:xfrm flipV="1">
            <a:off x="3990947" y="2375867"/>
            <a:ext cx="98385" cy="61260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2318B86-C6AF-5DA9-2228-F23B68635BFD}"/>
              </a:ext>
            </a:extLst>
          </p:cNvPr>
          <p:cNvSpPr txBox="1"/>
          <p:nvPr/>
        </p:nvSpPr>
        <p:spPr>
          <a:xfrm>
            <a:off x="6551999" y="5422377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highlight>
                  <a:srgbClr val="FFFF00"/>
                </a:highlight>
              </a:rPr>
              <a:t>우물은 두가지 </a:t>
            </a:r>
            <a:r>
              <a:rPr lang="ko-KR" altLang="en-US" sz="1000" err="1">
                <a:highlight>
                  <a:srgbClr val="FFFF00"/>
                </a:highlight>
              </a:rPr>
              <a:t>타입중</a:t>
            </a:r>
            <a:r>
              <a:rPr lang="ko-KR" altLang="en-US" sz="1000">
                <a:highlight>
                  <a:srgbClr val="FFFF00"/>
                </a:highlight>
              </a:rPr>
              <a:t> 선택 가능합니다</a:t>
            </a:r>
            <a:r>
              <a:rPr lang="en-US" altLang="ko-KR" sz="100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>
                <a:highlight>
                  <a:srgbClr val="FFFF00"/>
                </a:highlight>
              </a:rPr>
              <a:t>. </a:t>
            </a:r>
            <a:endParaRPr lang="ko-KR" altLang="en-US" sz="1000">
              <a:highlight>
                <a:srgbClr val="FFFF00"/>
              </a:highlight>
            </a:endParaRPr>
          </a:p>
        </p:txBody>
      </p: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377AB2C8-8417-337F-1618-5FFCA05F6039}"/>
              </a:ext>
            </a:extLst>
          </p:cNvPr>
          <p:cNvCxnSpPr>
            <a:cxnSpLocks/>
          </p:cNvCxnSpPr>
          <p:nvPr/>
        </p:nvCxnSpPr>
        <p:spPr>
          <a:xfrm flipV="1">
            <a:off x="6835037" y="4772112"/>
            <a:ext cx="0" cy="6872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9D5120AD-9EFF-EBF2-3464-182BFD53DF5D}"/>
              </a:ext>
            </a:extLst>
          </p:cNvPr>
          <p:cNvSpPr txBox="1"/>
          <p:nvPr/>
        </p:nvSpPr>
        <p:spPr>
          <a:xfrm>
            <a:off x="4416016" y="5291349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err="1">
                <a:highlight>
                  <a:srgbClr val="FFFF00"/>
                </a:highlight>
              </a:rPr>
              <a:t>실링팬</a:t>
            </a:r>
            <a:r>
              <a:rPr lang="ko-KR" altLang="en-US" sz="1000" b="1">
                <a:highlight>
                  <a:srgbClr val="FFFF00"/>
                </a:highlight>
              </a:rPr>
              <a:t> </a:t>
            </a:r>
            <a:r>
              <a:rPr lang="ko-KR" altLang="en-US" sz="1000" b="1" err="1">
                <a:highlight>
                  <a:srgbClr val="FFFF00"/>
                </a:highlight>
              </a:rPr>
              <a:t>루씨에어</a:t>
            </a:r>
            <a:endParaRPr lang="en-US" altLang="ko-KR" sz="1000" b="1">
              <a:highlight>
                <a:srgbClr val="FFFF00"/>
              </a:highlight>
            </a:endParaRPr>
          </a:p>
          <a:p>
            <a:r>
              <a:rPr lang="ko-KR" altLang="en-US" sz="1000" b="1">
                <a:highlight>
                  <a:srgbClr val="FFFF00"/>
                </a:highlight>
              </a:rPr>
              <a:t>설치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보강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우물 천장 안 실크 도배</a:t>
            </a:r>
            <a:br>
              <a:rPr lang="en-US" altLang="ko-KR" sz="1000" b="1">
                <a:highlight>
                  <a:srgbClr val="FFFF00"/>
                </a:highlight>
              </a:rPr>
            </a:br>
            <a:r>
              <a:rPr lang="ko-KR" altLang="en-US" sz="1000" b="1">
                <a:highlight>
                  <a:srgbClr val="FFFF00"/>
                </a:highlight>
              </a:rPr>
              <a:t>우물조명 </a:t>
            </a:r>
            <a:r>
              <a:rPr lang="en-US" altLang="ko-KR" sz="1000" b="1">
                <a:highlight>
                  <a:srgbClr val="FFFF00"/>
                </a:highlight>
              </a:rPr>
              <a:t>2</a:t>
            </a:r>
            <a:r>
              <a:rPr lang="ko-KR" altLang="en-US" sz="1000" b="1">
                <a:highlight>
                  <a:srgbClr val="FFFF00"/>
                </a:highlight>
              </a:rPr>
              <a:t>줄 </a:t>
            </a:r>
            <a:r>
              <a:rPr lang="ko-KR" altLang="en-US" sz="1000" b="1" err="1">
                <a:highlight>
                  <a:srgbClr val="FFFF00"/>
                </a:highlight>
              </a:rPr>
              <a:t>전구색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 err="1">
                <a:highlight>
                  <a:srgbClr val="FFFF00"/>
                </a:highlight>
              </a:rPr>
              <a:t>주백색</a:t>
            </a:r>
            <a:endParaRPr lang="en-US" altLang="ko-KR" sz="1000" b="1">
              <a:highlight>
                <a:srgbClr val="FFFF00"/>
              </a:highlight>
            </a:endParaRPr>
          </a:p>
        </p:txBody>
      </p:sp>
      <p:sp>
        <p:nvSpPr>
          <p:cNvPr id="37" name="TextBox 13">
            <a:extLst>
              <a:ext uri="{FF2B5EF4-FFF2-40B4-BE49-F238E27FC236}">
                <a16:creationId xmlns:a16="http://schemas.microsoft.com/office/drawing/2014/main" id="{F9580EFD-2491-57EA-02A5-D2BAFC4AD6A2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E18D9CB8-A4AD-347F-725A-52C39B8ECD87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F8A26F4E-F1B6-A54D-37BA-F2841D62CB46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A0659AA2-57F3-B874-BEB9-4C555FCF97FA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B3504D9C-3BFE-C70B-3491-74CEE01EA151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2" name="TextBox 11">
              <a:extLst>
                <a:ext uri="{FF2B5EF4-FFF2-40B4-BE49-F238E27FC236}">
                  <a16:creationId xmlns:a16="http://schemas.microsoft.com/office/drawing/2014/main" id="{7B37BE77-E187-797F-B805-6DB42A355997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5B306C42-82FE-B3A6-B592-F8F6D254EDA7}"/>
              </a:ext>
            </a:extLst>
          </p:cNvPr>
          <p:cNvSpPr/>
          <p:nvPr/>
        </p:nvSpPr>
        <p:spPr>
          <a:xfrm flipV="1">
            <a:off x="3235900" y="3045763"/>
            <a:ext cx="98385" cy="5023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CCAC382A-7EC5-BA3F-74D1-083BA02C4BE2}"/>
              </a:ext>
            </a:extLst>
          </p:cNvPr>
          <p:cNvGrpSpPr/>
          <p:nvPr/>
        </p:nvGrpSpPr>
        <p:grpSpPr>
          <a:xfrm>
            <a:off x="4119979" y="2457601"/>
            <a:ext cx="387045" cy="414400"/>
            <a:chOff x="9272214" y="3797098"/>
            <a:chExt cx="387045" cy="414400"/>
          </a:xfrm>
          <a:solidFill>
            <a:srgbClr val="CC0000"/>
          </a:solidFill>
        </p:grpSpPr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id="{A63F47FB-C4CD-AFC1-43B1-6EDB025AE523}"/>
                </a:ext>
              </a:extLst>
            </p:cNvPr>
            <p:cNvGrpSpPr/>
            <p:nvPr/>
          </p:nvGrpSpPr>
          <p:grpSpPr>
            <a:xfrm>
              <a:off x="9560445" y="3799905"/>
              <a:ext cx="98814" cy="411593"/>
              <a:chOff x="4674334" y="4900127"/>
              <a:chExt cx="98814" cy="411593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54" name="타원 53">
                <a:extLst>
                  <a:ext uri="{FF2B5EF4-FFF2-40B4-BE49-F238E27FC236}">
                    <a16:creationId xmlns:a16="http://schemas.microsoft.com/office/drawing/2014/main" id="{E83C88A0-4BBA-56B9-D5C7-52B1481EA431}"/>
                  </a:ext>
                </a:extLst>
              </p:cNvPr>
              <p:cNvSpPr/>
              <p:nvPr/>
            </p:nvSpPr>
            <p:spPr>
              <a:xfrm>
                <a:off x="46743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5" name="타원 54">
                <a:extLst>
                  <a:ext uri="{FF2B5EF4-FFF2-40B4-BE49-F238E27FC236}">
                    <a16:creationId xmlns:a16="http://schemas.microsoft.com/office/drawing/2014/main" id="{3CADC2ED-2FF9-49CE-6B95-AA1546D7A9A2}"/>
                  </a:ext>
                </a:extLst>
              </p:cNvPr>
              <p:cNvSpPr/>
              <p:nvPr/>
            </p:nvSpPr>
            <p:spPr>
              <a:xfrm>
                <a:off x="4674763" y="5213335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0" name="별: 꼭짓점 7개 49">
              <a:extLst>
                <a:ext uri="{FF2B5EF4-FFF2-40B4-BE49-F238E27FC236}">
                  <a16:creationId xmlns:a16="http://schemas.microsoft.com/office/drawing/2014/main" id="{6F1883D6-6129-EA62-88D4-A8C026243C0F}"/>
                </a:ext>
              </a:extLst>
            </p:cNvPr>
            <p:cNvSpPr/>
            <p:nvPr/>
          </p:nvSpPr>
          <p:spPr>
            <a:xfrm rot="5400000">
              <a:off x="9343514" y="3870257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51" name="그룹 50">
              <a:extLst>
                <a:ext uri="{FF2B5EF4-FFF2-40B4-BE49-F238E27FC236}">
                  <a16:creationId xmlns:a16="http://schemas.microsoft.com/office/drawing/2014/main" id="{A1623430-AF83-A749-8F99-6336E9618A02}"/>
                </a:ext>
              </a:extLst>
            </p:cNvPr>
            <p:cNvGrpSpPr/>
            <p:nvPr/>
          </p:nvGrpSpPr>
          <p:grpSpPr>
            <a:xfrm>
              <a:off x="9272214" y="3797098"/>
              <a:ext cx="98814" cy="411593"/>
              <a:chOff x="4818802" y="4900127"/>
              <a:chExt cx="98814" cy="411593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52" name="타원 51">
                <a:extLst>
                  <a:ext uri="{FF2B5EF4-FFF2-40B4-BE49-F238E27FC236}">
                    <a16:creationId xmlns:a16="http://schemas.microsoft.com/office/drawing/2014/main" id="{3566E13E-CB8A-91D0-E23E-A554677F5A2D}"/>
                  </a:ext>
                </a:extLst>
              </p:cNvPr>
              <p:cNvSpPr/>
              <p:nvPr/>
            </p:nvSpPr>
            <p:spPr>
              <a:xfrm>
                <a:off x="4818802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3" name="타원 52">
                <a:extLst>
                  <a:ext uri="{FF2B5EF4-FFF2-40B4-BE49-F238E27FC236}">
                    <a16:creationId xmlns:a16="http://schemas.microsoft.com/office/drawing/2014/main" id="{6207FC51-4097-F8D3-3D5F-A4D56CA4F516}"/>
                  </a:ext>
                </a:extLst>
              </p:cNvPr>
              <p:cNvSpPr/>
              <p:nvPr/>
            </p:nvSpPr>
            <p:spPr>
              <a:xfrm>
                <a:off x="4819231" y="5213335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C5703A91-C1EF-6F07-D3B5-BE005683B2AF}"/>
              </a:ext>
            </a:extLst>
          </p:cNvPr>
          <p:cNvSpPr/>
          <p:nvPr/>
        </p:nvSpPr>
        <p:spPr>
          <a:xfrm flipV="1">
            <a:off x="8969137" y="1941611"/>
            <a:ext cx="98385" cy="48726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85A5F51F-E941-FAB1-92E8-7C683315B69D}"/>
              </a:ext>
            </a:extLst>
          </p:cNvPr>
          <p:cNvGrpSpPr/>
          <p:nvPr/>
        </p:nvGrpSpPr>
        <p:grpSpPr>
          <a:xfrm>
            <a:off x="7403997" y="3746174"/>
            <a:ext cx="98891" cy="997224"/>
            <a:chOff x="4737834" y="5113486"/>
            <a:chExt cx="98891" cy="997224"/>
          </a:xfrm>
        </p:grpSpPr>
        <p:sp>
          <p:nvSpPr>
            <p:cNvPr id="58" name="타원 57">
              <a:extLst>
                <a:ext uri="{FF2B5EF4-FFF2-40B4-BE49-F238E27FC236}">
                  <a16:creationId xmlns:a16="http://schemas.microsoft.com/office/drawing/2014/main" id="{17019D77-635A-313A-42D7-C9D201A44B5C}"/>
                </a:ext>
              </a:extLst>
            </p:cNvPr>
            <p:cNvSpPr/>
            <p:nvPr/>
          </p:nvSpPr>
          <p:spPr>
            <a:xfrm>
              <a:off x="4737834" y="511348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9" name="타원 58">
              <a:extLst>
                <a:ext uri="{FF2B5EF4-FFF2-40B4-BE49-F238E27FC236}">
                  <a16:creationId xmlns:a16="http://schemas.microsoft.com/office/drawing/2014/main" id="{C2B93BA2-A678-A1E1-C56D-3CB20FE3D349}"/>
                </a:ext>
              </a:extLst>
            </p:cNvPr>
            <p:cNvSpPr/>
            <p:nvPr/>
          </p:nvSpPr>
          <p:spPr>
            <a:xfrm>
              <a:off x="4738263" y="556417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60" name="타원 59">
              <a:extLst>
                <a:ext uri="{FF2B5EF4-FFF2-40B4-BE49-F238E27FC236}">
                  <a16:creationId xmlns:a16="http://schemas.microsoft.com/office/drawing/2014/main" id="{05568444-14B0-19BC-9A45-AB6A30E3F3C1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8009504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4A370-A848-6702-8F59-46F66954F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5F8C000-BD06-EBAB-311F-C48A2A4ADF5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13904" y="1183930"/>
            <a:ext cx="8990823" cy="519782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425A3A5-03B0-4EAF-D0C2-78D7249D459F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𝑷𝒎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425A3A5-03B0-4EAF-D0C2-78D7249D45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직사각형 7">
            <a:extLst>
              <a:ext uri="{FF2B5EF4-FFF2-40B4-BE49-F238E27FC236}">
                <a16:creationId xmlns:a16="http://schemas.microsoft.com/office/drawing/2014/main" id="{ABDBC690-BEC4-1D5B-66D6-50D053626E91}"/>
              </a:ext>
            </a:extLst>
          </p:cNvPr>
          <p:cNvSpPr/>
          <p:nvPr/>
        </p:nvSpPr>
        <p:spPr>
          <a:xfrm rot="5400000">
            <a:off x="8625281" y="5207733"/>
            <a:ext cx="102820" cy="133232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B048E6BB-5F38-D2FB-645A-8A225FBBD731}"/>
              </a:ext>
            </a:extLst>
          </p:cNvPr>
          <p:cNvSpPr/>
          <p:nvPr/>
        </p:nvSpPr>
        <p:spPr>
          <a:xfrm>
            <a:off x="8205528" y="4837336"/>
            <a:ext cx="890728" cy="899597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4E22BD8D-5FB8-80F8-4CC8-6087C87840F7}"/>
              </a:ext>
            </a:extLst>
          </p:cNvPr>
          <p:cNvSpPr/>
          <p:nvPr/>
        </p:nvSpPr>
        <p:spPr>
          <a:xfrm>
            <a:off x="8319378" y="4949604"/>
            <a:ext cx="652815" cy="684646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079E42-6F86-7B60-5459-87C7FA1D5ECC}"/>
              </a:ext>
            </a:extLst>
          </p:cNvPr>
          <p:cNvSpPr txBox="1"/>
          <p:nvPr/>
        </p:nvSpPr>
        <p:spPr>
          <a:xfrm>
            <a:off x="7802603" y="4455430"/>
            <a:ext cx="1563617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C21F51E-B0D5-ED42-4012-2D5A783D063D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8A8190B5-130B-95EE-236B-D0D876A8C1F3}"/>
              </a:ext>
            </a:extLst>
          </p:cNvPr>
          <p:cNvSpPr/>
          <p:nvPr/>
        </p:nvSpPr>
        <p:spPr>
          <a:xfrm rot="10800000" flipV="1">
            <a:off x="6110931" y="3766832"/>
            <a:ext cx="98384" cy="53404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3A0B90FD-7999-546E-90FC-862DD4AD3B40}"/>
              </a:ext>
            </a:extLst>
          </p:cNvPr>
          <p:cNvGrpSpPr/>
          <p:nvPr/>
        </p:nvGrpSpPr>
        <p:grpSpPr>
          <a:xfrm rot="5400000">
            <a:off x="5815587" y="4483976"/>
            <a:ext cx="98386" cy="533736"/>
            <a:chOff x="5324821" y="4549954"/>
            <a:chExt cx="98386" cy="533736"/>
          </a:xfrm>
        </p:grpSpPr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4A2414CF-9729-C5B1-88C9-7F549C4B2022}"/>
                </a:ext>
              </a:extLst>
            </p:cNvPr>
            <p:cNvSpPr/>
            <p:nvPr/>
          </p:nvSpPr>
          <p:spPr>
            <a:xfrm>
              <a:off x="5324821" y="4549954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44CEE997-CA05-4CFC-7439-6FF37F852F5C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E2A3F917-8CE8-76B6-3829-BAE05FA3AD59}"/>
              </a:ext>
            </a:extLst>
          </p:cNvPr>
          <p:cNvSpPr/>
          <p:nvPr/>
        </p:nvSpPr>
        <p:spPr>
          <a:xfrm flipV="1">
            <a:off x="5123127" y="3793958"/>
            <a:ext cx="98385" cy="54229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58C4F1D-9686-ECF0-7B36-6C24B5E5EDCA}"/>
              </a:ext>
            </a:extLst>
          </p:cNvPr>
          <p:cNvSpPr txBox="1"/>
          <p:nvPr/>
        </p:nvSpPr>
        <p:spPr>
          <a:xfrm>
            <a:off x="8951865" y="6363643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highlight>
                  <a:srgbClr val="FFFF00"/>
                </a:highlight>
              </a:rPr>
              <a:t>우물은 두가지 </a:t>
            </a:r>
            <a:r>
              <a:rPr lang="ko-KR" altLang="en-US" sz="1000" err="1">
                <a:highlight>
                  <a:srgbClr val="FFFF00"/>
                </a:highlight>
              </a:rPr>
              <a:t>타입중</a:t>
            </a:r>
            <a:r>
              <a:rPr lang="ko-KR" altLang="en-US" sz="1000">
                <a:highlight>
                  <a:srgbClr val="FFFF00"/>
                </a:highlight>
              </a:rPr>
              <a:t> 선택 가능합니다</a:t>
            </a:r>
            <a:r>
              <a:rPr lang="en-US" altLang="ko-KR" sz="100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>
                <a:highlight>
                  <a:srgbClr val="FFFF00"/>
                </a:highlight>
              </a:rPr>
              <a:t>. </a:t>
            </a:r>
            <a:endParaRPr lang="ko-KR" altLang="en-US" sz="1000">
              <a:highlight>
                <a:srgbClr val="FFFF00"/>
              </a:highlight>
            </a:endParaRPr>
          </a:p>
        </p:txBody>
      </p: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04795F0A-6476-972A-FF36-9B8F22A8CEA5}"/>
              </a:ext>
            </a:extLst>
          </p:cNvPr>
          <p:cNvCxnSpPr>
            <a:cxnSpLocks/>
          </p:cNvCxnSpPr>
          <p:nvPr/>
        </p:nvCxnSpPr>
        <p:spPr>
          <a:xfrm flipH="1" flipV="1">
            <a:off x="8972193" y="5759294"/>
            <a:ext cx="267057" cy="6224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13">
            <a:extLst>
              <a:ext uri="{FF2B5EF4-FFF2-40B4-BE49-F238E27FC236}">
                <a16:creationId xmlns:a16="http://schemas.microsoft.com/office/drawing/2014/main" id="{A08D8BFF-A247-5647-83EA-40626BA602E1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0930F5E8-0A58-2C83-300E-42E78980C2E0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162B962B-3E0D-DC13-3A0F-11D88AC84E9B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886AE3A6-4194-4C8F-DB6C-48B1CF5B1539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819C7DFE-50A5-DC85-1C04-71E4EC57E166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2" name="TextBox 11">
              <a:extLst>
                <a:ext uri="{FF2B5EF4-FFF2-40B4-BE49-F238E27FC236}">
                  <a16:creationId xmlns:a16="http://schemas.microsoft.com/office/drawing/2014/main" id="{CDC3BA2E-9EB7-CD74-86DE-659EBAA16E63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C4B62D17-BB8F-DE33-585C-CDAA1930ABE1}"/>
              </a:ext>
            </a:extLst>
          </p:cNvPr>
          <p:cNvSpPr/>
          <p:nvPr/>
        </p:nvSpPr>
        <p:spPr>
          <a:xfrm flipV="1">
            <a:off x="3211769" y="3854713"/>
            <a:ext cx="98385" cy="45773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16E21BFF-482C-FD6C-895F-E859BDC17E2A}"/>
              </a:ext>
            </a:extLst>
          </p:cNvPr>
          <p:cNvGrpSpPr/>
          <p:nvPr/>
        </p:nvGrpSpPr>
        <p:grpSpPr>
          <a:xfrm>
            <a:off x="7837179" y="4935721"/>
            <a:ext cx="98569" cy="872766"/>
            <a:chOff x="4738263" y="5237944"/>
            <a:chExt cx="98569" cy="872766"/>
          </a:xfrm>
        </p:grpSpPr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BE465508-E1E4-1109-2624-B8268CB380D5}"/>
                </a:ext>
              </a:extLst>
            </p:cNvPr>
            <p:cNvSpPr/>
            <p:nvPr/>
          </p:nvSpPr>
          <p:spPr>
            <a:xfrm>
              <a:off x="4738447" y="562591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2D41540F-8837-C646-BB4C-597A515A908F}"/>
                </a:ext>
              </a:extLst>
            </p:cNvPr>
            <p:cNvSpPr/>
            <p:nvPr/>
          </p:nvSpPr>
          <p:spPr>
            <a:xfrm>
              <a:off x="4738263" y="5237944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66E5D628-4B92-4B6F-4D11-20FB0460671E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67BBC9B2-24BD-EBB5-48F3-6D19D6AE3261}"/>
              </a:ext>
            </a:extLst>
          </p:cNvPr>
          <p:cNvGrpSpPr/>
          <p:nvPr/>
        </p:nvGrpSpPr>
        <p:grpSpPr>
          <a:xfrm>
            <a:off x="9366220" y="4837336"/>
            <a:ext cx="98569" cy="872766"/>
            <a:chOff x="4738263" y="5237944"/>
            <a:chExt cx="98569" cy="872766"/>
          </a:xfrm>
        </p:grpSpPr>
        <p:sp>
          <p:nvSpPr>
            <p:cNvPr id="57" name="타원 56">
              <a:extLst>
                <a:ext uri="{FF2B5EF4-FFF2-40B4-BE49-F238E27FC236}">
                  <a16:creationId xmlns:a16="http://schemas.microsoft.com/office/drawing/2014/main" id="{3F780BCC-18C5-5656-41BA-FE42209AF6BC}"/>
                </a:ext>
              </a:extLst>
            </p:cNvPr>
            <p:cNvSpPr/>
            <p:nvPr/>
          </p:nvSpPr>
          <p:spPr>
            <a:xfrm>
              <a:off x="4738447" y="562591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8" name="타원 57">
              <a:extLst>
                <a:ext uri="{FF2B5EF4-FFF2-40B4-BE49-F238E27FC236}">
                  <a16:creationId xmlns:a16="http://schemas.microsoft.com/office/drawing/2014/main" id="{C255A88F-D0BB-1819-5F55-9CBA5D9AFB4D}"/>
                </a:ext>
              </a:extLst>
            </p:cNvPr>
            <p:cNvSpPr/>
            <p:nvPr/>
          </p:nvSpPr>
          <p:spPr>
            <a:xfrm>
              <a:off x="4738263" y="5237944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9" name="타원 58">
              <a:extLst>
                <a:ext uri="{FF2B5EF4-FFF2-40B4-BE49-F238E27FC236}">
                  <a16:creationId xmlns:a16="http://schemas.microsoft.com/office/drawing/2014/main" id="{52715AE0-013F-A5EB-EF83-58ACEBCF72D5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8638A725-4B84-6EE0-B94C-C45D84FC2F74}"/>
              </a:ext>
            </a:extLst>
          </p:cNvPr>
          <p:cNvSpPr txBox="1"/>
          <p:nvPr/>
        </p:nvSpPr>
        <p:spPr>
          <a:xfrm>
            <a:off x="2546341" y="343644"/>
            <a:ext cx="71077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84P</a:t>
            </a:r>
            <a:r>
              <a:rPr lang="ko-KR" altLang="en-US" sz="2000" b="1"/>
              <a:t>타입 간접</a:t>
            </a:r>
            <a:r>
              <a:rPr lang="en-US" altLang="ko-KR" sz="2000" b="1"/>
              <a:t>A /</a:t>
            </a:r>
            <a:r>
              <a:rPr lang="ko-KR" altLang="en-US" sz="2000" b="1"/>
              <a:t>간접</a:t>
            </a:r>
            <a:r>
              <a:rPr lang="en-US" altLang="ko-KR" sz="2000" b="1"/>
              <a:t> </a:t>
            </a:r>
            <a:r>
              <a:rPr lang="ko-KR" altLang="en-US" sz="2000" b="1"/>
              <a:t>센서 </a:t>
            </a:r>
            <a:r>
              <a:rPr lang="en-US" altLang="ko-KR" sz="2000" b="1"/>
              <a:t>SET</a:t>
            </a:r>
          </a:p>
        </p:txBody>
      </p:sp>
    </p:spTree>
    <p:extLst>
      <p:ext uri="{BB962C8B-B14F-4D97-AF65-F5344CB8AC3E}">
        <p14:creationId xmlns:p14="http://schemas.microsoft.com/office/powerpoint/2010/main" val="308072485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353E1A-912B-FD01-802F-A76961885F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F40E572-13D4-4DAF-298C-AB170EF701A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13904" y="1183930"/>
            <a:ext cx="8990823" cy="519782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E29A275-2ABE-36E9-A370-DDB64ABF64EC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𝑷𝒎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E29A275-2ABE-36E9-A370-DDB64ABF64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F8B020DD-2E90-5387-69E1-C67C3847A370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84P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CDA0346-E8E7-950B-7D61-30217BA59027}"/>
              </a:ext>
            </a:extLst>
          </p:cNvPr>
          <p:cNvSpPr/>
          <p:nvPr/>
        </p:nvSpPr>
        <p:spPr>
          <a:xfrm>
            <a:off x="2401153" y="5606838"/>
            <a:ext cx="859809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254599-A4B7-8643-9E9B-7E781B9B7BFE}"/>
              </a:ext>
            </a:extLst>
          </p:cNvPr>
          <p:cNvSpPr txBox="1"/>
          <p:nvPr/>
        </p:nvSpPr>
        <p:spPr>
          <a:xfrm>
            <a:off x="2100264" y="4981921"/>
            <a:ext cx="831056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err="1"/>
              <a:t>무선리모컨</a:t>
            </a:r>
            <a:endParaRPr lang="en-US" altLang="ko-KR" sz="1000" b="1"/>
          </a:p>
          <a:p>
            <a:pPr algn="ctr"/>
            <a:r>
              <a:rPr lang="en-US" altLang="ko-KR" sz="1000" b="1"/>
              <a:t>1</a:t>
            </a:r>
            <a:r>
              <a:rPr lang="ko-KR" altLang="en-US" sz="1000" b="1"/>
              <a:t>구</a:t>
            </a:r>
            <a:r>
              <a:rPr lang="en-US" altLang="ko-KR" sz="1000" b="1"/>
              <a:t>(3</a:t>
            </a:r>
            <a:r>
              <a:rPr lang="ko-KR" altLang="en-US" sz="1000" b="1"/>
              <a:t>채널</a:t>
            </a:r>
            <a:r>
              <a:rPr lang="en-US" altLang="ko-KR" sz="1000" b="1"/>
              <a:t>)</a:t>
            </a:r>
            <a:endParaRPr lang="ko-KR" altLang="en-US" sz="1000" b="1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F33CDBC-3851-71EC-98D6-CD57F2EE0DDB}"/>
              </a:ext>
            </a:extLst>
          </p:cNvPr>
          <p:cNvSpPr/>
          <p:nvPr/>
        </p:nvSpPr>
        <p:spPr>
          <a:xfrm rot="5400000">
            <a:off x="8625281" y="5207733"/>
            <a:ext cx="102820" cy="133232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C30463CD-1D5C-3101-88D1-2EB7F6739DF5}"/>
              </a:ext>
            </a:extLst>
          </p:cNvPr>
          <p:cNvSpPr/>
          <p:nvPr/>
        </p:nvSpPr>
        <p:spPr>
          <a:xfrm>
            <a:off x="8205528" y="4837336"/>
            <a:ext cx="890728" cy="899597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8620C373-A380-9071-5226-37F92E2FA5DA}"/>
              </a:ext>
            </a:extLst>
          </p:cNvPr>
          <p:cNvSpPr/>
          <p:nvPr/>
        </p:nvSpPr>
        <p:spPr>
          <a:xfrm>
            <a:off x="8319378" y="4949604"/>
            <a:ext cx="652815" cy="684646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51DECBF-DF77-F9F0-12A4-8CDF29042796}"/>
              </a:ext>
            </a:extLst>
          </p:cNvPr>
          <p:cNvSpPr txBox="1"/>
          <p:nvPr/>
        </p:nvSpPr>
        <p:spPr>
          <a:xfrm>
            <a:off x="7802603" y="4455430"/>
            <a:ext cx="1563617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95A55FD-7C39-0347-9489-3F42E7B7E78A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2DBB7B30-7A23-79DA-DA04-C7EBBCC13E72}"/>
              </a:ext>
            </a:extLst>
          </p:cNvPr>
          <p:cNvGrpSpPr/>
          <p:nvPr/>
        </p:nvGrpSpPr>
        <p:grpSpPr>
          <a:xfrm>
            <a:off x="3330225" y="4991445"/>
            <a:ext cx="98814" cy="464776"/>
            <a:chOff x="4737834" y="5073960"/>
            <a:chExt cx="98814" cy="464776"/>
          </a:xfrm>
          <a:solidFill>
            <a:srgbClr val="00B0F0"/>
          </a:solidFill>
        </p:grpSpPr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1ED291CE-5FD0-3745-6574-A68EF0AF15FF}"/>
                </a:ext>
              </a:extLst>
            </p:cNvPr>
            <p:cNvSpPr/>
            <p:nvPr/>
          </p:nvSpPr>
          <p:spPr>
            <a:xfrm>
              <a:off x="4737834" y="5073960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6FBAC47F-8E4F-70DB-C290-8575ECF57E93}"/>
                </a:ext>
              </a:extLst>
            </p:cNvPr>
            <p:cNvSpPr/>
            <p:nvPr/>
          </p:nvSpPr>
          <p:spPr>
            <a:xfrm>
              <a:off x="4738263" y="5440351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D4655AAE-D992-235D-C572-88A741BDC291}"/>
              </a:ext>
            </a:extLst>
          </p:cNvPr>
          <p:cNvSpPr/>
          <p:nvPr/>
        </p:nvSpPr>
        <p:spPr>
          <a:xfrm rot="10800000" flipV="1">
            <a:off x="6110931" y="3766832"/>
            <a:ext cx="98384" cy="53404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08889242-9A80-F66A-FE33-2176DF412683}"/>
              </a:ext>
            </a:extLst>
          </p:cNvPr>
          <p:cNvGrpSpPr/>
          <p:nvPr/>
        </p:nvGrpSpPr>
        <p:grpSpPr>
          <a:xfrm rot="5400000">
            <a:off x="5815587" y="4483976"/>
            <a:ext cx="98386" cy="533736"/>
            <a:chOff x="5324821" y="4549954"/>
            <a:chExt cx="98386" cy="533736"/>
          </a:xfrm>
        </p:grpSpPr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A9772D8F-90EC-4B2F-9283-F03BFF946177}"/>
                </a:ext>
              </a:extLst>
            </p:cNvPr>
            <p:cNvSpPr/>
            <p:nvPr/>
          </p:nvSpPr>
          <p:spPr>
            <a:xfrm>
              <a:off x="5324821" y="4549954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7F9C0F4A-EE63-86AD-57DF-43D3B4CFA20A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D9A8244F-5641-7301-F875-804574D18965}"/>
              </a:ext>
            </a:extLst>
          </p:cNvPr>
          <p:cNvSpPr/>
          <p:nvPr/>
        </p:nvSpPr>
        <p:spPr>
          <a:xfrm flipV="1">
            <a:off x="5123127" y="3793958"/>
            <a:ext cx="98385" cy="54229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3145AF2-C36A-1A95-E812-A109CE4D6EE3}"/>
              </a:ext>
            </a:extLst>
          </p:cNvPr>
          <p:cNvSpPr txBox="1"/>
          <p:nvPr/>
        </p:nvSpPr>
        <p:spPr>
          <a:xfrm>
            <a:off x="8951865" y="6363643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highlight>
                  <a:srgbClr val="FFFF00"/>
                </a:highlight>
              </a:rPr>
              <a:t>우물은 두가지 </a:t>
            </a:r>
            <a:r>
              <a:rPr lang="ko-KR" altLang="en-US" sz="1000" err="1">
                <a:highlight>
                  <a:srgbClr val="FFFF00"/>
                </a:highlight>
              </a:rPr>
              <a:t>타입중</a:t>
            </a:r>
            <a:r>
              <a:rPr lang="ko-KR" altLang="en-US" sz="1000">
                <a:highlight>
                  <a:srgbClr val="FFFF00"/>
                </a:highlight>
              </a:rPr>
              <a:t> 선택 가능합니다</a:t>
            </a:r>
            <a:r>
              <a:rPr lang="en-US" altLang="ko-KR" sz="100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>
                <a:highlight>
                  <a:srgbClr val="FFFF00"/>
                </a:highlight>
              </a:rPr>
              <a:t>. </a:t>
            </a:r>
            <a:endParaRPr lang="ko-KR" altLang="en-US" sz="1000">
              <a:highlight>
                <a:srgbClr val="FFFF00"/>
              </a:highlight>
            </a:endParaRPr>
          </a:p>
        </p:txBody>
      </p: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B105D708-0529-5838-32DB-918702AD979A}"/>
              </a:ext>
            </a:extLst>
          </p:cNvPr>
          <p:cNvCxnSpPr>
            <a:cxnSpLocks/>
          </p:cNvCxnSpPr>
          <p:nvPr/>
        </p:nvCxnSpPr>
        <p:spPr>
          <a:xfrm flipH="1" flipV="1">
            <a:off x="8972193" y="5759294"/>
            <a:ext cx="267057" cy="6224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13">
            <a:extLst>
              <a:ext uri="{FF2B5EF4-FFF2-40B4-BE49-F238E27FC236}">
                <a16:creationId xmlns:a16="http://schemas.microsoft.com/office/drawing/2014/main" id="{82205FA5-3C37-C0DC-DA55-9CBB1B02DC09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2812782F-B7C2-FD6C-F151-3C854F9A539C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C2AFA841-538E-6D78-328D-94741CB3976F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9D163936-930B-DF45-6F77-6D32A9D70F80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A3F1FAD7-A3C0-63FD-E3D3-F81B806603B2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2" name="TextBox 11">
              <a:extLst>
                <a:ext uri="{FF2B5EF4-FFF2-40B4-BE49-F238E27FC236}">
                  <a16:creationId xmlns:a16="http://schemas.microsoft.com/office/drawing/2014/main" id="{9C87CA52-416A-51ED-D1D3-A0F0A4D3EEB3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E514D12E-F9F1-1DEA-AAE0-C4FDA759C383}"/>
              </a:ext>
            </a:extLst>
          </p:cNvPr>
          <p:cNvSpPr/>
          <p:nvPr/>
        </p:nvSpPr>
        <p:spPr>
          <a:xfrm flipV="1">
            <a:off x="3211769" y="3854713"/>
            <a:ext cx="98385" cy="45773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8FFFC259-44F0-9494-8D9D-6511AF4036C7}"/>
              </a:ext>
            </a:extLst>
          </p:cNvPr>
          <p:cNvGrpSpPr/>
          <p:nvPr/>
        </p:nvGrpSpPr>
        <p:grpSpPr>
          <a:xfrm>
            <a:off x="7837179" y="4935721"/>
            <a:ext cx="98569" cy="872766"/>
            <a:chOff x="4738263" y="5237944"/>
            <a:chExt cx="98569" cy="872766"/>
          </a:xfrm>
        </p:grpSpPr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EB0910E9-D170-CB41-CB81-2C7AE57D2561}"/>
                </a:ext>
              </a:extLst>
            </p:cNvPr>
            <p:cNvSpPr/>
            <p:nvPr/>
          </p:nvSpPr>
          <p:spPr>
            <a:xfrm>
              <a:off x="4738447" y="562591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2643880B-AFD8-5B71-1B16-97085D6E25D2}"/>
                </a:ext>
              </a:extLst>
            </p:cNvPr>
            <p:cNvSpPr/>
            <p:nvPr/>
          </p:nvSpPr>
          <p:spPr>
            <a:xfrm>
              <a:off x="4738263" y="5237944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A6644AD4-12E2-54F7-7CD0-C2C5C04F5FA6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B78C5FF0-3C02-5B6B-0F0B-551DB7C5A359}"/>
              </a:ext>
            </a:extLst>
          </p:cNvPr>
          <p:cNvGrpSpPr/>
          <p:nvPr/>
        </p:nvGrpSpPr>
        <p:grpSpPr>
          <a:xfrm>
            <a:off x="5679387" y="3849685"/>
            <a:ext cx="358042" cy="414400"/>
            <a:chOff x="9272214" y="3797098"/>
            <a:chExt cx="358042" cy="414400"/>
          </a:xfrm>
          <a:solidFill>
            <a:srgbClr val="CC0000"/>
          </a:solidFill>
        </p:grpSpPr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id="{A440BDF4-7587-43C7-C9DE-F80F128833A6}"/>
                </a:ext>
              </a:extLst>
            </p:cNvPr>
            <p:cNvGrpSpPr/>
            <p:nvPr/>
          </p:nvGrpSpPr>
          <p:grpSpPr>
            <a:xfrm>
              <a:off x="9520392" y="3799905"/>
              <a:ext cx="109864" cy="411593"/>
              <a:chOff x="4634281" y="4900127"/>
              <a:chExt cx="109864" cy="411593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54" name="타원 53">
                <a:extLst>
                  <a:ext uri="{FF2B5EF4-FFF2-40B4-BE49-F238E27FC236}">
                    <a16:creationId xmlns:a16="http://schemas.microsoft.com/office/drawing/2014/main" id="{3FCC0641-282A-6046-223A-64C86127DA70}"/>
                  </a:ext>
                </a:extLst>
              </p:cNvPr>
              <p:cNvSpPr/>
              <p:nvPr/>
            </p:nvSpPr>
            <p:spPr>
              <a:xfrm>
                <a:off x="4645760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5" name="타원 54">
                <a:extLst>
                  <a:ext uri="{FF2B5EF4-FFF2-40B4-BE49-F238E27FC236}">
                    <a16:creationId xmlns:a16="http://schemas.microsoft.com/office/drawing/2014/main" id="{724B7BB1-699E-794F-6731-A54596A679DA}"/>
                  </a:ext>
                </a:extLst>
              </p:cNvPr>
              <p:cNvSpPr/>
              <p:nvPr/>
            </p:nvSpPr>
            <p:spPr>
              <a:xfrm>
                <a:off x="4634281" y="5213335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0" name="별: 꼭짓점 7개 49">
              <a:extLst>
                <a:ext uri="{FF2B5EF4-FFF2-40B4-BE49-F238E27FC236}">
                  <a16:creationId xmlns:a16="http://schemas.microsoft.com/office/drawing/2014/main" id="{F4FBCCFD-EC7F-E834-24BD-029287794283}"/>
                </a:ext>
              </a:extLst>
            </p:cNvPr>
            <p:cNvSpPr/>
            <p:nvPr/>
          </p:nvSpPr>
          <p:spPr>
            <a:xfrm rot="5400000">
              <a:off x="9330743" y="3885846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51" name="그룹 50">
              <a:extLst>
                <a:ext uri="{FF2B5EF4-FFF2-40B4-BE49-F238E27FC236}">
                  <a16:creationId xmlns:a16="http://schemas.microsoft.com/office/drawing/2014/main" id="{E4D2825E-08DF-09AF-C54F-25595EDFB12C}"/>
                </a:ext>
              </a:extLst>
            </p:cNvPr>
            <p:cNvGrpSpPr/>
            <p:nvPr/>
          </p:nvGrpSpPr>
          <p:grpSpPr>
            <a:xfrm>
              <a:off x="9272214" y="3797098"/>
              <a:ext cx="98814" cy="411593"/>
              <a:chOff x="4818802" y="4900127"/>
              <a:chExt cx="98814" cy="411593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52" name="타원 51">
                <a:extLst>
                  <a:ext uri="{FF2B5EF4-FFF2-40B4-BE49-F238E27FC236}">
                    <a16:creationId xmlns:a16="http://schemas.microsoft.com/office/drawing/2014/main" id="{364913D7-3A86-B629-59A9-9A13DECA7CF1}"/>
                  </a:ext>
                </a:extLst>
              </p:cNvPr>
              <p:cNvSpPr/>
              <p:nvPr/>
            </p:nvSpPr>
            <p:spPr>
              <a:xfrm>
                <a:off x="4818802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3" name="타원 52">
                <a:extLst>
                  <a:ext uri="{FF2B5EF4-FFF2-40B4-BE49-F238E27FC236}">
                    <a16:creationId xmlns:a16="http://schemas.microsoft.com/office/drawing/2014/main" id="{410CEA44-CBF7-D477-FA07-C3FE9C9F0EDC}"/>
                  </a:ext>
                </a:extLst>
              </p:cNvPr>
              <p:cNvSpPr/>
              <p:nvPr/>
            </p:nvSpPr>
            <p:spPr>
              <a:xfrm>
                <a:off x="4819231" y="5213335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9B6027AC-6087-FDD4-DE43-518A25A1F444}"/>
              </a:ext>
            </a:extLst>
          </p:cNvPr>
          <p:cNvGrpSpPr/>
          <p:nvPr/>
        </p:nvGrpSpPr>
        <p:grpSpPr>
          <a:xfrm>
            <a:off x="9366220" y="4837336"/>
            <a:ext cx="98569" cy="872766"/>
            <a:chOff x="4738263" y="5237944"/>
            <a:chExt cx="98569" cy="872766"/>
          </a:xfrm>
        </p:grpSpPr>
        <p:sp>
          <p:nvSpPr>
            <p:cNvPr id="57" name="타원 56">
              <a:extLst>
                <a:ext uri="{FF2B5EF4-FFF2-40B4-BE49-F238E27FC236}">
                  <a16:creationId xmlns:a16="http://schemas.microsoft.com/office/drawing/2014/main" id="{75D92A17-F2AB-B681-E50D-BC62F589600B}"/>
                </a:ext>
              </a:extLst>
            </p:cNvPr>
            <p:cNvSpPr/>
            <p:nvPr/>
          </p:nvSpPr>
          <p:spPr>
            <a:xfrm>
              <a:off x="4738447" y="562591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8" name="타원 57">
              <a:extLst>
                <a:ext uri="{FF2B5EF4-FFF2-40B4-BE49-F238E27FC236}">
                  <a16:creationId xmlns:a16="http://schemas.microsoft.com/office/drawing/2014/main" id="{568282D5-578A-1E1B-E6E3-1DAB865CC71F}"/>
                </a:ext>
              </a:extLst>
            </p:cNvPr>
            <p:cNvSpPr/>
            <p:nvPr/>
          </p:nvSpPr>
          <p:spPr>
            <a:xfrm>
              <a:off x="4738263" y="5237944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9" name="타원 58">
              <a:extLst>
                <a:ext uri="{FF2B5EF4-FFF2-40B4-BE49-F238E27FC236}">
                  <a16:creationId xmlns:a16="http://schemas.microsoft.com/office/drawing/2014/main" id="{372FF3DE-C024-7042-94CA-C3CE44805AB3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7761817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E7412-643A-142D-529D-13539B2A7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4803D13-6104-9878-194B-894F0A06FAD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13904" y="1183930"/>
            <a:ext cx="8990823" cy="519782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5E52A86-9F82-DE1D-F718-B3915D72A2EE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𝑷𝒎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5E52A86-9F82-DE1D-F718-B3915D72A2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504AB53B-1712-0D82-4323-1BD57F244C40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84P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 + </a:t>
            </a:r>
            <a:r>
              <a:rPr lang="ko-KR" altLang="en-US" sz="2000" b="1" err="1"/>
              <a:t>실링팬</a:t>
            </a:r>
            <a:r>
              <a:rPr lang="ko-KR" altLang="en-US" sz="2000" b="1"/>
              <a:t> 우물두줄</a:t>
            </a:r>
            <a:endParaRPr lang="en-US" altLang="ko-KR" sz="2000" b="1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FC458B5-2F67-7649-9E9D-5EE998638369}"/>
              </a:ext>
            </a:extLst>
          </p:cNvPr>
          <p:cNvSpPr/>
          <p:nvPr/>
        </p:nvSpPr>
        <p:spPr>
          <a:xfrm>
            <a:off x="2401153" y="5606838"/>
            <a:ext cx="859809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95D9A9-3C13-76CA-67E4-D6BA297C5362}"/>
              </a:ext>
            </a:extLst>
          </p:cNvPr>
          <p:cNvSpPr txBox="1"/>
          <p:nvPr/>
        </p:nvSpPr>
        <p:spPr>
          <a:xfrm>
            <a:off x="2100264" y="4981921"/>
            <a:ext cx="831056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err="1"/>
              <a:t>무선리모컨</a:t>
            </a:r>
            <a:endParaRPr lang="en-US" altLang="ko-KR" sz="1000" b="1"/>
          </a:p>
          <a:p>
            <a:pPr algn="ctr"/>
            <a:r>
              <a:rPr lang="en-US" altLang="ko-KR" sz="1000" b="1"/>
              <a:t>1</a:t>
            </a:r>
            <a:r>
              <a:rPr lang="ko-KR" altLang="en-US" sz="1000" b="1"/>
              <a:t>구</a:t>
            </a:r>
            <a:r>
              <a:rPr lang="en-US" altLang="ko-KR" sz="1000" b="1"/>
              <a:t>(3</a:t>
            </a:r>
            <a:r>
              <a:rPr lang="ko-KR" altLang="en-US" sz="1000" b="1"/>
              <a:t>채널</a:t>
            </a:r>
            <a:r>
              <a:rPr lang="en-US" altLang="ko-KR" sz="1000" b="1"/>
              <a:t>)</a:t>
            </a:r>
            <a:endParaRPr lang="ko-KR" altLang="en-US" sz="1000" b="1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80FADC0-5A96-94C3-1231-C2386CE22B8A}"/>
              </a:ext>
            </a:extLst>
          </p:cNvPr>
          <p:cNvSpPr/>
          <p:nvPr/>
        </p:nvSpPr>
        <p:spPr>
          <a:xfrm rot="5400000">
            <a:off x="8625281" y="5207733"/>
            <a:ext cx="102820" cy="133232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1B5B3896-F0AF-E373-6D54-3252BFEE073E}"/>
              </a:ext>
            </a:extLst>
          </p:cNvPr>
          <p:cNvSpPr/>
          <p:nvPr/>
        </p:nvSpPr>
        <p:spPr>
          <a:xfrm>
            <a:off x="8205528" y="4837336"/>
            <a:ext cx="890728" cy="899597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251F0E39-2612-974F-14E6-9360CB4419CA}"/>
              </a:ext>
            </a:extLst>
          </p:cNvPr>
          <p:cNvSpPr/>
          <p:nvPr/>
        </p:nvSpPr>
        <p:spPr>
          <a:xfrm>
            <a:off x="8319378" y="4949604"/>
            <a:ext cx="652815" cy="684646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4449163-8082-2DAA-42E5-D3B1F0C3550D}"/>
              </a:ext>
            </a:extLst>
          </p:cNvPr>
          <p:cNvSpPr txBox="1"/>
          <p:nvPr/>
        </p:nvSpPr>
        <p:spPr>
          <a:xfrm>
            <a:off x="7802603" y="4455430"/>
            <a:ext cx="1563617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C6B6458-972C-B63D-A59A-CF162C403927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13" name="별: 꼭짓점 4개 12">
            <a:extLst>
              <a:ext uri="{FF2B5EF4-FFF2-40B4-BE49-F238E27FC236}">
                <a16:creationId xmlns:a16="http://schemas.microsoft.com/office/drawing/2014/main" id="{419FB46E-03E5-8DF7-AA64-22B23D1CE772}"/>
              </a:ext>
            </a:extLst>
          </p:cNvPr>
          <p:cNvSpPr/>
          <p:nvPr/>
        </p:nvSpPr>
        <p:spPr>
          <a:xfrm>
            <a:off x="8413019" y="5055590"/>
            <a:ext cx="461503" cy="463091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CEE257CE-60E2-C385-F916-C5D65CB448A9}"/>
              </a:ext>
            </a:extLst>
          </p:cNvPr>
          <p:cNvGrpSpPr/>
          <p:nvPr/>
        </p:nvGrpSpPr>
        <p:grpSpPr>
          <a:xfrm>
            <a:off x="3330225" y="4991445"/>
            <a:ext cx="98814" cy="464776"/>
            <a:chOff x="4737834" y="5073960"/>
            <a:chExt cx="98814" cy="464776"/>
          </a:xfrm>
          <a:solidFill>
            <a:srgbClr val="00B0F0"/>
          </a:solidFill>
        </p:grpSpPr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6CF5BE52-0EE9-5E31-2485-A6A8A9703DEE}"/>
                </a:ext>
              </a:extLst>
            </p:cNvPr>
            <p:cNvSpPr/>
            <p:nvPr/>
          </p:nvSpPr>
          <p:spPr>
            <a:xfrm>
              <a:off x="4737834" y="5073960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D2793218-2FE9-5F3C-522B-51A5155FD374}"/>
                </a:ext>
              </a:extLst>
            </p:cNvPr>
            <p:cNvSpPr/>
            <p:nvPr/>
          </p:nvSpPr>
          <p:spPr>
            <a:xfrm>
              <a:off x="4738263" y="5440351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CAAED9B6-1708-3262-817D-2445FAA69F50}"/>
              </a:ext>
            </a:extLst>
          </p:cNvPr>
          <p:cNvSpPr/>
          <p:nvPr/>
        </p:nvSpPr>
        <p:spPr>
          <a:xfrm rot="10800000" flipV="1">
            <a:off x="6110931" y="3766832"/>
            <a:ext cx="98384" cy="53404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5F2827CD-E7A4-4149-7EB7-147A110BA4FD}"/>
              </a:ext>
            </a:extLst>
          </p:cNvPr>
          <p:cNvGrpSpPr/>
          <p:nvPr/>
        </p:nvGrpSpPr>
        <p:grpSpPr>
          <a:xfrm rot="5400000">
            <a:off x="5815587" y="4483976"/>
            <a:ext cx="98386" cy="533736"/>
            <a:chOff x="5324821" y="4549954"/>
            <a:chExt cx="98386" cy="533736"/>
          </a:xfrm>
        </p:grpSpPr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54121378-340D-4F48-93AF-8273C85B1EB4}"/>
                </a:ext>
              </a:extLst>
            </p:cNvPr>
            <p:cNvSpPr/>
            <p:nvPr/>
          </p:nvSpPr>
          <p:spPr>
            <a:xfrm>
              <a:off x="5324821" y="4549954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15EA3B88-D1EF-4084-6000-6390749C66E8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7C4A991A-FCB8-0379-FB1A-EC8A11B1AA31}"/>
              </a:ext>
            </a:extLst>
          </p:cNvPr>
          <p:cNvSpPr/>
          <p:nvPr/>
        </p:nvSpPr>
        <p:spPr>
          <a:xfrm flipV="1">
            <a:off x="5123127" y="3793958"/>
            <a:ext cx="98385" cy="54229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C0EA311-27E3-892C-B2AB-87E7ECF91749}"/>
              </a:ext>
            </a:extLst>
          </p:cNvPr>
          <p:cNvSpPr txBox="1"/>
          <p:nvPr/>
        </p:nvSpPr>
        <p:spPr>
          <a:xfrm>
            <a:off x="8951865" y="6363643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highlight>
                  <a:srgbClr val="FFFF00"/>
                </a:highlight>
              </a:rPr>
              <a:t>우물은 두가지 </a:t>
            </a:r>
            <a:r>
              <a:rPr lang="ko-KR" altLang="en-US" sz="1000" err="1">
                <a:highlight>
                  <a:srgbClr val="FFFF00"/>
                </a:highlight>
              </a:rPr>
              <a:t>타입중</a:t>
            </a:r>
            <a:r>
              <a:rPr lang="ko-KR" altLang="en-US" sz="1000">
                <a:highlight>
                  <a:srgbClr val="FFFF00"/>
                </a:highlight>
              </a:rPr>
              <a:t> 선택 가능합니다</a:t>
            </a:r>
            <a:r>
              <a:rPr lang="en-US" altLang="ko-KR" sz="100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>
                <a:highlight>
                  <a:srgbClr val="FFFF00"/>
                </a:highlight>
              </a:rPr>
              <a:t>. </a:t>
            </a:r>
            <a:endParaRPr lang="ko-KR" altLang="en-US" sz="1000">
              <a:highlight>
                <a:srgbClr val="FFFF00"/>
              </a:highlight>
            </a:endParaRPr>
          </a:p>
        </p:txBody>
      </p: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A8AD4146-BF6F-4229-554C-E27F4F4D18FA}"/>
              </a:ext>
            </a:extLst>
          </p:cNvPr>
          <p:cNvCxnSpPr>
            <a:cxnSpLocks/>
          </p:cNvCxnSpPr>
          <p:nvPr/>
        </p:nvCxnSpPr>
        <p:spPr>
          <a:xfrm flipH="1" flipV="1">
            <a:off x="8972193" y="5759294"/>
            <a:ext cx="267057" cy="6224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CDA16AA5-FF54-BAC8-EB00-9ED92BD68F15}"/>
              </a:ext>
            </a:extLst>
          </p:cNvPr>
          <p:cNvSpPr txBox="1"/>
          <p:nvPr/>
        </p:nvSpPr>
        <p:spPr>
          <a:xfrm>
            <a:off x="6722493" y="6240436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err="1">
                <a:highlight>
                  <a:srgbClr val="FFFF00"/>
                </a:highlight>
              </a:rPr>
              <a:t>실링팬</a:t>
            </a:r>
            <a:r>
              <a:rPr lang="ko-KR" altLang="en-US" sz="1000" b="1">
                <a:highlight>
                  <a:srgbClr val="FFFF00"/>
                </a:highlight>
              </a:rPr>
              <a:t> </a:t>
            </a:r>
            <a:r>
              <a:rPr lang="ko-KR" altLang="en-US" sz="1000" b="1" err="1">
                <a:highlight>
                  <a:srgbClr val="FFFF00"/>
                </a:highlight>
              </a:rPr>
              <a:t>루씨에어</a:t>
            </a:r>
            <a:endParaRPr lang="en-US" altLang="ko-KR" sz="1000" b="1">
              <a:highlight>
                <a:srgbClr val="FFFF00"/>
              </a:highlight>
            </a:endParaRPr>
          </a:p>
          <a:p>
            <a:r>
              <a:rPr lang="ko-KR" altLang="en-US" sz="1000" b="1">
                <a:highlight>
                  <a:srgbClr val="FFFF00"/>
                </a:highlight>
              </a:rPr>
              <a:t>설치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보강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우물 천장 안 실크 도배</a:t>
            </a:r>
            <a:br>
              <a:rPr lang="en-US" altLang="ko-KR" sz="1000" b="1">
                <a:highlight>
                  <a:srgbClr val="FFFF00"/>
                </a:highlight>
              </a:rPr>
            </a:br>
            <a:r>
              <a:rPr lang="ko-KR" altLang="en-US" sz="1000" b="1">
                <a:highlight>
                  <a:srgbClr val="FFFF00"/>
                </a:highlight>
              </a:rPr>
              <a:t>우물조명 </a:t>
            </a:r>
            <a:r>
              <a:rPr lang="en-US" altLang="ko-KR" sz="1000" b="1">
                <a:highlight>
                  <a:srgbClr val="FFFF00"/>
                </a:highlight>
              </a:rPr>
              <a:t>2</a:t>
            </a:r>
            <a:r>
              <a:rPr lang="ko-KR" altLang="en-US" sz="1000" b="1">
                <a:highlight>
                  <a:srgbClr val="FFFF00"/>
                </a:highlight>
              </a:rPr>
              <a:t>줄 </a:t>
            </a:r>
            <a:r>
              <a:rPr lang="ko-KR" altLang="en-US" sz="1000" b="1" err="1">
                <a:highlight>
                  <a:srgbClr val="FFFF00"/>
                </a:highlight>
              </a:rPr>
              <a:t>전구색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 err="1">
                <a:highlight>
                  <a:srgbClr val="FFFF00"/>
                </a:highlight>
              </a:rPr>
              <a:t>주백색</a:t>
            </a:r>
            <a:endParaRPr lang="en-US" altLang="ko-KR" sz="1000" b="1">
              <a:highlight>
                <a:srgbClr val="FFFF00"/>
              </a:highlight>
            </a:endParaRPr>
          </a:p>
        </p:txBody>
      </p:sp>
      <p:sp>
        <p:nvSpPr>
          <p:cNvPr id="37" name="TextBox 13">
            <a:extLst>
              <a:ext uri="{FF2B5EF4-FFF2-40B4-BE49-F238E27FC236}">
                <a16:creationId xmlns:a16="http://schemas.microsoft.com/office/drawing/2014/main" id="{169BFE96-306D-CA26-7834-DB2B0DC446FE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D2872651-875C-2101-3869-397DE42795A3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13BDC7EC-50CB-73AF-84FB-9915DDBC4BF9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F9198E5E-8B92-BED5-A686-8CC050DB750D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C146FFEA-5002-79CD-EE92-001774ACCCD7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2" name="TextBox 11">
              <a:extLst>
                <a:ext uri="{FF2B5EF4-FFF2-40B4-BE49-F238E27FC236}">
                  <a16:creationId xmlns:a16="http://schemas.microsoft.com/office/drawing/2014/main" id="{0925ABFC-2C5F-53BD-8DFB-9ED56730F893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C1CC1866-0FD5-2EF0-94B5-E34AE3EDAEDB}"/>
              </a:ext>
            </a:extLst>
          </p:cNvPr>
          <p:cNvSpPr/>
          <p:nvPr/>
        </p:nvSpPr>
        <p:spPr>
          <a:xfrm flipV="1">
            <a:off x="3211769" y="3854713"/>
            <a:ext cx="98385" cy="45773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E4E452C4-D68A-A2D7-1421-06D4E690A935}"/>
              </a:ext>
            </a:extLst>
          </p:cNvPr>
          <p:cNvGrpSpPr/>
          <p:nvPr/>
        </p:nvGrpSpPr>
        <p:grpSpPr>
          <a:xfrm>
            <a:off x="7837179" y="4935721"/>
            <a:ext cx="98569" cy="872766"/>
            <a:chOff x="4738263" y="5237944"/>
            <a:chExt cx="98569" cy="872766"/>
          </a:xfrm>
        </p:grpSpPr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82EA8D72-F7F6-EAE9-4A82-5B9A073BC259}"/>
                </a:ext>
              </a:extLst>
            </p:cNvPr>
            <p:cNvSpPr/>
            <p:nvPr/>
          </p:nvSpPr>
          <p:spPr>
            <a:xfrm>
              <a:off x="4738447" y="562591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AB7EF49B-349C-3657-B4EC-255930020CB8}"/>
                </a:ext>
              </a:extLst>
            </p:cNvPr>
            <p:cNvSpPr/>
            <p:nvPr/>
          </p:nvSpPr>
          <p:spPr>
            <a:xfrm>
              <a:off x="4738263" y="5237944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45CDD76C-5C08-EB33-8FE2-23402A7895F2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80B503C4-2C37-21FA-AED7-CEE7E02501E2}"/>
              </a:ext>
            </a:extLst>
          </p:cNvPr>
          <p:cNvGrpSpPr/>
          <p:nvPr/>
        </p:nvGrpSpPr>
        <p:grpSpPr>
          <a:xfrm>
            <a:off x="5679387" y="3849685"/>
            <a:ext cx="358042" cy="414400"/>
            <a:chOff x="9272214" y="3797098"/>
            <a:chExt cx="358042" cy="414400"/>
          </a:xfrm>
          <a:solidFill>
            <a:srgbClr val="CC0000"/>
          </a:solidFill>
        </p:grpSpPr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id="{2AD213CA-E4A6-19FF-D5DD-C08CF65D0000}"/>
                </a:ext>
              </a:extLst>
            </p:cNvPr>
            <p:cNvGrpSpPr/>
            <p:nvPr/>
          </p:nvGrpSpPr>
          <p:grpSpPr>
            <a:xfrm>
              <a:off x="9520392" y="3799905"/>
              <a:ext cx="109864" cy="411593"/>
              <a:chOff x="4634281" y="4900127"/>
              <a:chExt cx="109864" cy="411593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54" name="타원 53">
                <a:extLst>
                  <a:ext uri="{FF2B5EF4-FFF2-40B4-BE49-F238E27FC236}">
                    <a16:creationId xmlns:a16="http://schemas.microsoft.com/office/drawing/2014/main" id="{7F7CE715-1EF6-FB04-32F5-2E03B1AEF4E2}"/>
                  </a:ext>
                </a:extLst>
              </p:cNvPr>
              <p:cNvSpPr/>
              <p:nvPr/>
            </p:nvSpPr>
            <p:spPr>
              <a:xfrm>
                <a:off x="4645760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5" name="타원 54">
                <a:extLst>
                  <a:ext uri="{FF2B5EF4-FFF2-40B4-BE49-F238E27FC236}">
                    <a16:creationId xmlns:a16="http://schemas.microsoft.com/office/drawing/2014/main" id="{7A961046-93F8-5255-3CC5-C625B73DE91F}"/>
                  </a:ext>
                </a:extLst>
              </p:cNvPr>
              <p:cNvSpPr/>
              <p:nvPr/>
            </p:nvSpPr>
            <p:spPr>
              <a:xfrm>
                <a:off x="4634281" y="5213335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0" name="별: 꼭짓점 7개 49">
              <a:extLst>
                <a:ext uri="{FF2B5EF4-FFF2-40B4-BE49-F238E27FC236}">
                  <a16:creationId xmlns:a16="http://schemas.microsoft.com/office/drawing/2014/main" id="{4567B4A5-58F7-E299-BD49-8CC496D03DF7}"/>
                </a:ext>
              </a:extLst>
            </p:cNvPr>
            <p:cNvSpPr/>
            <p:nvPr/>
          </p:nvSpPr>
          <p:spPr>
            <a:xfrm rot="5400000">
              <a:off x="9330743" y="3885846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51" name="그룹 50">
              <a:extLst>
                <a:ext uri="{FF2B5EF4-FFF2-40B4-BE49-F238E27FC236}">
                  <a16:creationId xmlns:a16="http://schemas.microsoft.com/office/drawing/2014/main" id="{89B22FC8-3B37-97A8-39B5-186A087C9A5F}"/>
                </a:ext>
              </a:extLst>
            </p:cNvPr>
            <p:cNvGrpSpPr/>
            <p:nvPr/>
          </p:nvGrpSpPr>
          <p:grpSpPr>
            <a:xfrm>
              <a:off x="9272214" y="3797098"/>
              <a:ext cx="98814" cy="411593"/>
              <a:chOff x="4818802" y="4900127"/>
              <a:chExt cx="98814" cy="411593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52" name="타원 51">
                <a:extLst>
                  <a:ext uri="{FF2B5EF4-FFF2-40B4-BE49-F238E27FC236}">
                    <a16:creationId xmlns:a16="http://schemas.microsoft.com/office/drawing/2014/main" id="{8E73F406-5277-D43D-B0BE-5B5653C670A2}"/>
                  </a:ext>
                </a:extLst>
              </p:cNvPr>
              <p:cNvSpPr/>
              <p:nvPr/>
            </p:nvSpPr>
            <p:spPr>
              <a:xfrm>
                <a:off x="4818802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3" name="타원 52">
                <a:extLst>
                  <a:ext uri="{FF2B5EF4-FFF2-40B4-BE49-F238E27FC236}">
                    <a16:creationId xmlns:a16="http://schemas.microsoft.com/office/drawing/2014/main" id="{D1F6E24B-F376-DB56-4AF3-7D4BA3C99227}"/>
                  </a:ext>
                </a:extLst>
              </p:cNvPr>
              <p:cNvSpPr/>
              <p:nvPr/>
            </p:nvSpPr>
            <p:spPr>
              <a:xfrm>
                <a:off x="4819231" y="5213335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482FFBF1-711A-6420-7456-5D1C5215E6B9}"/>
              </a:ext>
            </a:extLst>
          </p:cNvPr>
          <p:cNvGrpSpPr/>
          <p:nvPr/>
        </p:nvGrpSpPr>
        <p:grpSpPr>
          <a:xfrm>
            <a:off x="9366220" y="4837336"/>
            <a:ext cx="98569" cy="872766"/>
            <a:chOff x="4738263" y="5237944"/>
            <a:chExt cx="98569" cy="872766"/>
          </a:xfrm>
        </p:grpSpPr>
        <p:sp>
          <p:nvSpPr>
            <p:cNvPr id="57" name="타원 56">
              <a:extLst>
                <a:ext uri="{FF2B5EF4-FFF2-40B4-BE49-F238E27FC236}">
                  <a16:creationId xmlns:a16="http://schemas.microsoft.com/office/drawing/2014/main" id="{02507FF6-2C87-868C-B630-1D5E3A3BA8D4}"/>
                </a:ext>
              </a:extLst>
            </p:cNvPr>
            <p:cNvSpPr/>
            <p:nvPr/>
          </p:nvSpPr>
          <p:spPr>
            <a:xfrm>
              <a:off x="4738447" y="562591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8" name="타원 57">
              <a:extLst>
                <a:ext uri="{FF2B5EF4-FFF2-40B4-BE49-F238E27FC236}">
                  <a16:creationId xmlns:a16="http://schemas.microsoft.com/office/drawing/2014/main" id="{2EB1E050-E447-398F-6F15-E6239B3EC881}"/>
                </a:ext>
              </a:extLst>
            </p:cNvPr>
            <p:cNvSpPr/>
            <p:nvPr/>
          </p:nvSpPr>
          <p:spPr>
            <a:xfrm>
              <a:off x="4738263" y="5237944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9" name="타원 58">
              <a:extLst>
                <a:ext uri="{FF2B5EF4-FFF2-40B4-BE49-F238E27FC236}">
                  <a16:creationId xmlns:a16="http://schemas.microsoft.com/office/drawing/2014/main" id="{87F5B0CB-EF17-D32F-071F-8683537E175C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1340276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50B62-A437-D5C6-B9DC-917B08462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6D1314B-5A93-42AE-4039-2691CF85246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64673" y="939087"/>
            <a:ext cx="8473128" cy="542878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30EAB7C-97E5-152E-1148-542D862DAA82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𝟏𝟎𝟒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30EAB7C-97E5-152E-1148-542D862DAA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직사각형 7">
            <a:extLst>
              <a:ext uri="{FF2B5EF4-FFF2-40B4-BE49-F238E27FC236}">
                <a16:creationId xmlns:a16="http://schemas.microsoft.com/office/drawing/2014/main" id="{53201715-84F4-C93E-B6F7-A34773E1D3D9}"/>
              </a:ext>
            </a:extLst>
          </p:cNvPr>
          <p:cNvSpPr/>
          <p:nvPr/>
        </p:nvSpPr>
        <p:spPr>
          <a:xfrm rot="5400000">
            <a:off x="7024761" y="4997469"/>
            <a:ext cx="102820" cy="185080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8E21954F-B143-C6D4-1B88-1965A01B46EB}"/>
              </a:ext>
            </a:extLst>
          </p:cNvPr>
          <p:cNvSpPr/>
          <p:nvPr/>
        </p:nvSpPr>
        <p:spPr>
          <a:xfrm>
            <a:off x="6553466" y="4505460"/>
            <a:ext cx="1044888" cy="1055292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5E200FE3-7F8D-AC3C-636D-1B367FDC5C1C}"/>
              </a:ext>
            </a:extLst>
          </p:cNvPr>
          <p:cNvSpPr/>
          <p:nvPr/>
        </p:nvSpPr>
        <p:spPr>
          <a:xfrm>
            <a:off x="6693011" y="4641531"/>
            <a:ext cx="765798" cy="80313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BD79BF4-3CDC-88E1-FB2D-A50C3BA35383}"/>
              </a:ext>
            </a:extLst>
          </p:cNvPr>
          <p:cNvSpPr txBox="1"/>
          <p:nvPr/>
        </p:nvSpPr>
        <p:spPr>
          <a:xfrm>
            <a:off x="6285445" y="3881827"/>
            <a:ext cx="1476573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27C70A-9FB2-4494-B37B-3FC2E55B0E75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469F6479-9759-5BC1-3346-2E17868AD2BB}"/>
              </a:ext>
            </a:extLst>
          </p:cNvPr>
          <p:cNvGrpSpPr/>
          <p:nvPr/>
        </p:nvGrpSpPr>
        <p:grpSpPr>
          <a:xfrm>
            <a:off x="5982843" y="4399708"/>
            <a:ext cx="98891" cy="1286783"/>
            <a:chOff x="4737834" y="4662002"/>
            <a:chExt cx="98891" cy="1286783"/>
          </a:xfrm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490E71C0-58CD-40C1-766B-D8971583788D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C23D8731-82BD-0BEE-4EEF-4B95BDB7A0A4}"/>
                </a:ext>
              </a:extLst>
            </p:cNvPr>
            <p:cNvSpPr/>
            <p:nvPr/>
          </p:nvSpPr>
          <p:spPr>
            <a:xfrm>
              <a:off x="4738263" y="525620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52E16B50-0531-193A-A02C-E3B59D1AD759}"/>
                </a:ext>
              </a:extLst>
            </p:cNvPr>
            <p:cNvSpPr/>
            <p:nvPr/>
          </p:nvSpPr>
          <p:spPr>
            <a:xfrm>
              <a:off x="4738340" y="585040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51462544-E901-A46A-725D-30AC8394421F}"/>
              </a:ext>
            </a:extLst>
          </p:cNvPr>
          <p:cNvSpPr/>
          <p:nvPr/>
        </p:nvSpPr>
        <p:spPr>
          <a:xfrm rot="10800000" flipV="1">
            <a:off x="8321896" y="3164568"/>
            <a:ext cx="98384" cy="58154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30505FD2-FDB5-EC77-B40F-611DE50A6088}"/>
              </a:ext>
            </a:extLst>
          </p:cNvPr>
          <p:cNvGrpSpPr/>
          <p:nvPr/>
        </p:nvGrpSpPr>
        <p:grpSpPr>
          <a:xfrm rot="5400000">
            <a:off x="3632155" y="3889052"/>
            <a:ext cx="104204" cy="440717"/>
            <a:chOff x="5324822" y="4642973"/>
            <a:chExt cx="104204" cy="440717"/>
          </a:xfrm>
        </p:grpSpPr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41C8DB8A-A204-F1F4-2CA5-412F49EC527D}"/>
                </a:ext>
              </a:extLst>
            </p:cNvPr>
            <p:cNvSpPr/>
            <p:nvPr/>
          </p:nvSpPr>
          <p:spPr>
            <a:xfrm>
              <a:off x="5330641" y="4642973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3884EB2C-A81A-C0D4-2924-E3993FDD22EF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7A135E3F-8117-C827-A45E-E49D959B878D}"/>
              </a:ext>
            </a:extLst>
          </p:cNvPr>
          <p:cNvSpPr/>
          <p:nvPr/>
        </p:nvSpPr>
        <p:spPr>
          <a:xfrm flipV="1">
            <a:off x="2973284" y="2807268"/>
            <a:ext cx="98385" cy="7146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B1F7CE3-7AC3-573D-6BA6-3984499B2A24}"/>
              </a:ext>
            </a:extLst>
          </p:cNvPr>
          <p:cNvSpPr txBox="1"/>
          <p:nvPr/>
        </p:nvSpPr>
        <p:spPr>
          <a:xfrm>
            <a:off x="7278079" y="6367872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>
                <a:highlight>
                  <a:srgbClr val="FFFF00"/>
                </a:highlight>
              </a:rPr>
              <a:t>우물은 두가지 </a:t>
            </a:r>
            <a:r>
              <a:rPr lang="ko-KR" altLang="en-US" sz="1000" b="1" err="1">
                <a:highlight>
                  <a:srgbClr val="FFFF00"/>
                </a:highlight>
              </a:rPr>
              <a:t>타입중</a:t>
            </a:r>
            <a:r>
              <a:rPr lang="ko-KR" altLang="en-US" sz="1000" b="1">
                <a:highlight>
                  <a:srgbClr val="FFFF00"/>
                </a:highlight>
              </a:rPr>
              <a:t> 선택 가능합니다</a:t>
            </a:r>
            <a:r>
              <a:rPr lang="en-US" altLang="ko-KR" sz="1000" b="1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 b="1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 b="1">
                <a:highlight>
                  <a:srgbClr val="FFFF00"/>
                </a:highlight>
              </a:rPr>
              <a:t>. </a:t>
            </a:r>
            <a:endParaRPr lang="ko-KR" altLang="en-US" sz="1000" b="1">
              <a:highlight>
                <a:srgbClr val="FFFF00"/>
              </a:highlight>
            </a:endParaRPr>
          </a:p>
        </p:txBody>
      </p: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7985FE8F-6A58-06CC-B37F-6CF2EFFB8800}"/>
              </a:ext>
            </a:extLst>
          </p:cNvPr>
          <p:cNvCxnSpPr>
            <a:cxnSpLocks/>
          </p:cNvCxnSpPr>
          <p:nvPr/>
        </p:nvCxnSpPr>
        <p:spPr>
          <a:xfrm flipV="1">
            <a:off x="7458809" y="5586247"/>
            <a:ext cx="0" cy="7816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13">
            <a:extLst>
              <a:ext uri="{FF2B5EF4-FFF2-40B4-BE49-F238E27FC236}">
                <a16:creationId xmlns:a16="http://schemas.microsoft.com/office/drawing/2014/main" id="{B8B3C686-F00B-E822-32C5-F8079A9339C6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11B7B0E8-F176-E719-EB85-42D4FF40F7A2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6F2B30D0-7709-CB49-86F9-77BBADDE24F4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855FC009-57FB-135F-276F-A2CA6098B142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CE88193D-1CFE-41AF-7D43-AF610D82385D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2" name="TextBox 11">
              <a:extLst>
                <a:ext uri="{FF2B5EF4-FFF2-40B4-BE49-F238E27FC236}">
                  <a16:creationId xmlns:a16="http://schemas.microsoft.com/office/drawing/2014/main" id="{C435E42B-E364-F835-A765-F715E5D567F6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5CA85726-151A-0447-940E-9205D0F23F49}"/>
              </a:ext>
            </a:extLst>
          </p:cNvPr>
          <p:cNvSpPr/>
          <p:nvPr/>
        </p:nvSpPr>
        <p:spPr>
          <a:xfrm flipV="1">
            <a:off x="2039142" y="3595688"/>
            <a:ext cx="98385" cy="56582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F606E0D5-F968-7447-BC52-459492279808}"/>
              </a:ext>
            </a:extLst>
          </p:cNvPr>
          <p:cNvGrpSpPr/>
          <p:nvPr/>
        </p:nvGrpSpPr>
        <p:grpSpPr>
          <a:xfrm>
            <a:off x="8007969" y="4413603"/>
            <a:ext cx="98891" cy="1286783"/>
            <a:chOff x="4737834" y="4662002"/>
            <a:chExt cx="98891" cy="1286783"/>
          </a:xfrm>
        </p:grpSpPr>
        <p:sp>
          <p:nvSpPr>
            <p:cNvPr id="57" name="타원 56">
              <a:extLst>
                <a:ext uri="{FF2B5EF4-FFF2-40B4-BE49-F238E27FC236}">
                  <a16:creationId xmlns:a16="http://schemas.microsoft.com/office/drawing/2014/main" id="{3860FAD2-844F-C974-F9F9-13F98C23413A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8" name="타원 57">
              <a:extLst>
                <a:ext uri="{FF2B5EF4-FFF2-40B4-BE49-F238E27FC236}">
                  <a16:creationId xmlns:a16="http://schemas.microsoft.com/office/drawing/2014/main" id="{AA31B3A4-9ACD-F8E3-08F1-DA7FF2BC827F}"/>
                </a:ext>
              </a:extLst>
            </p:cNvPr>
            <p:cNvSpPr/>
            <p:nvPr/>
          </p:nvSpPr>
          <p:spPr>
            <a:xfrm>
              <a:off x="4738263" y="525620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9" name="타원 58">
              <a:extLst>
                <a:ext uri="{FF2B5EF4-FFF2-40B4-BE49-F238E27FC236}">
                  <a16:creationId xmlns:a16="http://schemas.microsoft.com/office/drawing/2014/main" id="{B2C52C29-149A-5FD5-BCDD-DBF7214BC3FA}"/>
                </a:ext>
              </a:extLst>
            </p:cNvPr>
            <p:cNvSpPr/>
            <p:nvPr/>
          </p:nvSpPr>
          <p:spPr>
            <a:xfrm>
              <a:off x="4738340" y="585040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8196E1E0-8729-D3B0-E8B8-A99625AA8003}"/>
              </a:ext>
            </a:extLst>
          </p:cNvPr>
          <p:cNvSpPr txBox="1"/>
          <p:nvPr/>
        </p:nvSpPr>
        <p:spPr>
          <a:xfrm>
            <a:off x="2546341" y="343644"/>
            <a:ext cx="71077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104A</a:t>
            </a:r>
            <a:r>
              <a:rPr lang="ko-KR" altLang="en-US" sz="2000" b="1"/>
              <a:t>타입 간접</a:t>
            </a:r>
            <a:r>
              <a:rPr lang="en-US" altLang="ko-KR" sz="2000" b="1"/>
              <a:t>A /</a:t>
            </a:r>
            <a:r>
              <a:rPr lang="ko-KR" altLang="en-US" sz="2000" b="1"/>
              <a:t>간접</a:t>
            </a:r>
            <a:r>
              <a:rPr lang="en-US" altLang="ko-KR" sz="2000" b="1"/>
              <a:t> </a:t>
            </a:r>
            <a:r>
              <a:rPr lang="ko-KR" altLang="en-US" sz="2000" b="1"/>
              <a:t>센서 </a:t>
            </a:r>
            <a:r>
              <a:rPr lang="en-US" altLang="ko-KR" sz="2000" b="1"/>
              <a:t>SET</a:t>
            </a:r>
          </a:p>
        </p:txBody>
      </p:sp>
    </p:spTree>
    <p:extLst>
      <p:ext uri="{BB962C8B-B14F-4D97-AF65-F5344CB8AC3E}">
        <p14:creationId xmlns:p14="http://schemas.microsoft.com/office/powerpoint/2010/main" val="253617630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2906A-23B3-DCC9-4222-9F5ABEB66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023889A-80D6-D337-711E-8189A4B1602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64673" y="939087"/>
            <a:ext cx="8473128" cy="542878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C11F349-02CE-C6AF-C616-0A7BE8383BA5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𝟏𝟎𝟒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C11F349-02CE-C6AF-C616-0A7BE8383B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25B57A1D-94A1-F38E-86A5-DF47CF38A59B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104A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5F12F63-996D-DCD5-05F4-8BD3C4727D7A}"/>
              </a:ext>
            </a:extLst>
          </p:cNvPr>
          <p:cNvSpPr/>
          <p:nvPr/>
        </p:nvSpPr>
        <p:spPr>
          <a:xfrm>
            <a:off x="8522533" y="5613583"/>
            <a:ext cx="1265197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A24FEF-93EE-5CDD-483E-08CAF93ADCC6}"/>
              </a:ext>
            </a:extLst>
          </p:cNvPr>
          <p:cNvSpPr txBox="1"/>
          <p:nvPr/>
        </p:nvSpPr>
        <p:spPr>
          <a:xfrm>
            <a:off x="9032459" y="4808505"/>
            <a:ext cx="898977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err="1"/>
              <a:t>무선리모컨</a:t>
            </a:r>
            <a:endParaRPr lang="en-US" altLang="ko-KR" sz="1000" b="1"/>
          </a:p>
          <a:p>
            <a:pPr algn="ctr"/>
            <a:r>
              <a:rPr lang="en-US" altLang="ko-KR" sz="1000" b="1"/>
              <a:t>1</a:t>
            </a:r>
            <a:r>
              <a:rPr lang="ko-KR" altLang="en-US" sz="1000" b="1"/>
              <a:t>구</a:t>
            </a:r>
            <a:r>
              <a:rPr lang="en-US" altLang="ko-KR" sz="1000" b="1"/>
              <a:t>(3</a:t>
            </a:r>
            <a:r>
              <a:rPr lang="ko-KR" altLang="en-US" sz="1000" b="1"/>
              <a:t>채널</a:t>
            </a:r>
            <a:r>
              <a:rPr lang="en-US" altLang="ko-KR" sz="1000" b="1"/>
              <a:t>)</a:t>
            </a:r>
            <a:endParaRPr lang="ko-KR" altLang="en-US" sz="1000" b="1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E2ADEEA-31C1-7E9B-41E0-726B995DD4F8}"/>
              </a:ext>
            </a:extLst>
          </p:cNvPr>
          <p:cNvSpPr/>
          <p:nvPr/>
        </p:nvSpPr>
        <p:spPr>
          <a:xfrm rot="5400000">
            <a:off x="7024761" y="4997469"/>
            <a:ext cx="102820" cy="185080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6267AF81-61E2-E5E4-89CB-1E65B3B4FB15}"/>
              </a:ext>
            </a:extLst>
          </p:cNvPr>
          <p:cNvSpPr/>
          <p:nvPr/>
        </p:nvSpPr>
        <p:spPr>
          <a:xfrm>
            <a:off x="6553466" y="4505460"/>
            <a:ext cx="1044888" cy="1055292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CFFCE81B-3E05-7129-D00E-E30226BA63AB}"/>
              </a:ext>
            </a:extLst>
          </p:cNvPr>
          <p:cNvSpPr/>
          <p:nvPr/>
        </p:nvSpPr>
        <p:spPr>
          <a:xfrm>
            <a:off x="6693011" y="4641531"/>
            <a:ext cx="765798" cy="80313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9645D81-6319-9415-A9CF-7E4EA236106F}"/>
              </a:ext>
            </a:extLst>
          </p:cNvPr>
          <p:cNvSpPr txBox="1"/>
          <p:nvPr/>
        </p:nvSpPr>
        <p:spPr>
          <a:xfrm>
            <a:off x="6285445" y="3881827"/>
            <a:ext cx="1476573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404A20-9258-15B3-44F9-FF2DA31CCA85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8048DF69-68FB-AE17-37F5-9425F3B78F8A}"/>
              </a:ext>
            </a:extLst>
          </p:cNvPr>
          <p:cNvGrpSpPr/>
          <p:nvPr/>
        </p:nvGrpSpPr>
        <p:grpSpPr>
          <a:xfrm>
            <a:off x="5982843" y="4399708"/>
            <a:ext cx="98891" cy="1286783"/>
            <a:chOff x="4737834" y="4662002"/>
            <a:chExt cx="98891" cy="1286783"/>
          </a:xfrm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B5056164-4E30-5CF7-A25F-64E3FC182125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270B2C5D-0820-E9A1-50A9-6BC6008FA933}"/>
                </a:ext>
              </a:extLst>
            </p:cNvPr>
            <p:cNvSpPr/>
            <p:nvPr/>
          </p:nvSpPr>
          <p:spPr>
            <a:xfrm>
              <a:off x="4738263" y="525620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CF888F72-E608-81BE-57C8-6B90CA832753}"/>
                </a:ext>
              </a:extLst>
            </p:cNvPr>
            <p:cNvSpPr/>
            <p:nvPr/>
          </p:nvSpPr>
          <p:spPr>
            <a:xfrm>
              <a:off x="4738340" y="585040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B38BC527-564F-48DE-D216-036AB4713B99}"/>
              </a:ext>
            </a:extLst>
          </p:cNvPr>
          <p:cNvGrpSpPr/>
          <p:nvPr/>
        </p:nvGrpSpPr>
        <p:grpSpPr>
          <a:xfrm>
            <a:off x="8251147" y="4689255"/>
            <a:ext cx="98814" cy="638609"/>
            <a:chOff x="4737834" y="4900127"/>
            <a:chExt cx="98814" cy="638609"/>
          </a:xfrm>
          <a:solidFill>
            <a:srgbClr val="00B0F0"/>
          </a:solidFill>
        </p:grpSpPr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DF244433-6006-846B-4B41-FBC33B2D3302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2C54473F-190F-7953-6B8F-D9CE2DD1473A}"/>
                </a:ext>
              </a:extLst>
            </p:cNvPr>
            <p:cNvSpPr/>
            <p:nvPr/>
          </p:nvSpPr>
          <p:spPr>
            <a:xfrm>
              <a:off x="4738263" y="5440351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A3121D27-DB8F-763E-2B6C-2ABE49B6F940}"/>
              </a:ext>
            </a:extLst>
          </p:cNvPr>
          <p:cNvSpPr/>
          <p:nvPr/>
        </p:nvSpPr>
        <p:spPr>
          <a:xfrm rot="10800000" flipV="1">
            <a:off x="8321896" y="3164568"/>
            <a:ext cx="98384" cy="58154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F2937724-50DF-B3E1-BED5-1051BB8FFFFF}"/>
              </a:ext>
            </a:extLst>
          </p:cNvPr>
          <p:cNvGrpSpPr/>
          <p:nvPr/>
        </p:nvGrpSpPr>
        <p:grpSpPr>
          <a:xfrm rot="5400000">
            <a:off x="3632155" y="3889052"/>
            <a:ext cx="104204" cy="440717"/>
            <a:chOff x="5324822" y="4642973"/>
            <a:chExt cx="104204" cy="440717"/>
          </a:xfrm>
        </p:grpSpPr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94E3DFCA-922A-E5E3-633B-280D63967B56}"/>
                </a:ext>
              </a:extLst>
            </p:cNvPr>
            <p:cNvSpPr/>
            <p:nvPr/>
          </p:nvSpPr>
          <p:spPr>
            <a:xfrm>
              <a:off x="5330641" y="4642973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82157F70-6C90-3FA2-A800-D4400FC1D801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B716D203-5E29-00D2-A300-CB9FE8D34DD2}"/>
              </a:ext>
            </a:extLst>
          </p:cNvPr>
          <p:cNvSpPr/>
          <p:nvPr/>
        </p:nvSpPr>
        <p:spPr>
          <a:xfrm flipV="1">
            <a:off x="2973284" y="2807268"/>
            <a:ext cx="98385" cy="7146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30A2B57-A4E6-E3C6-DF58-632FE5CB00BC}"/>
              </a:ext>
            </a:extLst>
          </p:cNvPr>
          <p:cNvSpPr txBox="1"/>
          <p:nvPr/>
        </p:nvSpPr>
        <p:spPr>
          <a:xfrm>
            <a:off x="7278079" y="6367872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>
                <a:highlight>
                  <a:srgbClr val="FFFF00"/>
                </a:highlight>
              </a:rPr>
              <a:t>우물은 두가지 </a:t>
            </a:r>
            <a:r>
              <a:rPr lang="ko-KR" altLang="en-US" sz="1000" b="1" err="1">
                <a:highlight>
                  <a:srgbClr val="FFFF00"/>
                </a:highlight>
              </a:rPr>
              <a:t>타입중</a:t>
            </a:r>
            <a:r>
              <a:rPr lang="ko-KR" altLang="en-US" sz="1000" b="1">
                <a:highlight>
                  <a:srgbClr val="FFFF00"/>
                </a:highlight>
              </a:rPr>
              <a:t> 선택 가능합니다</a:t>
            </a:r>
            <a:r>
              <a:rPr lang="en-US" altLang="ko-KR" sz="1000" b="1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 b="1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 b="1">
                <a:highlight>
                  <a:srgbClr val="FFFF00"/>
                </a:highlight>
              </a:rPr>
              <a:t>. </a:t>
            </a:r>
            <a:endParaRPr lang="ko-KR" altLang="en-US" sz="1000" b="1">
              <a:highlight>
                <a:srgbClr val="FFFF00"/>
              </a:highlight>
            </a:endParaRPr>
          </a:p>
        </p:txBody>
      </p: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A3F4E292-FB55-C48A-6026-8C1B436134BE}"/>
              </a:ext>
            </a:extLst>
          </p:cNvPr>
          <p:cNvCxnSpPr>
            <a:cxnSpLocks/>
          </p:cNvCxnSpPr>
          <p:nvPr/>
        </p:nvCxnSpPr>
        <p:spPr>
          <a:xfrm flipV="1">
            <a:off x="7458809" y="5586247"/>
            <a:ext cx="0" cy="7816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13">
            <a:extLst>
              <a:ext uri="{FF2B5EF4-FFF2-40B4-BE49-F238E27FC236}">
                <a16:creationId xmlns:a16="http://schemas.microsoft.com/office/drawing/2014/main" id="{89A62141-6508-472F-5DE5-2BA263C6BC3E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7E677C4F-8A84-4A0F-9A05-46F93A5A62C0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616A2FB7-41E6-03B8-24F2-25E73A561A1D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B1CB4A67-4A7E-A79C-4452-CF45E3E044B6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E32A3C04-C8E8-2649-A98E-76F73FDBD689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2" name="TextBox 11">
              <a:extLst>
                <a:ext uri="{FF2B5EF4-FFF2-40B4-BE49-F238E27FC236}">
                  <a16:creationId xmlns:a16="http://schemas.microsoft.com/office/drawing/2014/main" id="{82F10CD9-F63E-D672-AC5E-314628202926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FB7F65EB-7EAE-BDB3-1FAC-F096F62B017D}"/>
              </a:ext>
            </a:extLst>
          </p:cNvPr>
          <p:cNvSpPr/>
          <p:nvPr/>
        </p:nvSpPr>
        <p:spPr>
          <a:xfrm flipV="1">
            <a:off x="2039142" y="3595688"/>
            <a:ext cx="98385" cy="56582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E10EAE2B-2427-C8D0-6056-4E34ED5D8047}"/>
              </a:ext>
            </a:extLst>
          </p:cNvPr>
          <p:cNvGrpSpPr/>
          <p:nvPr/>
        </p:nvGrpSpPr>
        <p:grpSpPr>
          <a:xfrm>
            <a:off x="3111194" y="2984393"/>
            <a:ext cx="387045" cy="414400"/>
            <a:chOff x="9272214" y="3797098"/>
            <a:chExt cx="387045" cy="414400"/>
          </a:xfrm>
          <a:solidFill>
            <a:srgbClr val="CC0000"/>
          </a:solidFill>
        </p:grpSpPr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id="{B8FBBE97-540C-F99F-44E5-5B793D3826C4}"/>
                </a:ext>
              </a:extLst>
            </p:cNvPr>
            <p:cNvGrpSpPr/>
            <p:nvPr/>
          </p:nvGrpSpPr>
          <p:grpSpPr>
            <a:xfrm>
              <a:off x="9560445" y="3799905"/>
              <a:ext cx="98814" cy="411593"/>
              <a:chOff x="4674334" y="4900127"/>
              <a:chExt cx="98814" cy="411593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54" name="타원 53">
                <a:extLst>
                  <a:ext uri="{FF2B5EF4-FFF2-40B4-BE49-F238E27FC236}">
                    <a16:creationId xmlns:a16="http://schemas.microsoft.com/office/drawing/2014/main" id="{36488AA6-1627-2788-E891-8EDC85496FBB}"/>
                  </a:ext>
                </a:extLst>
              </p:cNvPr>
              <p:cNvSpPr/>
              <p:nvPr/>
            </p:nvSpPr>
            <p:spPr>
              <a:xfrm>
                <a:off x="46743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5" name="타원 54">
                <a:extLst>
                  <a:ext uri="{FF2B5EF4-FFF2-40B4-BE49-F238E27FC236}">
                    <a16:creationId xmlns:a16="http://schemas.microsoft.com/office/drawing/2014/main" id="{C44843B4-AF83-7386-BDA7-687CD7E2C9CE}"/>
                  </a:ext>
                </a:extLst>
              </p:cNvPr>
              <p:cNvSpPr/>
              <p:nvPr/>
            </p:nvSpPr>
            <p:spPr>
              <a:xfrm>
                <a:off x="4674763" y="5213335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0" name="별: 꼭짓점 7개 49">
              <a:extLst>
                <a:ext uri="{FF2B5EF4-FFF2-40B4-BE49-F238E27FC236}">
                  <a16:creationId xmlns:a16="http://schemas.microsoft.com/office/drawing/2014/main" id="{25DA261B-57D5-9F19-FE31-2EBB0E8800B3}"/>
                </a:ext>
              </a:extLst>
            </p:cNvPr>
            <p:cNvSpPr/>
            <p:nvPr/>
          </p:nvSpPr>
          <p:spPr>
            <a:xfrm rot="5400000">
              <a:off x="9343514" y="3870257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51" name="그룹 50">
              <a:extLst>
                <a:ext uri="{FF2B5EF4-FFF2-40B4-BE49-F238E27FC236}">
                  <a16:creationId xmlns:a16="http://schemas.microsoft.com/office/drawing/2014/main" id="{D5BBDC8B-CAA8-D86E-AA0B-DA85D4A88C35}"/>
                </a:ext>
              </a:extLst>
            </p:cNvPr>
            <p:cNvGrpSpPr/>
            <p:nvPr/>
          </p:nvGrpSpPr>
          <p:grpSpPr>
            <a:xfrm>
              <a:off x="9272214" y="3797098"/>
              <a:ext cx="98814" cy="411593"/>
              <a:chOff x="4818802" y="4900127"/>
              <a:chExt cx="98814" cy="411593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52" name="타원 51">
                <a:extLst>
                  <a:ext uri="{FF2B5EF4-FFF2-40B4-BE49-F238E27FC236}">
                    <a16:creationId xmlns:a16="http://schemas.microsoft.com/office/drawing/2014/main" id="{5D800F2B-8FFB-1D1A-DCCC-655F9AF57AB9}"/>
                  </a:ext>
                </a:extLst>
              </p:cNvPr>
              <p:cNvSpPr/>
              <p:nvPr/>
            </p:nvSpPr>
            <p:spPr>
              <a:xfrm>
                <a:off x="4818802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3" name="타원 52">
                <a:extLst>
                  <a:ext uri="{FF2B5EF4-FFF2-40B4-BE49-F238E27FC236}">
                    <a16:creationId xmlns:a16="http://schemas.microsoft.com/office/drawing/2014/main" id="{A0C07F83-8312-884E-AD51-8D733E878228}"/>
                  </a:ext>
                </a:extLst>
              </p:cNvPr>
              <p:cNvSpPr/>
              <p:nvPr/>
            </p:nvSpPr>
            <p:spPr>
              <a:xfrm>
                <a:off x="4819231" y="5213335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23AB1EF4-7CFD-1684-CF70-802CCDD10466}"/>
              </a:ext>
            </a:extLst>
          </p:cNvPr>
          <p:cNvGrpSpPr/>
          <p:nvPr/>
        </p:nvGrpSpPr>
        <p:grpSpPr>
          <a:xfrm>
            <a:off x="8007969" y="4413603"/>
            <a:ext cx="98891" cy="1286783"/>
            <a:chOff x="4737834" y="4662002"/>
            <a:chExt cx="98891" cy="1286783"/>
          </a:xfrm>
        </p:grpSpPr>
        <p:sp>
          <p:nvSpPr>
            <p:cNvPr id="57" name="타원 56">
              <a:extLst>
                <a:ext uri="{FF2B5EF4-FFF2-40B4-BE49-F238E27FC236}">
                  <a16:creationId xmlns:a16="http://schemas.microsoft.com/office/drawing/2014/main" id="{A2C0AA9B-234D-F953-D90E-D7D959251CD5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8" name="타원 57">
              <a:extLst>
                <a:ext uri="{FF2B5EF4-FFF2-40B4-BE49-F238E27FC236}">
                  <a16:creationId xmlns:a16="http://schemas.microsoft.com/office/drawing/2014/main" id="{667BD08C-82BE-FDCB-23FB-C047B3A40734}"/>
                </a:ext>
              </a:extLst>
            </p:cNvPr>
            <p:cNvSpPr/>
            <p:nvPr/>
          </p:nvSpPr>
          <p:spPr>
            <a:xfrm>
              <a:off x="4738263" y="525620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9" name="타원 58">
              <a:extLst>
                <a:ext uri="{FF2B5EF4-FFF2-40B4-BE49-F238E27FC236}">
                  <a16:creationId xmlns:a16="http://schemas.microsoft.com/office/drawing/2014/main" id="{6A4A44F7-0314-EB91-B82E-3B652F610532}"/>
                </a:ext>
              </a:extLst>
            </p:cNvPr>
            <p:cNvSpPr/>
            <p:nvPr/>
          </p:nvSpPr>
          <p:spPr>
            <a:xfrm>
              <a:off x="4738340" y="585040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3853203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7A3B6-CAA1-52D4-3AAC-5E25F1380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703161F-0AB9-521B-523E-AAF56D6AA5B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64673" y="939087"/>
            <a:ext cx="8473128" cy="542878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90F5244-26D6-7C55-E72B-7D212AD0D4BE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𝟏𝟎𝟒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90F5244-26D6-7C55-E72B-7D212AD0D4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A4FD1000-B20F-31F9-98E3-24115F4575E0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104A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 + </a:t>
            </a:r>
            <a:r>
              <a:rPr lang="ko-KR" altLang="en-US" sz="2000" b="1" err="1"/>
              <a:t>실링팬</a:t>
            </a:r>
            <a:r>
              <a:rPr lang="ko-KR" altLang="en-US" sz="2000" b="1"/>
              <a:t> 우물두줄</a:t>
            </a:r>
            <a:endParaRPr lang="en-US" altLang="ko-KR" sz="2000" b="1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D422C6E-77B8-6CD7-EC25-21DE188FB3E4}"/>
              </a:ext>
            </a:extLst>
          </p:cNvPr>
          <p:cNvSpPr/>
          <p:nvPr/>
        </p:nvSpPr>
        <p:spPr>
          <a:xfrm>
            <a:off x="8522533" y="5613583"/>
            <a:ext cx="1265197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1E8CA4-7C69-72A8-2E82-E36558E99852}"/>
              </a:ext>
            </a:extLst>
          </p:cNvPr>
          <p:cNvSpPr txBox="1"/>
          <p:nvPr/>
        </p:nvSpPr>
        <p:spPr>
          <a:xfrm>
            <a:off x="9032459" y="4808505"/>
            <a:ext cx="898977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err="1"/>
              <a:t>무선리모컨</a:t>
            </a:r>
            <a:endParaRPr lang="en-US" altLang="ko-KR" sz="1000" b="1"/>
          </a:p>
          <a:p>
            <a:pPr algn="ctr"/>
            <a:r>
              <a:rPr lang="en-US" altLang="ko-KR" sz="1000" b="1"/>
              <a:t>1</a:t>
            </a:r>
            <a:r>
              <a:rPr lang="ko-KR" altLang="en-US" sz="1000" b="1"/>
              <a:t>구</a:t>
            </a:r>
            <a:r>
              <a:rPr lang="en-US" altLang="ko-KR" sz="1000" b="1"/>
              <a:t>(3</a:t>
            </a:r>
            <a:r>
              <a:rPr lang="ko-KR" altLang="en-US" sz="1000" b="1"/>
              <a:t>채널</a:t>
            </a:r>
            <a:r>
              <a:rPr lang="en-US" altLang="ko-KR" sz="1000" b="1"/>
              <a:t>)</a:t>
            </a:r>
            <a:endParaRPr lang="ko-KR" altLang="en-US" sz="1000" b="1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6BB96F3-8861-DA80-3E99-833FC71279EF}"/>
              </a:ext>
            </a:extLst>
          </p:cNvPr>
          <p:cNvSpPr/>
          <p:nvPr/>
        </p:nvSpPr>
        <p:spPr>
          <a:xfrm rot="5400000">
            <a:off x="7024761" y="4997469"/>
            <a:ext cx="102820" cy="185080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79239623-5053-A6C1-FFF2-2E6BF23FE942}"/>
              </a:ext>
            </a:extLst>
          </p:cNvPr>
          <p:cNvSpPr/>
          <p:nvPr/>
        </p:nvSpPr>
        <p:spPr>
          <a:xfrm>
            <a:off x="6553466" y="4505460"/>
            <a:ext cx="1044888" cy="1055292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122FB121-6BB5-C2AD-36D9-80140C497270}"/>
              </a:ext>
            </a:extLst>
          </p:cNvPr>
          <p:cNvSpPr/>
          <p:nvPr/>
        </p:nvSpPr>
        <p:spPr>
          <a:xfrm>
            <a:off x="6693011" y="4641531"/>
            <a:ext cx="765798" cy="80313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D96BB5-58E7-3084-2E4A-C273D2A31C1D}"/>
              </a:ext>
            </a:extLst>
          </p:cNvPr>
          <p:cNvSpPr txBox="1"/>
          <p:nvPr/>
        </p:nvSpPr>
        <p:spPr>
          <a:xfrm>
            <a:off x="6285445" y="3881827"/>
            <a:ext cx="1476573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1072A93-BA5E-9919-545A-E3F9D1513C45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13" name="별: 꼭짓점 4개 12">
            <a:extLst>
              <a:ext uri="{FF2B5EF4-FFF2-40B4-BE49-F238E27FC236}">
                <a16:creationId xmlns:a16="http://schemas.microsoft.com/office/drawing/2014/main" id="{61D926B4-14C4-90F7-8AEE-8039DFB5DEB9}"/>
              </a:ext>
            </a:extLst>
          </p:cNvPr>
          <p:cNvSpPr/>
          <p:nvPr/>
        </p:nvSpPr>
        <p:spPr>
          <a:xfrm>
            <a:off x="6848232" y="4799729"/>
            <a:ext cx="470165" cy="47178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2328A18D-6657-C225-B7CB-12EE1A668F18}"/>
              </a:ext>
            </a:extLst>
          </p:cNvPr>
          <p:cNvGrpSpPr/>
          <p:nvPr/>
        </p:nvGrpSpPr>
        <p:grpSpPr>
          <a:xfrm>
            <a:off x="5982843" y="4399708"/>
            <a:ext cx="98891" cy="1286783"/>
            <a:chOff x="4737834" y="4662002"/>
            <a:chExt cx="98891" cy="1286783"/>
          </a:xfrm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3C02461A-A8FE-B41D-B346-AA2ED4BA053C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277FAB52-FF4A-A05A-7558-FBC3A61EA166}"/>
                </a:ext>
              </a:extLst>
            </p:cNvPr>
            <p:cNvSpPr/>
            <p:nvPr/>
          </p:nvSpPr>
          <p:spPr>
            <a:xfrm>
              <a:off x="4738263" y="525620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EAC45EDE-340E-3E3C-1A61-B093B5EF7761}"/>
                </a:ext>
              </a:extLst>
            </p:cNvPr>
            <p:cNvSpPr/>
            <p:nvPr/>
          </p:nvSpPr>
          <p:spPr>
            <a:xfrm>
              <a:off x="4738340" y="585040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AC3141A5-6FD8-BF59-DABE-03DB76FF9DC4}"/>
              </a:ext>
            </a:extLst>
          </p:cNvPr>
          <p:cNvGrpSpPr/>
          <p:nvPr/>
        </p:nvGrpSpPr>
        <p:grpSpPr>
          <a:xfrm>
            <a:off x="8251147" y="4689255"/>
            <a:ext cx="98814" cy="638609"/>
            <a:chOff x="4737834" y="4900127"/>
            <a:chExt cx="98814" cy="638609"/>
          </a:xfrm>
          <a:solidFill>
            <a:srgbClr val="00B0F0"/>
          </a:solidFill>
        </p:grpSpPr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78FC0ABF-DE6D-A4CB-A6C1-D6D44D39B46A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DB52F17F-321B-1E56-1F42-D3034B0530D7}"/>
                </a:ext>
              </a:extLst>
            </p:cNvPr>
            <p:cNvSpPr/>
            <p:nvPr/>
          </p:nvSpPr>
          <p:spPr>
            <a:xfrm>
              <a:off x="4738263" y="5440351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D9DB6914-851A-DF60-D8E5-ED21E4AE2C20}"/>
              </a:ext>
            </a:extLst>
          </p:cNvPr>
          <p:cNvSpPr/>
          <p:nvPr/>
        </p:nvSpPr>
        <p:spPr>
          <a:xfrm rot="10800000" flipV="1">
            <a:off x="8321896" y="3164568"/>
            <a:ext cx="98384" cy="58154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D481C750-5AAE-2969-5789-089AB15D107F}"/>
              </a:ext>
            </a:extLst>
          </p:cNvPr>
          <p:cNvGrpSpPr/>
          <p:nvPr/>
        </p:nvGrpSpPr>
        <p:grpSpPr>
          <a:xfrm rot="5400000">
            <a:off x="3632155" y="3889052"/>
            <a:ext cx="104204" cy="440717"/>
            <a:chOff x="5324822" y="4642973"/>
            <a:chExt cx="104204" cy="440717"/>
          </a:xfrm>
        </p:grpSpPr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9D500033-BC23-3F26-97D7-C90C48CC412B}"/>
                </a:ext>
              </a:extLst>
            </p:cNvPr>
            <p:cNvSpPr/>
            <p:nvPr/>
          </p:nvSpPr>
          <p:spPr>
            <a:xfrm>
              <a:off x="5330641" y="4642973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6BD4184F-B476-9C4C-566D-ADCAF168706F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7B8624CF-E911-7994-4D4D-ACECFF19A754}"/>
              </a:ext>
            </a:extLst>
          </p:cNvPr>
          <p:cNvSpPr/>
          <p:nvPr/>
        </p:nvSpPr>
        <p:spPr>
          <a:xfrm flipV="1">
            <a:off x="2973284" y="2807268"/>
            <a:ext cx="98385" cy="7146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DEC981E-03A2-378F-24D6-4CF57EA48B1E}"/>
              </a:ext>
            </a:extLst>
          </p:cNvPr>
          <p:cNvSpPr txBox="1"/>
          <p:nvPr/>
        </p:nvSpPr>
        <p:spPr>
          <a:xfrm>
            <a:off x="7278079" y="6367872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>
                <a:highlight>
                  <a:srgbClr val="FFFF00"/>
                </a:highlight>
              </a:rPr>
              <a:t>우물은 두가지 </a:t>
            </a:r>
            <a:r>
              <a:rPr lang="ko-KR" altLang="en-US" sz="1000" b="1" err="1">
                <a:highlight>
                  <a:srgbClr val="FFFF00"/>
                </a:highlight>
              </a:rPr>
              <a:t>타입중</a:t>
            </a:r>
            <a:r>
              <a:rPr lang="ko-KR" altLang="en-US" sz="1000" b="1">
                <a:highlight>
                  <a:srgbClr val="FFFF00"/>
                </a:highlight>
              </a:rPr>
              <a:t> 선택 가능합니다</a:t>
            </a:r>
            <a:r>
              <a:rPr lang="en-US" altLang="ko-KR" sz="1000" b="1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 b="1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 b="1">
                <a:highlight>
                  <a:srgbClr val="FFFF00"/>
                </a:highlight>
              </a:rPr>
              <a:t>. </a:t>
            </a:r>
            <a:endParaRPr lang="ko-KR" altLang="en-US" sz="1000" b="1">
              <a:highlight>
                <a:srgbClr val="FFFF00"/>
              </a:highlight>
            </a:endParaRPr>
          </a:p>
        </p:txBody>
      </p: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8857AC26-D54F-97FD-3B4C-9889A3D6FE88}"/>
              </a:ext>
            </a:extLst>
          </p:cNvPr>
          <p:cNvCxnSpPr>
            <a:cxnSpLocks/>
          </p:cNvCxnSpPr>
          <p:nvPr/>
        </p:nvCxnSpPr>
        <p:spPr>
          <a:xfrm flipV="1">
            <a:off x="7458809" y="5586247"/>
            <a:ext cx="0" cy="7816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AD634897-4D64-8926-4266-0267A0395D82}"/>
              </a:ext>
            </a:extLst>
          </p:cNvPr>
          <p:cNvSpPr txBox="1"/>
          <p:nvPr/>
        </p:nvSpPr>
        <p:spPr>
          <a:xfrm>
            <a:off x="5113232" y="6273526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err="1">
                <a:highlight>
                  <a:srgbClr val="FFFF00"/>
                </a:highlight>
              </a:rPr>
              <a:t>실링팬</a:t>
            </a:r>
            <a:r>
              <a:rPr lang="ko-KR" altLang="en-US" sz="1000" b="1">
                <a:highlight>
                  <a:srgbClr val="FFFF00"/>
                </a:highlight>
              </a:rPr>
              <a:t> </a:t>
            </a:r>
            <a:r>
              <a:rPr lang="ko-KR" altLang="en-US" sz="1000" b="1" err="1">
                <a:highlight>
                  <a:srgbClr val="FFFF00"/>
                </a:highlight>
              </a:rPr>
              <a:t>루씨에어</a:t>
            </a:r>
            <a:endParaRPr lang="en-US" altLang="ko-KR" sz="1000" b="1">
              <a:highlight>
                <a:srgbClr val="FFFF00"/>
              </a:highlight>
            </a:endParaRPr>
          </a:p>
          <a:p>
            <a:r>
              <a:rPr lang="ko-KR" altLang="en-US" sz="1000" b="1">
                <a:highlight>
                  <a:srgbClr val="FFFF00"/>
                </a:highlight>
              </a:rPr>
              <a:t>설치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보강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우물 천장 안 실크 도배</a:t>
            </a:r>
            <a:br>
              <a:rPr lang="en-US" altLang="ko-KR" sz="1000" b="1">
                <a:highlight>
                  <a:srgbClr val="FFFF00"/>
                </a:highlight>
              </a:rPr>
            </a:br>
            <a:r>
              <a:rPr lang="ko-KR" altLang="en-US" sz="1000" b="1">
                <a:highlight>
                  <a:srgbClr val="FFFF00"/>
                </a:highlight>
              </a:rPr>
              <a:t>우물조명 </a:t>
            </a:r>
            <a:r>
              <a:rPr lang="en-US" altLang="ko-KR" sz="1000" b="1">
                <a:highlight>
                  <a:srgbClr val="FFFF00"/>
                </a:highlight>
              </a:rPr>
              <a:t>2</a:t>
            </a:r>
            <a:r>
              <a:rPr lang="ko-KR" altLang="en-US" sz="1000" b="1">
                <a:highlight>
                  <a:srgbClr val="FFFF00"/>
                </a:highlight>
              </a:rPr>
              <a:t>줄 </a:t>
            </a:r>
            <a:r>
              <a:rPr lang="ko-KR" altLang="en-US" sz="1000" b="1" err="1">
                <a:highlight>
                  <a:srgbClr val="FFFF00"/>
                </a:highlight>
              </a:rPr>
              <a:t>전구색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 err="1">
                <a:highlight>
                  <a:srgbClr val="FFFF00"/>
                </a:highlight>
              </a:rPr>
              <a:t>주백색</a:t>
            </a:r>
            <a:endParaRPr lang="en-US" altLang="ko-KR" sz="1000" b="1">
              <a:highlight>
                <a:srgbClr val="FFFF00"/>
              </a:highlight>
            </a:endParaRPr>
          </a:p>
        </p:txBody>
      </p:sp>
      <p:sp>
        <p:nvSpPr>
          <p:cNvPr id="37" name="TextBox 13">
            <a:extLst>
              <a:ext uri="{FF2B5EF4-FFF2-40B4-BE49-F238E27FC236}">
                <a16:creationId xmlns:a16="http://schemas.microsoft.com/office/drawing/2014/main" id="{02DD46B4-B3EC-3B4E-E2EA-D9F7CB81BF3B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273E0750-2055-086A-5010-1FB725023A38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636227DC-EADD-2C66-BB77-CBBAD84C3A16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D7F1A081-DE3A-6C5A-B204-684B7A2E1B45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AB84DA40-F9FA-CC25-04FA-A5965A8F3C2B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2" name="TextBox 11">
              <a:extLst>
                <a:ext uri="{FF2B5EF4-FFF2-40B4-BE49-F238E27FC236}">
                  <a16:creationId xmlns:a16="http://schemas.microsoft.com/office/drawing/2014/main" id="{308C3824-11C0-73F9-09E4-E10B812DF094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12678BDB-6AA1-785F-D5FA-D03B0DEFC8FF}"/>
              </a:ext>
            </a:extLst>
          </p:cNvPr>
          <p:cNvSpPr/>
          <p:nvPr/>
        </p:nvSpPr>
        <p:spPr>
          <a:xfrm flipV="1">
            <a:off x="2039142" y="3595688"/>
            <a:ext cx="98385" cy="56582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7CB6A102-282A-9B52-8B62-6F1B58053873}"/>
              </a:ext>
            </a:extLst>
          </p:cNvPr>
          <p:cNvGrpSpPr/>
          <p:nvPr/>
        </p:nvGrpSpPr>
        <p:grpSpPr>
          <a:xfrm>
            <a:off x="3111194" y="2984393"/>
            <a:ext cx="387045" cy="414400"/>
            <a:chOff x="9272214" y="3797098"/>
            <a:chExt cx="387045" cy="414400"/>
          </a:xfrm>
          <a:solidFill>
            <a:srgbClr val="CC0000"/>
          </a:solidFill>
        </p:grpSpPr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id="{5E8DC294-C1D4-3583-9D8B-EF02DB8DBA61}"/>
                </a:ext>
              </a:extLst>
            </p:cNvPr>
            <p:cNvGrpSpPr/>
            <p:nvPr/>
          </p:nvGrpSpPr>
          <p:grpSpPr>
            <a:xfrm>
              <a:off x="9560445" y="3799905"/>
              <a:ext cx="98814" cy="411593"/>
              <a:chOff x="4674334" y="4900127"/>
              <a:chExt cx="98814" cy="411593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54" name="타원 53">
                <a:extLst>
                  <a:ext uri="{FF2B5EF4-FFF2-40B4-BE49-F238E27FC236}">
                    <a16:creationId xmlns:a16="http://schemas.microsoft.com/office/drawing/2014/main" id="{1382528D-FEA6-4E77-AB21-32550A8D59BB}"/>
                  </a:ext>
                </a:extLst>
              </p:cNvPr>
              <p:cNvSpPr/>
              <p:nvPr/>
            </p:nvSpPr>
            <p:spPr>
              <a:xfrm>
                <a:off x="46743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5" name="타원 54">
                <a:extLst>
                  <a:ext uri="{FF2B5EF4-FFF2-40B4-BE49-F238E27FC236}">
                    <a16:creationId xmlns:a16="http://schemas.microsoft.com/office/drawing/2014/main" id="{C0939793-006F-E59D-D8BF-2382EE1B2C50}"/>
                  </a:ext>
                </a:extLst>
              </p:cNvPr>
              <p:cNvSpPr/>
              <p:nvPr/>
            </p:nvSpPr>
            <p:spPr>
              <a:xfrm>
                <a:off x="4674763" y="5213335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0" name="별: 꼭짓점 7개 49">
              <a:extLst>
                <a:ext uri="{FF2B5EF4-FFF2-40B4-BE49-F238E27FC236}">
                  <a16:creationId xmlns:a16="http://schemas.microsoft.com/office/drawing/2014/main" id="{6556E7DB-EDFA-4818-5FBE-AAA6A1859EB8}"/>
                </a:ext>
              </a:extLst>
            </p:cNvPr>
            <p:cNvSpPr/>
            <p:nvPr/>
          </p:nvSpPr>
          <p:spPr>
            <a:xfrm rot="5400000">
              <a:off x="9343514" y="3870257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51" name="그룹 50">
              <a:extLst>
                <a:ext uri="{FF2B5EF4-FFF2-40B4-BE49-F238E27FC236}">
                  <a16:creationId xmlns:a16="http://schemas.microsoft.com/office/drawing/2014/main" id="{BA5C36DE-CE5C-0AC4-804B-C7782B21AB99}"/>
                </a:ext>
              </a:extLst>
            </p:cNvPr>
            <p:cNvGrpSpPr/>
            <p:nvPr/>
          </p:nvGrpSpPr>
          <p:grpSpPr>
            <a:xfrm>
              <a:off x="9272214" y="3797098"/>
              <a:ext cx="98814" cy="411593"/>
              <a:chOff x="4818802" y="4900127"/>
              <a:chExt cx="98814" cy="411593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52" name="타원 51">
                <a:extLst>
                  <a:ext uri="{FF2B5EF4-FFF2-40B4-BE49-F238E27FC236}">
                    <a16:creationId xmlns:a16="http://schemas.microsoft.com/office/drawing/2014/main" id="{92B733F9-7BB2-104B-F11A-8444B5E4760C}"/>
                  </a:ext>
                </a:extLst>
              </p:cNvPr>
              <p:cNvSpPr/>
              <p:nvPr/>
            </p:nvSpPr>
            <p:spPr>
              <a:xfrm>
                <a:off x="4818802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3" name="타원 52">
                <a:extLst>
                  <a:ext uri="{FF2B5EF4-FFF2-40B4-BE49-F238E27FC236}">
                    <a16:creationId xmlns:a16="http://schemas.microsoft.com/office/drawing/2014/main" id="{688BF432-DDC2-F2F3-56F7-B5FA5F08151A}"/>
                  </a:ext>
                </a:extLst>
              </p:cNvPr>
              <p:cNvSpPr/>
              <p:nvPr/>
            </p:nvSpPr>
            <p:spPr>
              <a:xfrm>
                <a:off x="4819231" y="5213335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9A77DC09-0089-DA5D-3905-9BBCCCEF5107}"/>
              </a:ext>
            </a:extLst>
          </p:cNvPr>
          <p:cNvGrpSpPr/>
          <p:nvPr/>
        </p:nvGrpSpPr>
        <p:grpSpPr>
          <a:xfrm>
            <a:off x="8007969" y="4413603"/>
            <a:ext cx="98891" cy="1286783"/>
            <a:chOff x="4737834" y="4662002"/>
            <a:chExt cx="98891" cy="1286783"/>
          </a:xfrm>
        </p:grpSpPr>
        <p:sp>
          <p:nvSpPr>
            <p:cNvPr id="57" name="타원 56">
              <a:extLst>
                <a:ext uri="{FF2B5EF4-FFF2-40B4-BE49-F238E27FC236}">
                  <a16:creationId xmlns:a16="http://schemas.microsoft.com/office/drawing/2014/main" id="{43154327-B7A5-11C9-064E-F7C50A85BB7F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8" name="타원 57">
              <a:extLst>
                <a:ext uri="{FF2B5EF4-FFF2-40B4-BE49-F238E27FC236}">
                  <a16:creationId xmlns:a16="http://schemas.microsoft.com/office/drawing/2014/main" id="{066746FD-26D0-60D5-2393-1AECBF485425}"/>
                </a:ext>
              </a:extLst>
            </p:cNvPr>
            <p:cNvSpPr/>
            <p:nvPr/>
          </p:nvSpPr>
          <p:spPr>
            <a:xfrm>
              <a:off x="4738263" y="525620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9" name="타원 58">
              <a:extLst>
                <a:ext uri="{FF2B5EF4-FFF2-40B4-BE49-F238E27FC236}">
                  <a16:creationId xmlns:a16="http://schemas.microsoft.com/office/drawing/2014/main" id="{F85ECFC5-39B7-903E-F63A-B5F302A5E521}"/>
                </a:ext>
              </a:extLst>
            </p:cNvPr>
            <p:cNvSpPr/>
            <p:nvPr/>
          </p:nvSpPr>
          <p:spPr>
            <a:xfrm>
              <a:off x="4738340" y="585040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3342605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7A3B6-CAA1-52D4-3AAC-5E25F1380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703161F-0AB9-521B-523E-AAF56D6AA5B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64673" y="939087"/>
            <a:ext cx="8473128" cy="542878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90F5244-26D6-7C55-E72B-7D212AD0D4BE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𝟏𝟎𝟒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90F5244-26D6-7C55-E72B-7D212AD0D4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A4FD1000-B20F-31F9-98E3-24115F4575E0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104A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 + </a:t>
            </a:r>
            <a:r>
              <a:rPr lang="ko-KR" altLang="en-US" sz="2000" b="1" err="1"/>
              <a:t>실링팬</a:t>
            </a:r>
            <a:r>
              <a:rPr lang="ko-KR" altLang="en-US" sz="2000" b="1"/>
              <a:t> 우물두줄</a:t>
            </a:r>
            <a:endParaRPr lang="en-US" altLang="ko-KR" sz="2000" b="1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6BB96F3-8861-DA80-3E99-833FC71279EF}"/>
              </a:ext>
            </a:extLst>
          </p:cNvPr>
          <p:cNvSpPr/>
          <p:nvPr/>
        </p:nvSpPr>
        <p:spPr>
          <a:xfrm rot="5400000">
            <a:off x="7024761" y="4997469"/>
            <a:ext cx="102820" cy="185080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79239623-5053-A6C1-FFF2-2E6BF23FE942}"/>
              </a:ext>
            </a:extLst>
          </p:cNvPr>
          <p:cNvSpPr/>
          <p:nvPr/>
        </p:nvSpPr>
        <p:spPr>
          <a:xfrm>
            <a:off x="6553466" y="4505460"/>
            <a:ext cx="1044888" cy="1055292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D96BB5-58E7-3084-2E4A-C273D2A31C1D}"/>
              </a:ext>
            </a:extLst>
          </p:cNvPr>
          <p:cNvSpPr txBox="1"/>
          <p:nvPr/>
        </p:nvSpPr>
        <p:spPr>
          <a:xfrm>
            <a:off x="6551715" y="3878600"/>
            <a:ext cx="1044888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1072A93-BA5E-9919-545A-E3F9D1513C45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13" name="별: 꼭짓점 4개 12">
            <a:extLst>
              <a:ext uri="{FF2B5EF4-FFF2-40B4-BE49-F238E27FC236}">
                <a16:creationId xmlns:a16="http://schemas.microsoft.com/office/drawing/2014/main" id="{61D926B4-14C4-90F7-8AEE-8039DFB5DEB9}"/>
              </a:ext>
            </a:extLst>
          </p:cNvPr>
          <p:cNvSpPr/>
          <p:nvPr/>
        </p:nvSpPr>
        <p:spPr>
          <a:xfrm>
            <a:off x="6848232" y="4799729"/>
            <a:ext cx="470165" cy="47178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2328A18D-6657-C225-B7CB-12EE1A668F18}"/>
              </a:ext>
            </a:extLst>
          </p:cNvPr>
          <p:cNvGrpSpPr/>
          <p:nvPr/>
        </p:nvGrpSpPr>
        <p:grpSpPr>
          <a:xfrm>
            <a:off x="5982843" y="4399708"/>
            <a:ext cx="98891" cy="1286783"/>
            <a:chOff x="4737834" y="4662002"/>
            <a:chExt cx="98891" cy="1286783"/>
          </a:xfrm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3C02461A-A8FE-B41D-B346-AA2ED4BA053C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277FAB52-FF4A-A05A-7558-FBC3A61EA166}"/>
                </a:ext>
              </a:extLst>
            </p:cNvPr>
            <p:cNvSpPr/>
            <p:nvPr/>
          </p:nvSpPr>
          <p:spPr>
            <a:xfrm>
              <a:off x="4738263" y="525620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EAC45EDE-340E-3E3C-1A61-B093B5EF7761}"/>
                </a:ext>
              </a:extLst>
            </p:cNvPr>
            <p:cNvSpPr/>
            <p:nvPr/>
          </p:nvSpPr>
          <p:spPr>
            <a:xfrm>
              <a:off x="4738340" y="585040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D481C750-5AAE-2969-5789-089AB15D107F}"/>
              </a:ext>
            </a:extLst>
          </p:cNvPr>
          <p:cNvGrpSpPr/>
          <p:nvPr/>
        </p:nvGrpSpPr>
        <p:grpSpPr>
          <a:xfrm rot="5400000">
            <a:off x="3632155" y="3889052"/>
            <a:ext cx="104204" cy="440717"/>
            <a:chOff x="5324822" y="4642973"/>
            <a:chExt cx="104204" cy="440717"/>
          </a:xfrm>
        </p:grpSpPr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9D500033-BC23-3F26-97D7-C90C48CC412B}"/>
                </a:ext>
              </a:extLst>
            </p:cNvPr>
            <p:cNvSpPr/>
            <p:nvPr/>
          </p:nvSpPr>
          <p:spPr>
            <a:xfrm>
              <a:off x="5330641" y="4642973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6BD4184F-B476-9C4C-566D-ADCAF168706F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AD634897-4D64-8926-4266-0267A0395D82}"/>
              </a:ext>
            </a:extLst>
          </p:cNvPr>
          <p:cNvSpPr txBox="1"/>
          <p:nvPr/>
        </p:nvSpPr>
        <p:spPr>
          <a:xfrm>
            <a:off x="5827789" y="6295602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err="1">
                <a:highlight>
                  <a:srgbClr val="FFFF00"/>
                </a:highlight>
              </a:rPr>
              <a:t>실링팬</a:t>
            </a:r>
            <a:r>
              <a:rPr lang="ko-KR" altLang="en-US" sz="1000" b="1">
                <a:highlight>
                  <a:srgbClr val="FFFF00"/>
                </a:highlight>
              </a:rPr>
              <a:t> </a:t>
            </a:r>
            <a:r>
              <a:rPr lang="ko-KR" altLang="en-US" sz="1000" b="1" err="1">
                <a:highlight>
                  <a:srgbClr val="FFFF00"/>
                </a:highlight>
              </a:rPr>
              <a:t>루씨에어</a:t>
            </a:r>
            <a:r>
              <a:rPr lang="en-US" altLang="ko-KR" sz="1000" b="1">
                <a:highlight>
                  <a:srgbClr val="FFFF00"/>
                </a:highlight>
              </a:rPr>
              <a:t>-</a:t>
            </a:r>
            <a:r>
              <a:rPr lang="ko-KR" altLang="en-US" sz="1000" b="1" err="1">
                <a:highlight>
                  <a:srgbClr val="FFFF00"/>
                </a:highlight>
              </a:rPr>
              <a:t>코타라</a:t>
            </a:r>
            <a:endParaRPr lang="en-US" altLang="ko-KR" sz="1000" b="1">
              <a:highlight>
                <a:srgbClr val="FFFF00"/>
              </a:highlight>
            </a:endParaRPr>
          </a:p>
          <a:p>
            <a:r>
              <a:rPr lang="ko-KR" altLang="en-US" sz="1000" b="1">
                <a:highlight>
                  <a:srgbClr val="FFFF00"/>
                </a:highlight>
              </a:rPr>
              <a:t>설치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보강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우물 천장 안 실크 도배</a:t>
            </a:r>
            <a:br>
              <a:rPr lang="en-US" altLang="ko-KR" sz="1000" b="1">
                <a:highlight>
                  <a:srgbClr val="FFFF00"/>
                </a:highlight>
              </a:rPr>
            </a:br>
            <a:r>
              <a:rPr lang="ko-KR" altLang="en-US" sz="1000" b="1">
                <a:highlight>
                  <a:srgbClr val="FFFF00"/>
                </a:highlight>
              </a:rPr>
              <a:t>우물조명 </a:t>
            </a:r>
            <a:r>
              <a:rPr lang="en-US" altLang="ko-KR" sz="1000" b="1">
                <a:highlight>
                  <a:srgbClr val="FFFF00"/>
                </a:highlight>
              </a:rPr>
              <a:t>2</a:t>
            </a:r>
            <a:r>
              <a:rPr lang="ko-KR" altLang="en-US" sz="1000" b="1">
                <a:highlight>
                  <a:srgbClr val="FFFF00"/>
                </a:highlight>
              </a:rPr>
              <a:t>줄 </a:t>
            </a:r>
            <a:r>
              <a:rPr lang="ko-KR" altLang="en-US" sz="1000" b="1" err="1">
                <a:highlight>
                  <a:srgbClr val="FFFF00"/>
                </a:highlight>
              </a:rPr>
              <a:t>전구색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 err="1">
                <a:highlight>
                  <a:srgbClr val="FFFF00"/>
                </a:highlight>
              </a:rPr>
              <a:t>주백색</a:t>
            </a:r>
            <a:endParaRPr lang="en-US" altLang="ko-KR" sz="1000" b="1">
              <a:highlight>
                <a:srgbClr val="FFFF00"/>
              </a:highlight>
            </a:endParaRPr>
          </a:p>
        </p:txBody>
      </p:sp>
      <p:sp>
        <p:nvSpPr>
          <p:cNvPr id="37" name="TextBox 13">
            <a:extLst>
              <a:ext uri="{FF2B5EF4-FFF2-40B4-BE49-F238E27FC236}">
                <a16:creationId xmlns:a16="http://schemas.microsoft.com/office/drawing/2014/main" id="{02DD46B4-B3EC-3B4E-E2EA-D9F7CB81BF3B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273E0750-2055-086A-5010-1FB725023A38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636227DC-EADD-2C66-BB77-CBBAD84C3A16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D7F1A081-DE3A-6C5A-B204-684B7A2E1B45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AB84DA40-F9FA-CC25-04FA-A5965A8F3C2B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2" name="TextBox 11">
              <a:extLst>
                <a:ext uri="{FF2B5EF4-FFF2-40B4-BE49-F238E27FC236}">
                  <a16:creationId xmlns:a16="http://schemas.microsoft.com/office/drawing/2014/main" id="{308C3824-11C0-73F9-09E4-E10B812DF094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9A77DC09-0089-DA5D-3905-9BBCCCEF5107}"/>
              </a:ext>
            </a:extLst>
          </p:cNvPr>
          <p:cNvGrpSpPr/>
          <p:nvPr/>
        </p:nvGrpSpPr>
        <p:grpSpPr>
          <a:xfrm>
            <a:off x="8007969" y="4413603"/>
            <a:ext cx="98891" cy="1286783"/>
            <a:chOff x="4737834" y="4662002"/>
            <a:chExt cx="98891" cy="1286783"/>
          </a:xfrm>
        </p:grpSpPr>
        <p:sp>
          <p:nvSpPr>
            <p:cNvPr id="57" name="타원 56">
              <a:extLst>
                <a:ext uri="{FF2B5EF4-FFF2-40B4-BE49-F238E27FC236}">
                  <a16:creationId xmlns:a16="http://schemas.microsoft.com/office/drawing/2014/main" id="{43154327-B7A5-11C9-064E-F7C50A85BB7F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8" name="타원 57">
              <a:extLst>
                <a:ext uri="{FF2B5EF4-FFF2-40B4-BE49-F238E27FC236}">
                  <a16:creationId xmlns:a16="http://schemas.microsoft.com/office/drawing/2014/main" id="{066746FD-26D0-60D5-2393-1AECBF485425}"/>
                </a:ext>
              </a:extLst>
            </p:cNvPr>
            <p:cNvSpPr/>
            <p:nvPr/>
          </p:nvSpPr>
          <p:spPr>
            <a:xfrm>
              <a:off x="4738263" y="525620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9" name="타원 58">
              <a:extLst>
                <a:ext uri="{FF2B5EF4-FFF2-40B4-BE49-F238E27FC236}">
                  <a16:creationId xmlns:a16="http://schemas.microsoft.com/office/drawing/2014/main" id="{F85ECFC5-39B7-903E-F63A-B5F302A5E521}"/>
                </a:ext>
              </a:extLst>
            </p:cNvPr>
            <p:cNvSpPr/>
            <p:nvPr/>
          </p:nvSpPr>
          <p:spPr>
            <a:xfrm>
              <a:off x="4738340" y="585040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F5A5577B-3879-845C-8522-706315C472F5}"/>
              </a:ext>
            </a:extLst>
          </p:cNvPr>
          <p:cNvSpPr/>
          <p:nvPr/>
        </p:nvSpPr>
        <p:spPr>
          <a:xfrm>
            <a:off x="6696340" y="4638808"/>
            <a:ext cx="755638" cy="820011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21" name="그림 20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B4DE7A6-81C5-047D-84D3-0C0C5FFA09D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80" y="2997761"/>
            <a:ext cx="1778731" cy="1466673"/>
          </a:xfrm>
          <a:prstGeom prst="rect">
            <a:avLst/>
          </a:prstGeom>
        </p:spPr>
      </p:pic>
      <p:pic>
        <p:nvPicPr>
          <p:cNvPr id="22" name="그림 21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1D6C48E2-0BB5-C4BE-A450-7CA42FD86E4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2" t="3086" r="4707" b="11674"/>
          <a:stretch>
            <a:fillRect/>
          </a:stretch>
        </p:blipFill>
        <p:spPr>
          <a:xfrm>
            <a:off x="162993" y="4765252"/>
            <a:ext cx="1619250" cy="1530350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45E3AEB4-DB21-B056-B1D5-5752423F311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2320" b="-1"/>
          <a:stretch>
            <a:fillRect/>
          </a:stretch>
        </p:blipFill>
        <p:spPr>
          <a:xfrm>
            <a:off x="10225748" y="4737241"/>
            <a:ext cx="1930209" cy="1341310"/>
          </a:xfrm>
          <a:prstGeom prst="rect">
            <a:avLst/>
          </a:prstGeom>
        </p:spPr>
      </p:pic>
      <p:grpSp>
        <p:nvGrpSpPr>
          <p:cNvPr id="24" name="그룹 23">
            <a:extLst>
              <a:ext uri="{FF2B5EF4-FFF2-40B4-BE49-F238E27FC236}">
                <a16:creationId xmlns:a16="http://schemas.microsoft.com/office/drawing/2014/main" id="{19ED79A4-817E-DF21-01B1-4A095C70D63B}"/>
              </a:ext>
            </a:extLst>
          </p:cNvPr>
          <p:cNvGrpSpPr/>
          <p:nvPr/>
        </p:nvGrpSpPr>
        <p:grpSpPr>
          <a:xfrm>
            <a:off x="10288407" y="3710540"/>
            <a:ext cx="1804892" cy="838812"/>
            <a:chOff x="579766" y="5357847"/>
            <a:chExt cx="2329644" cy="1082687"/>
          </a:xfrm>
        </p:grpSpPr>
        <p:pic>
          <p:nvPicPr>
            <p:cNvPr id="25" name="그림 24">
              <a:extLst>
                <a:ext uri="{FF2B5EF4-FFF2-40B4-BE49-F238E27FC236}">
                  <a16:creationId xmlns:a16="http://schemas.microsoft.com/office/drawing/2014/main" id="{CFC0B3A9-640C-D1D3-5174-7226ED93541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79766" y="5357847"/>
              <a:ext cx="2329644" cy="1082687"/>
            </a:xfrm>
            <a:prstGeom prst="rect">
              <a:avLst/>
            </a:prstGeom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6E664E3-8197-85CA-6BA7-F8E5575AD798}"/>
                </a:ext>
              </a:extLst>
            </p:cNvPr>
            <p:cNvSpPr txBox="1"/>
            <p:nvPr/>
          </p:nvSpPr>
          <p:spPr>
            <a:xfrm>
              <a:off x="1863412" y="5448085"/>
              <a:ext cx="976928" cy="41133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err="1"/>
                <a:t>코타라</a:t>
              </a:r>
              <a:endParaRPr lang="ko-KR" altLang="en-US" b="1"/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C8CE1887-CA43-1F10-E72A-42FE9377B1BD}"/>
              </a:ext>
            </a:extLst>
          </p:cNvPr>
          <p:cNvGrpSpPr/>
          <p:nvPr/>
        </p:nvGrpSpPr>
        <p:grpSpPr>
          <a:xfrm>
            <a:off x="4547119" y="3918821"/>
            <a:ext cx="764953" cy="255925"/>
            <a:chOff x="1936987" y="651871"/>
            <a:chExt cx="764953" cy="255925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7A0F96D9-7F62-EF70-223B-061B6C9C7B0D}"/>
                </a:ext>
              </a:extLst>
            </p:cNvPr>
            <p:cNvSpPr txBox="1"/>
            <p:nvPr/>
          </p:nvSpPr>
          <p:spPr>
            <a:xfrm>
              <a:off x="1936987" y="651871"/>
              <a:ext cx="764953" cy="18466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600" b="1"/>
                <a:t>서비스 조명 </a:t>
              </a:r>
              <a:r>
                <a:rPr lang="en-US" altLang="ko-KR" sz="600" b="1"/>
                <a:t>2EA</a:t>
              </a:r>
              <a:endParaRPr lang="ko-KR" altLang="en-US" sz="600" b="1"/>
            </a:p>
          </p:txBody>
        </p:sp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id="{5D206C73-A0CA-AD27-B986-E2E4BF327E93}"/>
                </a:ext>
              </a:extLst>
            </p:cNvPr>
            <p:cNvGrpSpPr/>
            <p:nvPr/>
          </p:nvGrpSpPr>
          <p:grpSpPr>
            <a:xfrm rot="5400000">
              <a:off x="2273220" y="601002"/>
              <a:ext cx="98805" cy="514784"/>
              <a:chOff x="4737843" y="5096977"/>
              <a:chExt cx="98805" cy="514784"/>
            </a:xfrm>
            <a:solidFill>
              <a:srgbClr val="FF00FF"/>
            </a:solidFill>
          </p:grpSpPr>
          <p:sp>
            <p:nvSpPr>
              <p:cNvPr id="45" name="타원 44">
                <a:extLst>
                  <a:ext uri="{FF2B5EF4-FFF2-40B4-BE49-F238E27FC236}">
                    <a16:creationId xmlns:a16="http://schemas.microsoft.com/office/drawing/2014/main" id="{8E8740AC-2E7F-8E94-FA1B-CCBAF34C3A7B}"/>
                  </a:ext>
                </a:extLst>
              </p:cNvPr>
              <p:cNvSpPr/>
              <p:nvPr/>
            </p:nvSpPr>
            <p:spPr>
              <a:xfrm>
                <a:off x="4737843" y="5096977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6" name="타원 45">
                <a:extLst>
                  <a:ext uri="{FF2B5EF4-FFF2-40B4-BE49-F238E27FC236}">
                    <a16:creationId xmlns:a16="http://schemas.microsoft.com/office/drawing/2014/main" id="{CB7C1CF4-0132-C63D-E286-6E84F089BD8E}"/>
                  </a:ext>
                </a:extLst>
              </p:cNvPr>
              <p:cNvSpPr/>
              <p:nvPr/>
            </p:nvSpPr>
            <p:spPr>
              <a:xfrm>
                <a:off x="4738263" y="5513376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AF07F990-E212-16FC-046A-68257F1A45E8}"/>
              </a:ext>
            </a:extLst>
          </p:cNvPr>
          <p:cNvGrpSpPr/>
          <p:nvPr/>
        </p:nvGrpSpPr>
        <p:grpSpPr>
          <a:xfrm>
            <a:off x="4836570" y="1034290"/>
            <a:ext cx="2261935" cy="677825"/>
            <a:chOff x="4572482" y="4087119"/>
            <a:chExt cx="2261935" cy="677825"/>
          </a:xfrm>
        </p:grpSpPr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766DC9ED-FF63-235F-73D4-0B1E03C7B46A}"/>
                </a:ext>
              </a:extLst>
            </p:cNvPr>
            <p:cNvSpPr/>
            <p:nvPr/>
          </p:nvSpPr>
          <p:spPr>
            <a:xfrm rot="16200000" flipV="1">
              <a:off x="5953483" y="3884010"/>
              <a:ext cx="50083" cy="1711785"/>
            </a:xfrm>
            <a:prstGeom prst="rect">
              <a:avLst/>
            </a:prstGeom>
            <a:solidFill>
              <a:srgbClr val="FF00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9C3D3578-13AB-742D-F63B-036E63038C2C}"/>
                </a:ext>
              </a:extLst>
            </p:cNvPr>
            <p:cNvSpPr txBox="1"/>
            <p:nvPr/>
          </p:nvSpPr>
          <p:spPr>
            <a:xfrm>
              <a:off x="4572482" y="4087119"/>
              <a:ext cx="1303562" cy="230832"/>
            </a:xfrm>
            <a:prstGeom prst="rect">
              <a:avLst/>
            </a:prstGeom>
            <a:solidFill>
              <a:srgbClr val="FFC000"/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900" b="1"/>
                <a:t>싱크대 </a:t>
              </a:r>
              <a:r>
                <a:rPr lang="ko-KR" altLang="en-US" sz="900" b="1" err="1"/>
                <a:t>간접등</a:t>
              </a:r>
              <a:r>
                <a:rPr lang="ko-KR" altLang="en-US" sz="900" b="1"/>
                <a:t> 서비스</a:t>
              </a:r>
            </a:p>
          </p:txBody>
        </p:sp>
        <p:cxnSp>
          <p:nvCxnSpPr>
            <p:cNvPr id="62" name="직선 화살표 연결선 61">
              <a:extLst>
                <a:ext uri="{FF2B5EF4-FFF2-40B4-BE49-F238E27FC236}">
                  <a16:creationId xmlns:a16="http://schemas.microsoft.com/office/drawing/2014/main" id="{231B31E3-0720-2983-C3AB-5D43AA7E0F88}"/>
                </a:ext>
              </a:extLst>
            </p:cNvPr>
            <p:cNvCxnSpPr>
              <a:cxnSpLocks/>
              <a:stCxn id="60" idx="2"/>
            </p:cNvCxnSpPr>
            <p:nvPr/>
          </p:nvCxnSpPr>
          <p:spPr>
            <a:xfrm flipV="1">
              <a:off x="5122632" y="4272029"/>
              <a:ext cx="0" cy="46787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934541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7A3B6-CAA1-52D4-3AAC-5E25F1380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703161F-0AB9-521B-523E-AAF56D6AA5B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64673" y="939087"/>
            <a:ext cx="8473128" cy="542878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90F5244-26D6-7C55-E72B-7D212AD0D4BE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𝟏𝟎𝟒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90F5244-26D6-7C55-E72B-7D212AD0D4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A4FD1000-B20F-31F9-98E3-24115F4575E0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104A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 + </a:t>
            </a:r>
            <a:r>
              <a:rPr lang="ko-KR" altLang="en-US" sz="2000" b="1" err="1"/>
              <a:t>실링팬</a:t>
            </a:r>
            <a:r>
              <a:rPr lang="ko-KR" altLang="en-US" sz="2000" b="1"/>
              <a:t> 우물두줄</a:t>
            </a:r>
            <a:endParaRPr lang="en-US" altLang="ko-KR" sz="2000" b="1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6BB96F3-8861-DA80-3E99-833FC71279EF}"/>
              </a:ext>
            </a:extLst>
          </p:cNvPr>
          <p:cNvSpPr/>
          <p:nvPr/>
        </p:nvSpPr>
        <p:spPr>
          <a:xfrm rot="5400000">
            <a:off x="7024761" y="4997469"/>
            <a:ext cx="102820" cy="185080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79239623-5053-A6C1-FFF2-2E6BF23FE942}"/>
              </a:ext>
            </a:extLst>
          </p:cNvPr>
          <p:cNvSpPr/>
          <p:nvPr/>
        </p:nvSpPr>
        <p:spPr>
          <a:xfrm>
            <a:off x="6553466" y="4505460"/>
            <a:ext cx="1044888" cy="1055292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1072A93-BA5E-9919-545A-E3F9D1513C45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13" name="별: 꼭짓점 4개 12">
            <a:extLst>
              <a:ext uri="{FF2B5EF4-FFF2-40B4-BE49-F238E27FC236}">
                <a16:creationId xmlns:a16="http://schemas.microsoft.com/office/drawing/2014/main" id="{61D926B4-14C4-90F7-8AEE-8039DFB5DEB9}"/>
              </a:ext>
            </a:extLst>
          </p:cNvPr>
          <p:cNvSpPr/>
          <p:nvPr/>
        </p:nvSpPr>
        <p:spPr>
          <a:xfrm>
            <a:off x="6848232" y="4799729"/>
            <a:ext cx="470165" cy="47178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2328A18D-6657-C225-B7CB-12EE1A668F18}"/>
              </a:ext>
            </a:extLst>
          </p:cNvPr>
          <p:cNvGrpSpPr/>
          <p:nvPr/>
        </p:nvGrpSpPr>
        <p:grpSpPr>
          <a:xfrm>
            <a:off x="5982843" y="4399708"/>
            <a:ext cx="98891" cy="1286783"/>
            <a:chOff x="4737834" y="4662002"/>
            <a:chExt cx="98891" cy="1286783"/>
          </a:xfrm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3C02461A-A8FE-B41D-B346-AA2ED4BA053C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277FAB52-FF4A-A05A-7558-FBC3A61EA166}"/>
                </a:ext>
              </a:extLst>
            </p:cNvPr>
            <p:cNvSpPr/>
            <p:nvPr/>
          </p:nvSpPr>
          <p:spPr>
            <a:xfrm>
              <a:off x="4738263" y="525620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EAC45EDE-340E-3E3C-1A61-B093B5EF7761}"/>
                </a:ext>
              </a:extLst>
            </p:cNvPr>
            <p:cNvSpPr/>
            <p:nvPr/>
          </p:nvSpPr>
          <p:spPr>
            <a:xfrm>
              <a:off x="4738340" y="585040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D481C750-5AAE-2969-5789-089AB15D107F}"/>
              </a:ext>
            </a:extLst>
          </p:cNvPr>
          <p:cNvGrpSpPr/>
          <p:nvPr/>
        </p:nvGrpSpPr>
        <p:grpSpPr>
          <a:xfrm rot="5400000">
            <a:off x="3632155" y="3889052"/>
            <a:ext cx="104204" cy="440717"/>
            <a:chOff x="5324822" y="4642973"/>
            <a:chExt cx="104204" cy="440717"/>
          </a:xfrm>
        </p:grpSpPr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9D500033-BC23-3F26-97D7-C90C48CC412B}"/>
                </a:ext>
              </a:extLst>
            </p:cNvPr>
            <p:cNvSpPr/>
            <p:nvPr/>
          </p:nvSpPr>
          <p:spPr>
            <a:xfrm>
              <a:off x="5330641" y="4642973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6BD4184F-B476-9C4C-566D-ADCAF168706F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AD634897-4D64-8926-4266-0267A0395D82}"/>
              </a:ext>
            </a:extLst>
          </p:cNvPr>
          <p:cNvSpPr txBox="1"/>
          <p:nvPr/>
        </p:nvSpPr>
        <p:spPr>
          <a:xfrm>
            <a:off x="6022861" y="6295602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err="1">
                <a:highlight>
                  <a:srgbClr val="FFFF00"/>
                </a:highlight>
              </a:rPr>
              <a:t>실링팬</a:t>
            </a:r>
            <a:r>
              <a:rPr lang="ko-KR" altLang="en-US" sz="1000" b="1">
                <a:highlight>
                  <a:srgbClr val="FFFF00"/>
                </a:highlight>
              </a:rPr>
              <a:t> </a:t>
            </a:r>
            <a:r>
              <a:rPr lang="ko-KR" altLang="en-US" sz="1000" b="1" err="1">
                <a:highlight>
                  <a:srgbClr val="FFFF00"/>
                </a:highlight>
              </a:rPr>
              <a:t>루씨에어</a:t>
            </a:r>
            <a:endParaRPr lang="en-US" altLang="ko-KR" sz="1000" b="1">
              <a:highlight>
                <a:srgbClr val="FFFF00"/>
              </a:highlight>
            </a:endParaRPr>
          </a:p>
          <a:p>
            <a:r>
              <a:rPr lang="ko-KR" altLang="en-US" sz="1000" b="1">
                <a:highlight>
                  <a:srgbClr val="FFFF00"/>
                </a:highlight>
              </a:rPr>
              <a:t>설치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보강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우물 천장 안 실크 도배</a:t>
            </a:r>
            <a:br>
              <a:rPr lang="en-US" altLang="ko-KR" sz="1000" b="1">
                <a:highlight>
                  <a:srgbClr val="FFFF00"/>
                </a:highlight>
              </a:rPr>
            </a:br>
            <a:r>
              <a:rPr lang="ko-KR" altLang="en-US" sz="1000" b="1">
                <a:highlight>
                  <a:srgbClr val="FFFF00"/>
                </a:highlight>
              </a:rPr>
              <a:t>우물조명 </a:t>
            </a:r>
            <a:r>
              <a:rPr lang="en-US" altLang="ko-KR" sz="1000" b="1">
                <a:highlight>
                  <a:srgbClr val="FFFF00"/>
                </a:highlight>
              </a:rPr>
              <a:t>2</a:t>
            </a:r>
            <a:r>
              <a:rPr lang="ko-KR" altLang="en-US" sz="1000" b="1">
                <a:highlight>
                  <a:srgbClr val="FFFF00"/>
                </a:highlight>
              </a:rPr>
              <a:t>줄 </a:t>
            </a:r>
            <a:r>
              <a:rPr lang="ko-KR" altLang="en-US" sz="1000" b="1" err="1">
                <a:highlight>
                  <a:srgbClr val="FFFF00"/>
                </a:highlight>
              </a:rPr>
              <a:t>전구색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 err="1">
                <a:highlight>
                  <a:srgbClr val="FFFF00"/>
                </a:highlight>
              </a:rPr>
              <a:t>주백색</a:t>
            </a:r>
            <a:endParaRPr lang="en-US" altLang="ko-KR" sz="1000" b="1">
              <a:highlight>
                <a:srgbClr val="FFFF00"/>
              </a:highlight>
            </a:endParaRPr>
          </a:p>
        </p:txBody>
      </p:sp>
      <p:sp>
        <p:nvSpPr>
          <p:cNvPr id="37" name="TextBox 13">
            <a:extLst>
              <a:ext uri="{FF2B5EF4-FFF2-40B4-BE49-F238E27FC236}">
                <a16:creationId xmlns:a16="http://schemas.microsoft.com/office/drawing/2014/main" id="{02DD46B4-B3EC-3B4E-E2EA-D9F7CB81BF3B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273E0750-2055-086A-5010-1FB725023A38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636227DC-EADD-2C66-BB77-CBBAD84C3A16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D7F1A081-DE3A-6C5A-B204-684B7A2E1B45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AB84DA40-F9FA-CC25-04FA-A5965A8F3C2B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2" name="TextBox 11">
              <a:extLst>
                <a:ext uri="{FF2B5EF4-FFF2-40B4-BE49-F238E27FC236}">
                  <a16:creationId xmlns:a16="http://schemas.microsoft.com/office/drawing/2014/main" id="{308C3824-11C0-73F9-09E4-E10B812DF094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9A77DC09-0089-DA5D-3905-9BBCCCEF5107}"/>
              </a:ext>
            </a:extLst>
          </p:cNvPr>
          <p:cNvGrpSpPr/>
          <p:nvPr/>
        </p:nvGrpSpPr>
        <p:grpSpPr>
          <a:xfrm>
            <a:off x="8007969" y="4413603"/>
            <a:ext cx="98891" cy="1286783"/>
            <a:chOff x="4737834" y="4662002"/>
            <a:chExt cx="98891" cy="1286783"/>
          </a:xfrm>
        </p:grpSpPr>
        <p:sp>
          <p:nvSpPr>
            <p:cNvPr id="57" name="타원 56">
              <a:extLst>
                <a:ext uri="{FF2B5EF4-FFF2-40B4-BE49-F238E27FC236}">
                  <a16:creationId xmlns:a16="http://schemas.microsoft.com/office/drawing/2014/main" id="{43154327-B7A5-11C9-064E-F7C50A85BB7F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8" name="타원 57">
              <a:extLst>
                <a:ext uri="{FF2B5EF4-FFF2-40B4-BE49-F238E27FC236}">
                  <a16:creationId xmlns:a16="http://schemas.microsoft.com/office/drawing/2014/main" id="{066746FD-26D0-60D5-2393-1AECBF485425}"/>
                </a:ext>
              </a:extLst>
            </p:cNvPr>
            <p:cNvSpPr/>
            <p:nvPr/>
          </p:nvSpPr>
          <p:spPr>
            <a:xfrm>
              <a:off x="4738263" y="525620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9" name="타원 58">
              <a:extLst>
                <a:ext uri="{FF2B5EF4-FFF2-40B4-BE49-F238E27FC236}">
                  <a16:creationId xmlns:a16="http://schemas.microsoft.com/office/drawing/2014/main" id="{F85ECFC5-39B7-903E-F63A-B5F302A5E521}"/>
                </a:ext>
              </a:extLst>
            </p:cNvPr>
            <p:cNvSpPr/>
            <p:nvPr/>
          </p:nvSpPr>
          <p:spPr>
            <a:xfrm>
              <a:off x="4738340" y="585040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F5A5577B-3879-845C-8522-706315C472F5}"/>
              </a:ext>
            </a:extLst>
          </p:cNvPr>
          <p:cNvSpPr/>
          <p:nvPr/>
        </p:nvSpPr>
        <p:spPr>
          <a:xfrm>
            <a:off x="6696340" y="4638808"/>
            <a:ext cx="755638" cy="820011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22" name="그림 21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1D6C48E2-0BB5-C4BE-A450-7CA42FD86E4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2" t="3086" r="4707" b="11674"/>
          <a:stretch>
            <a:fillRect/>
          </a:stretch>
        </p:blipFill>
        <p:spPr>
          <a:xfrm>
            <a:off x="128949" y="4347511"/>
            <a:ext cx="1619250" cy="1530350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45E3AEB4-DB21-B056-B1D5-5752423F311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2320" b="-1"/>
          <a:stretch>
            <a:fillRect/>
          </a:stretch>
        </p:blipFill>
        <p:spPr>
          <a:xfrm>
            <a:off x="10225748" y="4737241"/>
            <a:ext cx="1930209" cy="1341310"/>
          </a:xfrm>
          <a:prstGeom prst="rect">
            <a:avLst/>
          </a:prstGeom>
        </p:spPr>
      </p:pic>
      <p:grpSp>
        <p:nvGrpSpPr>
          <p:cNvPr id="27" name="그룹 26">
            <a:extLst>
              <a:ext uri="{FF2B5EF4-FFF2-40B4-BE49-F238E27FC236}">
                <a16:creationId xmlns:a16="http://schemas.microsoft.com/office/drawing/2014/main" id="{C8CE1887-CA43-1F10-E72A-42FE9377B1BD}"/>
              </a:ext>
            </a:extLst>
          </p:cNvPr>
          <p:cNvGrpSpPr/>
          <p:nvPr/>
        </p:nvGrpSpPr>
        <p:grpSpPr>
          <a:xfrm>
            <a:off x="4547119" y="3918821"/>
            <a:ext cx="764953" cy="255925"/>
            <a:chOff x="1936987" y="651871"/>
            <a:chExt cx="764953" cy="255925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7A0F96D9-7F62-EF70-223B-061B6C9C7B0D}"/>
                </a:ext>
              </a:extLst>
            </p:cNvPr>
            <p:cNvSpPr txBox="1"/>
            <p:nvPr/>
          </p:nvSpPr>
          <p:spPr>
            <a:xfrm>
              <a:off x="1936987" y="651871"/>
              <a:ext cx="764953" cy="18466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600" b="1"/>
                <a:t>서비스 조명 </a:t>
              </a:r>
              <a:r>
                <a:rPr lang="en-US" altLang="ko-KR" sz="600" b="1"/>
                <a:t>2EA</a:t>
              </a:r>
              <a:endParaRPr lang="ko-KR" altLang="en-US" sz="600" b="1"/>
            </a:p>
          </p:txBody>
        </p:sp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id="{5D206C73-A0CA-AD27-B986-E2E4BF327E93}"/>
                </a:ext>
              </a:extLst>
            </p:cNvPr>
            <p:cNvGrpSpPr/>
            <p:nvPr/>
          </p:nvGrpSpPr>
          <p:grpSpPr>
            <a:xfrm rot="5400000">
              <a:off x="2273220" y="601002"/>
              <a:ext cx="98805" cy="514784"/>
              <a:chOff x="4737843" y="5096977"/>
              <a:chExt cx="98805" cy="514784"/>
            </a:xfrm>
            <a:solidFill>
              <a:srgbClr val="FF00FF"/>
            </a:solidFill>
          </p:grpSpPr>
          <p:sp>
            <p:nvSpPr>
              <p:cNvPr id="45" name="타원 44">
                <a:extLst>
                  <a:ext uri="{FF2B5EF4-FFF2-40B4-BE49-F238E27FC236}">
                    <a16:creationId xmlns:a16="http://schemas.microsoft.com/office/drawing/2014/main" id="{8E8740AC-2E7F-8E94-FA1B-CCBAF34C3A7B}"/>
                  </a:ext>
                </a:extLst>
              </p:cNvPr>
              <p:cNvSpPr/>
              <p:nvPr/>
            </p:nvSpPr>
            <p:spPr>
              <a:xfrm>
                <a:off x="4737843" y="5096977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6" name="타원 45">
                <a:extLst>
                  <a:ext uri="{FF2B5EF4-FFF2-40B4-BE49-F238E27FC236}">
                    <a16:creationId xmlns:a16="http://schemas.microsoft.com/office/drawing/2014/main" id="{CB7C1CF4-0132-C63D-E286-6E84F089BD8E}"/>
                  </a:ext>
                </a:extLst>
              </p:cNvPr>
              <p:cNvSpPr/>
              <p:nvPr/>
            </p:nvSpPr>
            <p:spPr>
              <a:xfrm>
                <a:off x="4738263" y="5513376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AF07F990-E212-16FC-046A-68257F1A45E8}"/>
              </a:ext>
            </a:extLst>
          </p:cNvPr>
          <p:cNvGrpSpPr/>
          <p:nvPr/>
        </p:nvGrpSpPr>
        <p:grpSpPr>
          <a:xfrm>
            <a:off x="4836570" y="1034290"/>
            <a:ext cx="2261935" cy="677825"/>
            <a:chOff x="4572482" y="4087119"/>
            <a:chExt cx="2261935" cy="677825"/>
          </a:xfrm>
        </p:grpSpPr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766DC9ED-FF63-235F-73D4-0B1E03C7B46A}"/>
                </a:ext>
              </a:extLst>
            </p:cNvPr>
            <p:cNvSpPr/>
            <p:nvPr/>
          </p:nvSpPr>
          <p:spPr>
            <a:xfrm rot="16200000" flipV="1">
              <a:off x="5953483" y="3884010"/>
              <a:ext cx="50083" cy="1711785"/>
            </a:xfrm>
            <a:prstGeom prst="rect">
              <a:avLst/>
            </a:prstGeom>
            <a:solidFill>
              <a:srgbClr val="FF00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9C3D3578-13AB-742D-F63B-036E63038C2C}"/>
                </a:ext>
              </a:extLst>
            </p:cNvPr>
            <p:cNvSpPr txBox="1"/>
            <p:nvPr/>
          </p:nvSpPr>
          <p:spPr>
            <a:xfrm>
              <a:off x="4572482" y="4087119"/>
              <a:ext cx="1303562" cy="230832"/>
            </a:xfrm>
            <a:prstGeom prst="rect">
              <a:avLst/>
            </a:prstGeom>
            <a:solidFill>
              <a:srgbClr val="FFC000"/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900" b="1"/>
                <a:t>싱크대 </a:t>
              </a:r>
              <a:r>
                <a:rPr lang="ko-KR" altLang="en-US" sz="900" b="1" err="1"/>
                <a:t>간접등</a:t>
              </a:r>
              <a:r>
                <a:rPr lang="ko-KR" altLang="en-US" sz="900" b="1"/>
                <a:t> 서비스</a:t>
              </a:r>
            </a:p>
          </p:txBody>
        </p:sp>
        <p:cxnSp>
          <p:nvCxnSpPr>
            <p:cNvPr id="62" name="직선 화살표 연결선 61">
              <a:extLst>
                <a:ext uri="{FF2B5EF4-FFF2-40B4-BE49-F238E27FC236}">
                  <a16:creationId xmlns:a16="http://schemas.microsoft.com/office/drawing/2014/main" id="{231B31E3-0720-2983-C3AB-5D43AA7E0F88}"/>
                </a:ext>
              </a:extLst>
            </p:cNvPr>
            <p:cNvCxnSpPr>
              <a:cxnSpLocks/>
              <a:stCxn id="60" idx="2"/>
            </p:cNvCxnSpPr>
            <p:nvPr/>
          </p:nvCxnSpPr>
          <p:spPr>
            <a:xfrm flipV="1">
              <a:off x="5122632" y="4272029"/>
              <a:ext cx="0" cy="46787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" name="그림 5" descr="텍스트, 스크린샷, 리모컨, 전자 기기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C23DDB2-6B4A-0047-7E87-7F4448A84B6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19" y="2699667"/>
            <a:ext cx="1757580" cy="144560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8EA3943-C6B5-7CCA-E672-72BEC1219F7F}"/>
              </a:ext>
            </a:extLst>
          </p:cNvPr>
          <p:cNvSpPr txBox="1"/>
          <p:nvPr/>
        </p:nvSpPr>
        <p:spPr>
          <a:xfrm>
            <a:off x="6285445" y="3881827"/>
            <a:ext cx="1476573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</p:spTree>
    <p:extLst>
      <p:ext uri="{BB962C8B-B14F-4D97-AF65-F5344CB8AC3E}">
        <p14:creationId xmlns:p14="http://schemas.microsoft.com/office/powerpoint/2010/main" val="119876310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7A3B6-CAA1-52D4-3AAC-5E25F1380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703161F-0AB9-521B-523E-AAF56D6AA5B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64673" y="939087"/>
            <a:ext cx="8473128" cy="542878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90F5244-26D6-7C55-E72B-7D212AD0D4BE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𝟏𝟎𝟒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90F5244-26D6-7C55-E72B-7D212AD0D4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A4FD1000-B20F-31F9-98E3-24115F4575E0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104A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 + </a:t>
            </a:r>
            <a:r>
              <a:rPr lang="ko-KR" altLang="en-US" sz="2000" b="1" err="1"/>
              <a:t>실링팬</a:t>
            </a:r>
            <a:r>
              <a:rPr lang="ko-KR" altLang="en-US" sz="2000" b="1"/>
              <a:t> 우물두줄</a:t>
            </a:r>
            <a:endParaRPr lang="en-US" altLang="ko-KR" sz="2000" b="1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6BB96F3-8861-DA80-3E99-833FC71279EF}"/>
              </a:ext>
            </a:extLst>
          </p:cNvPr>
          <p:cNvSpPr/>
          <p:nvPr/>
        </p:nvSpPr>
        <p:spPr>
          <a:xfrm rot="5400000">
            <a:off x="7024761" y="4997469"/>
            <a:ext cx="102820" cy="185080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79239623-5053-A6C1-FFF2-2E6BF23FE942}"/>
              </a:ext>
            </a:extLst>
          </p:cNvPr>
          <p:cNvSpPr/>
          <p:nvPr/>
        </p:nvSpPr>
        <p:spPr>
          <a:xfrm>
            <a:off x="6553466" y="4505460"/>
            <a:ext cx="1044888" cy="1055292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1072A93-BA5E-9919-545A-E3F9D1513C45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13" name="별: 꼭짓점 4개 12">
            <a:extLst>
              <a:ext uri="{FF2B5EF4-FFF2-40B4-BE49-F238E27FC236}">
                <a16:creationId xmlns:a16="http://schemas.microsoft.com/office/drawing/2014/main" id="{61D926B4-14C4-90F7-8AEE-8039DFB5DEB9}"/>
              </a:ext>
            </a:extLst>
          </p:cNvPr>
          <p:cNvSpPr/>
          <p:nvPr/>
        </p:nvSpPr>
        <p:spPr>
          <a:xfrm>
            <a:off x="6848232" y="4799729"/>
            <a:ext cx="470165" cy="47178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2328A18D-6657-C225-B7CB-12EE1A668F18}"/>
              </a:ext>
            </a:extLst>
          </p:cNvPr>
          <p:cNvGrpSpPr/>
          <p:nvPr/>
        </p:nvGrpSpPr>
        <p:grpSpPr>
          <a:xfrm>
            <a:off x="5982843" y="4399708"/>
            <a:ext cx="98891" cy="1286783"/>
            <a:chOff x="4737834" y="4662002"/>
            <a:chExt cx="98891" cy="1286783"/>
          </a:xfrm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3C02461A-A8FE-B41D-B346-AA2ED4BA053C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277FAB52-FF4A-A05A-7558-FBC3A61EA166}"/>
                </a:ext>
              </a:extLst>
            </p:cNvPr>
            <p:cNvSpPr/>
            <p:nvPr/>
          </p:nvSpPr>
          <p:spPr>
            <a:xfrm>
              <a:off x="4738263" y="525620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EAC45EDE-340E-3E3C-1A61-B093B5EF7761}"/>
                </a:ext>
              </a:extLst>
            </p:cNvPr>
            <p:cNvSpPr/>
            <p:nvPr/>
          </p:nvSpPr>
          <p:spPr>
            <a:xfrm>
              <a:off x="4738340" y="585040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D481C750-5AAE-2969-5789-089AB15D107F}"/>
              </a:ext>
            </a:extLst>
          </p:cNvPr>
          <p:cNvGrpSpPr/>
          <p:nvPr/>
        </p:nvGrpSpPr>
        <p:grpSpPr>
          <a:xfrm rot="5400000">
            <a:off x="3632155" y="3889052"/>
            <a:ext cx="104204" cy="440717"/>
            <a:chOff x="5324822" y="4642973"/>
            <a:chExt cx="104204" cy="440717"/>
          </a:xfrm>
        </p:grpSpPr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9D500033-BC23-3F26-97D7-C90C48CC412B}"/>
                </a:ext>
              </a:extLst>
            </p:cNvPr>
            <p:cNvSpPr/>
            <p:nvPr/>
          </p:nvSpPr>
          <p:spPr>
            <a:xfrm>
              <a:off x="5330641" y="4642973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6BD4184F-B476-9C4C-566D-ADCAF168706F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AD634897-4D64-8926-4266-0267A0395D82}"/>
              </a:ext>
            </a:extLst>
          </p:cNvPr>
          <p:cNvSpPr txBox="1"/>
          <p:nvPr/>
        </p:nvSpPr>
        <p:spPr>
          <a:xfrm>
            <a:off x="6022861" y="6295602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err="1">
                <a:highlight>
                  <a:srgbClr val="FFFF00"/>
                </a:highlight>
              </a:rPr>
              <a:t>실링팬</a:t>
            </a:r>
            <a:r>
              <a:rPr lang="ko-KR" altLang="en-US" sz="1000" b="1">
                <a:highlight>
                  <a:srgbClr val="FFFF00"/>
                </a:highlight>
              </a:rPr>
              <a:t> </a:t>
            </a:r>
            <a:r>
              <a:rPr lang="ko-KR" altLang="en-US" sz="1000" b="1" err="1">
                <a:highlight>
                  <a:srgbClr val="FFFF00"/>
                </a:highlight>
              </a:rPr>
              <a:t>루씨에어</a:t>
            </a:r>
            <a:endParaRPr lang="en-US" altLang="ko-KR" sz="1000" b="1">
              <a:highlight>
                <a:srgbClr val="FFFF00"/>
              </a:highlight>
            </a:endParaRPr>
          </a:p>
          <a:p>
            <a:r>
              <a:rPr lang="ko-KR" altLang="en-US" sz="1000" b="1">
                <a:highlight>
                  <a:srgbClr val="FFFF00"/>
                </a:highlight>
              </a:rPr>
              <a:t>설치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보강</a:t>
            </a:r>
            <a:br>
              <a:rPr lang="en-US" altLang="ko-KR" sz="1000" b="1">
                <a:highlight>
                  <a:srgbClr val="FFFF00"/>
                </a:highlight>
              </a:rPr>
            </a:br>
            <a:r>
              <a:rPr lang="ko-KR" altLang="en-US" sz="1000" b="1">
                <a:highlight>
                  <a:srgbClr val="FFFF00"/>
                </a:highlight>
              </a:rPr>
              <a:t>우물조명 </a:t>
            </a:r>
            <a:r>
              <a:rPr lang="en-US" altLang="ko-KR" sz="1000" b="1">
                <a:highlight>
                  <a:srgbClr val="FFFF00"/>
                </a:highlight>
              </a:rPr>
              <a:t>2</a:t>
            </a:r>
            <a:r>
              <a:rPr lang="ko-KR" altLang="en-US" sz="1000" b="1">
                <a:highlight>
                  <a:srgbClr val="FFFF00"/>
                </a:highlight>
              </a:rPr>
              <a:t>줄 </a:t>
            </a:r>
            <a:r>
              <a:rPr lang="ko-KR" altLang="en-US" sz="1000" b="1" err="1">
                <a:highlight>
                  <a:srgbClr val="FFFF00"/>
                </a:highlight>
              </a:rPr>
              <a:t>전구색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 err="1">
                <a:highlight>
                  <a:srgbClr val="FFFF00"/>
                </a:highlight>
              </a:rPr>
              <a:t>주백색</a:t>
            </a:r>
            <a:endParaRPr lang="en-US" altLang="ko-KR" sz="1000" b="1">
              <a:highlight>
                <a:srgbClr val="FFFF00"/>
              </a:highlight>
            </a:endParaRPr>
          </a:p>
        </p:txBody>
      </p:sp>
      <p:sp>
        <p:nvSpPr>
          <p:cNvPr id="37" name="TextBox 13">
            <a:extLst>
              <a:ext uri="{FF2B5EF4-FFF2-40B4-BE49-F238E27FC236}">
                <a16:creationId xmlns:a16="http://schemas.microsoft.com/office/drawing/2014/main" id="{02DD46B4-B3EC-3B4E-E2EA-D9F7CB81BF3B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273E0750-2055-086A-5010-1FB725023A38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636227DC-EADD-2C66-BB77-CBBAD84C3A16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D7F1A081-DE3A-6C5A-B204-684B7A2E1B45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AB84DA40-F9FA-CC25-04FA-A5965A8F3C2B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2" name="TextBox 11">
              <a:extLst>
                <a:ext uri="{FF2B5EF4-FFF2-40B4-BE49-F238E27FC236}">
                  <a16:creationId xmlns:a16="http://schemas.microsoft.com/office/drawing/2014/main" id="{308C3824-11C0-73F9-09E4-E10B812DF094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9A77DC09-0089-DA5D-3905-9BBCCCEF5107}"/>
              </a:ext>
            </a:extLst>
          </p:cNvPr>
          <p:cNvGrpSpPr/>
          <p:nvPr/>
        </p:nvGrpSpPr>
        <p:grpSpPr>
          <a:xfrm>
            <a:off x="8007969" y="4413603"/>
            <a:ext cx="98891" cy="1286783"/>
            <a:chOff x="4737834" y="4662002"/>
            <a:chExt cx="98891" cy="1286783"/>
          </a:xfrm>
        </p:grpSpPr>
        <p:sp>
          <p:nvSpPr>
            <p:cNvPr id="57" name="타원 56">
              <a:extLst>
                <a:ext uri="{FF2B5EF4-FFF2-40B4-BE49-F238E27FC236}">
                  <a16:creationId xmlns:a16="http://schemas.microsoft.com/office/drawing/2014/main" id="{43154327-B7A5-11C9-064E-F7C50A85BB7F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8" name="타원 57">
              <a:extLst>
                <a:ext uri="{FF2B5EF4-FFF2-40B4-BE49-F238E27FC236}">
                  <a16:creationId xmlns:a16="http://schemas.microsoft.com/office/drawing/2014/main" id="{066746FD-26D0-60D5-2393-1AECBF485425}"/>
                </a:ext>
              </a:extLst>
            </p:cNvPr>
            <p:cNvSpPr/>
            <p:nvPr/>
          </p:nvSpPr>
          <p:spPr>
            <a:xfrm>
              <a:off x="4738263" y="525620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9" name="타원 58">
              <a:extLst>
                <a:ext uri="{FF2B5EF4-FFF2-40B4-BE49-F238E27FC236}">
                  <a16:creationId xmlns:a16="http://schemas.microsoft.com/office/drawing/2014/main" id="{F85ECFC5-39B7-903E-F63A-B5F302A5E521}"/>
                </a:ext>
              </a:extLst>
            </p:cNvPr>
            <p:cNvSpPr/>
            <p:nvPr/>
          </p:nvSpPr>
          <p:spPr>
            <a:xfrm>
              <a:off x="4738340" y="585040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F5A5577B-3879-845C-8522-706315C472F5}"/>
              </a:ext>
            </a:extLst>
          </p:cNvPr>
          <p:cNvSpPr/>
          <p:nvPr/>
        </p:nvSpPr>
        <p:spPr>
          <a:xfrm>
            <a:off x="6696340" y="4638808"/>
            <a:ext cx="755638" cy="820011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45E3AEB4-DB21-B056-B1D5-5752423F311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320" b="-1"/>
          <a:stretch>
            <a:fillRect/>
          </a:stretch>
        </p:blipFill>
        <p:spPr>
          <a:xfrm>
            <a:off x="10225748" y="4737241"/>
            <a:ext cx="1930209" cy="1341310"/>
          </a:xfrm>
          <a:prstGeom prst="rect">
            <a:avLst/>
          </a:prstGeom>
        </p:spPr>
      </p:pic>
      <p:grpSp>
        <p:nvGrpSpPr>
          <p:cNvPr id="27" name="그룹 26">
            <a:extLst>
              <a:ext uri="{FF2B5EF4-FFF2-40B4-BE49-F238E27FC236}">
                <a16:creationId xmlns:a16="http://schemas.microsoft.com/office/drawing/2014/main" id="{C8CE1887-CA43-1F10-E72A-42FE9377B1BD}"/>
              </a:ext>
            </a:extLst>
          </p:cNvPr>
          <p:cNvGrpSpPr/>
          <p:nvPr/>
        </p:nvGrpSpPr>
        <p:grpSpPr>
          <a:xfrm>
            <a:off x="4547119" y="3918821"/>
            <a:ext cx="764953" cy="255925"/>
            <a:chOff x="1936987" y="651871"/>
            <a:chExt cx="764953" cy="255925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7A0F96D9-7F62-EF70-223B-061B6C9C7B0D}"/>
                </a:ext>
              </a:extLst>
            </p:cNvPr>
            <p:cNvSpPr txBox="1"/>
            <p:nvPr/>
          </p:nvSpPr>
          <p:spPr>
            <a:xfrm>
              <a:off x="1936987" y="651871"/>
              <a:ext cx="764953" cy="18466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600" b="1"/>
                <a:t>서비스 조명 </a:t>
              </a:r>
              <a:r>
                <a:rPr lang="en-US" altLang="ko-KR" sz="600" b="1"/>
                <a:t>2EA</a:t>
              </a:r>
              <a:endParaRPr lang="ko-KR" altLang="en-US" sz="600" b="1"/>
            </a:p>
          </p:txBody>
        </p:sp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id="{5D206C73-A0CA-AD27-B986-E2E4BF327E93}"/>
                </a:ext>
              </a:extLst>
            </p:cNvPr>
            <p:cNvGrpSpPr/>
            <p:nvPr/>
          </p:nvGrpSpPr>
          <p:grpSpPr>
            <a:xfrm rot="5400000">
              <a:off x="2273220" y="601002"/>
              <a:ext cx="98805" cy="514784"/>
              <a:chOff x="4737843" y="5096977"/>
              <a:chExt cx="98805" cy="514784"/>
            </a:xfrm>
            <a:solidFill>
              <a:srgbClr val="FF00FF"/>
            </a:solidFill>
          </p:grpSpPr>
          <p:sp>
            <p:nvSpPr>
              <p:cNvPr id="45" name="타원 44">
                <a:extLst>
                  <a:ext uri="{FF2B5EF4-FFF2-40B4-BE49-F238E27FC236}">
                    <a16:creationId xmlns:a16="http://schemas.microsoft.com/office/drawing/2014/main" id="{8E8740AC-2E7F-8E94-FA1B-CCBAF34C3A7B}"/>
                  </a:ext>
                </a:extLst>
              </p:cNvPr>
              <p:cNvSpPr/>
              <p:nvPr/>
            </p:nvSpPr>
            <p:spPr>
              <a:xfrm>
                <a:off x="4737843" y="5096977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6" name="타원 45">
                <a:extLst>
                  <a:ext uri="{FF2B5EF4-FFF2-40B4-BE49-F238E27FC236}">
                    <a16:creationId xmlns:a16="http://schemas.microsoft.com/office/drawing/2014/main" id="{CB7C1CF4-0132-C63D-E286-6E84F089BD8E}"/>
                  </a:ext>
                </a:extLst>
              </p:cNvPr>
              <p:cNvSpPr/>
              <p:nvPr/>
            </p:nvSpPr>
            <p:spPr>
              <a:xfrm>
                <a:off x="4738263" y="5513376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AF07F990-E212-16FC-046A-68257F1A45E8}"/>
              </a:ext>
            </a:extLst>
          </p:cNvPr>
          <p:cNvGrpSpPr/>
          <p:nvPr/>
        </p:nvGrpSpPr>
        <p:grpSpPr>
          <a:xfrm>
            <a:off x="4836570" y="1034290"/>
            <a:ext cx="2261935" cy="677825"/>
            <a:chOff x="4572482" y="4087119"/>
            <a:chExt cx="2261935" cy="677825"/>
          </a:xfrm>
        </p:grpSpPr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766DC9ED-FF63-235F-73D4-0B1E03C7B46A}"/>
                </a:ext>
              </a:extLst>
            </p:cNvPr>
            <p:cNvSpPr/>
            <p:nvPr/>
          </p:nvSpPr>
          <p:spPr>
            <a:xfrm rot="16200000" flipV="1">
              <a:off x="5953483" y="3884010"/>
              <a:ext cx="50083" cy="1711785"/>
            </a:xfrm>
            <a:prstGeom prst="rect">
              <a:avLst/>
            </a:prstGeom>
            <a:solidFill>
              <a:srgbClr val="FF00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9C3D3578-13AB-742D-F63B-036E63038C2C}"/>
                </a:ext>
              </a:extLst>
            </p:cNvPr>
            <p:cNvSpPr txBox="1"/>
            <p:nvPr/>
          </p:nvSpPr>
          <p:spPr>
            <a:xfrm>
              <a:off x="4572482" y="4087119"/>
              <a:ext cx="1303562" cy="230832"/>
            </a:xfrm>
            <a:prstGeom prst="rect">
              <a:avLst/>
            </a:prstGeom>
            <a:solidFill>
              <a:srgbClr val="FFC000"/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900" b="1"/>
                <a:t>싱크대 </a:t>
              </a:r>
              <a:r>
                <a:rPr lang="ko-KR" altLang="en-US" sz="900" b="1" err="1"/>
                <a:t>간접등</a:t>
              </a:r>
              <a:r>
                <a:rPr lang="ko-KR" altLang="en-US" sz="900" b="1"/>
                <a:t> 서비스</a:t>
              </a:r>
            </a:p>
          </p:txBody>
        </p:sp>
        <p:cxnSp>
          <p:nvCxnSpPr>
            <p:cNvPr id="62" name="직선 화살표 연결선 61">
              <a:extLst>
                <a:ext uri="{FF2B5EF4-FFF2-40B4-BE49-F238E27FC236}">
                  <a16:creationId xmlns:a16="http://schemas.microsoft.com/office/drawing/2014/main" id="{231B31E3-0720-2983-C3AB-5D43AA7E0F88}"/>
                </a:ext>
              </a:extLst>
            </p:cNvPr>
            <p:cNvCxnSpPr>
              <a:cxnSpLocks/>
              <a:stCxn id="60" idx="2"/>
            </p:cNvCxnSpPr>
            <p:nvPr/>
          </p:nvCxnSpPr>
          <p:spPr>
            <a:xfrm flipV="1">
              <a:off x="5122632" y="4272029"/>
              <a:ext cx="0" cy="46787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" name="그림 5" descr="텍스트, 스크린샷, 리모컨, 전자 기기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C23DDB2-6B4A-0047-7E87-7F4448A84B6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19" y="3138579"/>
            <a:ext cx="1757580" cy="144560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8EA3943-C6B5-7CCA-E672-72BEC1219F7F}"/>
              </a:ext>
            </a:extLst>
          </p:cNvPr>
          <p:cNvSpPr txBox="1"/>
          <p:nvPr/>
        </p:nvSpPr>
        <p:spPr>
          <a:xfrm>
            <a:off x="6285445" y="3881827"/>
            <a:ext cx="1476573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pic>
        <p:nvPicPr>
          <p:cNvPr id="10" name="그림 9" descr="텍스트, 스크린샷, 디자인, 폰트이(가) 표시된 사진&#10;&#10;자동 생성된 설명">
            <a:extLst>
              <a:ext uri="{FF2B5EF4-FFF2-40B4-BE49-F238E27FC236}">
                <a16:creationId xmlns:a16="http://schemas.microsoft.com/office/drawing/2014/main" id="{29ABA567-121D-F0B4-0405-A1ED8CA2B3B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293" y="5023884"/>
            <a:ext cx="1404781" cy="115764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A079148-FD75-5640-E538-2FD46F88FA66}"/>
              </a:ext>
            </a:extLst>
          </p:cNvPr>
          <p:cNvSpPr txBox="1"/>
          <p:nvPr/>
        </p:nvSpPr>
        <p:spPr>
          <a:xfrm>
            <a:off x="116976" y="1890639"/>
            <a:ext cx="1651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>
                <a:highlight>
                  <a:srgbClr val="00FFFF"/>
                </a:highlight>
              </a:rPr>
              <a:t>라운드 </a:t>
            </a:r>
            <a:r>
              <a:rPr lang="ko-KR" altLang="en-US" b="1" err="1">
                <a:highlight>
                  <a:srgbClr val="00FFFF"/>
                </a:highlight>
              </a:rPr>
              <a:t>무몰딩</a:t>
            </a:r>
            <a:endParaRPr lang="ko-KR" altLang="en-US" b="1">
              <a:highlight>
                <a:srgbClr val="00FF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18253763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7A3B6-CAA1-52D4-3AAC-5E25F1380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703161F-0AB9-521B-523E-AAF56D6AA5B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64673" y="939087"/>
            <a:ext cx="8473128" cy="542878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90F5244-26D6-7C55-E72B-7D212AD0D4BE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𝟏𝟎𝟒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90F5244-26D6-7C55-E72B-7D212AD0D4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A4FD1000-B20F-31F9-98E3-24115F4575E0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104A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 + </a:t>
            </a:r>
            <a:r>
              <a:rPr lang="ko-KR" altLang="en-US" sz="2000" b="1" err="1"/>
              <a:t>실링팬</a:t>
            </a:r>
            <a:r>
              <a:rPr lang="ko-KR" altLang="en-US" sz="2000" b="1"/>
              <a:t> 우물두줄</a:t>
            </a:r>
            <a:endParaRPr lang="en-US" altLang="ko-KR" sz="2000" b="1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6BB96F3-8861-DA80-3E99-833FC71279EF}"/>
              </a:ext>
            </a:extLst>
          </p:cNvPr>
          <p:cNvSpPr/>
          <p:nvPr/>
        </p:nvSpPr>
        <p:spPr>
          <a:xfrm rot="5400000">
            <a:off x="7024761" y="4997469"/>
            <a:ext cx="102820" cy="185080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79239623-5053-A6C1-FFF2-2E6BF23FE942}"/>
              </a:ext>
            </a:extLst>
          </p:cNvPr>
          <p:cNvSpPr/>
          <p:nvPr/>
        </p:nvSpPr>
        <p:spPr>
          <a:xfrm>
            <a:off x="6553466" y="4505460"/>
            <a:ext cx="1044888" cy="1055292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D96BB5-58E7-3084-2E4A-C273D2A31C1D}"/>
              </a:ext>
            </a:extLst>
          </p:cNvPr>
          <p:cNvSpPr txBox="1"/>
          <p:nvPr/>
        </p:nvSpPr>
        <p:spPr>
          <a:xfrm>
            <a:off x="6551715" y="3878600"/>
            <a:ext cx="1044888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1072A93-BA5E-9919-545A-E3F9D1513C45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13" name="별: 꼭짓점 4개 12">
            <a:extLst>
              <a:ext uri="{FF2B5EF4-FFF2-40B4-BE49-F238E27FC236}">
                <a16:creationId xmlns:a16="http://schemas.microsoft.com/office/drawing/2014/main" id="{61D926B4-14C4-90F7-8AEE-8039DFB5DEB9}"/>
              </a:ext>
            </a:extLst>
          </p:cNvPr>
          <p:cNvSpPr/>
          <p:nvPr/>
        </p:nvSpPr>
        <p:spPr>
          <a:xfrm>
            <a:off x="6848232" y="4799729"/>
            <a:ext cx="470165" cy="47178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2328A18D-6657-C225-B7CB-12EE1A668F18}"/>
              </a:ext>
            </a:extLst>
          </p:cNvPr>
          <p:cNvGrpSpPr/>
          <p:nvPr/>
        </p:nvGrpSpPr>
        <p:grpSpPr>
          <a:xfrm>
            <a:off x="5982843" y="4399708"/>
            <a:ext cx="98891" cy="1286783"/>
            <a:chOff x="4737834" y="4662002"/>
            <a:chExt cx="98891" cy="1286783"/>
          </a:xfrm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3C02461A-A8FE-B41D-B346-AA2ED4BA053C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277FAB52-FF4A-A05A-7558-FBC3A61EA166}"/>
                </a:ext>
              </a:extLst>
            </p:cNvPr>
            <p:cNvSpPr/>
            <p:nvPr/>
          </p:nvSpPr>
          <p:spPr>
            <a:xfrm>
              <a:off x="4738263" y="525620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EAC45EDE-340E-3E3C-1A61-B093B5EF7761}"/>
                </a:ext>
              </a:extLst>
            </p:cNvPr>
            <p:cNvSpPr/>
            <p:nvPr/>
          </p:nvSpPr>
          <p:spPr>
            <a:xfrm>
              <a:off x="4738340" y="585040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D9DB6914-851A-DF60-D8E5-ED21E4AE2C20}"/>
              </a:ext>
            </a:extLst>
          </p:cNvPr>
          <p:cNvSpPr/>
          <p:nvPr/>
        </p:nvSpPr>
        <p:spPr>
          <a:xfrm rot="10800000" flipV="1">
            <a:off x="8321896" y="3164568"/>
            <a:ext cx="98384" cy="58154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D481C750-5AAE-2969-5789-089AB15D107F}"/>
              </a:ext>
            </a:extLst>
          </p:cNvPr>
          <p:cNvGrpSpPr/>
          <p:nvPr/>
        </p:nvGrpSpPr>
        <p:grpSpPr>
          <a:xfrm rot="5400000">
            <a:off x="3632155" y="3889052"/>
            <a:ext cx="104204" cy="440717"/>
            <a:chOff x="5324822" y="4642973"/>
            <a:chExt cx="104204" cy="440717"/>
          </a:xfrm>
        </p:grpSpPr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9D500033-BC23-3F26-97D7-C90C48CC412B}"/>
                </a:ext>
              </a:extLst>
            </p:cNvPr>
            <p:cNvSpPr/>
            <p:nvPr/>
          </p:nvSpPr>
          <p:spPr>
            <a:xfrm>
              <a:off x="5330641" y="4642973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6BD4184F-B476-9C4C-566D-ADCAF168706F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7B8624CF-E911-7994-4D4D-ACECFF19A754}"/>
              </a:ext>
            </a:extLst>
          </p:cNvPr>
          <p:cNvSpPr/>
          <p:nvPr/>
        </p:nvSpPr>
        <p:spPr>
          <a:xfrm flipV="1">
            <a:off x="2973284" y="2807268"/>
            <a:ext cx="98385" cy="7146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D634897-4D64-8926-4266-0267A0395D82}"/>
              </a:ext>
            </a:extLst>
          </p:cNvPr>
          <p:cNvSpPr txBox="1"/>
          <p:nvPr/>
        </p:nvSpPr>
        <p:spPr>
          <a:xfrm>
            <a:off x="5827789" y="6295602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err="1">
                <a:highlight>
                  <a:srgbClr val="FFFF00"/>
                </a:highlight>
              </a:rPr>
              <a:t>실링팬</a:t>
            </a:r>
            <a:r>
              <a:rPr lang="ko-KR" altLang="en-US" sz="1000" b="1">
                <a:highlight>
                  <a:srgbClr val="FFFF00"/>
                </a:highlight>
              </a:rPr>
              <a:t> </a:t>
            </a:r>
            <a:r>
              <a:rPr lang="ko-KR" altLang="en-US" sz="1000" b="1" err="1">
                <a:highlight>
                  <a:srgbClr val="FFFF00"/>
                </a:highlight>
              </a:rPr>
              <a:t>루씨에어</a:t>
            </a:r>
            <a:r>
              <a:rPr lang="en-US" altLang="ko-KR" sz="1000" b="1">
                <a:highlight>
                  <a:srgbClr val="FFFF00"/>
                </a:highlight>
              </a:rPr>
              <a:t>-</a:t>
            </a:r>
            <a:r>
              <a:rPr lang="ko-KR" altLang="en-US" sz="1000" b="1" err="1">
                <a:highlight>
                  <a:srgbClr val="FFFF00"/>
                </a:highlight>
              </a:rPr>
              <a:t>코타라</a:t>
            </a:r>
            <a:endParaRPr lang="en-US" altLang="ko-KR" sz="1000" b="1">
              <a:highlight>
                <a:srgbClr val="FFFF00"/>
              </a:highlight>
            </a:endParaRPr>
          </a:p>
          <a:p>
            <a:r>
              <a:rPr lang="ko-KR" altLang="en-US" sz="1000" b="1">
                <a:highlight>
                  <a:srgbClr val="FFFF00"/>
                </a:highlight>
              </a:rPr>
              <a:t>설치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보강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우물 천장 안 실크 도배</a:t>
            </a:r>
            <a:br>
              <a:rPr lang="en-US" altLang="ko-KR" sz="1000" b="1">
                <a:highlight>
                  <a:srgbClr val="FFFF00"/>
                </a:highlight>
              </a:rPr>
            </a:br>
            <a:r>
              <a:rPr lang="ko-KR" altLang="en-US" sz="1000" b="1">
                <a:highlight>
                  <a:srgbClr val="FFFF00"/>
                </a:highlight>
              </a:rPr>
              <a:t>우물조명 </a:t>
            </a:r>
            <a:r>
              <a:rPr lang="en-US" altLang="ko-KR" sz="1000" b="1">
                <a:highlight>
                  <a:srgbClr val="FFFF00"/>
                </a:highlight>
              </a:rPr>
              <a:t>2</a:t>
            </a:r>
            <a:r>
              <a:rPr lang="ko-KR" altLang="en-US" sz="1000" b="1">
                <a:highlight>
                  <a:srgbClr val="FFFF00"/>
                </a:highlight>
              </a:rPr>
              <a:t>줄 </a:t>
            </a:r>
            <a:r>
              <a:rPr lang="ko-KR" altLang="en-US" sz="1000" b="1" err="1">
                <a:highlight>
                  <a:srgbClr val="FFFF00"/>
                </a:highlight>
              </a:rPr>
              <a:t>전구색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 err="1">
                <a:highlight>
                  <a:srgbClr val="FFFF00"/>
                </a:highlight>
              </a:rPr>
              <a:t>주백색</a:t>
            </a:r>
            <a:endParaRPr lang="en-US" altLang="ko-KR" sz="1000" b="1">
              <a:highlight>
                <a:srgbClr val="FFFF00"/>
              </a:highlight>
            </a:endParaRPr>
          </a:p>
        </p:txBody>
      </p:sp>
      <p:sp>
        <p:nvSpPr>
          <p:cNvPr id="37" name="TextBox 13">
            <a:extLst>
              <a:ext uri="{FF2B5EF4-FFF2-40B4-BE49-F238E27FC236}">
                <a16:creationId xmlns:a16="http://schemas.microsoft.com/office/drawing/2014/main" id="{02DD46B4-B3EC-3B4E-E2EA-D9F7CB81BF3B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273E0750-2055-086A-5010-1FB725023A38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636227DC-EADD-2C66-BB77-CBBAD84C3A16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D7F1A081-DE3A-6C5A-B204-684B7A2E1B45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AB84DA40-F9FA-CC25-04FA-A5965A8F3C2B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2" name="TextBox 11">
              <a:extLst>
                <a:ext uri="{FF2B5EF4-FFF2-40B4-BE49-F238E27FC236}">
                  <a16:creationId xmlns:a16="http://schemas.microsoft.com/office/drawing/2014/main" id="{308C3824-11C0-73F9-09E4-E10B812DF094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12678BDB-6AA1-785F-D5FA-D03B0DEFC8FF}"/>
              </a:ext>
            </a:extLst>
          </p:cNvPr>
          <p:cNvSpPr/>
          <p:nvPr/>
        </p:nvSpPr>
        <p:spPr>
          <a:xfrm flipV="1">
            <a:off x="2039142" y="3595688"/>
            <a:ext cx="98385" cy="56582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9A77DC09-0089-DA5D-3905-9BBCCCEF5107}"/>
              </a:ext>
            </a:extLst>
          </p:cNvPr>
          <p:cNvGrpSpPr/>
          <p:nvPr/>
        </p:nvGrpSpPr>
        <p:grpSpPr>
          <a:xfrm>
            <a:off x="8007969" y="4413603"/>
            <a:ext cx="98891" cy="1286783"/>
            <a:chOff x="4737834" y="4662002"/>
            <a:chExt cx="98891" cy="1286783"/>
          </a:xfrm>
        </p:grpSpPr>
        <p:sp>
          <p:nvSpPr>
            <p:cNvPr id="57" name="타원 56">
              <a:extLst>
                <a:ext uri="{FF2B5EF4-FFF2-40B4-BE49-F238E27FC236}">
                  <a16:creationId xmlns:a16="http://schemas.microsoft.com/office/drawing/2014/main" id="{43154327-B7A5-11C9-064E-F7C50A85BB7F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8" name="타원 57">
              <a:extLst>
                <a:ext uri="{FF2B5EF4-FFF2-40B4-BE49-F238E27FC236}">
                  <a16:creationId xmlns:a16="http://schemas.microsoft.com/office/drawing/2014/main" id="{066746FD-26D0-60D5-2393-1AECBF485425}"/>
                </a:ext>
              </a:extLst>
            </p:cNvPr>
            <p:cNvSpPr/>
            <p:nvPr/>
          </p:nvSpPr>
          <p:spPr>
            <a:xfrm>
              <a:off x="4738263" y="525620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9" name="타원 58">
              <a:extLst>
                <a:ext uri="{FF2B5EF4-FFF2-40B4-BE49-F238E27FC236}">
                  <a16:creationId xmlns:a16="http://schemas.microsoft.com/office/drawing/2014/main" id="{F85ECFC5-39B7-903E-F63A-B5F302A5E521}"/>
                </a:ext>
              </a:extLst>
            </p:cNvPr>
            <p:cNvSpPr/>
            <p:nvPr/>
          </p:nvSpPr>
          <p:spPr>
            <a:xfrm>
              <a:off x="4738340" y="585040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F5A5577B-3879-845C-8522-706315C472F5}"/>
              </a:ext>
            </a:extLst>
          </p:cNvPr>
          <p:cNvSpPr/>
          <p:nvPr/>
        </p:nvSpPr>
        <p:spPr>
          <a:xfrm>
            <a:off x="6696340" y="4638808"/>
            <a:ext cx="755638" cy="820011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21" name="그림 20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B4DE7A6-81C5-047D-84D3-0C0C5FFA09D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80" y="2997761"/>
            <a:ext cx="1778731" cy="1466673"/>
          </a:xfrm>
          <a:prstGeom prst="rect">
            <a:avLst/>
          </a:prstGeom>
        </p:spPr>
      </p:pic>
      <p:pic>
        <p:nvPicPr>
          <p:cNvPr id="22" name="그림 21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1D6C48E2-0BB5-C4BE-A450-7CA42FD86E4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2" t="3086" r="4707" b="11674"/>
          <a:stretch>
            <a:fillRect/>
          </a:stretch>
        </p:blipFill>
        <p:spPr>
          <a:xfrm>
            <a:off x="162993" y="4765252"/>
            <a:ext cx="1619250" cy="1530350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45E3AEB4-DB21-B056-B1D5-5752423F311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2320" b="-1"/>
          <a:stretch>
            <a:fillRect/>
          </a:stretch>
        </p:blipFill>
        <p:spPr>
          <a:xfrm>
            <a:off x="10225748" y="4737241"/>
            <a:ext cx="1930209" cy="1341310"/>
          </a:xfrm>
          <a:prstGeom prst="rect">
            <a:avLst/>
          </a:prstGeom>
        </p:spPr>
      </p:pic>
      <p:grpSp>
        <p:nvGrpSpPr>
          <p:cNvPr id="24" name="그룹 23">
            <a:extLst>
              <a:ext uri="{FF2B5EF4-FFF2-40B4-BE49-F238E27FC236}">
                <a16:creationId xmlns:a16="http://schemas.microsoft.com/office/drawing/2014/main" id="{19ED79A4-817E-DF21-01B1-4A095C70D63B}"/>
              </a:ext>
            </a:extLst>
          </p:cNvPr>
          <p:cNvGrpSpPr/>
          <p:nvPr/>
        </p:nvGrpSpPr>
        <p:grpSpPr>
          <a:xfrm>
            <a:off x="10288407" y="3710540"/>
            <a:ext cx="1804892" cy="838812"/>
            <a:chOff x="579766" y="5357847"/>
            <a:chExt cx="2329644" cy="1082687"/>
          </a:xfrm>
        </p:grpSpPr>
        <p:pic>
          <p:nvPicPr>
            <p:cNvPr id="25" name="그림 24">
              <a:extLst>
                <a:ext uri="{FF2B5EF4-FFF2-40B4-BE49-F238E27FC236}">
                  <a16:creationId xmlns:a16="http://schemas.microsoft.com/office/drawing/2014/main" id="{CFC0B3A9-640C-D1D3-5174-7226ED93541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79766" y="5357847"/>
              <a:ext cx="2329644" cy="1082687"/>
            </a:xfrm>
            <a:prstGeom prst="rect">
              <a:avLst/>
            </a:prstGeom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6E664E3-8197-85CA-6BA7-F8E5575AD798}"/>
                </a:ext>
              </a:extLst>
            </p:cNvPr>
            <p:cNvSpPr txBox="1"/>
            <p:nvPr/>
          </p:nvSpPr>
          <p:spPr>
            <a:xfrm>
              <a:off x="1863412" y="5448085"/>
              <a:ext cx="976928" cy="41133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err="1"/>
                <a:t>코타라</a:t>
              </a:r>
              <a:endParaRPr lang="ko-KR" altLang="en-US" b="1"/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C8CE1887-CA43-1F10-E72A-42FE9377B1BD}"/>
              </a:ext>
            </a:extLst>
          </p:cNvPr>
          <p:cNvGrpSpPr/>
          <p:nvPr/>
        </p:nvGrpSpPr>
        <p:grpSpPr>
          <a:xfrm>
            <a:off x="4547119" y="3918821"/>
            <a:ext cx="764953" cy="255925"/>
            <a:chOff x="1936987" y="651871"/>
            <a:chExt cx="764953" cy="255925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7A0F96D9-7F62-EF70-223B-061B6C9C7B0D}"/>
                </a:ext>
              </a:extLst>
            </p:cNvPr>
            <p:cNvSpPr txBox="1"/>
            <p:nvPr/>
          </p:nvSpPr>
          <p:spPr>
            <a:xfrm>
              <a:off x="1936987" y="651871"/>
              <a:ext cx="764953" cy="18466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600" b="1"/>
                <a:t>서비스 조명 </a:t>
              </a:r>
              <a:r>
                <a:rPr lang="en-US" altLang="ko-KR" sz="600" b="1"/>
                <a:t>2EA</a:t>
              </a:r>
              <a:endParaRPr lang="ko-KR" altLang="en-US" sz="600" b="1"/>
            </a:p>
          </p:txBody>
        </p:sp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id="{5D206C73-A0CA-AD27-B986-E2E4BF327E93}"/>
                </a:ext>
              </a:extLst>
            </p:cNvPr>
            <p:cNvGrpSpPr/>
            <p:nvPr/>
          </p:nvGrpSpPr>
          <p:grpSpPr>
            <a:xfrm rot="5400000">
              <a:off x="2273220" y="601002"/>
              <a:ext cx="98805" cy="514784"/>
              <a:chOff x="4737843" y="5096977"/>
              <a:chExt cx="98805" cy="514784"/>
            </a:xfrm>
            <a:solidFill>
              <a:srgbClr val="FF00FF"/>
            </a:solidFill>
          </p:grpSpPr>
          <p:sp>
            <p:nvSpPr>
              <p:cNvPr id="45" name="타원 44">
                <a:extLst>
                  <a:ext uri="{FF2B5EF4-FFF2-40B4-BE49-F238E27FC236}">
                    <a16:creationId xmlns:a16="http://schemas.microsoft.com/office/drawing/2014/main" id="{8E8740AC-2E7F-8E94-FA1B-CCBAF34C3A7B}"/>
                  </a:ext>
                </a:extLst>
              </p:cNvPr>
              <p:cNvSpPr/>
              <p:nvPr/>
            </p:nvSpPr>
            <p:spPr>
              <a:xfrm>
                <a:off x="4737843" y="5096977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6" name="타원 45">
                <a:extLst>
                  <a:ext uri="{FF2B5EF4-FFF2-40B4-BE49-F238E27FC236}">
                    <a16:creationId xmlns:a16="http://schemas.microsoft.com/office/drawing/2014/main" id="{CB7C1CF4-0132-C63D-E286-6E84F089BD8E}"/>
                  </a:ext>
                </a:extLst>
              </p:cNvPr>
              <p:cNvSpPr/>
              <p:nvPr/>
            </p:nvSpPr>
            <p:spPr>
              <a:xfrm>
                <a:off x="4738263" y="5513376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AF07F990-E212-16FC-046A-68257F1A45E8}"/>
              </a:ext>
            </a:extLst>
          </p:cNvPr>
          <p:cNvGrpSpPr/>
          <p:nvPr/>
        </p:nvGrpSpPr>
        <p:grpSpPr>
          <a:xfrm>
            <a:off x="4836570" y="1034290"/>
            <a:ext cx="2261935" cy="677825"/>
            <a:chOff x="4572482" y="4087119"/>
            <a:chExt cx="2261935" cy="677825"/>
          </a:xfrm>
        </p:grpSpPr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766DC9ED-FF63-235F-73D4-0B1E03C7B46A}"/>
                </a:ext>
              </a:extLst>
            </p:cNvPr>
            <p:cNvSpPr/>
            <p:nvPr/>
          </p:nvSpPr>
          <p:spPr>
            <a:xfrm rot="16200000" flipV="1">
              <a:off x="5953483" y="3884010"/>
              <a:ext cx="50083" cy="1711785"/>
            </a:xfrm>
            <a:prstGeom prst="rect">
              <a:avLst/>
            </a:prstGeom>
            <a:solidFill>
              <a:srgbClr val="FF00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9C3D3578-13AB-742D-F63B-036E63038C2C}"/>
                </a:ext>
              </a:extLst>
            </p:cNvPr>
            <p:cNvSpPr txBox="1"/>
            <p:nvPr/>
          </p:nvSpPr>
          <p:spPr>
            <a:xfrm>
              <a:off x="4572482" y="4087119"/>
              <a:ext cx="1303562" cy="230832"/>
            </a:xfrm>
            <a:prstGeom prst="rect">
              <a:avLst/>
            </a:prstGeom>
            <a:solidFill>
              <a:srgbClr val="FFC000"/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900" b="1"/>
                <a:t>싱크대 </a:t>
              </a:r>
              <a:r>
                <a:rPr lang="ko-KR" altLang="en-US" sz="900" b="1" err="1"/>
                <a:t>간접등</a:t>
              </a:r>
              <a:r>
                <a:rPr lang="ko-KR" altLang="en-US" sz="900" b="1"/>
                <a:t> 서비스</a:t>
              </a:r>
            </a:p>
          </p:txBody>
        </p:sp>
        <p:cxnSp>
          <p:nvCxnSpPr>
            <p:cNvPr id="62" name="직선 화살표 연결선 61">
              <a:extLst>
                <a:ext uri="{FF2B5EF4-FFF2-40B4-BE49-F238E27FC236}">
                  <a16:creationId xmlns:a16="http://schemas.microsoft.com/office/drawing/2014/main" id="{231B31E3-0720-2983-C3AB-5D43AA7E0F88}"/>
                </a:ext>
              </a:extLst>
            </p:cNvPr>
            <p:cNvCxnSpPr>
              <a:cxnSpLocks/>
              <a:stCxn id="60" idx="2"/>
            </p:cNvCxnSpPr>
            <p:nvPr/>
          </p:nvCxnSpPr>
          <p:spPr>
            <a:xfrm flipV="1">
              <a:off x="5122632" y="4272029"/>
              <a:ext cx="0" cy="46787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5123531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7A3B6-CAA1-52D4-3AAC-5E25F1380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703161F-0AB9-521B-523E-AAF56D6AA5B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64673" y="939087"/>
            <a:ext cx="8473128" cy="542878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90F5244-26D6-7C55-E72B-7D212AD0D4BE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𝟏𝟎𝟒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90F5244-26D6-7C55-E72B-7D212AD0D4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A4FD1000-B20F-31F9-98E3-24115F4575E0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104A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 + </a:t>
            </a:r>
            <a:r>
              <a:rPr lang="ko-KR" altLang="en-US" sz="2000" b="1" err="1"/>
              <a:t>실링팬</a:t>
            </a:r>
            <a:r>
              <a:rPr lang="ko-KR" altLang="en-US" sz="2000" b="1"/>
              <a:t> 우물두줄</a:t>
            </a:r>
            <a:endParaRPr lang="en-US" altLang="ko-KR" sz="2000" b="1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1072A93-BA5E-9919-545A-E3F9D1513C45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13" name="별: 꼭짓점 4개 12">
            <a:extLst>
              <a:ext uri="{FF2B5EF4-FFF2-40B4-BE49-F238E27FC236}">
                <a16:creationId xmlns:a16="http://schemas.microsoft.com/office/drawing/2014/main" id="{61D926B4-14C4-90F7-8AEE-8039DFB5DEB9}"/>
              </a:ext>
            </a:extLst>
          </p:cNvPr>
          <p:cNvSpPr/>
          <p:nvPr/>
        </p:nvSpPr>
        <p:spPr>
          <a:xfrm>
            <a:off x="6848232" y="4799729"/>
            <a:ext cx="470165" cy="47178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D634897-4D64-8926-4266-0267A0395D82}"/>
              </a:ext>
            </a:extLst>
          </p:cNvPr>
          <p:cNvSpPr txBox="1"/>
          <p:nvPr/>
        </p:nvSpPr>
        <p:spPr>
          <a:xfrm>
            <a:off x="6332432" y="6315887"/>
            <a:ext cx="22293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err="1">
                <a:highlight>
                  <a:srgbClr val="FFFF00"/>
                </a:highlight>
              </a:rPr>
              <a:t>실링팬</a:t>
            </a:r>
            <a:r>
              <a:rPr lang="ko-KR" altLang="en-US" sz="1000" b="1">
                <a:highlight>
                  <a:srgbClr val="FFFF00"/>
                </a:highlight>
              </a:rPr>
              <a:t> </a:t>
            </a:r>
            <a:r>
              <a:rPr lang="ko-KR" altLang="en-US" sz="1000" b="1" err="1">
                <a:highlight>
                  <a:srgbClr val="FFFF00"/>
                </a:highlight>
              </a:rPr>
              <a:t>루씨에어</a:t>
            </a:r>
            <a:r>
              <a:rPr lang="en-US" altLang="ko-KR" sz="1000" b="1">
                <a:highlight>
                  <a:srgbClr val="FFFF00"/>
                </a:highlight>
              </a:rPr>
              <a:t>-</a:t>
            </a:r>
            <a:r>
              <a:rPr lang="ko-KR" altLang="en-US" sz="1000" b="1" err="1">
                <a:highlight>
                  <a:srgbClr val="FFFF00"/>
                </a:highlight>
              </a:rPr>
              <a:t>코타라</a:t>
            </a:r>
            <a:endParaRPr lang="en-US" altLang="ko-KR" sz="1000" b="1">
              <a:highlight>
                <a:srgbClr val="FFFF00"/>
              </a:highlight>
            </a:endParaRPr>
          </a:p>
          <a:p>
            <a:r>
              <a:rPr lang="ko-KR" altLang="en-US" sz="1000" b="1">
                <a:highlight>
                  <a:srgbClr val="FFFF00"/>
                </a:highlight>
              </a:rPr>
              <a:t>설치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보강</a:t>
            </a:r>
            <a:endParaRPr lang="en-US" altLang="ko-KR" sz="1000" b="1">
              <a:highlight>
                <a:srgbClr val="FFFF00"/>
              </a:highlight>
            </a:endParaRPr>
          </a:p>
        </p:txBody>
      </p:sp>
      <p:sp>
        <p:nvSpPr>
          <p:cNvPr id="37" name="TextBox 13">
            <a:extLst>
              <a:ext uri="{FF2B5EF4-FFF2-40B4-BE49-F238E27FC236}">
                <a16:creationId xmlns:a16="http://schemas.microsoft.com/office/drawing/2014/main" id="{02DD46B4-B3EC-3B4E-E2EA-D9F7CB81BF3B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273E0750-2055-086A-5010-1FB725023A38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636227DC-EADD-2C66-BB77-CBBAD84C3A16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D7F1A081-DE3A-6C5A-B204-684B7A2E1B45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AB84DA40-F9FA-CC25-04FA-A5965A8F3C2B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2" name="TextBox 11">
              <a:extLst>
                <a:ext uri="{FF2B5EF4-FFF2-40B4-BE49-F238E27FC236}">
                  <a16:creationId xmlns:a16="http://schemas.microsoft.com/office/drawing/2014/main" id="{308C3824-11C0-73F9-09E4-E10B812DF094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99AEBF86-7EC2-09A8-DADF-E893EE1ADB9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320" b="-1"/>
          <a:stretch>
            <a:fillRect/>
          </a:stretch>
        </p:blipFill>
        <p:spPr>
          <a:xfrm>
            <a:off x="10210787" y="4582879"/>
            <a:ext cx="1981952" cy="1377266"/>
          </a:xfrm>
          <a:prstGeom prst="rect">
            <a:avLst/>
          </a:prstGeom>
        </p:spPr>
      </p:pic>
      <p:grpSp>
        <p:nvGrpSpPr>
          <p:cNvPr id="21" name="그룹 20">
            <a:extLst>
              <a:ext uri="{FF2B5EF4-FFF2-40B4-BE49-F238E27FC236}">
                <a16:creationId xmlns:a16="http://schemas.microsoft.com/office/drawing/2014/main" id="{1506B750-55C0-18C4-BB04-6A3A413C0737}"/>
              </a:ext>
            </a:extLst>
          </p:cNvPr>
          <p:cNvGrpSpPr/>
          <p:nvPr/>
        </p:nvGrpSpPr>
        <p:grpSpPr>
          <a:xfrm>
            <a:off x="10236833" y="3632036"/>
            <a:ext cx="1853276" cy="861298"/>
            <a:chOff x="579766" y="5357847"/>
            <a:chExt cx="2329644" cy="1082687"/>
          </a:xfrm>
        </p:grpSpPr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0F00AA6C-EF90-80D7-F682-D7CFB191089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79766" y="5357847"/>
              <a:ext cx="2329644" cy="1082687"/>
            </a:xfrm>
            <a:prstGeom prst="rect">
              <a:avLst/>
            </a:prstGeom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3F7D943-48BA-BA3C-98FC-0D8E5D2002CD}"/>
                </a:ext>
              </a:extLst>
            </p:cNvPr>
            <p:cNvSpPr txBox="1"/>
            <p:nvPr/>
          </p:nvSpPr>
          <p:spPr>
            <a:xfrm>
              <a:off x="1835306" y="5445942"/>
              <a:ext cx="976928" cy="41133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err="1"/>
                <a:t>코타라</a:t>
              </a:r>
              <a:endParaRPr lang="ko-KR" altLang="en-US" b="1"/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19977646-8935-0EA8-48D5-2B048B2A9AC6}"/>
              </a:ext>
            </a:extLst>
          </p:cNvPr>
          <p:cNvGrpSpPr/>
          <p:nvPr/>
        </p:nvGrpSpPr>
        <p:grpSpPr>
          <a:xfrm>
            <a:off x="3291343" y="3918821"/>
            <a:ext cx="764953" cy="255925"/>
            <a:chOff x="1936987" y="651871"/>
            <a:chExt cx="764953" cy="255925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AA398AF-070A-575F-49F6-F5DFC817DAC1}"/>
                </a:ext>
              </a:extLst>
            </p:cNvPr>
            <p:cNvSpPr txBox="1"/>
            <p:nvPr/>
          </p:nvSpPr>
          <p:spPr>
            <a:xfrm>
              <a:off x="1936987" y="651871"/>
              <a:ext cx="764953" cy="18466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600" b="1"/>
                <a:t>서비스 조명 </a:t>
              </a:r>
              <a:r>
                <a:rPr lang="en-US" altLang="ko-KR" sz="600" b="1"/>
                <a:t>2EA</a:t>
              </a:r>
              <a:endParaRPr lang="ko-KR" altLang="en-US" sz="600" b="1"/>
            </a:p>
          </p:txBody>
        </p:sp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83F7477A-800C-0E82-321B-253DEBA33698}"/>
                </a:ext>
              </a:extLst>
            </p:cNvPr>
            <p:cNvGrpSpPr/>
            <p:nvPr/>
          </p:nvGrpSpPr>
          <p:grpSpPr>
            <a:xfrm rot="5400000">
              <a:off x="2273220" y="601002"/>
              <a:ext cx="98805" cy="514784"/>
              <a:chOff x="4737843" y="5096977"/>
              <a:chExt cx="98805" cy="514784"/>
            </a:xfrm>
            <a:solidFill>
              <a:srgbClr val="FF00FF"/>
            </a:solidFill>
          </p:grpSpPr>
          <p:sp>
            <p:nvSpPr>
              <p:cNvPr id="9" name="타원 8">
                <a:extLst>
                  <a:ext uri="{FF2B5EF4-FFF2-40B4-BE49-F238E27FC236}">
                    <a16:creationId xmlns:a16="http://schemas.microsoft.com/office/drawing/2014/main" id="{6B0599B3-A5B7-4F4C-1C74-578F19E10E20}"/>
                  </a:ext>
                </a:extLst>
              </p:cNvPr>
              <p:cNvSpPr/>
              <p:nvPr/>
            </p:nvSpPr>
            <p:spPr>
              <a:xfrm>
                <a:off x="4737843" y="5096977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" name="타원 9">
                <a:extLst>
                  <a:ext uri="{FF2B5EF4-FFF2-40B4-BE49-F238E27FC236}">
                    <a16:creationId xmlns:a16="http://schemas.microsoft.com/office/drawing/2014/main" id="{1626EA7E-D1D5-EA9D-F94C-DEA097B7A749}"/>
                  </a:ext>
                </a:extLst>
              </p:cNvPr>
              <p:cNvSpPr/>
              <p:nvPr/>
            </p:nvSpPr>
            <p:spPr>
              <a:xfrm>
                <a:off x="4738263" y="5513376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69476437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7A3B6-CAA1-52D4-3AAC-5E25F1380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703161F-0AB9-521B-523E-AAF56D6AA5B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64673" y="939087"/>
            <a:ext cx="8473128" cy="542878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90F5244-26D6-7C55-E72B-7D212AD0D4BE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𝟏𝟎𝟒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90F5244-26D6-7C55-E72B-7D212AD0D4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A4FD1000-B20F-31F9-98E3-24115F4575E0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104A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 + </a:t>
            </a:r>
            <a:r>
              <a:rPr lang="ko-KR" altLang="en-US" sz="2000" b="1" err="1"/>
              <a:t>실링팬</a:t>
            </a:r>
            <a:r>
              <a:rPr lang="ko-KR" altLang="en-US" sz="2000" b="1"/>
              <a:t> 우물두줄</a:t>
            </a:r>
            <a:endParaRPr lang="en-US" altLang="ko-KR" sz="2000" b="1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1072A93-BA5E-9919-545A-E3F9D1513C45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13" name="별: 꼭짓점 4개 12">
            <a:extLst>
              <a:ext uri="{FF2B5EF4-FFF2-40B4-BE49-F238E27FC236}">
                <a16:creationId xmlns:a16="http://schemas.microsoft.com/office/drawing/2014/main" id="{61D926B4-14C4-90F7-8AEE-8039DFB5DEB9}"/>
              </a:ext>
            </a:extLst>
          </p:cNvPr>
          <p:cNvSpPr/>
          <p:nvPr/>
        </p:nvSpPr>
        <p:spPr>
          <a:xfrm>
            <a:off x="6848232" y="4799729"/>
            <a:ext cx="470165" cy="47178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D634897-4D64-8926-4266-0267A0395D82}"/>
              </a:ext>
            </a:extLst>
          </p:cNvPr>
          <p:cNvSpPr txBox="1"/>
          <p:nvPr/>
        </p:nvSpPr>
        <p:spPr>
          <a:xfrm>
            <a:off x="6332432" y="6315887"/>
            <a:ext cx="22293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err="1">
                <a:highlight>
                  <a:srgbClr val="FFFF00"/>
                </a:highlight>
              </a:rPr>
              <a:t>실링팬</a:t>
            </a:r>
            <a:r>
              <a:rPr lang="ko-KR" altLang="en-US" sz="1000" b="1">
                <a:highlight>
                  <a:srgbClr val="FFFF00"/>
                </a:highlight>
              </a:rPr>
              <a:t> </a:t>
            </a:r>
            <a:r>
              <a:rPr lang="ko-KR" altLang="en-US" sz="1000" b="1" err="1">
                <a:highlight>
                  <a:srgbClr val="FFFF00"/>
                </a:highlight>
              </a:rPr>
              <a:t>루씨에어</a:t>
            </a:r>
            <a:endParaRPr lang="en-US" altLang="ko-KR" sz="1000" b="1">
              <a:highlight>
                <a:srgbClr val="FFFF00"/>
              </a:highlight>
            </a:endParaRPr>
          </a:p>
          <a:p>
            <a:r>
              <a:rPr lang="ko-KR" altLang="en-US" sz="1000" b="1">
                <a:highlight>
                  <a:srgbClr val="FFFF00"/>
                </a:highlight>
              </a:rPr>
              <a:t>설치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보강</a:t>
            </a:r>
            <a:endParaRPr lang="en-US" altLang="ko-KR" sz="1000" b="1">
              <a:highlight>
                <a:srgbClr val="FFFF00"/>
              </a:highlight>
            </a:endParaRPr>
          </a:p>
        </p:txBody>
      </p:sp>
      <p:sp>
        <p:nvSpPr>
          <p:cNvPr id="37" name="TextBox 13">
            <a:extLst>
              <a:ext uri="{FF2B5EF4-FFF2-40B4-BE49-F238E27FC236}">
                <a16:creationId xmlns:a16="http://schemas.microsoft.com/office/drawing/2014/main" id="{02DD46B4-B3EC-3B4E-E2EA-D9F7CB81BF3B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273E0750-2055-086A-5010-1FB725023A38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636227DC-EADD-2C66-BB77-CBBAD84C3A16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D7F1A081-DE3A-6C5A-B204-684B7A2E1B45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AB84DA40-F9FA-CC25-04FA-A5965A8F3C2B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2" name="TextBox 11">
              <a:extLst>
                <a:ext uri="{FF2B5EF4-FFF2-40B4-BE49-F238E27FC236}">
                  <a16:creationId xmlns:a16="http://schemas.microsoft.com/office/drawing/2014/main" id="{308C3824-11C0-73F9-09E4-E10B812DF094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99AEBF86-7EC2-09A8-DADF-E893EE1ADB9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320" b="-1"/>
          <a:stretch>
            <a:fillRect/>
          </a:stretch>
        </p:blipFill>
        <p:spPr>
          <a:xfrm>
            <a:off x="10210787" y="4582879"/>
            <a:ext cx="1981952" cy="1377266"/>
          </a:xfrm>
          <a:prstGeom prst="rect">
            <a:avLst/>
          </a:prstGeom>
        </p:spPr>
      </p:pic>
      <p:grpSp>
        <p:nvGrpSpPr>
          <p:cNvPr id="11" name="그룹 10">
            <a:extLst>
              <a:ext uri="{FF2B5EF4-FFF2-40B4-BE49-F238E27FC236}">
                <a16:creationId xmlns:a16="http://schemas.microsoft.com/office/drawing/2014/main" id="{779BA5C4-FA59-3CA5-54C7-BDAA573C343D}"/>
              </a:ext>
            </a:extLst>
          </p:cNvPr>
          <p:cNvGrpSpPr/>
          <p:nvPr/>
        </p:nvGrpSpPr>
        <p:grpSpPr>
          <a:xfrm>
            <a:off x="5974043" y="4564547"/>
            <a:ext cx="869823" cy="620194"/>
            <a:chOff x="368880" y="332433"/>
            <a:chExt cx="869823" cy="620194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8BF2076-59BC-3658-4A4A-4575E15EC5AA}"/>
                </a:ext>
              </a:extLst>
            </p:cNvPr>
            <p:cNvSpPr txBox="1"/>
            <p:nvPr/>
          </p:nvSpPr>
          <p:spPr>
            <a:xfrm>
              <a:off x="467265" y="545811"/>
              <a:ext cx="771438" cy="18466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600" b="1"/>
                <a:t>서비스 조명 </a:t>
              </a:r>
              <a:r>
                <a:rPr lang="en-US" altLang="ko-KR" sz="600" b="1"/>
                <a:t>2EA</a:t>
              </a:r>
              <a:endParaRPr lang="ko-KR" altLang="en-US" sz="600" b="1"/>
            </a:p>
          </p:txBody>
        </p:sp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C2F183AE-6A8B-A2F2-A70D-002D011672EE}"/>
                </a:ext>
              </a:extLst>
            </p:cNvPr>
            <p:cNvGrpSpPr/>
            <p:nvPr/>
          </p:nvGrpSpPr>
          <p:grpSpPr>
            <a:xfrm>
              <a:off x="368880" y="332433"/>
              <a:ext cx="98814" cy="620194"/>
              <a:chOff x="4737834" y="4900127"/>
              <a:chExt cx="98814" cy="620194"/>
            </a:xfrm>
            <a:solidFill>
              <a:srgbClr val="FF00FF"/>
            </a:solidFill>
          </p:grpSpPr>
          <p:sp>
            <p:nvSpPr>
              <p:cNvPr id="16" name="타원 15">
                <a:extLst>
                  <a:ext uri="{FF2B5EF4-FFF2-40B4-BE49-F238E27FC236}">
                    <a16:creationId xmlns:a16="http://schemas.microsoft.com/office/drawing/2014/main" id="{5ACAC502-E067-D66B-75C8-CB43CFD6B462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타원 16">
                <a:extLst>
                  <a:ext uri="{FF2B5EF4-FFF2-40B4-BE49-F238E27FC236}">
                    <a16:creationId xmlns:a16="http://schemas.microsoft.com/office/drawing/2014/main" id="{2D031CB9-88AF-5DC9-A156-B658EA3C5745}"/>
                  </a:ext>
                </a:extLst>
              </p:cNvPr>
              <p:cNvSpPr/>
              <p:nvPr/>
            </p:nvSpPr>
            <p:spPr>
              <a:xfrm>
                <a:off x="4738263" y="5421936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18" name="타원 17">
            <a:extLst>
              <a:ext uri="{FF2B5EF4-FFF2-40B4-BE49-F238E27FC236}">
                <a16:creationId xmlns:a16="http://schemas.microsoft.com/office/drawing/2014/main" id="{B78274D3-F85B-D964-78DE-FD5E5754F652}"/>
              </a:ext>
            </a:extLst>
          </p:cNvPr>
          <p:cNvSpPr/>
          <p:nvPr/>
        </p:nvSpPr>
        <p:spPr>
          <a:xfrm>
            <a:off x="5983349" y="5588106"/>
            <a:ext cx="98385" cy="98385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1406031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24F4020-1C7B-6E80-7921-4A57D4D03FE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971902" y="977962"/>
            <a:ext cx="6337198" cy="588003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7A13E1B-A154-2496-FE17-7BFFB2CAE05E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𝟏𝟎𝟒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𝑩𝒎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7A13E1B-A154-2496-FE17-7BFFB2CAE0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직사각형 7">
            <a:extLst>
              <a:ext uri="{FF2B5EF4-FFF2-40B4-BE49-F238E27FC236}">
                <a16:creationId xmlns:a16="http://schemas.microsoft.com/office/drawing/2014/main" id="{03E939BF-1B0B-5118-C4BD-907F8E074384}"/>
              </a:ext>
            </a:extLst>
          </p:cNvPr>
          <p:cNvSpPr/>
          <p:nvPr/>
        </p:nvSpPr>
        <p:spPr>
          <a:xfrm rot="10800000">
            <a:off x="8758568" y="2486024"/>
            <a:ext cx="102820" cy="155257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D250A7ED-DBE3-B785-A629-223AAD84920F}"/>
              </a:ext>
            </a:extLst>
          </p:cNvPr>
          <p:cNvSpPr/>
          <p:nvPr/>
        </p:nvSpPr>
        <p:spPr>
          <a:xfrm>
            <a:off x="6795152" y="2667575"/>
            <a:ext cx="1702270" cy="1035887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FB3ACCE7-7FFC-CA5F-9C61-1FCE50AA2078}"/>
              </a:ext>
            </a:extLst>
          </p:cNvPr>
          <p:cNvSpPr/>
          <p:nvPr/>
        </p:nvSpPr>
        <p:spPr>
          <a:xfrm>
            <a:off x="6934200" y="2800115"/>
            <a:ext cx="1430408" cy="788371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709725-90DF-1794-C138-03F362D5E1C2}"/>
              </a:ext>
            </a:extLst>
          </p:cNvPr>
          <p:cNvSpPr txBox="1"/>
          <p:nvPr/>
        </p:nvSpPr>
        <p:spPr>
          <a:xfrm>
            <a:off x="5823748" y="3703604"/>
            <a:ext cx="97140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endParaRPr lang="en-US" altLang="ko-KR" sz="1000" b="1"/>
          </a:p>
          <a:p>
            <a:pPr algn="ctr"/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DC03F69-11E9-6AEB-6297-F1FF87165A69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5C4B23A8-BCE3-6385-780B-9376393EF341}"/>
              </a:ext>
            </a:extLst>
          </p:cNvPr>
          <p:cNvSpPr/>
          <p:nvPr/>
        </p:nvSpPr>
        <p:spPr>
          <a:xfrm rot="16200000" flipV="1">
            <a:off x="6070270" y="4474762"/>
            <a:ext cx="98384" cy="55375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6DBB29E6-8F19-BDDF-DBE5-8F3103A20640}"/>
              </a:ext>
            </a:extLst>
          </p:cNvPr>
          <p:cNvGrpSpPr/>
          <p:nvPr/>
        </p:nvGrpSpPr>
        <p:grpSpPr>
          <a:xfrm rot="5400000">
            <a:off x="4873325" y="3510001"/>
            <a:ext cx="104194" cy="502630"/>
            <a:chOff x="5324822" y="4581060"/>
            <a:chExt cx="104194" cy="502630"/>
          </a:xfrm>
        </p:grpSpPr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68C0FB53-3C15-C0D1-A453-C7E1BA466473}"/>
                </a:ext>
              </a:extLst>
            </p:cNvPr>
            <p:cNvSpPr/>
            <p:nvPr/>
          </p:nvSpPr>
          <p:spPr>
            <a:xfrm>
              <a:off x="5330631" y="458106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CE8B9E77-A051-4188-521A-CD0D9A528A12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C7CEA801-5E74-9784-7BA2-C0CC9969EC97}"/>
              </a:ext>
            </a:extLst>
          </p:cNvPr>
          <p:cNvSpPr txBox="1"/>
          <p:nvPr/>
        </p:nvSpPr>
        <p:spPr>
          <a:xfrm>
            <a:off x="9262367" y="2817492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>
                <a:highlight>
                  <a:srgbClr val="FFFF00"/>
                </a:highlight>
              </a:rPr>
              <a:t>우물은 두가지 </a:t>
            </a:r>
            <a:r>
              <a:rPr lang="ko-KR" altLang="en-US" sz="1000" b="1" err="1">
                <a:highlight>
                  <a:srgbClr val="FFFF00"/>
                </a:highlight>
              </a:rPr>
              <a:t>타입중</a:t>
            </a:r>
            <a:r>
              <a:rPr lang="ko-KR" altLang="en-US" sz="1000" b="1">
                <a:highlight>
                  <a:srgbClr val="FFFF00"/>
                </a:highlight>
              </a:rPr>
              <a:t> 선택 가능합니다</a:t>
            </a:r>
            <a:r>
              <a:rPr lang="en-US" altLang="ko-KR" sz="1000" b="1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 b="1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 b="1">
                <a:highlight>
                  <a:srgbClr val="FFFF00"/>
                </a:highlight>
              </a:rPr>
              <a:t>. </a:t>
            </a:r>
            <a:endParaRPr lang="ko-KR" altLang="en-US" sz="1000" b="1">
              <a:highlight>
                <a:srgbClr val="FFFF00"/>
              </a:highlight>
            </a:endParaRPr>
          </a:p>
        </p:txBody>
      </p: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01151A56-E724-4F16-B58D-C754B860B9EA}"/>
              </a:ext>
            </a:extLst>
          </p:cNvPr>
          <p:cNvCxnSpPr>
            <a:cxnSpLocks/>
          </p:cNvCxnSpPr>
          <p:nvPr/>
        </p:nvCxnSpPr>
        <p:spPr>
          <a:xfrm flipH="1">
            <a:off x="8497421" y="2955307"/>
            <a:ext cx="872536" cy="546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13">
            <a:extLst>
              <a:ext uri="{FF2B5EF4-FFF2-40B4-BE49-F238E27FC236}">
                <a16:creationId xmlns:a16="http://schemas.microsoft.com/office/drawing/2014/main" id="{BC30CE4F-9459-35BC-75C9-31C7F621A019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AB644D7B-0017-3B29-81C4-09C03CE33707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E857082B-76BC-1FEA-6F8D-A8BAEE3E7469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5B1FD515-4FDE-A352-7D1C-8B9B87AABAE8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A55ACA81-CA1B-75B3-8166-5DB1E6084C5A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2" name="TextBox 11">
              <a:extLst>
                <a:ext uri="{FF2B5EF4-FFF2-40B4-BE49-F238E27FC236}">
                  <a16:creationId xmlns:a16="http://schemas.microsoft.com/office/drawing/2014/main" id="{D6066B14-EEE6-0A16-B30B-F86FBBCA806E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05C8A5F5-7A76-6440-D25C-B05D53BD6E31}"/>
              </a:ext>
            </a:extLst>
          </p:cNvPr>
          <p:cNvSpPr/>
          <p:nvPr/>
        </p:nvSpPr>
        <p:spPr>
          <a:xfrm flipV="1">
            <a:off x="4206386" y="4222064"/>
            <a:ext cx="98385" cy="74149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8C042949-60E3-4C71-2DDE-D550C8C46E3B}"/>
              </a:ext>
            </a:extLst>
          </p:cNvPr>
          <p:cNvGrpSpPr/>
          <p:nvPr/>
        </p:nvGrpSpPr>
        <p:grpSpPr>
          <a:xfrm rot="5400000">
            <a:off x="7893396" y="3460838"/>
            <a:ext cx="98892" cy="1220108"/>
            <a:chOff x="4737834" y="4662002"/>
            <a:chExt cx="98892" cy="1220108"/>
          </a:xfrm>
        </p:grpSpPr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1242D828-6E11-D740-CF39-212FE54917BC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220442A8-7702-8F2B-EBA3-823E83D834AA}"/>
                </a:ext>
              </a:extLst>
            </p:cNvPr>
            <p:cNvSpPr/>
            <p:nvPr/>
          </p:nvSpPr>
          <p:spPr>
            <a:xfrm>
              <a:off x="4738263" y="52212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10C59053-3D02-588C-D959-8034CBC2D9F7}"/>
                </a:ext>
              </a:extLst>
            </p:cNvPr>
            <p:cNvSpPr/>
            <p:nvPr/>
          </p:nvSpPr>
          <p:spPr>
            <a:xfrm>
              <a:off x="4738341" y="57837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4C567E60-26FB-A3AC-89BD-7EB954AEE4A6}"/>
              </a:ext>
            </a:extLst>
          </p:cNvPr>
          <p:cNvGrpSpPr/>
          <p:nvPr/>
        </p:nvGrpSpPr>
        <p:grpSpPr>
          <a:xfrm rot="5400000">
            <a:off x="7888524" y="1658228"/>
            <a:ext cx="98892" cy="1220108"/>
            <a:chOff x="4737834" y="4662002"/>
            <a:chExt cx="98892" cy="1220108"/>
          </a:xfrm>
        </p:grpSpPr>
        <p:sp>
          <p:nvSpPr>
            <p:cNvPr id="57" name="타원 56">
              <a:extLst>
                <a:ext uri="{FF2B5EF4-FFF2-40B4-BE49-F238E27FC236}">
                  <a16:creationId xmlns:a16="http://schemas.microsoft.com/office/drawing/2014/main" id="{90CCAD35-E015-1252-D952-183682A5BE36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8" name="타원 57">
              <a:extLst>
                <a:ext uri="{FF2B5EF4-FFF2-40B4-BE49-F238E27FC236}">
                  <a16:creationId xmlns:a16="http://schemas.microsoft.com/office/drawing/2014/main" id="{D71852CD-B04D-1ACF-CDBE-D3414367FDE3}"/>
                </a:ext>
              </a:extLst>
            </p:cNvPr>
            <p:cNvSpPr/>
            <p:nvPr/>
          </p:nvSpPr>
          <p:spPr>
            <a:xfrm>
              <a:off x="4738263" y="52212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9" name="타원 58">
              <a:extLst>
                <a:ext uri="{FF2B5EF4-FFF2-40B4-BE49-F238E27FC236}">
                  <a16:creationId xmlns:a16="http://schemas.microsoft.com/office/drawing/2014/main" id="{D10CBC79-74BB-E36D-82D5-FDA2E3010753}"/>
                </a:ext>
              </a:extLst>
            </p:cNvPr>
            <p:cNvSpPr/>
            <p:nvPr/>
          </p:nvSpPr>
          <p:spPr>
            <a:xfrm>
              <a:off x="4738341" y="57837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6A309777-D50A-DB90-7C0D-16B84141E4EE}"/>
              </a:ext>
            </a:extLst>
          </p:cNvPr>
          <p:cNvSpPr txBox="1"/>
          <p:nvPr/>
        </p:nvSpPr>
        <p:spPr>
          <a:xfrm>
            <a:off x="2546341" y="343644"/>
            <a:ext cx="71077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104B</a:t>
            </a:r>
            <a:r>
              <a:rPr lang="ko-KR" altLang="en-US" sz="2000" b="1"/>
              <a:t>타입 간접</a:t>
            </a:r>
            <a:r>
              <a:rPr lang="en-US" altLang="ko-KR" sz="2000" b="1"/>
              <a:t>A /</a:t>
            </a:r>
            <a:r>
              <a:rPr lang="ko-KR" altLang="en-US" sz="2000" b="1"/>
              <a:t>간접</a:t>
            </a:r>
            <a:r>
              <a:rPr lang="en-US" altLang="ko-KR" sz="2000" b="1"/>
              <a:t> </a:t>
            </a:r>
            <a:r>
              <a:rPr lang="ko-KR" altLang="en-US" sz="2000" b="1"/>
              <a:t>센서 </a:t>
            </a:r>
            <a:r>
              <a:rPr lang="en-US" altLang="ko-KR" sz="2000" b="1"/>
              <a:t>SET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1D0A6B9-ADD6-F575-A0F9-8D7D7E96D614}"/>
              </a:ext>
            </a:extLst>
          </p:cNvPr>
          <p:cNvSpPr txBox="1"/>
          <p:nvPr/>
        </p:nvSpPr>
        <p:spPr>
          <a:xfrm>
            <a:off x="3523376" y="1544180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2855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D1FF0E-52B3-1BCD-BC23-BB6AB9C399BB}"/>
              </a:ext>
            </a:extLst>
          </p:cNvPr>
          <p:cNvSpPr txBox="1"/>
          <p:nvPr/>
        </p:nvSpPr>
        <p:spPr>
          <a:xfrm>
            <a:off x="4863694" y="1544180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3007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A0A58B-74A2-6D48-A5FC-6AD89D4EA27B}"/>
              </a:ext>
            </a:extLst>
          </p:cNvPr>
          <p:cNvSpPr txBox="1"/>
          <p:nvPr/>
        </p:nvSpPr>
        <p:spPr>
          <a:xfrm>
            <a:off x="3552712" y="4488165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1965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B21F2EC-49FF-FDC2-82C9-1EC17BAAB7F9}"/>
              </a:ext>
            </a:extLst>
          </p:cNvPr>
          <p:cNvSpPr txBox="1"/>
          <p:nvPr/>
        </p:nvSpPr>
        <p:spPr>
          <a:xfrm>
            <a:off x="5884661" y="4488165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1200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FD28CD5-E679-E053-E851-6A737E917CCD}"/>
              </a:ext>
            </a:extLst>
          </p:cNvPr>
          <p:cNvSpPr txBox="1"/>
          <p:nvPr/>
        </p:nvSpPr>
        <p:spPr>
          <a:xfrm>
            <a:off x="6210143" y="5165201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1200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37237FB-45FA-15B3-C7CE-83DEC878C0C7}"/>
              </a:ext>
            </a:extLst>
          </p:cNvPr>
          <p:cNvSpPr/>
          <p:nvPr/>
        </p:nvSpPr>
        <p:spPr>
          <a:xfrm rot="16200000" flipV="1">
            <a:off x="6406696" y="4908152"/>
            <a:ext cx="98384" cy="52422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AC8E697-64E0-DB9F-CEF6-BF3765C89677}"/>
              </a:ext>
            </a:extLst>
          </p:cNvPr>
          <p:cNvSpPr txBox="1"/>
          <p:nvPr/>
        </p:nvSpPr>
        <p:spPr>
          <a:xfrm>
            <a:off x="8823288" y="6275606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2096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3624F91-3EA4-887A-1EEE-25AAA7E185DB}"/>
              </a:ext>
            </a:extLst>
          </p:cNvPr>
          <p:cNvSpPr txBox="1"/>
          <p:nvPr/>
        </p:nvSpPr>
        <p:spPr>
          <a:xfrm>
            <a:off x="7477071" y="3691889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4523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9D5638B-0B6A-5F02-C6C4-A70AA4A64A12}"/>
              </a:ext>
            </a:extLst>
          </p:cNvPr>
          <p:cNvSpPr txBox="1"/>
          <p:nvPr/>
        </p:nvSpPr>
        <p:spPr>
          <a:xfrm>
            <a:off x="6884083" y="3054713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3686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BE88178-4687-D97D-E16B-2CD83F626CA3}"/>
              </a:ext>
            </a:extLst>
          </p:cNvPr>
          <p:cNvSpPr txBox="1"/>
          <p:nvPr/>
        </p:nvSpPr>
        <p:spPr>
          <a:xfrm>
            <a:off x="9103339" y="3141479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4992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90525B6-CED0-4961-0EAF-70E0286DBB3C}"/>
              </a:ext>
            </a:extLst>
          </p:cNvPr>
          <p:cNvSpPr txBox="1"/>
          <p:nvPr/>
        </p:nvSpPr>
        <p:spPr>
          <a:xfrm>
            <a:off x="8822192" y="4926327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3926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7621616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12A3E0-AD3B-E9B5-2FBC-EBD3DCE7F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121649C-C549-37F7-E46F-9F75ABC38FA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971902" y="977962"/>
            <a:ext cx="6337198" cy="588003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F8484AC-6927-5A4A-3C66-04752145A992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𝟏𝟎𝟒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𝑩𝒎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F8484AC-6927-5A4A-3C66-04752145A9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9260EB36-4CBB-72FC-73CC-7DC85F226935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104B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FD5F573-CE96-3FA3-E40F-2FA2CDD46BCC}"/>
              </a:ext>
            </a:extLst>
          </p:cNvPr>
          <p:cNvSpPr/>
          <p:nvPr/>
        </p:nvSpPr>
        <p:spPr>
          <a:xfrm rot="5400000">
            <a:off x="8074552" y="4956524"/>
            <a:ext cx="949003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837F7C-1732-F573-02BC-305D81FD504B}"/>
              </a:ext>
            </a:extLst>
          </p:cNvPr>
          <p:cNvSpPr txBox="1"/>
          <p:nvPr/>
        </p:nvSpPr>
        <p:spPr>
          <a:xfrm>
            <a:off x="7508066" y="5082545"/>
            <a:ext cx="859809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err="1"/>
              <a:t>무선리모컨</a:t>
            </a:r>
            <a:endParaRPr lang="en-US" altLang="ko-KR" sz="1000" b="1"/>
          </a:p>
          <a:p>
            <a:pPr algn="ctr"/>
            <a:r>
              <a:rPr lang="en-US" altLang="ko-KR" sz="1000" b="1"/>
              <a:t>1</a:t>
            </a:r>
            <a:r>
              <a:rPr lang="ko-KR" altLang="en-US" sz="1000" b="1"/>
              <a:t>구</a:t>
            </a:r>
            <a:r>
              <a:rPr lang="en-US" altLang="ko-KR" sz="1000" b="1"/>
              <a:t>(3</a:t>
            </a:r>
            <a:r>
              <a:rPr lang="ko-KR" altLang="en-US" sz="1000" b="1"/>
              <a:t>채널</a:t>
            </a:r>
            <a:r>
              <a:rPr lang="en-US" altLang="ko-KR" sz="1000" b="1"/>
              <a:t>)</a:t>
            </a:r>
            <a:endParaRPr lang="ko-KR" altLang="en-US" sz="1000" b="1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BB5D94B-A58E-E16D-1BAD-67BBA615F4C2}"/>
              </a:ext>
            </a:extLst>
          </p:cNvPr>
          <p:cNvSpPr/>
          <p:nvPr/>
        </p:nvSpPr>
        <p:spPr>
          <a:xfrm rot="10800000">
            <a:off x="8758568" y="2486024"/>
            <a:ext cx="102820" cy="155257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972B4A7-3187-3639-0F2F-DCDFFFA46359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F4738446-7005-3C2F-C630-926717B9214D}"/>
              </a:ext>
            </a:extLst>
          </p:cNvPr>
          <p:cNvGrpSpPr/>
          <p:nvPr/>
        </p:nvGrpSpPr>
        <p:grpSpPr>
          <a:xfrm rot="5400000">
            <a:off x="7888562" y="3973708"/>
            <a:ext cx="98814" cy="638609"/>
            <a:chOff x="4737834" y="4900127"/>
            <a:chExt cx="98814" cy="638609"/>
          </a:xfrm>
          <a:solidFill>
            <a:srgbClr val="00B0F0"/>
          </a:solidFill>
        </p:grpSpPr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DDFB8A59-4C8A-E097-59C6-8CFEAE334F00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D6487DB5-46CD-7469-F546-37EF1398B166}"/>
                </a:ext>
              </a:extLst>
            </p:cNvPr>
            <p:cNvSpPr/>
            <p:nvPr/>
          </p:nvSpPr>
          <p:spPr>
            <a:xfrm>
              <a:off x="4738263" y="5440351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282DA295-427B-EC4B-ED37-27E9251B698C}"/>
              </a:ext>
            </a:extLst>
          </p:cNvPr>
          <p:cNvGrpSpPr/>
          <p:nvPr/>
        </p:nvGrpSpPr>
        <p:grpSpPr>
          <a:xfrm rot="5400000">
            <a:off x="4873325" y="3510001"/>
            <a:ext cx="104194" cy="502630"/>
            <a:chOff x="5324822" y="4581060"/>
            <a:chExt cx="104194" cy="502630"/>
          </a:xfrm>
        </p:grpSpPr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77CD0FF8-2A0B-7118-8CFD-8E450BF39476}"/>
                </a:ext>
              </a:extLst>
            </p:cNvPr>
            <p:cNvSpPr/>
            <p:nvPr/>
          </p:nvSpPr>
          <p:spPr>
            <a:xfrm>
              <a:off x="5330631" y="458106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A497E7F2-E904-DFF0-6916-487633C73670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C8233D55-6743-019E-D03C-29AF1F511DE6}"/>
              </a:ext>
            </a:extLst>
          </p:cNvPr>
          <p:cNvSpPr txBox="1"/>
          <p:nvPr/>
        </p:nvSpPr>
        <p:spPr>
          <a:xfrm>
            <a:off x="9262367" y="2817492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>
                <a:highlight>
                  <a:srgbClr val="FFFF00"/>
                </a:highlight>
              </a:rPr>
              <a:t>우물은 두가지 </a:t>
            </a:r>
            <a:r>
              <a:rPr lang="ko-KR" altLang="en-US" sz="1000" b="1" err="1">
                <a:highlight>
                  <a:srgbClr val="FFFF00"/>
                </a:highlight>
              </a:rPr>
              <a:t>타입중</a:t>
            </a:r>
            <a:r>
              <a:rPr lang="ko-KR" altLang="en-US" sz="1000" b="1">
                <a:highlight>
                  <a:srgbClr val="FFFF00"/>
                </a:highlight>
              </a:rPr>
              <a:t> 선택 가능합니다</a:t>
            </a:r>
            <a:r>
              <a:rPr lang="en-US" altLang="ko-KR" sz="1000" b="1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 b="1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 b="1">
                <a:highlight>
                  <a:srgbClr val="FFFF00"/>
                </a:highlight>
              </a:rPr>
              <a:t>. </a:t>
            </a:r>
            <a:endParaRPr lang="ko-KR" altLang="en-US" sz="1000" b="1">
              <a:highlight>
                <a:srgbClr val="FFFF00"/>
              </a:highlight>
            </a:endParaRPr>
          </a:p>
        </p:txBody>
      </p: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4AE4AD95-2344-C3AB-0A29-0FC8EFECB255}"/>
              </a:ext>
            </a:extLst>
          </p:cNvPr>
          <p:cNvCxnSpPr>
            <a:cxnSpLocks/>
          </p:cNvCxnSpPr>
          <p:nvPr/>
        </p:nvCxnSpPr>
        <p:spPr>
          <a:xfrm flipH="1">
            <a:off x="8497421" y="2955307"/>
            <a:ext cx="872536" cy="546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13">
            <a:extLst>
              <a:ext uri="{FF2B5EF4-FFF2-40B4-BE49-F238E27FC236}">
                <a16:creationId xmlns:a16="http://schemas.microsoft.com/office/drawing/2014/main" id="{DC9319EF-EA30-EB0B-E450-37ADE9963009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6F1730CC-B18E-6ED4-0295-784A6273FEF2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C655A4A1-2D73-4896-5D1D-7C2B60234D6F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3EAF729D-E383-5B14-3AA9-E61BCD41421A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634F119A-E3C3-9D6C-6F43-087FB921FE21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2" name="TextBox 11">
              <a:extLst>
                <a:ext uri="{FF2B5EF4-FFF2-40B4-BE49-F238E27FC236}">
                  <a16:creationId xmlns:a16="http://schemas.microsoft.com/office/drawing/2014/main" id="{99312C82-A928-4995-2070-20AEBFA112B3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7C89B1CB-3E23-75C2-4934-5945E3A54E70}"/>
              </a:ext>
            </a:extLst>
          </p:cNvPr>
          <p:cNvSpPr/>
          <p:nvPr/>
        </p:nvSpPr>
        <p:spPr>
          <a:xfrm flipV="1">
            <a:off x="4206386" y="4222064"/>
            <a:ext cx="98385" cy="74149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5B459CC1-CCBF-CE02-E576-CED90818D6B2}"/>
              </a:ext>
            </a:extLst>
          </p:cNvPr>
          <p:cNvGrpSpPr/>
          <p:nvPr/>
        </p:nvGrpSpPr>
        <p:grpSpPr>
          <a:xfrm rot="5400000">
            <a:off x="7893396" y="3460838"/>
            <a:ext cx="98892" cy="1220108"/>
            <a:chOff x="4737834" y="4662002"/>
            <a:chExt cx="98892" cy="1220108"/>
          </a:xfrm>
        </p:grpSpPr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2EF4FC00-2DC1-CFE1-5219-CA4CB2DF8794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AB79CE92-D3E5-0949-1D1C-603156D1B6FC}"/>
                </a:ext>
              </a:extLst>
            </p:cNvPr>
            <p:cNvSpPr/>
            <p:nvPr/>
          </p:nvSpPr>
          <p:spPr>
            <a:xfrm>
              <a:off x="4738263" y="52212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10BE14C8-77D8-40AF-2A73-E626F470F4F4}"/>
                </a:ext>
              </a:extLst>
            </p:cNvPr>
            <p:cNvSpPr/>
            <p:nvPr/>
          </p:nvSpPr>
          <p:spPr>
            <a:xfrm>
              <a:off x="4738341" y="57837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D40F1709-4813-A9B1-F1FD-A0A5038D19F0}"/>
              </a:ext>
            </a:extLst>
          </p:cNvPr>
          <p:cNvGrpSpPr/>
          <p:nvPr/>
        </p:nvGrpSpPr>
        <p:grpSpPr>
          <a:xfrm>
            <a:off x="4330755" y="4424656"/>
            <a:ext cx="387045" cy="414400"/>
            <a:chOff x="9272214" y="3797098"/>
            <a:chExt cx="387045" cy="414400"/>
          </a:xfrm>
          <a:solidFill>
            <a:srgbClr val="CC0000"/>
          </a:solidFill>
        </p:grpSpPr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id="{7A553634-1D62-E268-11AE-9378DBAA1966}"/>
                </a:ext>
              </a:extLst>
            </p:cNvPr>
            <p:cNvGrpSpPr/>
            <p:nvPr/>
          </p:nvGrpSpPr>
          <p:grpSpPr>
            <a:xfrm>
              <a:off x="9560445" y="3799905"/>
              <a:ext cx="98814" cy="411593"/>
              <a:chOff x="4674334" y="4900127"/>
              <a:chExt cx="98814" cy="411593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54" name="타원 53">
                <a:extLst>
                  <a:ext uri="{FF2B5EF4-FFF2-40B4-BE49-F238E27FC236}">
                    <a16:creationId xmlns:a16="http://schemas.microsoft.com/office/drawing/2014/main" id="{744E5A15-3334-C732-978C-B8BD2B76F948}"/>
                  </a:ext>
                </a:extLst>
              </p:cNvPr>
              <p:cNvSpPr/>
              <p:nvPr/>
            </p:nvSpPr>
            <p:spPr>
              <a:xfrm>
                <a:off x="46743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5" name="타원 54">
                <a:extLst>
                  <a:ext uri="{FF2B5EF4-FFF2-40B4-BE49-F238E27FC236}">
                    <a16:creationId xmlns:a16="http://schemas.microsoft.com/office/drawing/2014/main" id="{FC9D5001-3BBF-301C-7D3C-E7CEDB5B8895}"/>
                  </a:ext>
                </a:extLst>
              </p:cNvPr>
              <p:cNvSpPr/>
              <p:nvPr/>
            </p:nvSpPr>
            <p:spPr>
              <a:xfrm>
                <a:off x="4674763" y="5213335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0" name="별: 꼭짓점 7개 49">
              <a:extLst>
                <a:ext uri="{FF2B5EF4-FFF2-40B4-BE49-F238E27FC236}">
                  <a16:creationId xmlns:a16="http://schemas.microsoft.com/office/drawing/2014/main" id="{28CAB315-1964-8438-1A2D-AB66D31E035F}"/>
                </a:ext>
              </a:extLst>
            </p:cNvPr>
            <p:cNvSpPr/>
            <p:nvPr/>
          </p:nvSpPr>
          <p:spPr>
            <a:xfrm rot="5400000">
              <a:off x="9343514" y="3870257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51" name="그룹 50">
              <a:extLst>
                <a:ext uri="{FF2B5EF4-FFF2-40B4-BE49-F238E27FC236}">
                  <a16:creationId xmlns:a16="http://schemas.microsoft.com/office/drawing/2014/main" id="{4F680B27-34C8-2956-147E-8CF869523527}"/>
                </a:ext>
              </a:extLst>
            </p:cNvPr>
            <p:cNvGrpSpPr/>
            <p:nvPr/>
          </p:nvGrpSpPr>
          <p:grpSpPr>
            <a:xfrm>
              <a:off x="9272214" y="3797098"/>
              <a:ext cx="98814" cy="411593"/>
              <a:chOff x="4818802" y="4900127"/>
              <a:chExt cx="98814" cy="411593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52" name="타원 51">
                <a:extLst>
                  <a:ext uri="{FF2B5EF4-FFF2-40B4-BE49-F238E27FC236}">
                    <a16:creationId xmlns:a16="http://schemas.microsoft.com/office/drawing/2014/main" id="{03279CE7-9B6D-F38E-D1A0-0CB271DB65C2}"/>
                  </a:ext>
                </a:extLst>
              </p:cNvPr>
              <p:cNvSpPr/>
              <p:nvPr/>
            </p:nvSpPr>
            <p:spPr>
              <a:xfrm>
                <a:off x="4818802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3" name="타원 52">
                <a:extLst>
                  <a:ext uri="{FF2B5EF4-FFF2-40B4-BE49-F238E27FC236}">
                    <a16:creationId xmlns:a16="http://schemas.microsoft.com/office/drawing/2014/main" id="{E1A37C7F-68ED-4CD7-5474-CC279B5D341F}"/>
                  </a:ext>
                </a:extLst>
              </p:cNvPr>
              <p:cNvSpPr/>
              <p:nvPr/>
            </p:nvSpPr>
            <p:spPr>
              <a:xfrm>
                <a:off x="4819231" y="5213335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290AD566-8DF5-94A4-7F45-23DA466A62D9}"/>
              </a:ext>
            </a:extLst>
          </p:cNvPr>
          <p:cNvGrpSpPr/>
          <p:nvPr/>
        </p:nvGrpSpPr>
        <p:grpSpPr>
          <a:xfrm rot="5400000">
            <a:off x="7888524" y="1658228"/>
            <a:ext cx="98892" cy="1220108"/>
            <a:chOff x="4737834" y="4662002"/>
            <a:chExt cx="98892" cy="1220108"/>
          </a:xfrm>
        </p:grpSpPr>
        <p:sp>
          <p:nvSpPr>
            <p:cNvPr id="57" name="타원 56">
              <a:extLst>
                <a:ext uri="{FF2B5EF4-FFF2-40B4-BE49-F238E27FC236}">
                  <a16:creationId xmlns:a16="http://schemas.microsoft.com/office/drawing/2014/main" id="{AF19026C-02DB-C9A1-672E-D9A4EA6EDE3B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8" name="타원 57">
              <a:extLst>
                <a:ext uri="{FF2B5EF4-FFF2-40B4-BE49-F238E27FC236}">
                  <a16:creationId xmlns:a16="http://schemas.microsoft.com/office/drawing/2014/main" id="{4C964AE1-528B-176A-2483-95FF89356F45}"/>
                </a:ext>
              </a:extLst>
            </p:cNvPr>
            <p:cNvSpPr/>
            <p:nvPr/>
          </p:nvSpPr>
          <p:spPr>
            <a:xfrm>
              <a:off x="4738263" y="52212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9" name="타원 58">
              <a:extLst>
                <a:ext uri="{FF2B5EF4-FFF2-40B4-BE49-F238E27FC236}">
                  <a16:creationId xmlns:a16="http://schemas.microsoft.com/office/drawing/2014/main" id="{D6516D94-6775-A341-D40D-8FFFE19D0383}"/>
                </a:ext>
              </a:extLst>
            </p:cNvPr>
            <p:cNvSpPr/>
            <p:nvPr/>
          </p:nvSpPr>
          <p:spPr>
            <a:xfrm>
              <a:off x="4738341" y="57837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" name="직사각형 1">
            <a:extLst>
              <a:ext uri="{FF2B5EF4-FFF2-40B4-BE49-F238E27FC236}">
                <a16:creationId xmlns:a16="http://schemas.microsoft.com/office/drawing/2014/main" id="{B8446A93-C68B-25C1-1FCE-D3123BE5BDE5}"/>
              </a:ext>
            </a:extLst>
          </p:cNvPr>
          <p:cNvSpPr/>
          <p:nvPr/>
        </p:nvSpPr>
        <p:spPr>
          <a:xfrm rot="16200000" flipV="1">
            <a:off x="6406696" y="4908152"/>
            <a:ext cx="98384" cy="52422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737521E-A0ED-2ECE-F697-5351B56FA90A}"/>
              </a:ext>
            </a:extLst>
          </p:cNvPr>
          <p:cNvSpPr/>
          <p:nvPr/>
        </p:nvSpPr>
        <p:spPr>
          <a:xfrm rot="16200000" flipV="1">
            <a:off x="6070270" y="4474762"/>
            <a:ext cx="98384" cy="55375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328379FD-7048-2E94-83B9-452F1C1E420B}"/>
              </a:ext>
            </a:extLst>
          </p:cNvPr>
          <p:cNvSpPr/>
          <p:nvPr/>
        </p:nvSpPr>
        <p:spPr>
          <a:xfrm>
            <a:off x="6795152" y="2667575"/>
            <a:ext cx="1702270" cy="1035887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A1347AF8-3B4A-B689-72E8-67CBADC3103B}"/>
              </a:ext>
            </a:extLst>
          </p:cNvPr>
          <p:cNvSpPr/>
          <p:nvPr/>
        </p:nvSpPr>
        <p:spPr>
          <a:xfrm>
            <a:off x="6934200" y="2800115"/>
            <a:ext cx="1430408" cy="788371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61792F3-4B87-287F-B3B1-C6F14C6FC6E8}"/>
              </a:ext>
            </a:extLst>
          </p:cNvPr>
          <p:cNvSpPr txBox="1"/>
          <p:nvPr/>
        </p:nvSpPr>
        <p:spPr>
          <a:xfrm>
            <a:off x="5823748" y="3703604"/>
            <a:ext cx="97140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endParaRPr lang="en-US" altLang="ko-KR" sz="1000" b="1"/>
          </a:p>
          <a:p>
            <a:pPr algn="ctr"/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A4FFE39-67F8-2EA4-01C0-F1CC7DFF1F49}"/>
              </a:ext>
            </a:extLst>
          </p:cNvPr>
          <p:cNvSpPr txBox="1"/>
          <p:nvPr/>
        </p:nvSpPr>
        <p:spPr>
          <a:xfrm>
            <a:off x="3523376" y="1544180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2855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C1D77B-3B18-35DB-21DC-A73674084F84}"/>
              </a:ext>
            </a:extLst>
          </p:cNvPr>
          <p:cNvSpPr txBox="1"/>
          <p:nvPr/>
        </p:nvSpPr>
        <p:spPr>
          <a:xfrm>
            <a:off x="4863694" y="1544180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3007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30DB08F-049D-14F6-4FCA-CAF9783B1533}"/>
              </a:ext>
            </a:extLst>
          </p:cNvPr>
          <p:cNvSpPr txBox="1"/>
          <p:nvPr/>
        </p:nvSpPr>
        <p:spPr>
          <a:xfrm>
            <a:off x="3552712" y="4488165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1965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6CC5D4C-2885-E17C-935F-DA1C7D3BAC49}"/>
              </a:ext>
            </a:extLst>
          </p:cNvPr>
          <p:cNvSpPr txBox="1"/>
          <p:nvPr/>
        </p:nvSpPr>
        <p:spPr>
          <a:xfrm>
            <a:off x="5884661" y="4488165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1200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7692B55-60AB-D946-DF85-91B1D972B98A}"/>
              </a:ext>
            </a:extLst>
          </p:cNvPr>
          <p:cNvSpPr txBox="1"/>
          <p:nvPr/>
        </p:nvSpPr>
        <p:spPr>
          <a:xfrm>
            <a:off x="6210143" y="5165201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1200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E97D9E2-7511-16C1-8B69-D80847736E2C}"/>
              </a:ext>
            </a:extLst>
          </p:cNvPr>
          <p:cNvSpPr txBox="1"/>
          <p:nvPr/>
        </p:nvSpPr>
        <p:spPr>
          <a:xfrm>
            <a:off x="8823288" y="6275606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2096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46A3112-3068-5944-F720-B185CD3027C6}"/>
              </a:ext>
            </a:extLst>
          </p:cNvPr>
          <p:cNvSpPr txBox="1"/>
          <p:nvPr/>
        </p:nvSpPr>
        <p:spPr>
          <a:xfrm>
            <a:off x="7477071" y="3691889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4523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A04AE93-600D-A1A5-A3AE-89DE68A1B235}"/>
              </a:ext>
            </a:extLst>
          </p:cNvPr>
          <p:cNvSpPr txBox="1"/>
          <p:nvPr/>
        </p:nvSpPr>
        <p:spPr>
          <a:xfrm>
            <a:off x="6884083" y="3054713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3686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168FCD6-0F33-36D9-FC8B-4A91D03904F7}"/>
              </a:ext>
            </a:extLst>
          </p:cNvPr>
          <p:cNvSpPr txBox="1"/>
          <p:nvPr/>
        </p:nvSpPr>
        <p:spPr>
          <a:xfrm>
            <a:off x="9103339" y="3141479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4992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F48DED7-BF02-A41D-2E46-135AE2F25210}"/>
              </a:ext>
            </a:extLst>
          </p:cNvPr>
          <p:cNvSpPr txBox="1"/>
          <p:nvPr/>
        </p:nvSpPr>
        <p:spPr>
          <a:xfrm>
            <a:off x="8822192" y="4926327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3926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0672182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23F025-A91C-03E8-C44B-4947E3C40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33E7FAD-433D-DF62-36A8-7F9986E3E80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971902" y="977962"/>
            <a:ext cx="6337198" cy="588003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1C8D99F-52F5-1DC0-A4CA-A9E3B4E2BECD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𝟏𝟎𝟒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𝑩𝒎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1C8D99F-52F5-1DC0-A4CA-A9E3B4E2BE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96425F5B-9CE8-EB53-DAC7-813BB4433F37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104B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 + </a:t>
            </a:r>
            <a:r>
              <a:rPr lang="ko-KR" altLang="en-US" sz="2000" b="1" err="1"/>
              <a:t>실링팬</a:t>
            </a:r>
            <a:r>
              <a:rPr lang="ko-KR" altLang="en-US" sz="2000" b="1"/>
              <a:t> 우물두줄</a:t>
            </a:r>
            <a:endParaRPr lang="en-US" altLang="ko-KR" sz="2000" b="1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6578591-8D75-A0BC-D47B-86F7539791F8}"/>
              </a:ext>
            </a:extLst>
          </p:cNvPr>
          <p:cNvSpPr/>
          <p:nvPr/>
        </p:nvSpPr>
        <p:spPr>
          <a:xfrm rot="5400000">
            <a:off x="8074552" y="4956524"/>
            <a:ext cx="949003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EE8A93-9901-8B6D-BC31-C1C30381204C}"/>
              </a:ext>
            </a:extLst>
          </p:cNvPr>
          <p:cNvSpPr txBox="1"/>
          <p:nvPr/>
        </p:nvSpPr>
        <p:spPr>
          <a:xfrm>
            <a:off x="7508066" y="5082545"/>
            <a:ext cx="859809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err="1"/>
              <a:t>무선리모컨</a:t>
            </a:r>
            <a:endParaRPr lang="en-US" altLang="ko-KR" sz="1000" b="1"/>
          </a:p>
          <a:p>
            <a:pPr algn="ctr"/>
            <a:r>
              <a:rPr lang="en-US" altLang="ko-KR" sz="1000" b="1"/>
              <a:t>1</a:t>
            </a:r>
            <a:r>
              <a:rPr lang="ko-KR" altLang="en-US" sz="1000" b="1"/>
              <a:t>구</a:t>
            </a:r>
            <a:r>
              <a:rPr lang="en-US" altLang="ko-KR" sz="1000" b="1"/>
              <a:t>(3</a:t>
            </a:r>
            <a:r>
              <a:rPr lang="ko-KR" altLang="en-US" sz="1000" b="1"/>
              <a:t>채널</a:t>
            </a:r>
            <a:r>
              <a:rPr lang="en-US" altLang="ko-KR" sz="1000" b="1"/>
              <a:t>)</a:t>
            </a:r>
            <a:endParaRPr lang="ko-KR" altLang="en-US" sz="1000" b="1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9511B89-A2BB-5BFB-CABF-0E26D8D43C58}"/>
              </a:ext>
            </a:extLst>
          </p:cNvPr>
          <p:cNvSpPr/>
          <p:nvPr/>
        </p:nvSpPr>
        <p:spPr>
          <a:xfrm rot="10800000">
            <a:off x="8758568" y="2486024"/>
            <a:ext cx="102820" cy="155257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0C39FC2-0F69-7156-6F6C-4B886EEDD257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13" name="별: 꼭짓점 4개 12">
            <a:extLst>
              <a:ext uri="{FF2B5EF4-FFF2-40B4-BE49-F238E27FC236}">
                <a16:creationId xmlns:a16="http://schemas.microsoft.com/office/drawing/2014/main" id="{930DEF7E-9160-F459-086E-64BC9C55A4A8}"/>
              </a:ext>
            </a:extLst>
          </p:cNvPr>
          <p:cNvSpPr/>
          <p:nvPr/>
        </p:nvSpPr>
        <p:spPr>
          <a:xfrm>
            <a:off x="7699960" y="2914854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E6D4A21D-E811-9805-E30B-017193815FC7}"/>
              </a:ext>
            </a:extLst>
          </p:cNvPr>
          <p:cNvGrpSpPr/>
          <p:nvPr/>
        </p:nvGrpSpPr>
        <p:grpSpPr>
          <a:xfrm rot="5400000">
            <a:off x="7888562" y="3973708"/>
            <a:ext cx="98814" cy="638609"/>
            <a:chOff x="4737834" y="4900127"/>
            <a:chExt cx="98814" cy="638609"/>
          </a:xfrm>
          <a:solidFill>
            <a:srgbClr val="00B0F0"/>
          </a:solidFill>
        </p:grpSpPr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4895731B-8CD5-D350-062A-B99291502128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F97EA21D-F787-590C-2D31-42849307E5AD}"/>
                </a:ext>
              </a:extLst>
            </p:cNvPr>
            <p:cNvSpPr/>
            <p:nvPr/>
          </p:nvSpPr>
          <p:spPr>
            <a:xfrm>
              <a:off x="4738263" y="5440351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D13A70E9-9623-F8CE-6D7F-79E60E4A2DC5}"/>
              </a:ext>
            </a:extLst>
          </p:cNvPr>
          <p:cNvGrpSpPr/>
          <p:nvPr/>
        </p:nvGrpSpPr>
        <p:grpSpPr>
          <a:xfrm rot="5400000">
            <a:off x="4873325" y="3510001"/>
            <a:ext cx="104194" cy="502630"/>
            <a:chOff x="5324822" y="4581060"/>
            <a:chExt cx="104194" cy="502630"/>
          </a:xfrm>
        </p:grpSpPr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A97F1B8B-F75C-92DE-ABF0-26A2797D64FE}"/>
                </a:ext>
              </a:extLst>
            </p:cNvPr>
            <p:cNvSpPr/>
            <p:nvPr/>
          </p:nvSpPr>
          <p:spPr>
            <a:xfrm>
              <a:off x="5330631" y="458106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CA05C9AF-D08B-D6CF-07D8-9C3529667A39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41EA29B8-FC37-FE9C-CF8B-0E7C08366D5F}"/>
              </a:ext>
            </a:extLst>
          </p:cNvPr>
          <p:cNvSpPr txBox="1"/>
          <p:nvPr/>
        </p:nvSpPr>
        <p:spPr>
          <a:xfrm>
            <a:off x="9262367" y="2817492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>
                <a:highlight>
                  <a:srgbClr val="FFFF00"/>
                </a:highlight>
              </a:rPr>
              <a:t>우물은 두가지 </a:t>
            </a:r>
            <a:r>
              <a:rPr lang="ko-KR" altLang="en-US" sz="1000" b="1" err="1">
                <a:highlight>
                  <a:srgbClr val="FFFF00"/>
                </a:highlight>
              </a:rPr>
              <a:t>타입중</a:t>
            </a:r>
            <a:r>
              <a:rPr lang="ko-KR" altLang="en-US" sz="1000" b="1">
                <a:highlight>
                  <a:srgbClr val="FFFF00"/>
                </a:highlight>
              </a:rPr>
              <a:t> 선택 가능합니다</a:t>
            </a:r>
            <a:r>
              <a:rPr lang="en-US" altLang="ko-KR" sz="1000" b="1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 b="1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 b="1">
                <a:highlight>
                  <a:srgbClr val="FFFF00"/>
                </a:highlight>
              </a:rPr>
              <a:t>. </a:t>
            </a:r>
            <a:endParaRPr lang="ko-KR" altLang="en-US" sz="1000" b="1">
              <a:highlight>
                <a:srgbClr val="FFFF00"/>
              </a:highlight>
            </a:endParaRPr>
          </a:p>
        </p:txBody>
      </p: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C7CE0139-23DF-76CB-4A18-C46D78986BF2}"/>
              </a:ext>
            </a:extLst>
          </p:cNvPr>
          <p:cNvCxnSpPr>
            <a:cxnSpLocks/>
          </p:cNvCxnSpPr>
          <p:nvPr/>
        </p:nvCxnSpPr>
        <p:spPr>
          <a:xfrm flipH="1">
            <a:off x="8497421" y="2955307"/>
            <a:ext cx="872536" cy="546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E09C7DEC-126D-887A-77A9-3016BF4770C0}"/>
              </a:ext>
            </a:extLst>
          </p:cNvPr>
          <p:cNvSpPr txBox="1"/>
          <p:nvPr/>
        </p:nvSpPr>
        <p:spPr>
          <a:xfrm>
            <a:off x="9272336" y="3410027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err="1">
                <a:highlight>
                  <a:srgbClr val="FFFF00"/>
                </a:highlight>
              </a:rPr>
              <a:t>실링팬</a:t>
            </a:r>
            <a:r>
              <a:rPr lang="ko-KR" altLang="en-US" sz="1000" b="1">
                <a:highlight>
                  <a:srgbClr val="FFFF00"/>
                </a:highlight>
              </a:rPr>
              <a:t> </a:t>
            </a:r>
            <a:r>
              <a:rPr lang="ko-KR" altLang="en-US" sz="1000" b="1" err="1">
                <a:highlight>
                  <a:srgbClr val="FFFF00"/>
                </a:highlight>
              </a:rPr>
              <a:t>루씨에어</a:t>
            </a:r>
            <a:endParaRPr lang="en-US" altLang="ko-KR" sz="1000" b="1">
              <a:highlight>
                <a:srgbClr val="FFFF00"/>
              </a:highlight>
            </a:endParaRPr>
          </a:p>
          <a:p>
            <a:r>
              <a:rPr lang="ko-KR" altLang="en-US" sz="1000" b="1">
                <a:highlight>
                  <a:srgbClr val="FFFF00"/>
                </a:highlight>
              </a:rPr>
              <a:t>설치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보강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우물 천장 안 실크 도배</a:t>
            </a:r>
            <a:br>
              <a:rPr lang="en-US" altLang="ko-KR" sz="1000" b="1">
                <a:highlight>
                  <a:srgbClr val="FFFF00"/>
                </a:highlight>
              </a:rPr>
            </a:br>
            <a:r>
              <a:rPr lang="ko-KR" altLang="en-US" sz="1000" b="1">
                <a:highlight>
                  <a:srgbClr val="FFFF00"/>
                </a:highlight>
              </a:rPr>
              <a:t>우물조명 </a:t>
            </a:r>
            <a:r>
              <a:rPr lang="en-US" altLang="ko-KR" sz="1000" b="1">
                <a:highlight>
                  <a:srgbClr val="FFFF00"/>
                </a:highlight>
              </a:rPr>
              <a:t>2</a:t>
            </a:r>
            <a:r>
              <a:rPr lang="ko-KR" altLang="en-US" sz="1000" b="1">
                <a:highlight>
                  <a:srgbClr val="FFFF00"/>
                </a:highlight>
              </a:rPr>
              <a:t>줄 </a:t>
            </a:r>
            <a:r>
              <a:rPr lang="ko-KR" altLang="en-US" sz="1000" b="1" err="1">
                <a:highlight>
                  <a:srgbClr val="FFFF00"/>
                </a:highlight>
              </a:rPr>
              <a:t>전구색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 err="1">
                <a:highlight>
                  <a:srgbClr val="FFFF00"/>
                </a:highlight>
              </a:rPr>
              <a:t>주백색</a:t>
            </a:r>
            <a:endParaRPr lang="en-US" altLang="ko-KR" sz="1000" b="1">
              <a:highlight>
                <a:srgbClr val="FFFF00"/>
              </a:highlight>
            </a:endParaRPr>
          </a:p>
        </p:txBody>
      </p:sp>
      <p:sp>
        <p:nvSpPr>
          <p:cNvPr id="37" name="TextBox 13">
            <a:extLst>
              <a:ext uri="{FF2B5EF4-FFF2-40B4-BE49-F238E27FC236}">
                <a16:creationId xmlns:a16="http://schemas.microsoft.com/office/drawing/2014/main" id="{5FBBE4FC-04F0-4F0A-5EF8-6B9E867869E3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C6FEB6B7-4F91-7C05-B80E-855C284F90B2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732EAF83-4CD3-02D5-B296-BEDD34C455D2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AC163415-4899-1B98-ECFE-625FE9DDA3A7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9418017A-B0FB-4ABB-C82C-09717875283E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2" name="TextBox 11">
              <a:extLst>
                <a:ext uri="{FF2B5EF4-FFF2-40B4-BE49-F238E27FC236}">
                  <a16:creationId xmlns:a16="http://schemas.microsoft.com/office/drawing/2014/main" id="{4E4ABCCA-1918-1F75-B482-3AF3279D469F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FFD27C36-9D54-B413-E4DE-2E6EA2332828}"/>
              </a:ext>
            </a:extLst>
          </p:cNvPr>
          <p:cNvSpPr/>
          <p:nvPr/>
        </p:nvSpPr>
        <p:spPr>
          <a:xfrm flipV="1">
            <a:off x="4206386" y="4222064"/>
            <a:ext cx="98385" cy="74149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14867977-30ED-26A7-FE24-DFE9A62F8FC3}"/>
              </a:ext>
            </a:extLst>
          </p:cNvPr>
          <p:cNvGrpSpPr/>
          <p:nvPr/>
        </p:nvGrpSpPr>
        <p:grpSpPr>
          <a:xfrm rot="5400000">
            <a:off x="7893396" y="3460838"/>
            <a:ext cx="98892" cy="1220108"/>
            <a:chOff x="4737834" y="4662002"/>
            <a:chExt cx="98892" cy="1220108"/>
          </a:xfrm>
        </p:grpSpPr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C5D3EFB6-CC2F-7407-50C3-A217B213EC33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4A6B48A3-E6C0-D91D-9F74-3E5B5A788C5D}"/>
                </a:ext>
              </a:extLst>
            </p:cNvPr>
            <p:cNvSpPr/>
            <p:nvPr/>
          </p:nvSpPr>
          <p:spPr>
            <a:xfrm>
              <a:off x="4738263" y="52212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D2F5F59E-977B-DB50-E656-4A5B713BB2CB}"/>
                </a:ext>
              </a:extLst>
            </p:cNvPr>
            <p:cNvSpPr/>
            <p:nvPr/>
          </p:nvSpPr>
          <p:spPr>
            <a:xfrm>
              <a:off x="4738341" y="57837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63E8E3A5-E812-E9D6-E0A0-9DCAAA4C4C97}"/>
              </a:ext>
            </a:extLst>
          </p:cNvPr>
          <p:cNvGrpSpPr/>
          <p:nvPr/>
        </p:nvGrpSpPr>
        <p:grpSpPr>
          <a:xfrm>
            <a:off x="4330755" y="4424656"/>
            <a:ext cx="387045" cy="414400"/>
            <a:chOff x="9272214" y="3797098"/>
            <a:chExt cx="387045" cy="414400"/>
          </a:xfrm>
          <a:solidFill>
            <a:srgbClr val="CC0000"/>
          </a:solidFill>
        </p:grpSpPr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id="{9D322A1B-28B5-C268-12FD-F1B1496C2275}"/>
                </a:ext>
              </a:extLst>
            </p:cNvPr>
            <p:cNvGrpSpPr/>
            <p:nvPr/>
          </p:nvGrpSpPr>
          <p:grpSpPr>
            <a:xfrm>
              <a:off x="9560445" y="3799905"/>
              <a:ext cx="98814" cy="411593"/>
              <a:chOff x="4674334" y="4900127"/>
              <a:chExt cx="98814" cy="411593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54" name="타원 53">
                <a:extLst>
                  <a:ext uri="{FF2B5EF4-FFF2-40B4-BE49-F238E27FC236}">
                    <a16:creationId xmlns:a16="http://schemas.microsoft.com/office/drawing/2014/main" id="{2897CD56-8D7B-380C-B313-1F27E9A4D43D}"/>
                  </a:ext>
                </a:extLst>
              </p:cNvPr>
              <p:cNvSpPr/>
              <p:nvPr/>
            </p:nvSpPr>
            <p:spPr>
              <a:xfrm>
                <a:off x="46743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5" name="타원 54">
                <a:extLst>
                  <a:ext uri="{FF2B5EF4-FFF2-40B4-BE49-F238E27FC236}">
                    <a16:creationId xmlns:a16="http://schemas.microsoft.com/office/drawing/2014/main" id="{6ACED918-FC4B-EE10-BAD3-862B4937373C}"/>
                  </a:ext>
                </a:extLst>
              </p:cNvPr>
              <p:cNvSpPr/>
              <p:nvPr/>
            </p:nvSpPr>
            <p:spPr>
              <a:xfrm>
                <a:off x="4674763" y="5213335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0" name="별: 꼭짓점 7개 49">
              <a:extLst>
                <a:ext uri="{FF2B5EF4-FFF2-40B4-BE49-F238E27FC236}">
                  <a16:creationId xmlns:a16="http://schemas.microsoft.com/office/drawing/2014/main" id="{83BD25F0-BC6D-F1CF-F8BD-BC9FED28E42F}"/>
                </a:ext>
              </a:extLst>
            </p:cNvPr>
            <p:cNvSpPr/>
            <p:nvPr/>
          </p:nvSpPr>
          <p:spPr>
            <a:xfrm rot="5400000">
              <a:off x="9343514" y="3870257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51" name="그룹 50">
              <a:extLst>
                <a:ext uri="{FF2B5EF4-FFF2-40B4-BE49-F238E27FC236}">
                  <a16:creationId xmlns:a16="http://schemas.microsoft.com/office/drawing/2014/main" id="{7563B33D-B9EF-7D96-557C-1DBEC7618828}"/>
                </a:ext>
              </a:extLst>
            </p:cNvPr>
            <p:cNvGrpSpPr/>
            <p:nvPr/>
          </p:nvGrpSpPr>
          <p:grpSpPr>
            <a:xfrm>
              <a:off x="9272214" y="3797098"/>
              <a:ext cx="98814" cy="411593"/>
              <a:chOff x="4818802" y="4900127"/>
              <a:chExt cx="98814" cy="411593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52" name="타원 51">
                <a:extLst>
                  <a:ext uri="{FF2B5EF4-FFF2-40B4-BE49-F238E27FC236}">
                    <a16:creationId xmlns:a16="http://schemas.microsoft.com/office/drawing/2014/main" id="{EA26E0A2-60FA-CF24-5595-270356D456F0}"/>
                  </a:ext>
                </a:extLst>
              </p:cNvPr>
              <p:cNvSpPr/>
              <p:nvPr/>
            </p:nvSpPr>
            <p:spPr>
              <a:xfrm>
                <a:off x="4818802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3" name="타원 52">
                <a:extLst>
                  <a:ext uri="{FF2B5EF4-FFF2-40B4-BE49-F238E27FC236}">
                    <a16:creationId xmlns:a16="http://schemas.microsoft.com/office/drawing/2014/main" id="{0A4A4AAB-FE27-B4F1-1423-3EFD30AD395A}"/>
                  </a:ext>
                </a:extLst>
              </p:cNvPr>
              <p:cNvSpPr/>
              <p:nvPr/>
            </p:nvSpPr>
            <p:spPr>
              <a:xfrm>
                <a:off x="4819231" y="5213335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7FC78F08-4325-0B9B-54DB-781355B96385}"/>
              </a:ext>
            </a:extLst>
          </p:cNvPr>
          <p:cNvGrpSpPr/>
          <p:nvPr/>
        </p:nvGrpSpPr>
        <p:grpSpPr>
          <a:xfrm rot="5400000">
            <a:off x="7888524" y="1658228"/>
            <a:ext cx="98892" cy="1220108"/>
            <a:chOff x="4737834" y="4662002"/>
            <a:chExt cx="98892" cy="1220108"/>
          </a:xfrm>
        </p:grpSpPr>
        <p:sp>
          <p:nvSpPr>
            <p:cNvPr id="57" name="타원 56">
              <a:extLst>
                <a:ext uri="{FF2B5EF4-FFF2-40B4-BE49-F238E27FC236}">
                  <a16:creationId xmlns:a16="http://schemas.microsoft.com/office/drawing/2014/main" id="{1D861D0D-BE65-8C29-8077-9561A8BB7F58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8" name="타원 57">
              <a:extLst>
                <a:ext uri="{FF2B5EF4-FFF2-40B4-BE49-F238E27FC236}">
                  <a16:creationId xmlns:a16="http://schemas.microsoft.com/office/drawing/2014/main" id="{A930F2CA-0F26-F08C-CC76-93054604BEFD}"/>
                </a:ext>
              </a:extLst>
            </p:cNvPr>
            <p:cNvSpPr/>
            <p:nvPr/>
          </p:nvSpPr>
          <p:spPr>
            <a:xfrm>
              <a:off x="4738263" y="52212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9" name="타원 58">
              <a:extLst>
                <a:ext uri="{FF2B5EF4-FFF2-40B4-BE49-F238E27FC236}">
                  <a16:creationId xmlns:a16="http://schemas.microsoft.com/office/drawing/2014/main" id="{48115851-DAD8-732E-4DB9-DBD21CBD8E33}"/>
                </a:ext>
              </a:extLst>
            </p:cNvPr>
            <p:cNvSpPr/>
            <p:nvPr/>
          </p:nvSpPr>
          <p:spPr>
            <a:xfrm>
              <a:off x="4738341" y="57837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" name="직사각형 1">
            <a:extLst>
              <a:ext uri="{FF2B5EF4-FFF2-40B4-BE49-F238E27FC236}">
                <a16:creationId xmlns:a16="http://schemas.microsoft.com/office/drawing/2014/main" id="{A1150E06-9258-321E-0752-42FDA1980C89}"/>
              </a:ext>
            </a:extLst>
          </p:cNvPr>
          <p:cNvSpPr/>
          <p:nvPr/>
        </p:nvSpPr>
        <p:spPr>
          <a:xfrm rot="16200000" flipV="1">
            <a:off x="6406696" y="4908152"/>
            <a:ext cx="98384" cy="52422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EF920B1-951C-5D0E-E2C4-98BDC6244F41}"/>
              </a:ext>
            </a:extLst>
          </p:cNvPr>
          <p:cNvSpPr/>
          <p:nvPr/>
        </p:nvSpPr>
        <p:spPr>
          <a:xfrm rot="16200000" flipV="1">
            <a:off x="6070270" y="4474762"/>
            <a:ext cx="98384" cy="55375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4272CA87-F3D5-055A-3EEA-CCBC1295A6BC}"/>
              </a:ext>
            </a:extLst>
          </p:cNvPr>
          <p:cNvSpPr/>
          <p:nvPr/>
        </p:nvSpPr>
        <p:spPr>
          <a:xfrm>
            <a:off x="6795152" y="2667575"/>
            <a:ext cx="1702270" cy="1035887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EFA3C453-05C0-B5B1-8AC9-0981C90C814F}"/>
              </a:ext>
            </a:extLst>
          </p:cNvPr>
          <p:cNvSpPr/>
          <p:nvPr/>
        </p:nvSpPr>
        <p:spPr>
          <a:xfrm>
            <a:off x="6934200" y="2800115"/>
            <a:ext cx="1430408" cy="788371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6474C52-D852-38FC-ECD8-E0694A343C32}"/>
              </a:ext>
            </a:extLst>
          </p:cNvPr>
          <p:cNvSpPr txBox="1"/>
          <p:nvPr/>
        </p:nvSpPr>
        <p:spPr>
          <a:xfrm>
            <a:off x="5823748" y="3703604"/>
            <a:ext cx="97140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endParaRPr lang="en-US" altLang="ko-KR" sz="1000" b="1"/>
          </a:p>
          <a:p>
            <a:pPr algn="ctr"/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5D1A2E6-A540-555E-CAF2-E4C09E3CC251}"/>
              </a:ext>
            </a:extLst>
          </p:cNvPr>
          <p:cNvSpPr txBox="1"/>
          <p:nvPr/>
        </p:nvSpPr>
        <p:spPr>
          <a:xfrm>
            <a:off x="3523376" y="1544180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2855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94B153A-B216-B86E-38E3-26DA824ECBE4}"/>
              </a:ext>
            </a:extLst>
          </p:cNvPr>
          <p:cNvSpPr txBox="1"/>
          <p:nvPr/>
        </p:nvSpPr>
        <p:spPr>
          <a:xfrm>
            <a:off x="4863694" y="1544180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3007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6611B86-A16B-0E53-FED3-7ADC46FE10B5}"/>
              </a:ext>
            </a:extLst>
          </p:cNvPr>
          <p:cNvSpPr txBox="1"/>
          <p:nvPr/>
        </p:nvSpPr>
        <p:spPr>
          <a:xfrm>
            <a:off x="3552712" y="4488165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1965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2F1D464-B56D-C8EA-CD2A-EB1F27924DE5}"/>
              </a:ext>
            </a:extLst>
          </p:cNvPr>
          <p:cNvSpPr txBox="1"/>
          <p:nvPr/>
        </p:nvSpPr>
        <p:spPr>
          <a:xfrm>
            <a:off x="5884661" y="4488165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1200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B15BB34-0E20-39EE-C8E6-71C3439E4CE0}"/>
              </a:ext>
            </a:extLst>
          </p:cNvPr>
          <p:cNvSpPr txBox="1"/>
          <p:nvPr/>
        </p:nvSpPr>
        <p:spPr>
          <a:xfrm>
            <a:off x="6210143" y="5165201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1200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41DC2BC-C710-AA93-86F8-3203C8782639}"/>
              </a:ext>
            </a:extLst>
          </p:cNvPr>
          <p:cNvSpPr txBox="1"/>
          <p:nvPr/>
        </p:nvSpPr>
        <p:spPr>
          <a:xfrm>
            <a:off x="8823288" y="6275606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2096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D22BABB-FCD7-FFCD-411E-37F9CA6C172E}"/>
              </a:ext>
            </a:extLst>
          </p:cNvPr>
          <p:cNvSpPr txBox="1"/>
          <p:nvPr/>
        </p:nvSpPr>
        <p:spPr>
          <a:xfrm>
            <a:off x="7477071" y="3691889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4523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C467651-6CAF-F2CF-7655-562DBA592BA2}"/>
              </a:ext>
            </a:extLst>
          </p:cNvPr>
          <p:cNvSpPr txBox="1"/>
          <p:nvPr/>
        </p:nvSpPr>
        <p:spPr>
          <a:xfrm>
            <a:off x="6884083" y="3054713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3686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74C31AE-615F-CD89-9779-7D4EF6A1D55A}"/>
              </a:ext>
            </a:extLst>
          </p:cNvPr>
          <p:cNvSpPr txBox="1"/>
          <p:nvPr/>
        </p:nvSpPr>
        <p:spPr>
          <a:xfrm>
            <a:off x="9103339" y="3141479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4992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4AD1E5C-B17B-7B3C-B1AA-2C2B9423BD8E}"/>
              </a:ext>
            </a:extLst>
          </p:cNvPr>
          <p:cNvSpPr txBox="1"/>
          <p:nvPr/>
        </p:nvSpPr>
        <p:spPr>
          <a:xfrm>
            <a:off x="8822192" y="4926327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3926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550253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23F025-A91C-03E8-C44B-4947E3C40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33E7FAD-433D-DF62-36A8-7F9986E3E80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971902" y="977962"/>
            <a:ext cx="6337198" cy="588003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1C8D99F-52F5-1DC0-A4CA-A9E3B4E2BECD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𝟏𝟎𝟒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𝑩𝒎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1C8D99F-52F5-1DC0-A4CA-A9E3B4E2BE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96425F5B-9CE8-EB53-DAC7-813BB4433F37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104B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 + </a:t>
            </a:r>
            <a:r>
              <a:rPr lang="ko-KR" altLang="en-US" sz="2000" b="1" err="1"/>
              <a:t>실링팬</a:t>
            </a:r>
            <a:r>
              <a:rPr lang="ko-KR" altLang="en-US" sz="2000" b="1"/>
              <a:t> 우물두줄</a:t>
            </a:r>
            <a:endParaRPr lang="en-US" altLang="ko-KR" sz="2000" b="1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6578591-8D75-A0BC-D47B-86F7539791F8}"/>
              </a:ext>
            </a:extLst>
          </p:cNvPr>
          <p:cNvSpPr/>
          <p:nvPr/>
        </p:nvSpPr>
        <p:spPr>
          <a:xfrm rot="5400000">
            <a:off x="8074552" y="4956524"/>
            <a:ext cx="949003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EE8A93-9901-8B6D-BC31-C1C30381204C}"/>
              </a:ext>
            </a:extLst>
          </p:cNvPr>
          <p:cNvSpPr txBox="1"/>
          <p:nvPr/>
        </p:nvSpPr>
        <p:spPr>
          <a:xfrm>
            <a:off x="7508066" y="5082545"/>
            <a:ext cx="859809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err="1"/>
              <a:t>무선리모컨</a:t>
            </a:r>
            <a:endParaRPr lang="en-US" altLang="ko-KR" sz="1000" b="1"/>
          </a:p>
          <a:p>
            <a:pPr algn="ctr"/>
            <a:r>
              <a:rPr lang="en-US" altLang="ko-KR" sz="1000" b="1"/>
              <a:t>1</a:t>
            </a:r>
            <a:r>
              <a:rPr lang="ko-KR" altLang="en-US" sz="1000" b="1"/>
              <a:t>구</a:t>
            </a:r>
            <a:r>
              <a:rPr lang="en-US" altLang="ko-KR" sz="1000" b="1"/>
              <a:t>(3</a:t>
            </a:r>
            <a:r>
              <a:rPr lang="ko-KR" altLang="en-US" sz="1000" b="1"/>
              <a:t>채널</a:t>
            </a:r>
            <a:r>
              <a:rPr lang="en-US" altLang="ko-KR" sz="1000" b="1"/>
              <a:t>)</a:t>
            </a:r>
            <a:endParaRPr lang="ko-KR" altLang="en-US" sz="1000" b="1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0C39FC2-0F69-7156-6F6C-4B886EEDD257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13" name="별: 꼭짓점 4개 12">
            <a:extLst>
              <a:ext uri="{FF2B5EF4-FFF2-40B4-BE49-F238E27FC236}">
                <a16:creationId xmlns:a16="http://schemas.microsoft.com/office/drawing/2014/main" id="{930DEF7E-9160-F459-086E-64BC9C55A4A8}"/>
              </a:ext>
            </a:extLst>
          </p:cNvPr>
          <p:cNvSpPr/>
          <p:nvPr/>
        </p:nvSpPr>
        <p:spPr>
          <a:xfrm>
            <a:off x="7699960" y="2914854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E6D4A21D-E811-9805-E30B-017193815FC7}"/>
              </a:ext>
            </a:extLst>
          </p:cNvPr>
          <p:cNvGrpSpPr/>
          <p:nvPr/>
        </p:nvGrpSpPr>
        <p:grpSpPr>
          <a:xfrm rot="5400000">
            <a:off x="7888562" y="3973708"/>
            <a:ext cx="98814" cy="638609"/>
            <a:chOff x="4737834" y="4900127"/>
            <a:chExt cx="98814" cy="638609"/>
          </a:xfrm>
          <a:solidFill>
            <a:srgbClr val="00B0F0"/>
          </a:solidFill>
        </p:grpSpPr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4895731B-8CD5-D350-062A-B99291502128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F97EA21D-F787-590C-2D31-42849307E5AD}"/>
                </a:ext>
              </a:extLst>
            </p:cNvPr>
            <p:cNvSpPr/>
            <p:nvPr/>
          </p:nvSpPr>
          <p:spPr>
            <a:xfrm>
              <a:off x="4738263" y="5440351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E09C7DEC-126D-887A-77A9-3016BF4770C0}"/>
              </a:ext>
            </a:extLst>
          </p:cNvPr>
          <p:cNvSpPr txBox="1"/>
          <p:nvPr/>
        </p:nvSpPr>
        <p:spPr>
          <a:xfrm>
            <a:off x="9220098" y="2672027"/>
            <a:ext cx="22293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err="1">
                <a:highlight>
                  <a:srgbClr val="FFFF00"/>
                </a:highlight>
              </a:rPr>
              <a:t>실링팬</a:t>
            </a:r>
            <a:r>
              <a:rPr lang="ko-KR" altLang="en-US" sz="1000" b="1">
                <a:highlight>
                  <a:srgbClr val="FFFF00"/>
                </a:highlight>
              </a:rPr>
              <a:t> </a:t>
            </a:r>
            <a:r>
              <a:rPr lang="ko-KR" altLang="en-US" sz="1000" b="1" err="1">
                <a:highlight>
                  <a:srgbClr val="FFFF00"/>
                </a:highlight>
              </a:rPr>
              <a:t>루씨에어</a:t>
            </a:r>
            <a:endParaRPr lang="en-US" altLang="ko-KR" sz="1000" b="1">
              <a:highlight>
                <a:srgbClr val="FFFF00"/>
              </a:highlight>
            </a:endParaRPr>
          </a:p>
          <a:p>
            <a:r>
              <a:rPr lang="ko-KR" altLang="en-US" sz="1000" b="1">
                <a:highlight>
                  <a:srgbClr val="FFFF00"/>
                </a:highlight>
              </a:rPr>
              <a:t>설치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보강</a:t>
            </a:r>
            <a:endParaRPr lang="en-US" altLang="ko-KR" sz="1000" b="1">
              <a:highlight>
                <a:srgbClr val="FFFF00"/>
              </a:highlight>
            </a:endParaRPr>
          </a:p>
        </p:txBody>
      </p:sp>
      <p:sp>
        <p:nvSpPr>
          <p:cNvPr id="37" name="TextBox 13">
            <a:extLst>
              <a:ext uri="{FF2B5EF4-FFF2-40B4-BE49-F238E27FC236}">
                <a16:creationId xmlns:a16="http://schemas.microsoft.com/office/drawing/2014/main" id="{5FBBE4FC-04F0-4F0A-5EF8-6B9E867869E3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C6FEB6B7-4F91-7C05-B80E-855C284F90B2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732EAF83-4CD3-02D5-B296-BEDD34C455D2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AC163415-4899-1B98-ECFE-625FE9DDA3A7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9418017A-B0FB-4ABB-C82C-09717875283E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2" name="TextBox 11">
              <a:extLst>
                <a:ext uri="{FF2B5EF4-FFF2-40B4-BE49-F238E27FC236}">
                  <a16:creationId xmlns:a16="http://schemas.microsoft.com/office/drawing/2014/main" id="{4E4ABCCA-1918-1F75-B482-3AF3279D469F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35D1A2E6-A540-555E-CAF2-E4C09E3CC251}"/>
              </a:ext>
            </a:extLst>
          </p:cNvPr>
          <p:cNvSpPr txBox="1"/>
          <p:nvPr/>
        </p:nvSpPr>
        <p:spPr>
          <a:xfrm>
            <a:off x="3523376" y="1544180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2855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94B153A-B216-B86E-38E3-26DA824ECBE4}"/>
              </a:ext>
            </a:extLst>
          </p:cNvPr>
          <p:cNvSpPr txBox="1"/>
          <p:nvPr/>
        </p:nvSpPr>
        <p:spPr>
          <a:xfrm>
            <a:off x="4863694" y="1544180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3007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6611B86-A16B-0E53-FED3-7ADC46FE10B5}"/>
              </a:ext>
            </a:extLst>
          </p:cNvPr>
          <p:cNvSpPr txBox="1"/>
          <p:nvPr/>
        </p:nvSpPr>
        <p:spPr>
          <a:xfrm>
            <a:off x="3552712" y="4488165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1965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2F1D464-B56D-C8EA-CD2A-EB1F27924DE5}"/>
              </a:ext>
            </a:extLst>
          </p:cNvPr>
          <p:cNvSpPr txBox="1"/>
          <p:nvPr/>
        </p:nvSpPr>
        <p:spPr>
          <a:xfrm>
            <a:off x="5884661" y="4488165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1200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B15BB34-0E20-39EE-C8E6-71C3439E4CE0}"/>
              </a:ext>
            </a:extLst>
          </p:cNvPr>
          <p:cNvSpPr txBox="1"/>
          <p:nvPr/>
        </p:nvSpPr>
        <p:spPr>
          <a:xfrm>
            <a:off x="6210143" y="5165201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1200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41DC2BC-C710-AA93-86F8-3203C8782639}"/>
              </a:ext>
            </a:extLst>
          </p:cNvPr>
          <p:cNvSpPr txBox="1"/>
          <p:nvPr/>
        </p:nvSpPr>
        <p:spPr>
          <a:xfrm>
            <a:off x="8823288" y="6275606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2096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D22BABB-FCD7-FFCD-411E-37F9CA6C172E}"/>
              </a:ext>
            </a:extLst>
          </p:cNvPr>
          <p:cNvSpPr txBox="1"/>
          <p:nvPr/>
        </p:nvSpPr>
        <p:spPr>
          <a:xfrm>
            <a:off x="7477071" y="3691889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4523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C467651-6CAF-F2CF-7655-562DBA592BA2}"/>
              </a:ext>
            </a:extLst>
          </p:cNvPr>
          <p:cNvSpPr txBox="1"/>
          <p:nvPr/>
        </p:nvSpPr>
        <p:spPr>
          <a:xfrm>
            <a:off x="6884083" y="3054713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3686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74C31AE-615F-CD89-9779-7D4EF6A1D55A}"/>
              </a:ext>
            </a:extLst>
          </p:cNvPr>
          <p:cNvSpPr txBox="1"/>
          <p:nvPr/>
        </p:nvSpPr>
        <p:spPr>
          <a:xfrm>
            <a:off x="9103339" y="3141479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4992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4AD1E5C-B17B-7B3C-B1AA-2C2B9423BD8E}"/>
              </a:ext>
            </a:extLst>
          </p:cNvPr>
          <p:cNvSpPr txBox="1"/>
          <p:nvPr/>
        </p:nvSpPr>
        <p:spPr>
          <a:xfrm>
            <a:off x="8822192" y="4926327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3926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6AE2A60E-3283-02BE-94BB-5FE13BAC595C}"/>
              </a:ext>
            </a:extLst>
          </p:cNvPr>
          <p:cNvGrpSpPr/>
          <p:nvPr/>
        </p:nvGrpSpPr>
        <p:grpSpPr>
          <a:xfrm>
            <a:off x="4519510" y="3718477"/>
            <a:ext cx="764953" cy="256144"/>
            <a:chOff x="1929047" y="808993"/>
            <a:chExt cx="764953" cy="256144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1BE64D1-6360-96EB-E7BC-1D16FB456220}"/>
                </a:ext>
              </a:extLst>
            </p:cNvPr>
            <p:cNvSpPr txBox="1"/>
            <p:nvPr/>
          </p:nvSpPr>
          <p:spPr>
            <a:xfrm>
              <a:off x="1929047" y="880471"/>
              <a:ext cx="764953" cy="18466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600" b="1"/>
                <a:t>서비스 조명 </a:t>
              </a:r>
              <a:r>
                <a:rPr lang="en-US" altLang="ko-KR" sz="600" b="1"/>
                <a:t>2EA</a:t>
              </a:r>
              <a:endParaRPr lang="ko-KR" altLang="en-US" sz="600" b="1"/>
            </a:p>
          </p:txBody>
        </p:sp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0C7107F2-346B-2600-8A85-9ECDAF64B476}"/>
                </a:ext>
              </a:extLst>
            </p:cNvPr>
            <p:cNvGrpSpPr/>
            <p:nvPr/>
          </p:nvGrpSpPr>
          <p:grpSpPr>
            <a:xfrm rot="5400000">
              <a:off x="2264489" y="609734"/>
              <a:ext cx="98804" cy="497321"/>
              <a:chOff x="4737844" y="5114440"/>
              <a:chExt cx="98804" cy="497321"/>
            </a:xfrm>
            <a:solidFill>
              <a:srgbClr val="FF00FF"/>
            </a:solidFill>
          </p:grpSpPr>
          <p:sp>
            <p:nvSpPr>
              <p:cNvPr id="29" name="타원 28">
                <a:extLst>
                  <a:ext uri="{FF2B5EF4-FFF2-40B4-BE49-F238E27FC236}">
                    <a16:creationId xmlns:a16="http://schemas.microsoft.com/office/drawing/2014/main" id="{BAA0D3B8-CF0B-71C4-AFAB-0AB3B590D1B0}"/>
                  </a:ext>
                </a:extLst>
              </p:cNvPr>
              <p:cNvSpPr/>
              <p:nvPr/>
            </p:nvSpPr>
            <p:spPr>
              <a:xfrm>
                <a:off x="4737844" y="5114440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61" name="타원 60">
                <a:extLst>
                  <a:ext uri="{FF2B5EF4-FFF2-40B4-BE49-F238E27FC236}">
                    <a16:creationId xmlns:a16="http://schemas.microsoft.com/office/drawing/2014/main" id="{808709C2-F033-A757-0888-1307518A300B}"/>
                  </a:ext>
                </a:extLst>
              </p:cNvPr>
              <p:cNvSpPr/>
              <p:nvPr/>
            </p:nvSpPr>
            <p:spPr>
              <a:xfrm>
                <a:off x="4738263" y="5513376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pic>
        <p:nvPicPr>
          <p:cNvPr id="62" name="그림 61">
            <a:extLst>
              <a:ext uri="{FF2B5EF4-FFF2-40B4-BE49-F238E27FC236}">
                <a16:creationId xmlns:a16="http://schemas.microsoft.com/office/drawing/2014/main" id="{6A571657-0EF7-C2A9-2596-F0F04330610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320" b="-1"/>
          <a:stretch>
            <a:fillRect/>
          </a:stretch>
        </p:blipFill>
        <p:spPr>
          <a:xfrm>
            <a:off x="9583281" y="4149087"/>
            <a:ext cx="2236971" cy="1554480"/>
          </a:xfrm>
          <a:prstGeom prst="rect">
            <a:avLst/>
          </a:prstGeom>
        </p:spPr>
      </p:pic>
      <p:sp>
        <p:nvSpPr>
          <p:cNvPr id="63" name="직사각형 62">
            <a:extLst>
              <a:ext uri="{FF2B5EF4-FFF2-40B4-BE49-F238E27FC236}">
                <a16:creationId xmlns:a16="http://schemas.microsoft.com/office/drawing/2014/main" id="{DEFAD278-E0E9-A422-A333-FCE5C4DAB58C}"/>
              </a:ext>
            </a:extLst>
          </p:cNvPr>
          <p:cNvSpPr/>
          <p:nvPr/>
        </p:nvSpPr>
        <p:spPr>
          <a:xfrm flipV="1">
            <a:off x="4358786" y="4374464"/>
            <a:ext cx="98385" cy="74149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96121B20-EAF8-7AB0-EE9E-8F1C804C5E16}"/>
              </a:ext>
            </a:extLst>
          </p:cNvPr>
          <p:cNvSpPr/>
          <p:nvPr/>
        </p:nvSpPr>
        <p:spPr>
          <a:xfrm rot="16200000" flipV="1">
            <a:off x="6222670" y="4627162"/>
            <a:ext cx="98384" cy="55375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4353AB68-8169-9A69-F2B5-DBE93F4B87EF}"/>
              </a:ext>
            </a:extLst>
          </p:cNvPr>
          <p:cNvSpPr/>
          <p:nvPr/>
        </p:nvSpPr>
        <p:spPr>
          <a:xfrm rot="16200000" flipV="1">
            <a:off x="6406696" y="4908152"/>
            <a:ext cx="98384" cy="52422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588076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23F025-A91C-03E8-C44B-4947E3C40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33E7FAD-433D-DF62-36A8-7F9986E3E80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971902" y="977962"/>
            <a:ext cx="6337198" cy="588003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1C8D99F-52F5-1DC0-A4CA-A9E3B4E2BECD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𝟏𝟎𝟒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𝑩𝒎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1C8D99F-52F5-1DC0-A4CA-A9E3B4E2BE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96425F5B-9CE8-EB53-DAC7-813BB4433F37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104B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 + </a:t>
            </a:r>
            <a:r>
              <a:rPr lang="ko-KR" altLang="en-US" sz="2000" b="1" err="1"/>
              <a:t>실링팬</a:t>
            </a:r>
            <a:r>
              <a:rPr lang="ko-KR" altLang="en-US" sz="2000" b="1"/>
              <a:t> 우물두줄</a:t>
            </a:r>
            <a:endParaRPr lang="en-US" altLang="ko-KR" sz="2000" b="1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9511B89-A2BB-5BFB-CABF-0E26D8D43C58}"/>
              </a:ext>
            </a:extLst>
          </p:cNvPr>
          <p:cNvSpPr/>
          <p:nvPr/>
        </p:nvSpPr>
        <p:spPr>
          <a:xfrm rot="10800000">
            <a:off x="8758568" y="2486024"/>
            <a:ext cx="102820" cy="155257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0C39FC2-0F69-7156-6F6C-4B886EEDD257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D13A70E9-9623-F8CE-6D7F-79E60E4A2DC5}"/>
              </a:ext>
            </a:extLst>
          </p:cNvPr>
          <p:cNvGrpSpPr/>
          <p:nvPr/>
        </p:nvGrpSpPr>
        <p:grpSpPr>
          <a:xfrm rot="5400000">
            <a:off x="4873325" y="3510001"/>
            <a:ext cx="104194" cy="502630"/>
            <a:chOff x="5324822" y="4581060"/>
            <a:chExt cx="104194" cy="502630"/>
          </a:xfrm>
        </p:grpSpPr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A97F1B8B-F75C-92DE-ABF0-26A2797D64FE}"/>
                </a:ext>
              </a:extLst>
            </p:cNvPr>
            <p:cNvSpPr/>
            <p:nvPr/>
          </p:nvSpPr>
          <p:spPr>
            <a:xfrm>
              <a:off x="5330631" y="458106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CA05C9AF-D08B-D6CF-07D8-9C3529667A39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7" name="TextBox 13">
            <a:extLst>
              <a:ext uri="{FF2B5EF4-FFF2-40B4-BE49-F238E27FC236}">
                <a16:creationId xmlns:a16="http://schemas.microsoft.com/office/drawing/2014/main" id="{5FBBE4FC-04F0-4F0A-5EF8-6B9E867869E3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C6FEB6B7-4F91-7C05-B80E-855C284F90B2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732EAF83-4CD3-02D5-B296-BEDD34C455D2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AC163415-4899-1B98-ECFE-625FE9DDA3A7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9418017A-B0FB-4ABB-C82C-09717875283E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2" name="TextBox 11">
              <a:extLst>
                <a:ext uri="{FF2B5EF4-FFF2-40B4-BE49-F238E27FC236}">
                  <a16:creationId xmlns:a16="http://schemas.microsoft.com/office/drawing/2014/main" id="{4E4ABCCA-1918-1F75-B482-3AF3279D469F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14867977-30ED-26A7-FE24-DFE9A62F8FC3}"/>
              </a:ext>
            </a:extLst>
          </p:cNvPr>
          <p:cNvGrpSpPr/>
          <p:nvPr/>
        </p:nvGrpSpPr>
        <p:grpSpPr>
          <a:xfrm rot="5400000">
            <a:off x="7893396" y="3460838"/>
            <a:ext cx="98892" cy="1220108"/>
            <a:chOff x="4737834" y="4662002"/>
            <a:chExt cx="98892" cy="1220108"/>
          </a:xfrm>
        </p:grpSpPr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C5D3EFB6-CC2F-7407-50C3-A217B213EC33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4A6B48A3-E6C0-D91D-9F74-3E5B5A788C5D}"/>
                </a:ext>
              </a:extLst>
            </p:cNvPr>
            <p:cNvSpPr/>
            <p:nvPr/>
          </p:nvSpPr>
          <p:spPr>
            <a:xfrm>
              <a:off x="4738263" y="52212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D2F5F59E-977B-DB50-E656-4A5B713BB2CB}"/>
                </a:ext>
              </a:extLst>
            </p:cNvPr>
            <p:cNvSpPr/>
            <p:nvPr/>
          </p:nvSpPr>
          <p:spPr>
            <a:xfrm>
              <a:off x="4738341" y="57837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7FC78F08-4325-0B9B-54DB-781355B96385}"/>
              </a:ext>
            </a:extLst>
          </p:cNvPr>
          <p:cNvGrpSpPr/>
          <p:nvPr/>
        </p:nvGrpSpPr>
        <p:grpSpPr>
          <a:xfrm rot="5400000">
            <a:off x="7888524" y="1658228"/>
            <a:ext cx="98892" cy="1220108"/>
            <a:chOff x="4737834" y="4662002"/>
            <a:chExt cx="98892" cy="1220108"/>
          </a:xfrm>
        </p:grpSpPr>
        <p:sp>
          <p:nvSpPr>
            <p:cNvPr id="57" name="타원 56">
              <a:extLst>
                <a:ext uri="{FF2B5EF4-FFF2-40B4-BE49-F238E27FC236}">
                  <a16:creationId xmlns:a16="http://schemas.microsoft.com/office/drawing/2014/main" id="{1D861D0D-BE65-8C29-8077-9561A8BB7F58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8" name="타원 57">
              <a:extLst>
                <a:ext uri="{FF2B5EF4-FFF2-40B4-BE49-F238E27FC236}">
                  <a16:creationId xmlns:a16="http://schemas.microsoft.com/office/drawing/2014/main" id="{A930F2CA-0F26-F08C-CC76-93054604BEFD}"/>
                </a:ext>
              </a:extLst>
            </p:cNvPr>
            <p:cNvSpPr/>
            <p:nvPr/>
          </p:nvSpPr>
          <p:spPr>
            <a:xfrm>
              <a:off x="4738263" y="52212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9" name="타원 58">
              <a:extLst>
                <a:ext uri="{FF2B5EF4-FFF2-40B4-BE49-F238E27FC236}">
                  <a16:creationId xmlns:a16="http://schemas.microsoft.com/office/drawing/2014/main" id="{48115851-DAD8-732E-4DB9-DBD21CBD8E33}"/>
                </a:ext>
              </a:extLst>
            </p:cNvPr>
            <p:cNvSpPr/>
            <p:nvPr/>
          </p:nvSpPr>
          <p:spPr>
            <a:xfrm>
              <a:off x="4738341" y="57837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4272CA87-F3D5-055A-3EEA-CCBC1295A6BC}"/>
              </a:ext>
            </a:extLst>
          </p:cNvPr>
          <p:cNvSpPr/>
          <p:nvPr/>
        </p:nvSpPr>
        <p:spPr>
          <a:xfrm>
            <a:off x="6795152" y="2667575"/>
            <a:ext cx="1702270" cy="1035887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5D1A2E6-A540-555E-CAF2-E4C09E3CC251}"/>
              </a:ext>
            </a:extLst>
          </p:cNvPr>
          <p:cNvSpPr txBox="1"/>
          <p:nvPr/>
        </p:nvSpPr>
        <p:spPr>
          <a:xfrm>
            <a:off x="3523376" y="1544180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2855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94B153A-B216-B86E-38E3-26DA824ECBE4}"/>
              </a:ext>
            </a:extLst>
          </p:cNvPr>
          <p:cNvSpPr txBox="1"/>
          <p:nvPr/>
        </p:nvSpPr>
        <p:spPr>
          <a:xfrm>
            <a:off x="4863694" y="1544180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3007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6611B86-A16B-0E53-FED3-7ADC46FE10B5}"/>
              </a:ext>
            </a:extLst>
          </p:cNvPr>
          <p:cNvSpPr txBox="1"/>
          <p:nvPr/>
        </p:nvSpPr>
        <p:spPr>
          <a:xfrm>
            <a:off x="3552712" y="4488165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1965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2F1D464-B56D-C8EA-CD2A-EB1F27924DE5}"/>
              </a:ext>
            </a:extLst>
          </p:cNvPr>
          <p:cNvSpPr txBox="1"/>
          <p:nvPr/>
        </p:nvSpPr>
        <p:spPr>
          <a:xfrm>
            <a:off x="5884661" y="4488165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1200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B15BB34-0E20-39EE-C8E6-71C3439E4CE0}"/>
              </a:ext>
            </a:extLst>
          </p:cNvPr>
          <p:cNvSpPr txBox="1"/>
          <p:nvPr/>
        </p:nvSpPr>
        <p:spPr>
          <a:xfrm>
            <a:off x="6210143" y="5165201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1200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41DC2BC-C710-AA93-86F8-3203C8782639}"/>
              </a:ext>
            </a:extLst>
          </p:cNvPr>
          <p:cNvSpPr txBox="1"/>
          <p:nvPr/>
        </p:nvSpPr>
        <p:spPr>
          <a:xfrm>
            <a:off x="8823288" y="6275606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2096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D22BABB-FCD7-FFCD-411E-37F9CA6C172E}"/>
              </a:ext>
            </a:extLst>
          </p:cNvPr>
          <p:cNvSpPr txBox="1"/>
          <p:nvPr/>
        </p:nvSpPr>
        <p:spPr>
          <a:xfrm>
            <a:off x="7477071" y="3691889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4523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C467651-6CAF-F2CF-7655-562DBA592BA2}"/>
              </a:ext>
            </a:extLst>
          </p:cNvPr>
          <p:cNvSpPr txBox="1"/>
          <p:nvPr/>
        </p:nvSpPr>
        <p:spPr>
          <a:xfrm>
            <a:off x="6884083" y="3054713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3686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74C31AE-615F-CD89-9779-7D4EF6A1D55A}"/>
              </a:ext>
            </a:extLst>
          </p:cNvPr>
          <p:cNvSpPr txBox="1"/>
          <p:nvPr/>
        </p:nvSpPr>
        <p:spPr>
          <a:xfrm>
            <a:off x="9103339" y="3141479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4992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4AD1E5C-B17B-7B3C-B1AA-2C2B9423BD8E}"/>
              </a:ext>
            </a:extLst>
          </p:cNvPr>
          <p:cNvSpPr txBox="1"/>
          <p:nvPr/>
        </p:nvSpPr>
        <p:spPr>
          <a:xfrm>
            <a:off x="8822192" y="4926327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3926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E801D4-F4FB-C0BB-1928-C3FE77465B73}"/>
              </a:ext>
            </a:extLst>
          </p:cNvPr>
          <p:cNvSpPr txBox="1"/>
          <p:nvPr/>
        </p:nvSpPr>
        <p:spPr>
          <a:xfrm>
            <a:off x="5823748" y="3703604"/>
            <a:ext cx="97140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endParaRPr lang="en-US" altLang="ko-KR" sz="1000" b="1"/>
          </a:p>
          <a:p>
            <a:pPr algn="ctr"/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pic>
        <p:nvPicPr>
          <p:cNvPr id="7" name="그림 6" descr="텍스트, 스크린샷, 리모컨, 전자 기기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E4A4FC7-FE38-225C-EBF0-815EA8DC901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493" y="2199367"/>
            <a:ext cx="1757580" cy="1445609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3E95A49D-5BF9-FB78-9893-F678244407D0}"/>
              </a:ext>
            </a:extLst>
          </p:cNvPr>
          <p:cNvSpPr/>
          <p:nvPr/>
        </p:nvSpPr>
        <p:spPr>
          <a:xfrm flipV="1">
            <a:off x="4206386" y="4222064"/>
            <a:ext cx="98385" cy="74149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D354083-9B39-3C99-2325-C3A9D167ABC6}"/>
              </a:ext>
            </a:extLst>
          </p:cNvPr>
          <p:cNvSpPr/>
          <p:nvPr/>
        </p:nvSpPr>
        <p:spPr>
          <a:xfrm rot="16200000" flipV="1">
            <a:off x="6406696" y="4908152"/>
            <a:ext cx="98384" cy="52422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1D3E7E7-172C-35CE-58D6-596392DB1C21}"/>
              </a:ext>
            </a:extLst>
          </p:cNvPr>
          <p:cNvSpPr/>
          <p:nvPr/>
        </p:nvSpPr>
        <p:spPr>
          <a:xfrm rot="16200000" flipV="1">
            <a:off x="6070270" y="4474762"/>
            <a:ext cx="98384" cy="55375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D6794BAA-09BB-1D97-3668-3754301C62BF}"/>
              </a:ext>
            </a:extLst>
          </p:cNvPr>
          <p:cNvGrpSpPr/>
          <p:nvPr/>
        </p:nvGrpSpPr>
        <p:grpSpPr>
          <a:xfrm>
            <a:off x="5870694" y="2963050"/>
            <a:ext cx="771438" cy="532086"/>
            <a:chOff x="46848" y="332433"/>
            <a:chExt cx="771438" cy="532086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F57C7E0F-DB88-FEDD-A69C-20C808625EA0}"/>
                </a:ext>
              </a:extLst>
            </p:cNvPr>
            <p:cNvSpPr txBox="1"/>
            <p:nvPr/>
          </p:nvSpPr>
          <p:spPr>
            <a:xfrm>
              <a:off x="46848" y="505505"/>
              <a:ext cx="771438" cy="18466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600" b="1"/>
                <a:t>서비스 조명 </a:t>
              </a:r>
              <a:r>
                <a:rPr lang="en-US" altLang="ko-KR" sz="600" b="1"/>
                <a:t>2EA</a:t>
              </a:r>
              <a:endParaRPr lang="ko-KR" altLang="en-US" sz="600" b="1"/>
            </a:p>
          </p:txBody>
        </p:sp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id="{EBA7BC36-B47A-6CFE-ABA6-CEA79CE4FB84}"/>
                </a:ext>
              </a:extLst>
            </p:cNvPr>
            <p:cNvGrpSpPr/>
            <p:nvPr/>
          </p:nvGrpSpPr>
          <p:grpSpPr>
            <a:xfrm>
              <a:off x="368880" y="332433"/>
              <a:ext cx="98814" cy="532086"/>
              <a:chOff x="4737834" y="4900127"/>
              <a:chExt cx="98814" cy="532086"/>
            </a:xfrm>
            <a:solidFill>
              <a:srgbClr val="FF00FF"/>
            </a:solidFill>
          </p:grpSpPr>
          <p:sp>
            <p:nvSpPr>
              <p:cNvPr id="50" name="타원 49">
                <a:extLst>
                  <a:ext uri="{FF2B5EF4-FFF2-40B4-BE49-F238E27FC236}">
                    <a16:creationId xmlns:a16="http://schemas.microsoft.com/office/drawing/2014/main" id="{189B4B79-A146-7BBA-FA6C-A8BC88A05F81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">
                  <a:solidFill>
                    <a:schemeClr val="tx1"/>
                  </a:solidFill>
                </a:endParaRPr>
              </a:p>
            </p:txBody>
          </p:sp>
          <p:sp>
            <p:nvSpPr>
              <p:cNvPr id="51" name="타원 50">
                <a:extLst>
                  <a:ext uri="{FF2B5EF4-FFF2-40B4-BE49-F238E27FC236}">
                    <a16:creationId xmlns:a16="http://schemas.microsoft.com/office/drawing/2014/main" id="{6F26BD42-48E0-2379-39F5-BBE407A024BD}"/>
                  </a:ext>
                </a:extLst>
              </p:cNvPr>
              <p:cNvSpPr/>
              <p:nvPr/>
            </p:nvSpPr>
            <p:spPr>
              <a:xfrm>
                <a:off x="4738263" y="5333828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">
                  <a:solidFill>
                    <a:schemeClr val="tx1"/>
                  </a:solidFill>
                </a:endParaRPr>
              </a:p>
            </p:txBody>
          </p:sp>
        </p:grpSp>
      </p:grpSp>
      <p:pic>
        <p:nvPicPr>
          <p:cNvPr id="10" name="그림 9" descr="텍스트, 스크린샷, 직사각형, 종이 제품이(가) 표시된 사진&#10;&#10;자동 생성된 설명">
            <a:extLst>
              <a:ext uri="{FF2B5EF4-FFF2-40B4-BE49-F238E27FC236}">
                <a16:creationId xmlns:a16="http://schemas.microsoft.com/office/drawing/2014/main" id="{15A07EDD-BF94-D712-BD1D-122166BDD73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398" y="3953499"/>
            <a:ext cx="1795364" cy="1795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686290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23F025-A91C-03E8-C44B-4947E3C40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33E7FAD-433D-DF62-36A8-7F9986E3E80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971902" y="977962"/>
            <a:ext cx="6337198" cy="588003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1C8D99F-52F5-1DC0-A4CA-A9E3B4E2BECD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𝟏𝟎𝟒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𝑩𝒎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1C8D99F-52F5-1DC0-A4CA-A9E3B4E2BE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96425F5B-9CE8-EB53-DAC7-813BB4433F37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104B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 + </a:t>
            </a:r>
            <a:r>
              <a:rPr lang="ko-KR" altLang="en-US" sz="2000" b="1" err="1"/>
              <a:t>실링팬</a:t>
            </a:r>
            <a:r>
              <a:rPr lang="ko-KR" altLang="en-US" sz="2000" b="1"/>
              <a:t> 우물두줄</a:t>
            </a:r>
            <a:endParaRPr lang="en-US" altLang="ko-KR" sz="2000" b="1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0C39FC2-0F69-7156-6F6C-4B886EEDD257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13" name="별: 꼭짓점 4개 12">
            <a:extLst>
              <a:ext uri="{FF2B5EF4-FFF2-40B4-BE49-F238E27FC236}">
                <a16:creationId xmlns:a16="http://schemas.microsoft.com/office/drawing/2014/main" id="{930DEF7E-9160-F459-086E-64BC9C55A4A8}"/>
              </a:ext>
            </a:extLst>
          </p:cNvPr>
          <p:cNvSpPr/>
          <p:nvPr/>
        </p:nvSpPr>
        <p:spPr>
          <a:xfrm>
            <a:off x="7699960" y="2914854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sp>
        <p:nvSpPr>
          <p:cNvPr id="37" name="TextBox 13">
            <a:extLst>
              <a:ext uri="{FF2B5EF4-FFF2-40B4-BE49-F238E27FC236}">
                <a16:creationId xmlns:a16="http://schemas.microsoft.com/office/drawing/2014/main" id="{5FBBE4FC-04F0-4F0A-5EF8-6B9E867869E3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C6FEB6B7-4F91-7C05-B80E-855C284F90B2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732EAF83-4CD3-02D5-B296-BEDD34C455D2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AC163415-4899-1B98-ECFE-625FE9DDA3A7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9418017A-B0FB-4ABB-C82C-09717875283E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2" name="TextBox 11">
              <a:extLst>
                <a:ext uri="{FF2B5EF4-FFF2-40B4-BE49-F238E27FC236}">
                  <a16:creationId xmlns:a16="http://schemas.microsoft.com/office/drawing/2014/main" id="{4E4ABCCA-1918-1F75-B482-3AF3279D469F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35D1A2E6-A540-555E-CAF2-E4C09E3CC251}"/>
              </a:ext>
            </a:extLst>
          </p:cNvPr>
          <p:cNvSpPr txBox="1"/>
          <p:nvPr/>
        </p:nvSpPr>
        <p:spPr>
          <a:xfrm>
            <a:off x="3523376" y="1544180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2855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94B153A-B216-B86E-38E3-26DA824ECBE4}"/>
              </a:ext>
            </a:extLst>
          </p:cNvPr>
          <p:cNvSpPr txBox="1"/>
          <p:nvPr/>
        </p:nvSpPr>
        <p:spPr>
          <a:xfrm>
            <a:off x="4863694" y="1544180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3007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6611B86-A16B-0E53-FED3-7ADC46FE10B5}"/>
              </a:ext>
            </a:extLst>
          </p:cNvPr>
          <p:cNvSpPr txBox="1"/>
          <p:nvPr/>
        </p:nvSpPr>
        <p:spPr>
          <a:xfrm>
            <a:off x="3552712" y="4488165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1965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2F1D464-B56D-C8EA-CD2A-EB1F27924DE5}"/>
              </a:ext>
            </a:extLst>
          </p:cNvPr>
          <p:cNvSpPr txBox="1"/>
          <p:nvPr/>
        </p:nvSpPr>
        <p:spPr>
          <a:xfrm>
            <a:off x="5884661" y="4488165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1200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B15BB34-0E20-39EE-C8E6-71C3439E4CE0}"/>
              </a:ext>
            </a:extLst>
          </p:cNvPr>
          <p:cNvSpPr txBox="1"/>
          <p:nvPr/>
        </p:nvSpPr>
        <p:spPr>
          <a:xfrm>
            <a:off x="6210143" y="5165201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1200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41DC2BC-C710-AA93-86F8-3203C8782639}"/>
              </a:ext>
            </a:extLst>
          </p:cNvPr>
          <p:cNvSpPr txBox="1"/>
          <p:nvPr/>
        </p:nvSpPr>
        <p:spPr>
          <a:xfrm>
            <a:off x="8823288" y="6275606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2096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D22BABB-FCD7-FFCD-411E-37F9CA6C172E}"/>
              </a:ext>
            </a:extLst>
          </p:cNvPr>
          <p:cNvSpPr txBox="1"/>
          <p:nvPr/>
        </p:nvSpPr>
        <p:spPr>
          <a:xfrm>
            <a:off x="7477071" y="3691889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4523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C467651-6CAF-F2CF-7655-562DBA592BA2}"/>
              </a:ext>
            </a:extLst>
          </p:cNvPr>
          <p:cNvSpPr txBox="1"/>
          <p:nvPr/>
        </p:nvSpPr>
        <p:spPr>
          <a:xfrm>
            <a:off x="6884083" y="3054713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3686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74C31AE-615F-CD89-9779-7D4EF6A1D55A}"/>
              </a:ext>
            </a:extLst>
          </p:cNvPr>
          <p:cNvSpPr txBox="1"/>
          <p:nvPr/>
        </p:nvSpPr>
        <p:spPr>
          <a:xfrm>
            <a:off x="9103339" y="3141479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4992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4AD1E5C-B17B-7B3C-B1AA-2C2B9423BD8E}"/>
              </a:ext>
            </a:extLst>
          </p:cNvPr>
          <p:cNvSpPr txBox="1"/>
          <p:nvPr/>
        </p:nvSpPr>
        <p:spPr>
          <a:xfrm>
            <a:off x="8822192" y="4926327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3926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pic>
        <p:nvPicPr>
          <p:cNvPr id="10" name="그림 9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91B5429-34D3-1F12-96DC-2E2BE5188D2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935" y="2497352"/>
            <a:ext cx="1778731" cy="1466673"/>
          </a:xfrm>
          <a:prstGeom prst="rect">
            <a:avLst/>
          </a:prstGeom>
        </p:spPr>
      </p:pic>
      <p:pic>
        <p:nvPicPr>
          <p:cNvPr id="77" name="그림 76">
            <a:extLst>
              <a:ext uri="{FF2B5EF4-FFF2-40B4-BE49-F238E27FC236}">
                <a16:creationId xmlns:a16="http://schemas.microsoft.com/office/drawing/2014/main" id="{BB2282EB-0DB1-5D47-640E-F416879DBE3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2320" b="-1"/>
          <a:stretch>
            <a:fillRect/>
          </a:stretch>
        </p:blipFill>
        <p:spPr>
          <a:xfrm>
            <a:off x="9678499" y="4537078"/>
            <a:ext cx="2236971" cy="155448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15A0981-75DD-E0CB-D5D9-F845AA27D2F4}"/>
              </a:ext>
            </a:extLst>
          </p:cNvPr>
          <p:cNvSpPr txBox="1"/>
          <p:nvPr/>
        </p:nvSpPr>
        <p:spPr>
          <a:xfrm>
            <a:off x="9272336" y="3410027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err="1">
                <a:highlight>
                  <a:srgbClr val="FFFF00"/>
                </a:highlight>
              </a:rPr>
              <a:t>실링팬</a:t>
            </a:r>
            <a:r>
              <a:rPr lang="ko-KR" altLang="en-US" sz="1000" b="1">
                <a:highlight>
                  <a:srgbClr val="FFFF00"/>
                </a:highlight>
              </a:rPr>
              <a:t> </a:t>
            </a:r>
            <a:r>
              <a:rPr lang="ko-KR" altLang="en-US" sz="1000" b="1" err="1">
                <a:highlight>
                  <a:srgbClr val="FFFF00"/>
                </a:highlight>
              </a:rPr>
              <a:t>루씨에어</a:t>
            </a:r>
            <a:endParaRPr lang="en-US" altLang="ko-KR" sz="1000" b="1">
              <a:highlight>
                <a:srgbClr val="FFFF00"/>
              </a:highlight>
            </a:endParaRPr>
          </a:p>
          <a:p>
            <a:r>
              <a:rPr lang="ko-KR" altLang="en-US" sz="1000" b="1">
                <a:highlight>
                  <a:srgbClr val="FFFF00"/>
                </a:highlight>
              </a:rPr>
              <a:t>설치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보강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우물 천장 안 실크 도배</a:t>
            </a:r>
            <a:br>
              <a:rPr lang="en-US" altLang="ko-KR" sz="1000" b="1">
                <a:highlight>
                  <a:srgbClr val="FFFF00"/>
                </a:highlight>
              </a:rPr>
            </a:br>
            <a:r>
              <a:rPr lang="ko-KR" altLang="en-US" sz="1000" b="1">
                <a:highlight>
                  <a:srgbClr val="FFFF00"/>
                </a:highlight>
              </a:rPr>
              <a:t>우물조명 </a:t>
            </a:r>
            <a:r>
              <a:rPr lang="en-US" altLang="ko-KR" sz="1000" b="1">
                <a:highlight>
                  <a:srgbClr val="FFFF00"/>
                </a:highlight>
              </a:rPr>
              <a:t>2</a:t>
            </a:r>
            <a:r>
              <a:rPr lang="ko-KR" altLang="en-US" sz="1000" b="1">
                <a:highlight>
                  <a:srgbClr val="FFFF00"/>
                </a:highlight>
              </a:rPr>
              <a:t>줄 </a:t>
            </a:r>
            <a:r>
              <a:rPr lang="ko-KR" altLang="en-US" sz="1000" b="1" err="1">
                <a:highlight>
                  <a:srgbClr val="FFFF00"/>
                </a:highlight>
              </a:rPr>
              <a:t>전구색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 err="1">
                <a:highlight>
                  <a:srgbClr val="FFFF00"/>
                </a:highlight>
              </a:rPr>
              <a:t>주백색</a:t>
            </a:r>
            <a:endParaRPr lang="en-US" altLang="ko-KR" sz="1000" b="1">
              <a:highlight>
                <a:srgbClr val="FFFF00"/>
              </a:highlight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AF0DF767-6D06-1BBE-0B75-147339133F53}"/>
              </a:ext>
            </a:extLst>
          </p:cNvPr>
          <p:cNvSpPr/>
          <p:nvPr/>
        </p:nvSpPr>
        <p:spPr>
          <a:xfrm>
            <a:off x="6934200" y="2800115"/>
            <a:ext cx="1430408" cy="788371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4" name="그림 13" descr="텍스트, 스크린샷, 직사각형, 종이 제품이(가) 표시된 사진&#10;&#10;자동 생성된 설명">
            <a:extLst>
              <a:ext uri="{FF2B5EF4-FFF2-40B4-BE49-F238E27FC236}">
                <a16:creationId xmlns:a16="http://schemas.microsoft.com/office/drawing/2014/main" id="{0D350C2C-7DE2-B17C-94C7-0F7581A72E5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618" y="4176452"/>
            <a:ext cx="1795364" cy="1795364"/>
          </a:xfrm>
          <a:prstGeom prst="rect">
            <a:avLst/>
          </a:prstGeom>
        </p:spPr>
      </p:pic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B046549B-E59E-D6E4-00F6-AF3DE83A3DBF}"/>
              </a:ext>
            </a:extLst>
          </p:cNvPr>
          <p:cNvSpPr/>
          <p:nvPr/>
        </p:nvSpPr>
        <p:spPr>
          <a:xfrm>
            <a:off x="6728162" y="2639133"/>
            <a:ext cx="1819862" cy="1119267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E36FEFEF-4107-4F89-69A9-6ADB59B42B8F}"/>
              </a:ext>
            </a:extLst>
          </p:cNvPr>
          <p:cNvGrpSpPr/>
          <p:nvPr/>
        </p:nvGrpSpPr>
        <p:grpSpPr>
          <a:xfrm>
            <a:off x="4519510" y="3715488"/>
            <a:ext cx="764953" cy="256157"/>
            <a:chOff x="1935717" y="808980"/>
            <a:chExt cx="764953" cy="256157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A0DA348-901E-5676-C2C1-85D2AC91975B}"/>
                </a:ext>
              </a:extLst>
            </p:cNvPr>
            <p:cNvSpPr txBox="1"/>
            <p:nvPr/>
          </p:nvSpPr>
          <p:spPr>
            <a:xfrm>
              <a:off x="1935717" y="880471"/>
              <a:ext cx="764953" cy="18466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600" b="1"/>
                <a:t>서비스 조명 </a:t>
              </a:r>
              <a:r>
                <a:rPr lang="en-US" altLang="ko-KR" sz="600" b="1"/>
                <a:t>2EA</a:t>
              </a:r>
              <a:endParaRPr lang="ko-KR" altLang="en-US" sz="600" b="1"/>
            </a:p>
          </p:txBody>
        </p: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2C5D2BA4-4FF4-CDFA-11BE-C7A08F358FB9}"/>
                </a:ext>
              </a:extLst>
            </p:cNvPr>
            <p:cNvGrpSpPr/>
            <p:nvPr/>
          </p:nvGrpSpPr>
          <p:grpSpPr>
            <a:xfrm rot="5400000">
              <a:off x="2261148" y="613060"/>
              <a:ext cx="98814" cy="490654"/>
              <a:chOff x="4737834" y="5121107"/>
              <a:chExt cx="98814" cy="490654"/>
            </a:xfrm>
            <a:solidFill>
              <a:srgbClr val="FF00FF"/>
            </a:solidFill>
          </p:grpSpPr>
          <p:sp>
            <p:nvSpPr>
              <p:cNvPr id="34" name="타원 33">
                <a:extLst>
                  <a:ext uri="{FF2B5EF4-FFF2-40B4-BE49-F238E27FC236}">
                    <a16:creationId xmlns:a16="http://schemas.microsoft.com/office/drawing/2014/main" id="{A5B36E74-B9A9-425A-B844-BF675A8E01CB}"/>
                  </a:ext>
                </a:extLst>
              </p:cNvPr>
              <p:cNvSpPr/>
              <p:nvPr/>
            </p:nvSpPr>
            <p:spPr>
              <a:xfrm>
                <a:off x="4737834" y="5121107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5" name="타원 34">
                <a:extLst>
                  <a:ext uri="{FF2B5EF4-FFF2-40B4-BE49-F238E27FC236}">
                    <a16:creationId xmlns:a16="http://schemas.microsoft.com/office/drawing/2014/main" id="{1C2791C7-4D37-47FC-26E5-8857F9F6E1F3}"/>
                  </a:ext>
                </a:extLst>
              </p:cNvPr>
              <p:cNvSpPr/>
              <p:nvPr/>
            </p:nvSpPr>
            <p:spPr>
              <a:xfrm>
                <a:off x="4738263" y="5513376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276563385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23F025-A91C-03E8-C44B-4947E3C40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33E7FAD-433D-DF62-36A8-7F9986E3E80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971902" y="977962"/>
            <a:ext cx="6337198" cy="588003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1C8D99F-52F5-1DC0-A4CA-A9E3B4E2BECD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𝟏𝟎𝟒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𝑩𝒎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1C8D99F-52F5-1DC0-A4CA-A9E3B4E2BE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96425F5B-9CE8-EB53-DAC7-813BB4433F37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104B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 + </a:t>
            </a:r>
            <a:r>
              <a:rPr lang="ko-KR" altLang="en-US" sz="2000" b="1" err="1"/>
              <a:t>실링팬</a:t>
            </a:r>
            <a:r>
              <a:rPr lang="ko-KR" altLang="en-US" sz="2000" b="1"/>
              <a:t> 우물두줄</a:t>
            </a:r>
            <a:endParaRPr lang="en-US" altLang="ko-KR" sz="2000" b="1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9511B89-A2BB-5BFB-CABF-0E26D8D43C58}"/>
              </a:ext>
            </a:extLst>
          </p:cNvPr>
          <p:cNvSpPr/>
          <p:nvPr/>
        </p:nvSpPr>
        <p:spPr>
          <a:xfrm rot="10800000">
            <a:off x="8758568" y="2486024"/>
            <a:ext cx="102820" cy="155257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0C39FC2-0F69-7156-6F6C-4B886EEDD257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D13A70E9-9623-F8CE-6D7F-79E60E4A2DC5}"/>
              </a:ext>
            </a:extLst>
          </p:cNvPr>
          <p:cNvGrpSpPr/>
          <p:nvPr/>
        </p:nvGrpSpPr>
        <p:grpSpPr>
          <a:xfrm rot="5400000">
            <a:off x="4873325" y="3510001"/>
            <a:ext cx="104194" cy="502630"/>
            <a:chOff x="5324822" y="4581060"/>
            <a:chExt cx="104194" cy="502630"/>
          </a:xfrm>
        </p:grpSpPr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A97F1B8B-F75C-92DE-ABF0-26A2797D64FE}"/>
                </a:ext>
              </a:extLst>
            </p:cNvPr>
            <p:cNvSpPr/>
            <p:nvPr/>
          </p:nvSpPr>
          <p:spPr>
            <a:xfrm>
              <a:off x="5330631" y="458106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CA05C9AF-D08B-D6CF-07D8-9C3529667A39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E09C7DEC-126D-887A-77A9-3016BF4770C0}"/>
              </a:ext>
            </a:extLst>
          </p:cNvPr>
          <p:cNvSpPr txBox="1"/>
          <p:nvPr/>
        </p:nvSpPr>
        <p:spPr>
          <a:xfrm>
            <a:off x="9245670" y="3487334"/>
            <a:ext cx="22293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>
                <a:highlight>
                  <a:srgbClr val="FFFF00"/>
                </a:highlight>
              </a:rPr>
              <a:t>우물조명 </a:t>
            </a:r>
            <a:r>
              <a:rPr lang="en-US" altLang="ko-KR" sz="1000" b="1">
                <a:highlight>
                  <a:srgbClr val="FFFF00"/>
                </a:highlight>
              </a:rPr>
              <a:t>2</a:t>
            </a:r>
            <a:r>
              <a:rPr lang="ko-KR" altLang="en-US" sz="1000" b="1">
                <a:highlight>
                  <a:srgbClr val="FFFF00"/>
                </a:highlight>
              </a:rPr>
              <a:t>줄 </a:t>
            </a:r>
            <a:r>
              <a:rPr lang="ko-KR" altLang="en-US" sz="1000" b="1" err="1">
                <a:highlight>
                  <a:srgbClr val="FFFF00"/>
                </a:highlight>
              </a:rPr>
              <a:t>전구색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 err="1">
                <a:highlight>
                  <a:srgbClr val="FFFF00"/>
                </a:highlight>
              </a:rPr>
              <a:t>주백색</a:t>
            </a:r>
            <a:endParaRPr lang="en-US" altLang="ko-KR" sz="1000" b="1">
              <a:highlight>
                <a:srgbClr val="FFFF00"/>
              </a:highlight>
            </a:endParaRPr>
          </a:p>
        </p:txBody>
      </p:sp>
      <p:sp>
        <p:nvSpPr>
          <p:cNvPr id="37" name="TextBox 13">
            <a:extLst>
              <a:ext uri="{FF2B5EF4-FFF2-40B4-BE49-F238E27FC236}">
                <a16:creationId xmlns:a16="http://schemas.microsoft.com/office/drawing/2014/main" id="{5FBBE4FC-04F0-4F0A-5EF8-6B9E867869E3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C6FEB6B7-4F91-7C05-B80E-855C284F90B2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732EAF83-4CD3-02D5-B296-BEDD34C455D2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AC163415-4899-1B98-ECFE-625FE9DDA3A7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9418017A-B0FB-4ABB-C82C-09717875283E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2" name="TextBox 11">
              <a:extLst>
                <a:ext uri="{FF2B5EF4-FFF2-40B4-BE49-F238E27FC236}">
                  <a16:creationId xmlns:a16="http://schemas.microsoft.com/office/drawing/2014/main" id="{4E4ABCCA-1918-1F75-B482-3AF3279D469F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14867977-30ED-26A7-FE24-DFE9A62F8FC3}"/>
              </a:ext>
            </a:extLst>
          </p:cNvPr>
          <p:cNvGrpSpPr/>
          <p:nvPr/>
        </p:nvGrpSpPr>
        <p:grpSpPr>
          <a:xfrm rot="5400000">
            <a:off x="7893396" y="3460838"/>
            <a:ext cx="98892" cy="1220108"/>
            <a:chOff x="4737834" y="4662002"/>
            <a:chExt cx="98892" cy="1220108"/>
          </a:xfrm>
        </p:grpSpPr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C5D3EFB6-CC2F-7407-50C3-A217B213EC33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4A6B48A3-E6C0-D91D-9F74-3E5B5A788C5D}"/>
                </a:ext>
              </a:extLst>
            </p:cNvPr>
            <p:cNvSpPr/>
            <p:nvPr/>
          </p:nvSpPr>
          <p:spPr>
            <a:xfrm>
              <a:off x="4738263" y="52212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D2F5F59E-977B-DB50-E656-4A5B713BB2CB}"/>
                </a:ext>
              </a:extLst>
            </p:cNvPr>
            <p:cNvSpPr/>
            <p:nvPr/>
          </p:nvSpPr>
          <p:spPr>
            <a:xfrm>
              <a:off x="4738341" y="57837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7FC78F08-4325-0B9B-54DB-781355B96385}"/>
              </a:ext>
            </a:extLst>
          </p:cNvPr>
          <p:cNvGrpSpPr/>
          <p:nvPr/>
        </p:nvGrpSpPr>
        <p:grpSpPr>
          <a:xfrm rot="5400000">
            <a:off x="7888524" y="1658228"/>
            <a:ext cx="98892" cy="1220108"/>
            <a:chOff x="4737834" y="4662002"/>
            <a:chExt cx="98892" cy="1220108"/>
          </a:xfrm>
        </p:grpSpPr>
        <p:sp>
          <p:nvSpPr>
            <p:cNvPr id="57" name="타원 56">
              <a:extLst>
                <a:ext uri="{FF2B5EF4-FFF2-40B4-BE49-F238E27FC236}">
                  <a16:creationId xmlns:a16="http://schemas.microsoft.com/office/drawing/2014/main" id="{1D861D0D-BE65-8C29-8077-9561A8BB7F58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8" name="타원 57">
              <a:extLst>
                <a:ext uri="{FF2B5EF4-FFF2-40B4-BE49-F238E27FC236}">
                  <a16:creationId xmlns:a16="http://schemas.microsoft.com/office/drawing/2014/main" id="{A930F2CA-0F26-F08C-CC76-93054604BEFD}"/>
                </a:ext>
              </a:extLst>
            </p:cNvPr>
            <p:cNvSpPr/>
            <p:nvPr/>
          </p:nvSpPr>
          <p:spPr>
            <a:xfrm>
              <a:off x="4738263" y="52212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9" name="타원 58">
              <a:extLst>
                <a:ext uri="{FF2B5EF4-FFF2-40B4-BE49-F238E27FC236}">
                  <a16:creationId xmlns:a16="http://schemas.microsoft.com/office/drawing/2014/main" id="{48115851-DAD8-732E-4DB9-DBD21CBD8E33}"/>
                </a:ext>
              </a:extLst>
            </p:cNvPr>
            <p:cNvSpPr/>
            <p:nvPr/>
          </p:nvSpPr>
          <p:spPr>
            <a:xfrm>
              <a:off x="4738341" y="57837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4272CA87-F3D5-055A-3EEA-CCBC1295A6BC}"/>
              </a:ext>
            </a:extLst>
          </p:cNvPr>
          <p:cNvSpPr/>
          <p:nvPr/>
        </p:nvSpPr>
        <p:spPr>
          <a:xfrm>
            <a:off x="6795152" y="2667575"/>
            <a:ext cx="1702270" cy="1035887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5D1A2E6-A540-555E-CAF2-E4C09E3CC251}"/>
              </a:ext>
            </a:extLst>
          </p:cNvPr>
          <p:cNvSpPr txBox="1"/>
          <p:nvPr/>
        </p:nvSpPr>
        <p:spPr>
          <a:xfrm>
            <a:off x="3523376" y="1544180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2855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94B153A-B216-B86E-38E3-26DA824ECBE4}"/>
              </a:ext>
            </a:extLst>
          </p:cNvPr>
          <p:cNvSpPr txBox="1"/>
          <p:nvPr/>
        </p:nvSpPr>
        <p:spPr>
          <a:xfrm>
            <a:off x="4863694" y="1544180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3007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6611B86-A16B-0E53-FED3-7ADC46FE10B5}"/>
              </a:ext>
            </a:extLst>
          </p:cNvPr>
          <p:cNvSpPr txBox="1"/>
          <p:nvPr/>
        </p:nvSpPr>
        <p:spPr>
          <a:xfrm>
            <a:off x="3552712" y="4488165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1965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2F1D464-B56D-C8EA-CD2A-EB1F27924DE5}"/>
              </a:ext>
            </a:extLst>
          </p:cNvPr>
          <p:cNvSpPr txBox="1"/>
          <p:nvPr/>
        </p:nvSpPr>
        <p:spPr>
          <a:xfrm>
            <a:off x="5884661" y="4488165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1200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B15BB34-0E20-39EE-C8E6-71C3439E4CE0}"/>
              </a:ext>
            </a:extLst>
          </p:cNvPr>
          <p:cNvSpPr txBox="1"/>
          <p:nvPr/>
        </p:nvSpPr>
        <p:spPr>
          <a:xfrm>
            <a:off x="6210143" y="5165201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1200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41DC2BC-C710-AA93-86F8-3203C8782639}"/>
              </a:ext>
            </a:extLst>
          </p:cNvPr>
          <p:cNvSpPr txBox="1"/>
          <p:nvPr/>
        </p:nvSpPr>
        <p:spPr>
          <a:xfrm>
            <a:off x="8823288" y="6275606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2096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D22BABB-FCD7-FFCD-411E-37F9CA6C172E}"/>
              </a:ext>
            </a:extLst>
          </p:cNvPr>
          <p:cNvSpPr txBox="1"/>
          <p:nvPr/>
        </p:nvSpPr>
        <p:spPr>
          <a:xfrm>
            <a:off x="7477071" y="3691889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4523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C467651-6CAF-F2CF-7655-562DBA592BA2}"/>
              </a:ext>
            </a:extLst>
          </p:cNvPr>
          <p:cNvSpPr txBox="1"/>
          <p:nvPr/>
        </p:nvSpPr>
        <p:spPr>
          <a:xfrm>
            <a:off x="6884083" y="3054713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3686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74C31AE-615F-CD89-9779-7D4EF6A1D55A}"/>
              </a:ext>
            </a:extLst>
          </p:cNvPr>
          <p:cNvSpPr txBox="1"/>
          <p:nvPr/>
        </p:nvSpPr>
        <p:spPr>
          <a:xfrm>
            <a:off x="9103339" y="3141479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4992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4AD1E5C-B17B-7B3C-B1AA-2C2B9423BD8E}"/>
              </a:ext>
            </a:extLst>
          </p:cNvPr>
          <p:cNvSpPr txBox="1"/>
          <p:nvPr/>
        </p:nvSpPr>
        <p:spPr>
          <a:xfrm>
            <a:off x="8822192" y="4926327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3926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296192EF-5A71-BD9B-E1DC-AD0FB7732BDC}"/>
              </a:ext>
            </a:extLst>
          </p:cNvPr>
          <p:cNvSpPr/>
          <p:nvPr/>
        </p:nvSpPr>
        <p:spPr>
          <a:xfrm>
            <a:off x="6934852" y="2826326"/>
            <a:ext cx="1420323" cy="738978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2" name="그림 1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F70FA636-618B-A9AF-8928-C7075094B1B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2" t="3086" r="4707" b="11674"/>
          <a:stretch>
            <a:fillRect/>
          </a:stretch>
        </p:blipFill>
        <p:spPr>
          <a:xfrm>
            <a:off x="676947" y="4021446"/>
            <a:ext cx="1619250" cy="15303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AE801D4-F4FB-C0BB-1928-C3FE77465B73}"/>
              </a:ext>
            </a:extLst>
          </p:cNvPr>
          <p:cNvSpPr txBox="1"/>
          <p:nvPr/>
        </p:nvSpPr>
        <p:spPr>
          <a:xfrm>
            <a:off x="5823748" y="3703604"/>
            <a:ext cx="97140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endParaRPr lang="en-US" altLang="ko-KR" sz="1000" b="1"/>
          </a:p>
          <a:p>
            <a:pPr algn="ctr"/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pic>
        <p:nvPicPr>
          <p:cNvPr id="7" name="그림 6" descr="텍스트, 스크린샷, 리모컨, 전자 기기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E4A4FC7-FE38-225C-EBF0-815EA8DC901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493" y="2199367"/>
            <a:ext cx="1757580" cy="1445609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3E95A49D-5BF9-FB78-9893-F678244407D0}"/>
              </a:ext>
            </a:extLst>
          </p:cNvPr>
          <p:cNvSpPr/>
          <p:nvPr/>
        </p:nvSpPr>
        <p:spPr>
          <a:xfrm flipV="1">
            <a:off x="4206386" y="4222064"/>
            <a:ext cx="98385" cy="74149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D354083-9B39-3C99-2325-C3A9D167ABC6}"/>
              </a:ext>
            </a:extLst>
          </p:cNvPr>
          <p:cNvSpPr/>
          <p:nvPr/>
        </p:nvSpPr>
        <p:spPr>
          <a:xfrm rot="16200000" flipV="1">
            <a:off x="6406696" y="4908152"/>
            <a:ext cx="98384" cy="52422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1D3E7E7-172C-35CE-58D6-596392DB1C21}"/>
              </a:ext>
            </a:extLst>
          </p:cNvPr>
          <p:cNvSpPr/>
          <p:nvPr/>
        </p:nvSpPr>
        <p:spPr>
          <a:xfrm rot="16200000" flipV="1">
            <a:off x="6070270" y="4474762"/>
            <a:ext cx="98384" cy="55375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8E3C596-76E3-EFC1-1141-FDEEA433130E}"/>
              </a:ext>
            </a:extLst>
          </p:cNvPr>
          <p:cNvSpPr txBox="1"/>
          <p:nvPr/>
        </p:nvSpPr>
        <p:spPr>
          <a:xfrm>
            <a:off x="7508066" y="5082545"/>
            <a:ext cx="859809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err="1"/>
              <a:t>무선리모컨</a:t>
            </a:r>
            <a:endParaRPr lang="en-US" altLang="ko-KR" sz="1000" b="1"/>
          </a:p>
          <a:p>
            <a:pPr algn="ctr"/>
            <a:r>
              <a:rPr lang="en-US" altLang="ko-KR" sz="1000" b="1"/>
              <a:t>1</a:t>
            </a:r>
            <a:r>
              <a:rPr lang="ko-KR" altLang="en-US" sz="1000" b="1"/>
              <a:t>구</a:t>
            </a:r>
            <a:r>
              <a:rPr lang="en-US" altLang="ko-KR" sz="1000" b="1"/>
              <a:t>(3</a:t>
            </a:r>
            <a:r>
              <a:rPr lang="ko-KR" altLang="en-US" sz="1000" b="1"/>
              <a:t>채널</a:t>
            </a:r>
            <a:r>
              <a:rPr lang="en-US" altLang="ko-KR" sz="1000" b="1"/>
              <a:t>)</a:t>
            </a:r>
            <a:endParaRPr lang="ko-KR" altLang="en-US" sz="1000" b="1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80DD6B8-8DAF-0EEB-7683-C9070B4A144D}"/>
              </a:ext>
            </a:extLst>
          </p:cNvPr>
          <p:cNvSpPr txBox="1"/>
          <p:nvPr/>
        </p:nvSpPr>
        <p:spPr>
          <a:xfrm>
            <a:off x="9103339" y="5368721"/>
            <a:ext cx="19639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안방 리모컨 설칠</a:t>
            </a:r>
          </a:p>
        </p:txBody>
      </p: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4FD2AAD8-6309-CEFB-B3B2-6546D142DD4D}"/>
              </a:ext>
            </a:extLst>
          </p:cNvPr>
          <p:cNvCxnSpPr>
            <a:stCxn id="20" idx="1"/>
          </p:cNvCxnSpPr>
          <p:nvPr/>
        </p:nvCxnSpPr>
        <p:spPr>
          <a:xfrm flipH="1" flipV="1">
            <a:off x="8217408" y="5296006"/>
            <a:ext cx="885931" cy="2573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D6794BAA-09BB-1D97-3668-3754301C62BF}"/>
              </a:ext>
            </a:extLst>
          </p:cNvPr>
          <p:cNvGrpSpPr/>
          <p:nvPr/>
        </p:nvGrpSpPr>
        <p:grpSpPr>
          <a:xfrm>
            <a:off x="5870694" y="2963050"/>
            <a:ext cx="771438" cy="532086"/>
            <a:chOff x="46848" y="332433"/>
            <a:chExt cx="771438" cy="532086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F57C7E0F-DB88-FEDD-A69C-20C808625EA0}"/>
                </a:ext>
              </a:extLst>
            </p:cNvPr>
            <p:cNvSpPr txBox="1"/>
            <p:nvPr/>
          </p:nvSpPr>
          <p:spPr>
            <a:xfrm>
              <a:off x="46848" y="505505"/>
              <a:ext cx="771438" cy="18466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600" b="1"/>
                <a:t>서비스 조명 </a:t>
              </a:r>
              <a:r>
                <a:rPr lang="en-US" altLang="ko-KR" sz="600" b="1"/>
                <a:t>2EA</a:t>
              </a:r>
              <a:endParaRPr lang="ko-KR" altLang="en-US" sz="600" b="1"/>
            </a:p>
          </p:txBody>
        </p:sp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id="{EBA7BC36-B47A-6CFE-ABA6-CEA79CE4FB84}"/>
                </a:ext>
              </a:extLst>
            </p:cNvPr>
            <p:cNvGrpSpPr/>
            <p:nvPr/>
          </p:nvGrpSpPr>
          <p:grpSpPr>
            <a:xfrm>
              <a:off x="368880" y="332433"/>
              <a:ext cx="98814" cy="532086"/>
              <a:chOff x="4737834" y="4900127"/>
              <a:chExt cx="98814" cy="532086"/>
            </a:xfrm>
            <a:solidFill>
              <a:srgbClr val="FF00FF"/>
            </a:solidFill>
          </p:grpSpPr>
          <p:sp>
            <p:nvSpPr>
              <p:cNvPr id="50" name="타원 49">
                <a:extLst>
                  <a:ext uri="{FF2B5EF4-FFF2-40B4-BE49-F238E27FC236}">
                    <a16:creationId xmlns:a16="http://schemas.microsoft.com/office/drawing/2014/main" id="{189B4B79-A146-7BBA-FA6C-A8BC88A05F81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">
                  <a:solidFill>
                    <a:schemeClr val="tx1"/>
                  </a:solidFill>
                </a:endParaRPr>
              </a:p>
            </p:txBody>
          </p:sp>
          <p:sp>
            <p:nvSpPr>
              <p:cNvPr id="51" name="타원 50">
                <a:extLst>
                  <a:ext uri="{FF2B5EF4-FFF2-40B4-BE49-F238E27FC236}">
                    <a16:creationId xmlns:a16="http://schemas.microsoft.com/office/drawing/2014/main" id="{6F26BD42-48E0-2379-39F5-BBE407A024BD}"/>
                  </a:ext>
                </a:extLst>
              </p:cNvPr>
              <p:cNvSpPr/>
              <p:nvPr/>
            </p:nvSpPr>
            <p:spPr>
              <a:xfrm>
                <a:off x="4738263" y="5333828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968111056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23F025-A91C-03E8-C44B-4947E3C40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33E7FAD-433D-DF62-36A8-7F9986E3E80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971902" y="977962"/>
            <a:ext cx="6337198" cy="588003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1C8D99F-52F5-1DC0-A4CA-A9E3B4E2BECD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𝟏𝟎𝟒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𝑩𝒎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1C8D99F-52F5-1DC0-A4CA-A9E3B4E2BE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96425F5B-9CE8-EB53-DAC7-813BB4433F37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104B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 + </a:t>
            </a:r>
            <a:r>
              <a:rPr lang="ko-KR" altLang="en-US" sz="2000" b="1" err="1"/>
              <a:t>실링팬</a:t>
            </a:r>
            <a:r>
              <a:rPr lang="ko-KR" altLang="en-US" sz="2000" b="1"/>
              <a:t> 우물두줄</a:t>
            </a:r>
            <a:endParaRPr lang="en-US" altLang="ko-KR" sz="2000" b="1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9511B89-A2BB-5BFB-CABF-0E26D8D43C58}"/>
              </a:ext>
            </a:extLst>
          </p:cNvPr>
          <p:cNvSpPr/>
          <p:nvPr/>
        </p:nvSpPr>
        <p:spPr>
          <a:xfrm rot="10800000">
            <a:off x="8758568" y="2486024"/>
            <a:ext cx="102820" cy="155257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0C39FC2-0F69-7156-6F6C-4B886EEDD257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13" name="별: 꼭짓점 4개 12">
            <a:extLst>
              <a:ext uri="{FF2B5EF4-FFF2-40B4-BE49-F238E27FC236}">
                <a16:creationId xmlns:a16="http://schemas.microsoft.com/office/drawing/2014/main" id="{930DEF7E-9160-F459-086E-64BC9C55A4A8}"/>
              </a:ext>
            </a:extLst>
          </p:cNvPr>
          <p:cNvSpPr/>
          <p:nvPr/>
        </p:nvSpPr>
        <p:spPr>
          <a:xfrm>
            <a:off x="7699960" y="2914854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D13A70E9-9623-F8CE-6D7F-79E60E4A2DC5}"/>
              </a:ext>
            </a:extLst>
          </p:cNvPr>
          <p:cNvGrpSpPr/>
          <p:nvPr/>
        </p:nvGrpSpPr>
        <p:grpSpPr>
          <a:xfrm rot="5400000">
            <a:off x="4873325" y="3510001"/>
            <a:ext cx="104194" cy="502630"/>
            <a:chOff x="5324822" y="4581060"/>
            <a:chExt cx="104194" cy="502630"/>
          </a:xfrm>
        </p:grpSpPr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A97F1B8B-F75C-92DE-ABF0-26A2797D64FE}"/>
                </a:ext>
              </a:extLst>
            </p:cNvPr>
            <p:cNvSpPr/>
            <p:nvPr/>
          </p:nvSpPr>
          <p:spPr>
            <a:xfrm>
              <a:off x="5330631" y="458106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CA05C9AF-D08B-D6CF-07D8-9C3529667A39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E09C7DEC-126D-887A-77A9-3016BF4770C0}"/>
              </a:ext>
            </a:extLst>
          </p:cNvPr>
          <p:cNvSpPr txBox="1"/>
          <p:nvPr/>
        </p:nvSpPr>
        <p:spPr>
          <a:xfrm>
            <a:off x="9599314" y="2803637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err="1">
                <a:highlight>
                  <a:srgbClr val="FFFF00"/>
                </a:highlight>
              </a:rPr>
              <a:t>실링팬</a:t>
            </a:r>
            <a:r>
              <a:rPr lang="ko-KR" altLang="en-US" sz="1000" b="1">
                <a:highlight>
                  <a:srgbClr val="FFFF00"/>
                </a:highlight>
              </a:rPr>
              <a:t> </a:t>
            </a:r>
            <a:r>
              <a:rPr lang="ko-KR" altLang="en-US" sz="1000" b="1" err="1">
                <a:highlight>
                  <a:srgbClr val="FFFF00"/>
                </a:highlight>
              </a:rPr>
              <a:t>루씨에어</a:t>
            </a:r>
            <a:endParaRPr lang="en-US" altLang="ko-KR" sz="1000" b="1">
              <a:highlight>
                <a:srgbClr val="FFFF00"/>
              </a:highlight>
            </a:endParaRPr>
          </a:p>
          <a:p>
            <a:r>
              <a:rPr lang="ko-KR" altLang="en-US" sz="1000" b="1">
                <a:highlight>
                  <a:srgbClr val="FFFF00"/>
                </a:highlight>
              </a:rPr>
              <a:t>설치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보강</a:t>
            </a:r>
            <a:br>
              <a:rPr lang="en-US" altLang="ko-KR" sz="1000" b="1">
                <a:highlight>
                  <a:srgbClr val="FFFF00"/>
                </a:highlight>
              </a:rPr>
            </a:br>
            <a:r>
              <a:rPr lang="ko-KR" altLang="en-US" sz="1000" b="1">
                <a:highlight>
                  <a:srgbClr val="FFFF00"/>
                </a:highlight>
              </a:rPr>
              <a:t>우물조명 </a:t>
            </a:r>
            <a:r>
              <a:rPr lang="en-US" altLang="ko-KR" sz="1000" b="1">
                <a:highlight>
                  <a:srgbClr val="FFFF00"/>
                </a:highlight>
              </a:rPr>
              <a:t>2</a:t>
            </a:r>
            <a:r>
              <a:rPr lang="ko-KR" altLang="en-US" sz="1000" b="1">
                <a:highlight>
                  <a:srgbClr val="FFFF00"/>
                </a:highlight>
              </a:rPr>
              <a:t>줄 </a:t>
            </a:r>
            <a:r>
              <a:rPr lang="ko-KR" altLang="en-US" sz="1000" b="1" err="1">
                <a:highlight>
                  <a:srgbClr val="FFFF00"/>
                </a:highlight>
              </a:rPr>
              <a:t>전구색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 err="1">
                <a:highlight>
                  <a:srgbClr val="FFFF00"/>
                </a:highlight>
              </a:rPr>
              <a:t>주백색</a:t>
            </a:r>
            <a:endParaRPr lang="en-US" altLang="ko-KR" sz="1000" b="1">
              <a:highlight>
                <a:srgbClr val="FFFF00"/>
              </a:highlight>
            </a:endParaRPr>
          </a:p>
        </p:txBody>
      </p:sp>
      <p:sp>
        <p:nvSpPr>
          <p:cNvPr id="37" name="TextBox 13">
            <a:extLst>
              <a:ext uri="{FF2B5EF4-FFF2-40B4-BE49-F238E27FC236}">
                <a16:creationId xmlns:a16="http://schemas.microsoft.com/office/drawing/2014/main" id="{5FBBE4FC-04F0-4F0A-5EF8-6B9E867869E3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C6FEB6B7-4F91-7C05-B80E-855C284F90B2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732EAF83-4CD3-02D5-B296-BEDD34C455D2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AC163415-4899-1B98-ECFE-625FE9DDA3A7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9418017A-B0FB-4ABB-C82C-09717875283E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2" name="TextBox 11">
              <a:extLst>
                <a:ext uri="{FF2B5EF4-FFF2-40B4-BE49-F238E27FC236}">
                  <a16:creationId xmlns:a16="http://schemas.microsoft.com/office/drawing/2014/main" id="{4E4ABCCA-1918-1F75-B482-3AF3279D469F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14867977-30ED-26A7-FE24-DFE9A62F8FC3}"/>
              </a:ext>
            </a:extLst>
          </p:cNvPr>
          <p:cNvGrpSpPr/>
          <p:nvPr/>
        </p:nvGrpSpPr>
        <p:grpSpPr>
          <a:xfrm rot="5400000">
            <a:off x="7893396" y="3460838"/>
            <a:ext cx="98892" cy="1220108"/>
            <a:chOff x="4737834" y="4662002"/>
            <a:chExt cx="98892" cy="1220108"/>
          </a:xfrm>
        </p:grpSpPr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C5D3EFB6-CC2F-7407-50C3-A217B213EC33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4A6B48A3-E6C0-D91D-9F74-3E5B5A788C5D}"/>
                </a:ext>
              </a:extLst>
            </p:cNvPr>
            <p:cNvSpPr/>
            <p:nvPr/>
          </p:nvSpPr>
          <p:spPr>
            <a:xfrm>
              <a:off x="4738263" y="52212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D2F5F59E-977B-DB50-E656-4A5B713BB2CB}"/>
                </a:ext>
              </a:extLst>
            </p:cNvPr>
            <p:cNvSpPr/>
            <p:nvPr/>
          </p:nvSpPr>
          <p:spPr>
            <a:xfrm>
              <a:off x="4738341" y="57837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7FC78F08-4325-0B9B-54DB-781355B96385}"/>
              </a:ext>
            </a:extLst>
          </p:cNvPr>
          <p:cNvGrpSpPr/>
          <p:nvPr/>
        </p:nvGrpSpPr>
        <p:grpSpPr>
          <a:xfrm rot="5400000">
            <a:off x="7888524" y="1658228"/>
            <a:ext cx="98892" cy="1220108"/>
            <a:chOff x="4737834" y="4662002"/>
            <a:chExt cx="98892" cy="1220108"/>
          </a:xfrm>
        </p:grpSpPr>
        <p:sp>
          <p:nvSpPr>
            <p:cNvPr id="57" name="타원 56">
              <a:extLst>
                <a:ext uri="{FF2B5EF4-FFF2-40B4-BE49-F238E27FC236}">
                  <a16:creationId xmlns:a16="http://schemas.microsoft.com/office/drawing/2014/main" id="{1D861D0D-BE65-8C29-8077-9561A8BB7F58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8" name="타원 57">
              <a:extLst>
                <a:ext uri="{FF2B5EF4-FFF2-40B4-BE49-F238E27FC236}">
                  <a16:creationId xmlns:a16="http://schemas.microsoft.com/office/drawing/2014/main" id="{A930F2CA-0F26-F08C-CC76-93054604BEFD}"/>
                </a:ext>
              </a:extLst>
            </p:cNvPr>
            <p:cNvSpPr/>
            <p:nvPr/>
          </p:nvSpPr>
          <p:spPr>
            <a:xfrm>
              <a:off x="4738263" y="52212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9" name="타원 58">
              <a:extLst>
                <a:ext uri="{FF2B5EF4-FFF2-40B4-BE49-F238E27FC236}">
                  <a16:creationId xmlns:a16="http://schemas.microsoft.com/office/drawing/2014/main" id="{48115851-DAD8-732E-4DB9-DBD21CBD8E33}"/>
                </a:ext>
              </a:extLst>
            </p:cNvPr>
            <p:cNvSpPr/>
            <p:nvPr/>
          </p:nvSpPr>
          <p:spPr>
            <a:xfrm>
              <a:off x="4738341" y="57837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4272CA87-F3D5-055A-3EEA-CCBC1295A6BC}"/>
              </a:ext>
            </a:extLst>
          </p:cNvPr>
          <p:cNvSpPr/>
          <p:nvPr/>
        </p:nvSpPr>
        <p:spPr>
          <a:xfrm>
            <a:off x="6795152" y="2667575"/>
            <a:ext cx="1702270" cy="1035887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6474C52-D852-38FC-ECD8-E0694A343C32}"/>
              </a:ext>
            </a:extLst>
          </p:cNvPr>
          <p:cNvSpPr txBox="1"/>
          <p:nvPr/>
        </p:nvSpPr>
        <p:spPr>
          <a:xfrm>
            <a:off x="5823748" y="3703604"/>
            <a:ext cx="971403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endParaRPr lang="en-US" altLang="ko-KR" sz="1000" b="1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5D1A2E6-A540-555E-CAF2-E4C09E3CC251}"/>
              </a:ext>
            </a:extLst>
          </p:cNvPr>
          <p:cNvSpPr txBox="1"/>
          <p:nvPr/>
        </p:nvSpPr>
        <p:spPr>
          <a:xfrm>
            <a:off x="3523376" y="1544180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2855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94B153A-B216-B86E-38E3-26DA824ECBE4}"/>
              </a:ext>
            </a:extLst>
          </p:cNvPr>
          <p:cNvSpPr txBox="1"/>
          <p:nvPr/>
        </p:nvSpPr>
        <p:spPr>
          <a:xfrm>
            <a:off x="4863694" y="1544180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3007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6611B86-A16B-0E53-FED3-7ADC46FE10B5}"/>
              </a:ext>
            </a:extLst>
          </p:cNvPr>
          <p:cNvSpPr txBox="1"/>
          <p:nvPr/>
        </p:nvSpPr>
        <p:spPr>
          <a:xfrm>
            <a:off x="3552712" y="4488165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1965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2F1D464-B56D-C8EA-CD2A-EB1F27924DE5}"/>
              </a:ext>
            </a:extLst>
          </p:cNvPr>
          <p:cNvSpPr txBox="1"/>
          <p:nvPr/>
        </p:nvSpPr>
        <p:spPr>
          <a:xfrm>
            <a:off x="5884661" y="4488165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1200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B15BB34-0E20-39EE-C8E6-71C3439E4CE0}"/>
              </a:ext>
            </a:extLst>
          </p:cNvPr>
          <p:cNvSpPr txBox="1"/>
          <p:nvPr/>
        </p:nvSpPr>
        <p:spPr>
          <a:xfrm>
            <a:off x="6210143" y="5165201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1200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41DC2BC-C710-AA93-86F8-3203C8782639}"/>
              </a:ext>
            </a:extLst>
          </p:cNvPr>
          <p:cNvSpPr txBox="1"/>
          <p:nvPr/>
        </p:nvSpPr>
        <p:spPr>
          <a:xfrm>
            <a:off x="8823288" y="6275606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2096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D22BABB-FCD7-FFCD-411E-37F9CA6C172E}"/>
              </a:ext>
            </a:extLst>
          </p:cNvPr>
          <p:cNvSpPr txBox="1"/>
          <p:nvPr/>
        </p:nvSpPr>
        <p:spPr>
          <a:xfrm>
            <a:off x="7477071" y="3691889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4523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C467651-6CAF-F2CF-7655-562DBA592BA2}"/>
              </a:ext>
            </a:extLst>
          </p:cNvPr>
          <p:cNvSpPr txBox="1"/>
          <p:nvPr/>
        </p:nvSpPr>
        <p:spPr>
          <a:xfrm>
            <a:off x="6884083" y="3054713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3686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74C31AE-615F-CD89-9779-7D4EF6A1D55A}"/>
              </a:ext>
            </a:extLst>
          </p:cNvPr>
          <p:cNvSpPr txBox="1"/>
          <p:nvPr/>
        </p:nvSpPr>
        <p:spPr>
          <a:xfrm>
            <a:off x="9103339" y="3141479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4992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4AD1E5C-B17B-7B3C-B1AA-2C2B9423BD8E}"/>
              </a:ext>
            </a:extLst>
          </p:cNvPr>
          <p:cNvSpPr txBox="1"/>
          <p:nvPr/>
        </p:nvSpPr>
        <p:spPr>
          <a:xfrm>
            <a:off x="8822192" y="4926327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3926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296192EF-5A71-BD9B-E1DC-AD0FB7732BDC}"/>
              </a:ext>
            </a:extLst>
          </p:cNvPr>
          <p:cNvSpPr/>
          <p:nvPr/>
        </p:nvSpPr>
        <p:spPr>
          <a:xfrm>
            <a:off x="6934852" y="2826326"/>
            <a:ext cx="1420323" cy="738978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0" name="그림 9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91B5429-34D3-1F12-96DC-2E2BE5188D2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314" y="2894446"/>
            <a:ext cx="1778731" cy="1466673"/>
          </a:xfrm>
          <a:prstGeom prst="rect">
            <a:avLst/>
          </a:prstGeom>
        </p:spPr>
      </p:pic>
      <p:pic>
        <p:nvPicPr>
          <p:cNvPr id="11" name="그림 10" descr="텍스트, 스크린샷, 디자인, 폰트이(가) 표시된 사진&#10;&#10;자동 생성된 설명">
            <a:extLst>
              <a:ext uri="{FF2B5EF4-FFF2-40B4-BE49-F238E27FC236}">
                <a16:creationId xmlns:a16="http://schemas.microsoft.com/office/drawing/2014/main" id="{5880A5DD-A9CE-E407-F8E6-41F64D566C6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986" y="4618970"/>
            <a:ext cx="1404781" cy="1157643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E5D3CEFA-C88E-E530-D93E-E02037F4C2FC}"/>
              </a:ext>
            </a:extLst>
          </p:cNvPr>
          <p:cNvSpPr txBox="1"/>
          <p:nvPr/>
        </p:nvSpPr>
        <p:spPr>
          <a:xfrm>
            <a:off x="1710893" y="1201744"/>
            <a:ext cx="1651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>
                <a:highlight>
                  <a:srgbClr val="00FFFF"/>
                </a:highlight>
              </a:rPr>
              <a:t>라운드 </a:t>
            </a:r>
            <a:r>
              <a:rPr lang="ko-KR" altLang="en-US" b="1" err="1">
                <a:highlight>
                  <a:srgbClr val="00FFFF"/>
                </a:highlight>
              </a:rPr>
              <a:t>무몰딩</a:t>
            </a:r>
            <a:endParaRPr lang="ko-KR" altLang="en-US" b="1">
              <a:highlight>
                <a:srgbClr val="00FFFF"/>
              </a:highlight>
            </a:endParaRPr>
          </a:p>
        </p:txBody>
      </p: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67A22ECD-1AB7-479C-AAC4-3E322D4CB6E9}"/>
              </a:ext>
            </a:extLst>
          </p:cNvPr>
          <p:cNvGrpSpPr/>
          <p:nvPr/>
        </p:nvGrpSpPr>
        <p:grpSpPr>
          <a:xfrm>
            <a:off x="4331592" y="1309130"/>
            <a:ext cx="2366864" cy="352314"/>
            <a:chOff x="3381284" y="4408267"/>
            <a:chExt cx="2366864" cy="352314"/>
          </a:xfrm>
        </p:grpSpPr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74353E0A-C9FE-AB72-3ED3-FBD4E0B5ECC3}"/>
                </a:ext>
              </a:extLst>
            </p:cNvPr>
            <p:cNvSpPr/>
            <p:nvPr/>
          </p:nvSpPr>
          <p:spPr>
            <a:xfrm rot="16200000" flipV="1">
              <a:off x="5412531" y="4424964"/>
              <a:ext cx="45719" cy="625515"/>
            </a:xfrm>
            <a:prstGeom prst="rect">
              <a:avLst/>
            </a:prstGeom>
            <a:solidFill>
              <a:srgbClr val="FF00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2D99F586-8037-8CF9-A3B8-3248D8839B67}"/>
                </a:ext>
              </a:extLst>
            </p:cNvPr>
            <p:cNvSpPr txBox="1"/>
            <p:nvPr/>
          </p:nvSpPr>
          <p:spPr>
            <a:xfrm>
              <a:off x="3381284" y="4408267"/>
              <a:ext cx="1303562" cy="230832"/>
            </a:xfrm>
            <a:prstGeom prst="rect">
              <a:avLst/>
            </a:prstGeom>
            <a:solidFill>
              <a:srgbClr val="FFC000"/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900" b="1"/>
                <a:t>싱크대 </a:t>
              </a:r>
              <a:r>
                <a:rPr lang="ko-KR" altLang="en-US" sz="900" b="1" err="1"/>
                <a:t>간접등</a:t>
              </a:r>
              <a:r>
                <a:rPr lang="ko-KR" altLang="en-US" sz="900" b="1"/>
                <a:t> 서비스</a:t>
              </a:r>
            </a:p>
          </p:txBody>
        </p:sp>
        <p:cxnSp>
          <p:nvCxnSpPr>
            <p:cNvPr id="64" name="직선 화살표 연결선 63">
              <a:extLst>
                <a:ext uri="{FF2B5EF4-FFF2-40B4-BE49-F238E27FC236}">
                  <a16:creationId xmlns:a16="http://schemas.microsoft.com/office/drawing/2014/main" id="{99614B71-FBC0-E34A-4C7C-DAC686276B05}"/>
                </a:ext>
              </a:extLst>
            </p:cNvPr>
            <p:cNvCxnSpPr>
              <a:cxnSpLocks/>
              <a:stCxn id="62" idx="2"/>
            </p:cNvCxnSpPr>
            <p:nvPr/>
          </p:nvCxnSpPr>
          <p:spPr>
            <a:xfrm flipH="1" flipV="1">
              <a:off x="4586134" y="4516490"/>
              <a:ext cx="536499" cy="22123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9661E94E-9AAF-2500-A8BE-9CEF6237827A}"/>
              </a:ext>
            </a:extLst>
          </p:cNvPr>
          <p:cNvGrpSpPr/>
          <p:nvPr/>
        </p:nvGrpSpPr>
        <p:grpSpPr>
          <a:xfrm>
            <a:off x="4992896" y="3872778"/>
            <a:ext cx="764953" cy="255923"/>
            <a:chOff x="1981437" y="651871"/>
            <a:chExt cx="764953" cy="255923"/>
          </a:xfrm>
        </p:grpSpPr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463B3862-1BED-68AA-7AD1-0947B41F8F82}"/>
                </a:ext>
              </a:extLst>
            </p:cNvPr>
            <p:cNvSpPr txBox="1"/>
            <p:nvPr/>
          </p:nvSpPr>
          <p:spPr>
            <a:xfrm>
              <a:off x="1981437" y="651871"/>
              <a:ext cx="764953" cy="18466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600" b="1"/>
                <a:t>서비스 조명 </a:t>
              </a:r>
              <a:r>
                <a:rPr lang="en-US" altLang="ko-KR" sz="600" b="1"/>
                <a:t>2EA</a:t>
              </a:r>
              <a:endParaRPr lang="ko-KR" altLang="en-US" sz="600" b="1"/>
            </a:p>
          </p:txBody>
        </p:sp>
        <p:grpSp>
          <p:nvGrpSpPr>
            <p:cNvPr id="74" name="그룹 73">
              <a:extLst>
                <a:ext uri="{FF2B5EF4-FFF2-40B4-BE49-F238E27FC236}">
                  <a16:creationId xmlns:a16="http://schemas.microsoft.com/office/drawing/2014/main" id="{48120E6F-967B-77F3-EA9F-CEB2624E0D3E}"/>
                </a:ext>
              </a:extLst>
            </p:cNvPr>
            <p:cNvGrpSpPr/>
            <p:nvPr/>
          </p:nvGrpSpPr>
          <p:grpSpPr>
            <a:xfrm rot="5400000">
              <a:off x="2314488" y="559720"/>
              <a:ext cx="98814" cy="597334"/>
              <a:chOff x="4737834" y="5014427"/>
              <a:chExt cx="98814" cy="597334"/>
            </a:xfrm>
            <a:solidFill>
              <a:srgbClr val="FF00FF"/>
            </a:solidFill>
          </p:grpSpPr>
          <p:sp>
            <p:nvSpPr>
              <p:cNvPr id="75" name="타원 74">
                <a:extLst>
                  <a:ext uri="{FF2B5EF4-FFF2-40B4-BE49-F238E27FC236}">
                    <a16:creationId xmlns:a16="http://schemas.microsoft.com/office/drawing/2014/main" id="{DD191613-C4B3-1601-5C92-3317B358A824}"/>
                  </a:ext>
                </a:extLst>
              </p:cNvPr>
              <p:cNvSpPr/>
              <p:nvPr/>
            </p:nvSpPr>
            <p:spPr>
              <a:xfrm>
                <a:off x="4737834" y="5014427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76" name="타원 75">
                <a:extLst>
                  <a:ext uri="{FF2B5EF4-FFF2-40B4-BE49-F238E27FC236}">
                    <a16:creationId xmlns:a16="http://schemas.microsoft.com/office/drawing/2014/main" id="{BBFEA8B0-A6DA-C848-1266-D1ECDD47D28A}"/>
                  </a:ext>
                </a:extLst>
              </p:cNvPr>
              <p:cNvSpPr/>
              <p:nvPr/>
            </p:nvSpPr>
            <p:spPr>
              <a:xfrm>
                <a:off x="4738263" y="5513376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pic>
        <p:nvPicPr>
          <p:cNvPr id="77" name="그림 76">
            <a:extLst>
              <a:ext uri="{FF2B5EF4-FFF2-40B4-BE49-F238E27FC236}">
                <a16:creationId xmlns:a16="http://schemas.microsoft.com/office/drawing/2014/main" id="{BB2282EB-0DB1-5D47-640E-F416879DBE30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2320" b="-1"/>
          <a:stretch>
            <a:fillRect/>
          </a:stretch>
        </p:blipFill>
        <p:spPr>
          <a:xfrm>
            <a:off x="9678499" y="4537078"/>
            <a:ext cx="2236971" cy="1554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8363688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23F025-A91C-03E8-C44B-4947E3C40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33E7FAD-433D-DF62-36A8-7F9986E3E80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971902" y="977962"/>
            <a:ext cx="6337198" cy="588003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1C8D99F-52F5-1DC0-A4CA-A9E3B4E2BECD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𝟏𝟎𝟒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𝑩𝒎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1C8D99F-52F5-1DC0-A4CA-A9E3B4E2BE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96425F5B-9CE8-EB53-DAC7-813BB4433F37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104B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 + </a:t>
            </a:r>
            <a:r>
              <a:rPr lang="ko-KR" altLang="en-US" sz="2000" b="1" err="1"/>
              <a:t>실링팬</a:t>
            </a:r>
            <a:r>
              <a:rPr lang="ko-KR" altLang="en-US" sz="2000" b="1"/>
              <a:t> 우물두줄</a:t>
            </a:r>
            <a:endParaRPr lang="en-US" altLang="ko-KR" sz="2000" b="1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0C39FC2-0F69-7156-6F6C-4B886EEDD257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13" name="별: 꼭짓점 4개 12">
            <a:extLst>
              <a:ext uri="{FF2B5EF4-FFF2-40B4-BE49-F238E27FC236}">
                <a16:creationId xmlns:a16="http://schemas.microsoft.com/office/drawing/2014/main" id="{930DEF7E-9160-F459-086E-64BC9C55A4A8}"/>
              </a:ext>
            </a:extLst>
          </p:cNvPr>
          <p:cNvSpPr/>
          <p:nvPr/>
        </p:nvSpPr>
        <p:spPr>
          <a:xfrm>
            <a:off x="7699960" y="2914854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09C7DEC-126D-887A-77A9-3016BF4770C0}"/>
              </a:ext>
            </a:extLst>
          </p:cNvPr>
          <p:cNvSpPr txBox="1"/>
          <p:nvPr/>
        </p:nvSpPr>
        <p:spPr>
          <a:xfrm>
            <a:off x="9220098" y="2672027"/>
            <a:ext cx="22293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err="1">
                <a:highlight>
                  <a:srgbClr val="FFFF00"/>
                </a:highlight>
              </a:rPr>
              <a:t>실링팬</a:t>
            </a:r>
            <a:r>
              <a:rPr lang="ko-KR" altLang="en-US" sz="1000" b="1">
                <a:highlight>
                  <a:srgbClr val="FFFF00"/>
                </a:highlight>
              </a:rPr>
              <a:t> </a:t>
            </a:r>
            <a:r>
              <a:rPr lang="ko-KR" altLang="en-US" sz="1000" b="1" err="1">
                <a:highlight>
                  <a:srgbClr val="FFFF00"/>
                </a:highlight>
              </a:rPr>
              <a:t>루씨에어</a:t>
            </a:r>
            <a:endParaRPr lang="en-US" altLang="ko-KR" sz="1000" b="1">
              <a:highlight>
                <a:srgbClr val="FFFF00"/>
              </a:highlight>
            </a:endParaRPr>
          </a:p>
          <a:p>
            <a:r>
              <a:rPr lang="ko-KR" altLang="en-US" sz="1000" b="1">
                <a:highlight>
                  <a:srgbClr val="FFFF00"/>
                </a:highlight>
              </a:rPr>
              <a:t>설치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보강</a:t>
            </a:r>
            <a:endParaRPr lang="en-US" altLang="ko-KR" sz="1000" b="1">
              <a:highlight>
                <a:srgbClr val="FFFF00"/>
              </a:highlight>
            </a:endParaRPr>
          </a:p>
        </p:txBody>
      </p:sp>
      <p:sp>
        <p:nvSpPr>
          <p:cNvPr id="37" name="TextBox 13">
            <a:extLst>
              <a:ext uri="{FF2B5EF4-FFF2-40B4-BE49-F238E27FC236}">
                <a16:creationId xmlns:a16="http://schemas.microsoft.com/office/drawing/2014/main" id="{5FBBE4FC-04F0-4F0A-5EF8-6B9E867869E3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C6FEB6B7-4F91-7C05-B80E-855C284F90B2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732EAF83-4CD3-02D5-B296-BEDD34C455D2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AC163415-4899-1B98-ECFE-625FE9DDA3A7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9418017A-B0FB-4ABB-C82C-09717875283E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2" name="TextBox 11">
              <a:extLst>
                <a:ext uri="{FF2B5EF4-FFF2-40B4-BE49-F238E27FC236}">
                  <a16:creationId xmlns:a16="http://schemas.microsoft.com/office/drawing/2014/main" id="{4E4ABCCA-1918-1F75-B482-3AF3279D469F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35D1A2E6-A540-555E-CAF2-E4C09E3CC251}"/>
              </a:ext>
            </a:extLst>
          </p:cNvPr>
          <p:cNvSpPr txBox="1"/>
          <p:nvPr/>
        </p:nvSpPr>
        <p:spPr>
          <a:xfrm>
            <a:off x="3523376" y="1544180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2855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94B153A-B216-B86E-38E3-26DA824ECBE4}"/>
              </a:ext>
            </a:extLst>
          </p:cNvPr>
          <p:cNvSpPr txBox="1"/>
          <p:nvPr/>
        </p:nvSpPr>
        <p:spPr>
          <a:xfrm>
            <a:off x="4863694" y="1544180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3007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6611B86-A16B-0E53-FED3-7ADC46FE10B5}"/>
              </a:ext>
            </a:extLst>
          </p:cNvPr>
          <p:cNvSpPr txBox="1"/>
          <p:nvPr/>
        </p:nvSpPr>
        <p:spPr>
          <a:xfrm>
            <a:off x="3552712" y="4488165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1965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2F1D464-B56D-C8EA-CD2A-EB1F27924DE5}"/>
              </a:ext>
            </a:extLst>
          </p:cNvPr>
          <p:cNvSpPr txBox="1"/>
          <p:nvPr/>
        </p:nvSpPr>
        <p:spPr>
          <a:xfrm>
            <a:off x="5884661" y="4488165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1200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B15BB34-0E20-39EE-C8E6-71C3439E4CE0}"/>
              </a:ext>
            </a:extLst>
          </p:cNvPr>
          <p:cNvSpPr txBox="1"/>
          <p:nvPr/>
        </p:nvSpPr>
        <p:spPr>
          <a:xfrm>
            <a:off x="6210143" y="5165201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1200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41DC2BC-C710-AA93-86F8-3203C8782639}"/>
              </a:ext>
            </a:extLst>
          </p:cNvPr>
          <p:cNvSpPr txBox="1"/>
          <p:nvPr/>
        </p:nvSpPr>
        <p:spPr>
          <a:xfrm>
            <a:off x="8823288" y="6275606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2096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D22BABB-FCD7-FFCD-411E-37F9CA6C172E}"/>
              </a:ext>
            </a:extLst>
          </p:cNvPr>
          <p:cNvSpPr txBox="1"/>
          <p:nvPr/>
        </p:nvSpPr>
        <p:spPr>
          <a:xfrm>
            <a:off x="7477071" y="3691889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4523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C467651-6CAF-F2CF-7655-562DBA592BA2}"/>
              </a:ext>
            </a:extLst>
          </p:cNvPr>
          <p:cNvSpPr txBox="1"/>
          <p:nvPr/>
        </p:nvSpPr>
        <p:spPr>
          <a:xfrm>
            <a:off x="6884083" y="3054713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3686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74C31AE-615F-CD89-9779-7D4EF6A1D55A}"/>
              </a:ext>
            </a:extLst>
          </p:cNvPr>
          <p:cNvSpPr txBox="1"/>
          <p:nvPr/>
        </p:nvSpPr>
        <p:spPr>
          <a:xfrm>
            <a:off x="9103339" y="3141479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4992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4AD1E5C-B17B-7B3C-B1AA-2C2B9423BD8E}"/>
              </a:ext>
            </a:extLst>
          </p:cNvPr>
          <p:cNvSpPr txBox="1"/>
          <p:nvPr/>
        </p:nvSpPr>
        <p:spPr>
          <a:xfrm>
            <a:off x="8822192" y="4926327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solidFill>
                  <a:srgbClr val="FF0000"/>
                </a:solidFill>
              </a:rPr>
              <a:t>3926</a:t>
            </a:r>
            <a:endParaRPr lang="ko-KR" altLang="en-US" sz="1100" b="1">
              <a:solidFill>
                <a:srgbClr val="FF0000"/>
              </a:solidFill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6AE2A60E-3283-02BE-94BB-5FE13BAC595C}"/>
              </a:ext>
            </a:extLst>
          </p:cNvPr>
          <p:cNvGrpSpPr/>
          <p:nvPr/>
        </p:nvGrpSpPr>
        <p:grpSpPr>
          <a:xfrm>
            <a:off x="4519510" y="3718477"/>
            <a:ext cx="764953" cy="256144"/>
            <a:chOff x="1929047" y="808993"/>
            <a:chExt cx="764953" cy="256144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1BE64D1-6360-96EB-E7BC-1D16FB456220}"/>
                </a:ext>
              </a:extLst>
            </p:cNvPr>
            <p:cNvSpPr txBox="1"/>
            <p:nvPr/>
          </p:nvSpPr>
          <p:spPr>
            <a:xfrm>
              <a:off x="1929047" y="880471"/>
              <a:ext cx="764953" cy="18466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600" b="1"/>
                <a:t>서비스 조명 </a:t>
              </a:r>
              <a:r>
                <a:rPr lang="en-US" altLang="ko-KR" sz="600" b="1"/>
                <a:t>2EA</a:t>
              </a:r>
              <a:endParaRPr lang="ko-KR" altLang="en-US" sz="600" b="1"/>
            </a:p>
          </p:txBody>
        </p:sp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0C7107F2-346B-2600-8A85-9ECDAF64B476}"/>
                </a:ext>
              </a:extLst>
            </p:cNvPr>
            <p:cNvGrpSpPr/>
            <p:nvPr/>
          </p:nvGrpSpPr>
          <p:grpSpPr>
            <a:xfrm rot="5400000">
              <a:off x="2264489" y="609734"/>
              <a:ext cx="98804" cy="497321"/>
              <a:chOff x="4737844" y="5114440"/>
              <a:chExt cx="98804" cy="497321"/>
            </a:xfrm>
            <a:solidFill>
              <a:srgbClr val="FF00FF"/>
            </a:solidFill>
          </p:grpSpPr>
          <p:sp>
            <p:nvSpPr>
              <p:cNvPr id="29" name="타원 28">
                <a:extLst>
                  <a:ext uri="{FF2B5EF4-FFF2-40B4-BE49-F238E27FC236}">
                    <a16:creationId xmlns:a16="http://schemas.microsoft.com/office/drawing/2014/main" id="{BAA0D3B8-CF0B-71C4-AFAB-0AB3B590D1B0}"/>
                  </a:ext>
                </a:extLst>
              </p:cNvPr>
              <p:cNvSpPr/>
              <p:nvPr/>
            </p:nvSpPr>
            <p:spPr>
              <a:xfrm>
                <a:off x="4737844" y="5114440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61" name="타원 60">
                <a:extLst>
                  <a:ext uri="{FF2B5EF4-FFF2-40B4-BE49-F238E27FC236}">
                    <a16:creationId xmlns:a16="http://schemas.microsoft.com/office/drawing/2014/main" id="{808709C2-F033-A757-0888-1307518A300B}"/>
                  </a:ext>
                </a:extLst>
              </p:cNvPr>
              <p:cNvSpPr/>
              <p:nvPr/>
            </p:nvSpPr>
            <p:spPr>
              <a:xfrm>
                <a:off x="4738263" y="5513376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pic>
        <p:nvPicPr>
          <p:cNvPr id="62" name="그림 61">
            <a:extLst>
              <a:ext uri="{FF2B5EF4-FFF2-40B4-BE49-F238E27FC236}">
                <a16:creationId xmlns:a16="http://schemas.microsoft.com/office/drawing/2014/main" id="{6A571657-0EF7-C2A9-2596-F0F04330610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320" b="-1"/>
          <a:stretch>
            <a:fillRect/>
          </a:stretch>
        </p:blipFill>
        <p:spPr>
          <a:xfrm>
            <a:off x="9583281" y="4149087"/>
            <a:ext cx="2236971" cy="1554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379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66</Slides>
  <Notes>0</Notes>
  <HiddenSlides>0</Hidden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진옥화</dc:creator>
  <cp:lastModifiedBy>변경순</cp:lastModifiedBy>
  <cp:revision>5</cp:revision>
  <dcterms:created xsi:type="dcterms:W3CDTF">2025-11-25T01:44:59Z</dcterms:created>
  <dcterms:modified xsi:type="dcterms:W3CDTF">2026-09-22T06:40:38Z</dcterms:modified>
</cp:coreProperties>
</file>