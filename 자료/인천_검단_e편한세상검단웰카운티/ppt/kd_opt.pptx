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509" r:id="rId12"/>
    <p:sldId id="536" r:id="rId13"/>
    <p:sldId id="562" r:id="rId14"/>
    <p:sldId id="518" r:id="rId15"/>
    <p:sldId id="561" r:id="rId16"/>
    <p:sldId id="560" r:id="rId17"/>
    <p:sldId id="554" r:id="rId18"/>
    <p:sldId id="510" r:id="rId19"/>
    <p:sldId id="565" r:id="rId20"/>
    <p:sldId id="537" r:id="rId21"/>
    <p:sldId id="555" r:id="rId22"/>
    <p:sldId id="556" r:id="rId23"/>
    <p:sldId id="520" r:id="rId24"/>
    <p:sldId id="559" r:id="rId25"/>
    <p:sldId id="546" r:id="rId26"/>
    <p:sldId id="511" r:id="rId27"/>
    <p:sldId id="538" r:id="rId28"/>
    <p:sldId id="545" r:id="rId29"/>
    <p:sldId id="548" r:id="rId30"/>
    <p:sldId id="547" r:id="rId31"/>
    <p:sldId id="522" r:id="rId32"/>
    <p:sldId id="553" r:id="rId33"/>
    <p:sldId id="552" r:id="rId34"/>
    <p:sldId id="512" r:id="rId35"/>
    <p:sldId id="539" r:id="rId36"/>
    <p:sldId id="524" r:id="rId37"/>
    <p:sldId id="557" r:id="rId38"/>
    <p:sldId id="564" r:id="rId39"/>
    <p:sldId id="563" r:id="rId40"/>
    <p:sldId id="513" r:id="rId41"/>
    <p:sldId id="540" r:id="rId42"/>
    <p:sldId id="526" r:id="rId43"/>
    <p:sldId id="514" r:id="rId44"/>
    <p:sldId id="566" r:id="rId45"/>
    <p:sldId id="541" r:id="rId46"/>
    <p:sldId id="528" r:id="rId47"/>
    <p:sldId id="508" r:id="rId48"/>
    <p:sldId id="542" r:id="rId49"/>
    <p:sldId id="530" r:id="rId50"/>
    <p:sldId id="558" r:id="rId51"/>
    <p:sldId id="551" r:id="rId52"/>
    <p:sldId id="517" r:id="rId53"/>
    <p:sldId id="532" r:id="rId54"/>
    <p:sldId id="516" r:id="rId55"/>
    <p:sldId id="549" r:id="rId56"/>
    <p:sldId id="534" r:id="rId57"/>
    <p:sldId id="550" r:id="rId5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59A" id="{F5C450E8-5817-4A2F-A54E-2AB33EE34FB0}">
          <p14:sldIdLst>
            <p14:sldId id="509"/>
            <p14:sldId id="536"/>
            <p14:sldId id="562"/>
            <p14:sldId id="518"/>
            <p14:sldId id="561"/>
            <p14:sldId id="560"/>
            <p14:sldId id="554"/>
          </p14:sldIdLst>
        </p14:section>
        <p14:section name="59B" id="{E8CFDF51-44D1-40A1-8E15-C9494CC63D14}">
          <p14:sldIdLst>
            <p14:sldId id="510"/>
            <p14:sldId id="565"/>
            <p14:sldId id="537"/>
            <p14:sldId id="555"/>
            <p14:sldId id="556"/>
            <p14:sldId id="520"/>
            <p14:sldId id="559"/>
          </p14:sldIdLst>
        </p14:section>
        <p14:section name="84A" id="{FBDD0983-92AB-447E-ACDA-5944424B13AB}">
          <p14:sldIdLst>
            <p14:sldId id="546"/>
            <p14:sldId id="511"/>
            <p14:sldId id="538"/>
            <p14:sldId id="545"/>
            <p14:sldId id="548"/>
            <p14:sldId id="547"/>
            <p14:sldId id="522"/>
            <p14:sldId id="553"/>
            <p14:sldId id="552"/>
          </p14:sldIdLst>
        </p14:section>
        <p14:section name="84B" id="{8CF04990-8393-4E68-896F-67F2FD694D39}">
          <p14:sldIdLst>
            <p14:sldId id="512"/>
            <p14:sldId id="539"/>
            <p14:sldId id="524"/>
            <p14:sldId id="557"/>
            <p14:sldId id="564"/>
            <p14:sldId id="563"/>
          </p14:sldIdLst>
        </p14:section>
        <p14:section name="84C" id="{C329E40E-EE68-4892-BA0E-240ECF2C295C}">
          <p14:sldIdLst>
            <p14:sldId id="513"/>
            <p14:sldId id="540"/>
            <p14:sldId id="526"/>
          </p14:sldIdLst>
        </p14:section>
        <p14:section name="84T" id="{5DAFEB94-1EF9-472A-A040-3EAEA5DD2996}">
          <p14:sldIdLst>
            <p14:sldId id="514"/>
            <p14:sldId id="566"/>
            <p14:sldId id="541"/>
            <p14:sldId id="528"/>
          </p14:sldIdLst>
        </p14:section>
        <p14:section name="84P" id="{76B757DB-BA40-4F6F-B462-9D875F0D585C}">
          <p14:sldIdLst>
            <p14:sldId id="508"/>
            <p14:sldId id="542"/>
            <p14:sldId id="530"/>
          </p14:sldIdLst>
        </p14:section>
        <p14:section name="104A" id="{1F51E262-9F66-4666-9F0E-09C809363FC5}">
          <p14:sldIdLst>
            <p14:sldId id="558"/>
            <p14:sldId id="551"/>
            <p14:sldId id="517"/>
            <p14:sldId id="532"/>
          </p14:sldIdLst>
        </p14:section>
        <p14:section name="104B" id="{D29EAF74-02B0-4F35-A9BF-09038C6A73D2}">
          <p14:sldIdLst>
            <p14:sldId id="516"/>
            <p14:sldId id="549"/>
            <p14:sldId id="534"/>
            <p14:sldId id="5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2F3D84-9077-40B5-A1B7-128613CA6244}" v="1" dt="2026-06-29T06:12:28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015" autoAdjust="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Relationship Id="rId64" Type="http://schemas.microsoft.com/office/2016/11/relationships/changesInfo" Target="changesInfos/changesInfo1.xml"/><Relationship Id="rId6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s2" userId="19ffdf9f-991d-4819-bea7-c51b5f181480" providerId="ADAL" clId="{6B125244-BC9F-4D27-9139-025701B78D02}"/>
    <pc:docChg chg="custSel addSld modSld modSection">
      <pc:chgData name="cs2" userId="19ffdf9f-991d-4819-bea7-c51b5f181480" providerId="ADAL" clId="{6B125244-BC9F-4D27-9139-025701B78D02}" dt="2026-06-29T06:13:09.157" v="108" actId="1076"/>
      <pc:docMkLst>
        <pc:docMk/>
      </pc:docMkLst>
      <pc:sldChg chg="addSp delSp modSp new mod modClrScheme chgLayout">
        <pc:chgData name="cs2" userId="19ffdf9f-991d-4819-bea7-c51b5f181480" providerId="ADAL" clId="{6B125244-BC9F-4D27-9139-025701B78D02}" dt="2026-06-29T06:13:09.157" v="108" actId="1076"/>
        <pc:sldMkLst>
          <pc:docMk/>
          <pc:sldMk cId="3784575056" sldId="567"/>
        </pc:sldMkLst>
        <pc:spChg chg="del">
          <ac:chgData name="cs2" userId="19ffdf9f-991d-4819-bea7-c51b5f181480" providerId="ADAL" clId="{6B125244-BC9F-4D27-9139-025701B78D02}" dt="2026-06-29T06:11:21.552" v="1" actId="700"/>
          <ac:spMkLst>
            <pc:docMk/>
            <pc:sldMk cId="3784575056" sldId="567"/>
            <ac:spMk id="2" creationId="{36A461F8-A063-0C09-D067-21781647C204}"/>
          </ac:spMkLst>
        </pc:spChg>
        <pc:spChg chg="del">
          <ac:chgData name="cs2" userId="19ffdf9f-991d-4819-bea7-c51b5f181480" providerId="ADAL" clId="{6B125244-BC9F-4D27-9139-025701B78D02}" dt="2026-06-29T06:11:21.552" v="1" actId="700"/>
          <ac:spMkLst>
            <pc:docMk/>
            <pc:sldMk cId="3784575056" sldId="567"/>
            <ac:spMk id="3" creationId="{1C165A9A-7D3D-144C-7442-79B3716AEF8B}"/>
          </ac:spMkLst>
        </pc:spChg>
        <pc:spChg chg="add mod">
          <ac:chgData name="cs2" userId="19ffdf9f-991d-4819-bea7-c51b5f181480" providerId="ADAL" clId="{6B125244-BC9F-4D27-9139-025701B78D02}" dt="2026-06-29T06:13:09.157" v="108" actId="1076"/>
          <ac:spMkLst>
            <pc:docMk/>
            <pc:sldMk cId="3784575056" sldId="567"/>
            <ac:spMk id="16" creationId="{2F217E59-7DAE-DBB0-5D77-FED12AF93874}"/>
          </ac:spMkLst>
        </pc:spChg>
        <pc:picChg chg="add mod">
          <ac:chgData name="cs2" userId="19ffdf9f-991d-4819-bea7-c51b5f181480" providerId="ADAL" clId="{6B125244-BC9F-4D27-9139-025701B78D02}" dt="2026-06-29T06:12:05.828" v="27" actId="14100"/>
          <ac:picMkLst>
            <pc:docMk/>
            <pc:sldMk cId="3784575056" sldId="567"/>
            <ac:picMk id="5" creationId="{505758CC-A193-53AA-F09D-003143FB5E10}"/>
          </ac:picMkLst>
        </pc:picChg>
        <pc:picChg chg="add mod">
          <ac:chgData name="cs2" userId="19ffdf9f-991d-4819-bea7-c51b5f181480" providerId="ADAL" clId="{6B125244-BC9F-4D27-9139-025701B78D02}" dt="2026-06-29T06:11:59.241" v="24" actId="14100"/>
          <ac:picMkLst>
            <pc:docMk/>
            <pc:sldMk cId="3784575056" sldId="567"/>
            <ac:picMk id="7" creationId="{CD49E4A0-6012-9B8B-33DA-E9990B28B6D1}"/>
          </ac:picMkLst>
        </pc:picChg>
        <pc:picChg chg="add mod">
          <ac:chgData name="cs2" userId="19ffdf9f-991d-4819-bea7-c51b5f181480" providerId="ADAL" clId="{6B125244-BC9F-4D27-9139-025701B78D02}" dt="2026-06-29T06:12:10.966" v="30" actId="14100"/>
          <ac:picMkLst>
            <pc:docMk/>
            <pc:sldMk cId="3784575056" sldId="567"/>
            <ac:picMk id="9" creationId="{5BC2E3DE-7DAD-A552-ECB6-BCA414CB2339}"/>
          </ac:picMkLst>
        </pc:picChg>
        <pc:picChg chg="add mod">
          <ac:chgData name="cs2" userId="19ffdf9f-991d-4819-bea7-c51b5f181480" providerId="ADAL" clId="{6B125244-BC9F-4D27-9139-025701B78D02}" dt="2026-06-29T06:12:16.626" v="32" actId="14100"/>
          <ac:picMkLst>
            <pc:docMk/>
            <pc:sldMk cId="3784575056" sldId="567"/>
            <ac:picMk id="11" creationId="{38D49A89-A517-3240-CB89-5EE6B675AA6D}"/>
          </ac:picMkLst>
        </pc:picChg>
        <pc:picChg chg="add mod">
          <ac:chgData name="cs2" userId="19ffdf9f-991d-4819-bea7-c51b5f181480" providerId="ADAL" clId="{6B125244-BC9F-4D27-9139-025701B78D02}" dt="2026-06-29T06:12:23.082" v="34" actId="14100"/>
          <ac:picMkLst>
            <pc:docMk/>
            <pc:sldMk cId="3784575056" sldId="567"/>
            <ac:picMk id="13" creationId="{061EB33A-1BCE-0A71-855E-DFA3B2D3117C}"/>
          </ac:picMkLst>
        </pc:picChg>
        <pc:picChg chg="add mod">
          <ac:chgData name="cs2" userId="19ffdf9f-991d-4819-bea7-c51b5f181480" providerId="ADAL" clId="{6B125244-BC9F-4D27-9139-025701B78D02}" dt="2026-06-29T06:12:25.169" v="35" actId="1076"/>
          <ac:picMkLst>
            <pc:docMk/>
            <pc:sldMk cId="3784575056" sldId="567"/>
            <ac:picMk id="15" creationId="{018AECD6-11BD-C1B7-B1FC-1C70A23BA5B4}"/>
          </ac:picMkLst>
        </pc:picChg>
      </pc:sldChg>
    </pc:docChg>
  </pc:docChgLst>
  <pc:docChgLst>
    <pc:chgData name="박세진" userId="S::in0202@ilsolution2016.onmicrosoft.com::5dda0434-a49e-4f2e-ace0-95f189ca4bfa" providerId="AD" clId="Web-{9B771BB2-CDED-100D-A560-F4E37A9A512E}"/>
    <pc:docChg chg="sldOrd">
      <pc:chgData name="박세진" userId="S::in0202@ilsolution2016.onmicrosoft.com::5dda0434-a49e-4f2e-ace0-95f189ca4bfa" providerId="AD" clId="Web-{9B771BB2-CDED-100D-A560-F4E37A9A512E}" dt="2026-06-27T08:20:13.899" v="0"/>
      <pc:docMkLst>
        <pc:docMk/>
      </pc:docMkLst>
      <pc:sldChg chg="ord">
        <pc:chgData name="박세진" userId="S::in0202@ilsolution2016.onmicrosoft.com::5dda0434-a49e-4f2e-ace0-95f189ca4bfa" providerId="AD" clId="Web-{9B771BB2-CDED-100D-A560-F4E37A9A512E}" dt="2026-06-27T08:20:13.899" v="0"/>
        <pc:sldMkLst>
          <pc:docMk/>
          <pc:sldMk cId="258550253" sldId="53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49660-0AA0-43D2-B2A9-810D6797395D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082AA-006B-4027-A6A4-7C653C741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186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ECDF25-90F0-2904-39C8-4840F8B8C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97EE68-20B8-98AE-CD25-D21D23F88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606D81-0E5D-EAFD-3806-2E63147A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3D794E-8476-6299-6988-CD130D64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91A521-849E-8E8B-B476-E8B8A342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32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8BA7B-CE0F-0744-DE4E-F1F68F3B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E941C9-0C7F-7D3C-B480-D10C07210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4AE27A-FA6E-9C75-AC34-0E470B308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EC709-BD74-4CB9-1938-60366F20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147C59-136D-89D0-A720-C8F8A5F1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204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5ECBD-5CA2-8122-8AB8-80F24505D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2CFD66-0BA1-9137-C51B-CE11A14BF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09F20A-0EDA-2647-5936-979A2CAA8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AF6C5E-8563-2071-6419-7F61CE6C4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A9B43-2EB2-E92F-851D-78508BCE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03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832DA-6C65-D9C6-D41E-C98CDB63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83A772-4BF4-2AB1-9756-12FA3191E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2C261F-CFEC-0C4F-3E18-F42D1DEC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901744-AC9D-4C95-2F85-58AD0775E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76510A-F8C0-9E71-EBD5-F105FA4C7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4E026D-C72E-B0C7-7835-98A69344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61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D3B8FF-01BD-0E2D-CC0B-390E9923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B3038E-295A-46B1-68CF-46C3C904C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208218-BA90-8C52-4390-48B5B64FC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AD2722-AB12-2F11-9D12-2201FB9DF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0E9E45-73CD-9D28-6C32-12A1AED7FE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B23F55-487D-3194-51CE-2C2ECF8B6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319D6C-97FD-9059-0FC8-A7E4DF6E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076003-95B8-EB86-F371-32AAEBF8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92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E4973-DD00-3EB5-08C9-6225C4B2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32EC40-A68D-AD3A-C445-09FFFC3E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23E720-24A6-AF34-E772-03DBB8CEA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2A988F-C288-C132-1C6F-C208005C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31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01DD52-A3F2-FEC9-A246-5061E63C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A83097-D5E2-3433-6DB1-4DED031B2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3FB0D-5184-7010-5DC5-9445E5F6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38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8E528-FA16-E605-40D2-68CFC3F97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401722-18FD-805F-B051-C6C005432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46D9E-4C2B-B2EE-38B5-A6989C9A6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A8F042-5883-47F3-0FA0-D846D3F77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ECA4AE-B8A8-509A-15E3-38ED228B0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42F8B2-106F-9BD7-D6CD-771ACDBE8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006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2827F-9B71-8F1D-38D7-B5C14B9A5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C840BD-D84A-8E7A-F9E8-29C2E2B15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599801-312B-3EEE-0072-FF98D3115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95848B-6810-5468-9DFD-419FFB24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2C618E-7E9C-02D4-C13F-64589700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76F30B-66FC-C80C-DF97-B720A542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182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91609-9C39-AC94-523D-E8A154017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81325A-4A97-E253-7437-3283696B1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0FD7A7-BDED-AC94-927B-02F28440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A41C05-D29C-8379-85B3-36C1AC034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458D7D-B69F-3768-B529-E08D5D95B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17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B7B507-D974-FC96-00F4-D9E71E658A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B2A194-4B92-34B0-DD82-7EAFC0473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12161D-96E3-9B37-9F9A-8D88AE9C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A5AD94-8D5A-3C31-E7D4-A0C7FB7E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36CDB-5CF1-807A-BC82-2A550E29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9538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1453DD-826F-40D9-7BAA-4CD31BD1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2B34A7-9581-3743-CE9C-47AD85550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493DEA-1332-6489-89EC-7AD32A928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E5CB3-A19F-4583-91C6-E897B2907C0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944E89-1EA9-906B-70A3-26F524B87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1B6D3C-665C-008B-4CF5-166571D03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42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190.png"/><Relationship Id="rId5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19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19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190.png"/><Relationship Id="rId5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19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19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19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40.png"/><Relationship Id="rId5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40.png"/><Relationship Id="rId5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4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4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4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40.png"/><Relationship Id="rId5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4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60.png"/><Relationship Id="rId5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60.png"/><Relationship Id="rId5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6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6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60.png"/><Relationship Id="rId5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6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60.png"/><Relationship Id="rId5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9.png"/><Relationship Id="rId4" Type="http://schemas.microsoft.com/office/2007/relationships/hdphoto" Target="../media/hdphoto3.wdp"/><Relationship Id="rId5" Type="http://schemas.openxmlformats.org/officeDocument/2006/relationships/image" Target="../media/image26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60.png"/><Relationship Id="rId5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4.wdp"/><Relationship Id="rId4" Type="http://schemas.openxmlformats.org/officeDocument/2006/relationships/image" Target="../media/image280.png"/><Relationship Id="rId5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4.wdp"/><Relationship Id="rId4" Type="http://schemas.openxmlformats.org/officeDocument/2006/relationships/image" Target="../media/image28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4.wdp"/><Relationship Id="rId4" Type="http://schemas.openxmlformats.org/officeDocument/2006/relationships/image" Target="../media/image280.png"/><Relationship Id="rId5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4.wdp"/><Relationship Id="rId4" Type="http://schemas.openxmlformats.org/officeDocument/2006/relationships/image" Target="../media/image28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4.wdp"/><Relationship Id="rId4" Type="http://schemas.openxmlformats.org/officeDocument/2006/relationships/image" Target="../media/image28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4.wdp"/><Relationship Id="rId4" Type="http://schemas.openxmlformats.org/officeDocument/2006/relationships/image" Target="../media/image28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5.wdp"/><Relationship Id="rId4" Type="http://schemas.openxmlformats.org/officeDocument/2006/relationships/image" Target="../media/image300.png"/><Relationship Id="rId5" Type="http://schemas.openxmlformats.org/officeDocument/2006/relationships/image" Target="../media/image2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5.wdp"/><Relationship Id="rId4" Type="http://schemas.openxmlformats.org/officeDocument/2006/relationships/image" Target="../media/image30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5.wdp"/><Relationship Id="rId4" Type="http://schemas.openxmlformats.org/officeDocument/2006/relationships/image" Target="../media/image300.png"/><Relationship Id="rId5" Type="http://schemas.openxmlformats.org/officeDocument/2006/relationships/image" Target="../media/image2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microsoft.com/office/2007/relationships/hdphoto" Target="../media/hdphoto6.wdp"/><Relationship Id="rId4" Type="http://schemas.openxmlformats.org/officeDocument/2006/relationships/image" Target="../media/image320.png"/><Relationship Id="rId5" Type="http://schemas.openxmlformats.org/officeDocument/2006/relationships/image" Target="../media/image2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microsoft.com/office/2007/relationships/hdphoto" Target="../media/hdphoto6.wdp"/><Relationship Id="rId4" Type="http://schemas.openxmlformats.org/officeDocument/2006/relationships/image" Target="../media/image320.png"/><Relationship Id="rId5" Type="http://schemas.openxmlformats.org/officeDocument/2006/relationships/image" Target="../media/image2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microsoft.com/office/2007/relationships/hdphoto" Target="../media/hdphoto6.wdp"/><Relationship Id="rId4" Type="http://schemas.openxmlformats.org/officeDocument/2006/relationships/image" Target="../media/image32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microsoft.com/office/2007/relationships/hdphoto" Target="../media/hdphoto6.wdp"/><Relationship Id="rId4" Type="http://schemas.openxmlformats.org/officeDocument/2006/relationships/image" Target="../media/image320.png"/><Relationship Id="rId5" Type="http://schemas.openxmlformats.org/officeDocument/2006/relationships/image" Target="../media/image2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microsoft.com/office/2007/relationships/hdphoto" Target="../media/hdphoto7.wdp"/><Relationship Id="rId4" Type="http://schemas.openxmlformats.org/officeDocument/2006/relationships/image" Target="../media/image34.png"/><Relationship Id="rId5" Type="http://schemas.openxmlformats.org/officeDocument/2006/relationships/image" Target="../media/image2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microsoft.com/office/2007/relationships/hdphoto" Target="../media/hdphoto7.wdp"/><Relationship Id="rId4" Type="http://schemas.openxmlformats.org/officeDocument/2006/relationships/image" Target="../media/image3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microsoft.com/office/2007/relationships/hdphoto" Target="../media/hdphoto7.wdp"/><Relationship Id="rId4" Type="http://schemas.openxmlformats.org/officeDocument/2006/relationships/image" Target="../media/image34.png"/><Relationship Id="rId5" Type="http://schemas.openxmlformats.org/officeDocument/2006/relationships/image" Target="../media/image2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8.wdp"/><Relationship Id="rId4" Type="http://schemas.openxmlformats.org/officeDocument/2006/relationships/image" Target="../media/image36.png"/><Relationship Id="rId5" Type="http://schemas.openxmlformats.org/officeDocument/2006/relationships/image" Target="../media/image2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8.wdp"/><Relationship Id="rId4" Type="http://schemas.openxmlformats.org/officeDocument/2006/relationships/image" Target="../media/image36.png"/><Relationship Id="rId5" Type="http://schemas.openxmlformats.org/officeDocument/2006/relationships/image" Target="../media/image2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8.wdp"/><Relationship Id="rId4" Type="http://schemas.openxmlformats.org/officeDocument/2006/relationships/image" Target="../media/image36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8.wdp"/><Relationship Id="rId4" Type="http://schemas.openxmlformats.org/officeDocument/2006/relationships/image" Target="../media/image36.png"/><Relationship Id="rId5" Type="http://schemas.openxmlformats.org/officeDocument/2006/relationships/image" Target="../media/image2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microsoft.com/office/2007/relationships/hdphoto" Target="../media/hdphoto9.wdp"/><Relationship Id="rId4" Type="http://schemas.openxmlformats.org/officeDocument/2006/relationships/image" Target="../media/image38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microsoft.com/office/2007/relationships/hdphoto" Target="../media/hdphoto9.wdp"/><Relationship Id="rId4" Type="http://schemas.openxmlformats.org/officeDocument/2006/relationships/image" Target="../media/image38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microsoft.com/office/2007/relationships/hdphoto" Target="../media/hdphoto9.wdp"/><Relationship Id="rId4" Type="http://schemas.openxmlformats.org/officeDocument/2006/relationships/image" Target="../media/image38.png"/><Relationship Id="rId5" Type="http://schemas.openxmlformats.org/officeDocument/2006/relationships/image" Target="../media/image2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microsoft.com/office/2007/relationships/hdphoto" Target="../media/hdphoto9.wdp"/><Relationship Id="rId4" Type="http://schemas.openxmlformats.org/officeDocument/2006/relationships/image" Target="../media/image38.png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31021-1511-FE57-4609-E41C53A4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1F81F6-7703-5590-AFA8-4C750F02A3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E022F-0477-523C-F732-4073442EF43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E022F-0477-523C-F732-4073442EF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FA9E4CBD-791D-64C1-E1D0-B080B8D37C7C}"/>
              </a:ext>
            </a:extLst>
          </p:cNvPr>
          <p:cNvSpPr/>
          <p:nvPr/>
        </p:nvSpPr>
        <p:spPr>
          <a:xfrm rot="5400000">
            <a:off x="6615390" y="5154535"/>
            <a:ext cx="102820" cy="17344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22BE65-BD3E-BA43-96AE-0C7BA379F4DF}"/>
              </a:ext>
            </a:extLst>
          </p:cNvPr>
          <p:cNvSpPr txBox="1"/>
          <p:nvPr/>
        </p:nvSpPr>
        <p:spPr>
          <a:xfrm>
            <a:off x="5943600" y="3970181"/>
            <a:ext cx="1515426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2244F41-B4E5-0A4B-7D0F-852A30F77DA1}"/>
              </a:ext>
            </a:extLst>
          </p:cNvPr>
          <p:cNvGrpSpPr/>
          <p:nvPr/>
        </p:nvGrpSpPr>
        <p:grpSpPr>
          <a:xfrm>
            <a:off x="5739965" y="4602555"/>
            <a:ext cx="98891" cy="1235983"/>
            <a:chOff x="4737834" y="4874727"/>
            <a:chExt cx="98891" cy="12359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116F2FE-1F3F-B913-DFB5-1FC087826834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F4E7242-3CD7-1E1E-AA49-1188FF9FDCDA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872F180-B8F4-2DBF-31A0-98220E2F7DF3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109ACEF-85F2-79E0-9439-AF3CE620758E}"/>
              </a:ext>
            </a:extLst>
          </p:cNvPr>
          <p:cNvSpPr/>
          <p:nvPr/>
        </p:nvSpPr>
        <p:spPr>
          <a:xfrm rot="10800000" flipV="1">
            <a:off x="7765493" y="3278094"/>
            <a:ext cx="98384" cy="689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49B807C-FC70-3754-3377-371D7F29AA7E}"/>
              </a:ext>
            </a:extLst>
          </p:cNvPr>
          <p:cNvGrpSpPr/>
          <p:nvPr/>
        </p:nvGrpSpPr>
        <p:grpSpPr>
          <a:xfrm rot="5400000">
            <a:off x="4508762" y="40118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B9B8D3C-6667-9AB6-E2D0-BEC203891267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E588073-6E05-952E-917B-8807E5316DC0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69C5839-0F4B-45C0-4A3D-A5CF457FE5B4}"/>
              </a:ext>
            </a:extLst>
          </p:cNvPr>
          <p:cNvSpPr/>
          <p:nvPr/>
        </p:nvSpPr>
        <p:spPr>
          <a:xfrm flipV="1">
            <a:off x="3464366" y="2920689"/>
            <a:ext cx="98385" cy="7414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CCD1DF-DDB7-1C44-C5F5-E0B7FBD489EC}"/>
              </a:ext>
            </a:extLst>
          </p:cNvPr>
          <p:cNvSpPr/>
          <p:nvPr/>
        </p:nvSpPr>
        <p:spPr>
          <a:xfrm flipV="1">
            <a:off x="4765753" y="3039078"/>
            <a:ext cx="98385" cy="666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5A9EE49-D050-604D-F983-040A9F30662D}"/>
              </a:ext>
            </a:extLst>
          </p:cNvPr>
          <p:cNvGrpSpPr/>
          <p:nvPr/>
        </p:nvGrpSpPr>
        <p:grpSpPr>
          <a:xfrm>
            <a:off x="7552191" y="4636791"/>
            <a:ext cx="98891" cy="1235983"/>
            <a:chOff x="4737834" y="4874727"/>
            <a:chExt cx="98891" cy="12359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2691048F-847D-D26A-9D6A-CB2511D4E734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7E5C0880-1D2B-BB37-5D8F-B816243CF492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04C9D774-4A6A-84F6-857F-A2689BCDA1F9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E67D722-9DA4-7704-B449-00C1BE8EA565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3E0F097-3159-07BA-BB88-18C00A3D0B43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3D14F68-1E0F-051D-25BF-F56A08639FC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B6A087FF-3CE0-5767-B273-1A0D5DF5CCC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14504AB-BAAF-66F4-A475-9D73A7568D45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07DF3F-F364-9309-27E1-4E30E82C2A80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2B30E799-0622-2B11-95A5-44CD75B548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91" y="3054444"/>
            <a:ext cx="1826709" cy="18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21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6D3A9-ACC1-C7BB-21D0-C922F793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8C37D6-99BB-8D87-5C3D-83E37CD55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1B087D-E43F-5AC6-BA1A-910C05AED8FB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1B087D-E43F-5AC6-BA1A-910C05AED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853BC527-C8AC-FC30-EC36-A31600AA0101}"/>
              </a:ext>
            </a:extLst>
          </p:cNvPr>
          <p:cNvSpPr/>
          <p:nvPr/>
        </p:nvSpPr>
        <p:spPr>
          <a:xfrm rot="5400000">
            <a:off x="6615390" y="5154535"/>
            <a:ext cx="102820" cy="17344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03E836D-D464-2822-01A4-90B0E3A33183}"/>
              </a:ext>
            </a:extLst>
          </p:cNvPr>
          <p:cNvSpPr/>
          <p:nvPr/>
        </p:nvSpPr>
        <p:spPr>
          <a:xfrm>
            <a:off x="6151464" y="4636791"/>
            <a:ext cx="1090020" cy="110087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D20769-CC2D-CEB1-99E6-AE7DF62B9A23}"/>
              </a:ext>
            </a:extLst>
          </p:cNvPr>
          <p:cNvSpPr txBox="1"/>
          <p:nvPr/>
        </p:nvSpPr>
        <p:spPr>
          <a:xfrm>
            <a:off x="5943600" y="3970181"/>
            <a:ext cx="1515426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75C8899-841C-A714-B3E0-5C27FCC670B5}"/>
              </a:ext>
            </a:extLst>
          </p:cNvPr>
          <p:cNvGrpSpPr/>
          <p:nvPr/>
        </p:nvGrpSpPr>
        <p:grpSpPr>
          <a:xfrm>
            <a:off x="5739965" y="4602555"/>
            <a:ext cx="98891" cy="1235983"/>
            <a:chOff x="4737834" y="4874727"/>
            <a:chExt cx="98891" cy="12359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BED813D-5174-EB91-A95A-A7E9961EB5D4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C081405-D51F-E7C2-F066-3F909ECC601D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D183B6B-FEC5-6014-7A6C-2E3CB1EDEEDD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02F4344-F464-0EF2-69F0-F904E4D8119F}"/>
              </a:ext>
            </a:extLst>
          </p:cNvPr>
          <p:cNvSpPr/>
          <p:nvPr/>
        </p:nvSpPr>
        <p:spPr>
          <a:xfrm rot="10800000" flipV="1">
            <a:off x="7765493" y="3278094"/>
            <a:ext cx="98384" cy="689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02F0C7A-349D-8188-68D2-80F87B47126B}"/>
              </a:ext>
            </a:extLst>
          </p:cNvPr>
          <p:cNvGrpSpPr/>
          <p:nvPr/>
        </p:nvGrpSpPr>
        <p:grpSpPr>
          <a:xfrm rot="5400000">
            <a:off x="4508762" y="40118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0530D3D-940C-A9FB-46E4-92F425BB5F2B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7B0AC7A-B212-B27F-635B-8250DC0D32B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0A9F73-954A-8D1E-A04C-BEF23356B8A6}"/>
              </a:ext>
            </a:extLst>
          </p:cNvPr>
          <p:cNvSpPr/>
          <p:nvPr/>
        </p:nvSpPr>
        <p:spPr>
          <a:xfrm flipV="1">
            <a:off x="3464366" y="2920689"/>
            <a:ext cx="98385" cy="7414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9137F07-1151-9853-9979-D0962C0FDCD2}"/>
              </a:ext>
            </a:extLst>
          </p:cNvPr>
          <p:cNvSpPr/>
          <p:nvPr/>
        </p:nvSpPr>
        <p:spPr>
          <a:xfrm flipV="1">
            <a:off x="4765753" y="3039078"/>
            <a:ext cx="98385" cy="666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E971A7B-305A-2EBD-6C24-E12A952FBBF6}"/>
              </a:ext>
            </a:extLst>
          </p:cNvPr>
          <p:cNvGrpSpPr/>
          <p:nvPr/>
        </p:nvGrpSpPr>
        <p:grpSpPr>
          <a:xfrm>
            <a:off x="7552191" y="4636791"/>
            <a:ext cx="98891" cy="1235983"/>
            <a:chOff x="4737834" y="4874727"/>
            <a:chExt cx="98891" cy="12359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0E387BA-2A42-A8BA-9203-63DC016BEA78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3B98D823-6F64-A8E1-4A65-123910E81381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9AD8B2B7-AA2F-6569-FBF8-A709C6761D2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0EC585A-AD95-2809-9B6E-70B9839AB5C2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07A6EB4-C8EE-FE5A-66E4-DB0A386CE72A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A003240-94B2-E35D-4231-877809B007B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A8533A0D-11CD-57A1-3BEE-FE03F1D2FA1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DC1575C-3001-0008-7CBF-15191003AFB5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517A67-6F34-A05B-1757-41C933C069AA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532786DC-9485-6BC9-DDD7-CBA078584E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3" y="2266582"/>
            <a:ext cx="1826709" cy="1826709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174FD23-8419-F0F3-E55F-5BF40B196F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4272988"/>
            <a:ext cx="2086944" cy="208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18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6D3A9-ACC1-C7BB-21D0-C922F793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8C37D6-99BB-8D87-5C3D-83E37CD55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1B087D-E43F-5AC6-BA1A-910C05AED8FB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1B087D-E43F-5AC6-BA1A-910C05AED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853BC527-C8AC-FC30-EC36-A31600AA0101}"/>
              </a:ext>
            </a:extLst>
          </p:cNvPr>
          <p:cNvSpPr/>
          <p:nvPr/>
        </p:nvSpPr>
        <p:spPr>
          <a:xfrm rot="5400000">
            <a:off x="6615390" y="5154535"/>
            <a:ext cx="102820" cy="17344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03E836D-D464-2822-01A4-90B0E3A33183}"/>
              </a:ext>
            </a:extLst>
          </p:cNvPr>
          <p:cNvSpPr/>
          <p:nvPr/>
        </p:nvSpPr>
        <p:spPr>
          <a:xfrm>
            <a:off x="6151464" y="4636791"/>
            <a:ext cx="1090020" cy="110087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D20769-CC2D-CEB1-99E6-AE7DF62B9A23}"/>
              </a:ext>
            </a:extLst>
          </p:cNvPr>
          <p:cNvSpPr txBox="1"/>
          <p:nvPr/>
        </p:nvSpPr>
        <p:spPr>
          <a:xfrm>
            <a:off x="5943600" y="3970181"/>
            <a:ext cx="1515426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75C8899-841C-A714-B3E0-5C27FCC670B5}"/>
              </a:ext>
            </a:extLst>
          </p:cNvPr>
          <p:cNvGrpSpPr/>
          <p:nvPr/>
        </p:nvGrpSpPr>
        <p:grpSpPr>
          <a:xfrm>
            <a:off x="5739965" y="4602555"/>
            <a:ext cx="98891" cy="1235983"/>
            <a:chOff x="4737834" y="4874727"/>
            <a:chExt cx="98891" cy="12359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BED813D-5174-EB91-A95A-A7E9961EB5D4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C081405-D51F-E7C2-F066-3F909ECC601D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D183B6B-FEC5-6014-7A6C-2E3CB1EDEEDD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02F4344-F464-0EF2-69F0-F904E4D8119F}"/>
              </a:ext>
            </a:extLst>
          </p:cNvPr>
          <p:cNvSpPr/>
          <p:nvPr/>
        </p:nvSpPr>
        <p:spPr>
          <a:xfrm rot="10800000" flipV="1">
            <a:off x="7765493" y="3278094"/>
            <a:ext cx="98384" cy="689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02F0C7A-349D-8188-68D2-80F87B47126B}"/>
              </a:ext>
            </a:extLst>
          </p:cNvPr>
          <p:cNvGrpSpPr/>
          <p:nvPr/>
        </p:nvGrpSpPr>
        <p:grpSpPr>
          <a:xfrm rot="5400000">
            <a:off x="4508762" y="40118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0530D3D-940C-A9FB-46E4-92F425BB5F2B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7B0AC7A-B212-B27F-635B-8250DC0D32B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0A9F73-954A-8D1E-A04C-BEF23356B8A6}"/>
              </a:ext>
            </a:extLst>
          </p:cNvPr>
          <p:cNvSpPr/>
          <p:nvPr/>
        </p:nvSpPr>
        <p:spPr>
          <a:xfrm flipV="1">
            <a:off x="3464366" y="2920689"/>
            <a:ext cx="98385" cy="7414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9137F07-1151-9853-9979-D0962C0FDCD2}"/>
              </a:ext>
            </a:extLst>
          </p:cNvPr>
          <p:cNvSpPr/>
          <p:nvPr/>
        </p:nvSpPr>
        <p:spPr>
          <a:xfrm flipV="1">
            <a:off x="4765753" y="3039078"/>
            <a:ext cx="98385" cy="666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E971A7B-305A-2EBD-6C24-E12A952FBBF6}"/>
              </a:ext>
            </a:extLst>
          </p:cNvPr>
          <p:cNvGrpSpPr/>
          <p:nvPr/>
        </p:nvGrpSpPr>
        <p:grpSpPr>
          <a:xfrm>
            <a:off x="7552191" y="4636791"/>
            <a:ext cx="98891" cy="1235983"/>
            <a:chOff x="4737834" y="4874727"/>
            <a:chExt cx="98891" cy="12359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0E387BA-2A42-A8BA-9203-63DC016BEA78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3B98D823-6F64-A8E1-4A65-123910E81381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9AD8B2B7-AA2F-6569-FBF8-A709C6761D2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0EC585A-AD95-2809-9B6E-70B9839AB5C2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07A6EB4-C8EE-FE5A-66E4-DB0A386CE72A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A003240-94B2-E35D-4231-877809B007B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A8533A0D-11CD-57A1-3BEE-FE03F1D2FA1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DC1575C-3001-0008-7CBF-15191003AFB5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517A67-6F34-A05B-1757-41C933C069AA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532786DC-9485-6BC9-DDD7-CBA078584E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3" y="2266582"/>
            <a:ext cx="1826709" cy="1826709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174FD23-8419-F0F3-E55F-5BF40B196F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4272988"/>
            <a:ext cx="2086944" cy="2086944"/>
          </a:xfrm>
          <a:prstGeom prst="rect">
            <a:avLst/>
          </a:prstGeom>
        </p:spPr>
      </p:pic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719F1AD6-1DEE-F39D-5ADD-B240AB1447D5}"/>
              </a:ext>
            </a:extLst>
          </p:cNvPr>
          <p:cNvSpPr/>
          <p:nvPr/>
        </p:nvSpPr>
        <p:spPr>
          <a:xfrm>
            <a:off x="6428818" y="491834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1740148-D1BD-D8A0-00E8-685122F35126}"/>
              </a:ext>
            </a:extLst>
          </p:cNvPr>
          <p:cNvSpPr/>
          <p:nvPr/>
        </p:nvSpPr>
        <p:spPr>
          <a:xfrm>
            <a:off x="6301406" y="4772895"/>
            <a:ext cx="790136" cy="828664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AD5A0C-539E-6358-50D0-6A71C68B4C24}"/>
              </a:ext>
            </a:extLst>
          </p:cNvPr>
          <p:cNvSpPr txBox="1"/>
          <p:nvPr/>
        </p:nvSpPr>
        <p:spPr>
          <a:xfrm>
            <a:off x="5546936" y="6348303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</a:t>
            </a:r>
            <a:r>
              <a:rPr lang="en-US" altLang="ko-KR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35EC77E-ACE1-FB9A-08B1-BF74F80FBD3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9814485" y="4897932"/>
            <a:ext cx="2233508" cy="1552074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47850821-647D-E2E0-A820-73C4D77FD63A}"/>
              </a:ext>
            </a:extLst>
          </p:cNvPr>
          <p:cNvGrpSpPr/>
          <p:nvPr/>
        </p:nvGrpSpPr>
        <p:grpSpPr>
          <a:xfrm>
            <a:off x="6039488" y="2999692"/>
            <a:ext cx="778660" cy="620194"/>
            <a:chOff x="368880" y="332433"/>
            <a:chExt cx="778660" cy="62019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12765E0-1287-6854-4254-3A12F4075C02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D0E9B65-75DE-9330-592D-75CB3FF9B32E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A1A27DD0-B679-EED0-355B-AD8D3DE4A695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7B52790F-1FED-F239-E672-1946A81009F3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792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09EF6-BD02-8CA8-E06E-64B81ACD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BF0528-C74A-61CF-0657-5F6DC983D3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F45F1B-C1E1-587A-C831-5EF73686534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F45F1B-C1E1-587A-C831-5EF736865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F35D90FD-D12C-C7BF-9904-8ED83E1A5525}"/>
              </a:ext>
            </a:extLst>
          </p:cNvPr>
          <p:cNvSpPr/>
          <p:nvPr/>
        </p:nvSpPr>
        <p:spPr>
          <a:xfrm>
            <a:off x="6428818" y="491834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D551429-0F96-316E-E5B8-93C6FFEC5B2E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DED6F99-C788-745F-9D9B-6F259EB6FDA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416D84C0-9D85-16A0-A80C-11398F995DE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3754ADE1-7F7E-92B2-768F-D59B9726494B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B7BEAAD-2F49-B877-C4AD-8993EFB9107D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C3460A8-237A-9200-A40D-52F15A7027D3}"/>
              </a:ext>
            </a:extLst>
          </p:cNvPr>
          <p:cNvSpPr/>
          <p:nvPr/>
        </p:nvSpPr>
        <p:spPr>
          <a:xfrm>
            <a:off x="6253602" y="4721960"/>
            <a:ext cx="907746" cy="952009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61E9BC-7B55-43C3-339E-AD403C87CBCC}"/>
              </a:ext>
            </a:extLst>
          </p:cNvPr>
          <p:cNvSpPr txBox="1"/>
          <p:nvPr/>
        </p:nvSpPr>
        <p:spPr>
          <a:xfrm>
            <a:off x="5546936" y="6348303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1</a:t>
            </a:r>
            <a:r>
              <a:rPr lang="ko-KR" altLang="en-US" sz="1000" b="1">
                <a:highlight>
                  <a:srgbClr val="FFFF00"/>
                </a:highlight>
              </a:rPr>
              <a:t>줄 추가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E5462F5B-4BFF-C8CB-D258-7B5BECFF0C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8284" y="4751928"/>
            <a:ext cx="2233508" cy="155207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A1EE1B2-119F-2BE7-FA6D-2B3F6020B3DD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</p:spTree>
    <p:extLst>
      <p:ext uri="{BB962C8B-B14F-4D97-AF65-F5344CB8AC3E}">
        <p14:creationId xmlns:p14="http://schemas.microsoft.com/office/powerpoint/2010/main" val="2666655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8A586-B1A8-A5D0-70CC-B57CB3D96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7E22C1-0E61-EA76-E3C1-DB617A82F1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3FC06A-873B-032F-A5A1-BB62A2118725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1B087D-E43F-5AC6-BA1A-910C05AED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0F3D63B1-594A-355D-10F2-F1D58F1C2EEA}"/>
              </a:ext>
            </a:extLst>
          </p:cNvPr>
          <p:cNvSpPr/>
          <p:nvPr/>
        </p:nvSpPr>
        <p:spPr>
          <a:xfrm rot="5400000">
            <a:off x="6615390" y="5154535"/>
            <a:ext cx="102820" cy="17344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6E99728-EF04-6711-02D4-474D243F6864}"/>
              </a:ext>
            </a:extLst>
          </p:cNvPr>
          <p:cNvSpPr/>
          <p:nvPr/>
        </p:nvSpPr>
        <p:spPr>
          <a:xfrm>
            <a:off x="6151464" y="4636791"/>
            <a:ext cx="1090020" cy="110087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341F7F-25B0-CE6C-66E6-0C8F75F7B238}"/>
              </a:ext>
            </a:extLst>
          </p:cNvPr>
          <p:cNvSpPr txBox="1"/>
          <p:nvPr/>
        </p:nvSpPr>
        <p:spPr>
          <a:xfrm>
            <a:off x="5943600" y="3970181"/>
            <a:ext cx="1515426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90EB756-1958-2BF6-6491-9D8D54C81BCF}"/>
              </a:ext>
            </a:extLst>
          </p:cNvPr>
          <p:cNvGrpSpPr/>
          <p:nvPr/>
        </p:nvGrpSpPr>
        <p:grpSpPr>
          <a:xfrm>
            <a:off x="5739965" y="4602555"/>
            <a:ext cx="98891" cy="1235983"/>
            <a:chOff x="4737834" y="4874727"/>
            <a:chExt cx="98891" cy="12359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7777309-6413-9C56-CA70-B97475F65741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986DBF2-ECDB-6085-2AAB-61A86DDE41A8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C9BA477-B758-FE8E-EC31-D416944D90B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A5E0EC3-5DE1-32A7-2636-A62AC633211C}"/>
              </a:ext>
            </a:extLst>
          </p:cNvPr>
          <p:cNvSpPr/>
          <p:nvPr/>
        </p:nvSpPr>
        <p:spPr>
          <a:xfrm rot="10800000" flipV="1">
            <a:off x="7765493" y="3278094"/>
            <a:ext cx="98384" cy="689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3823DA3-83CF-1120-4173-18AC57A28EB6}"/>
              </a:ext>
            </a:extLst>
          </p:cNvPr>
          <p:cNvGrpSpPr/>
          <p:nvPr/>
        </p:nvGrpSpPr>
        <p:grpSpPr>
          <a:xfrm rot="5400000">
            <a:off x="4508762" y="40118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6E25D6E6-CB23-A58E-92FC-AC77F5CE2137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4F6F107-0A4C-0727-6F22-662E6E23F0E4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7403E19-997C-C555-4084-7A8199B4E7AC}"/>
              </a:ext>
            </a:extLst>
          </p:cNvPr>
          <p:cNvSpPr/>
          <p:nvPr/>
        </p:nvSpPr>
        <p:spPr>
          <a:xfrm flipV="1">
            <a:off x="3464366" y="2920689"/>
            <a:ext cx="98385" cy="7414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35A0562-F860-2828-8C08-367810C5D204}"/>
              </a:ext>
            </a:extLst>
          </p:cNvPr>
          <p:cNvSpPr/>
          <p:nvPr/>
        </p:nvSpPr>
        <p:spPr>
          <a:xfrm flipV="1">
            <a:off x="4765753" y="3039078"/>
            <a:ext cx="98385" cy="666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200A9F8-DD0A-CA72-26FD-9E34543166A9}"/>
              </a:ext>
            </a:extLst>
          </p:cNvPr>
          <p:cNvGrpSpPr/>
          <p:nvPr/>
        </p:nvGrpSpPr>
        <p:grpSpPr>
          <a:xfrm>
            <a:off x="7552191" y="4636791"/>
            <a:ext cx="98891" cy="1235983"/>
            <a:chOff x="4737834" y="4874727"/>
            <a:chExt cx="98891" cy="12359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39185B8-B45D-2E07-8649-51EE14E206B5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838602A9-FE81-1B7A-5F6F-D94ADA5CEC7B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0D5BB80A-BA64-076E-1A04-AC4EE386EC2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9BFA451B-B6F2-BF41-D16C-1FB3A65E12C1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A324C3F-F3F1-D2F0-755D-64BA5349BF13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18F1304-B5F2-07F0-940C-4B26C44C3D9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BF0C0D1-A85F-329F-B57A-1E567799FDA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E8EB51F-35B8-EA36-E279-CCD12BF650DF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DBFA6A-D221-7333-E95A-799900E686AD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2BB2524F-0B0E-496B-E219-FB2738022B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3" y="2266582"/>
            <a:ext cx="1826709" cy="1826709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D4B6121-4104-C619-8572-CC2DA1492A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4272988"/>
            <a:ext cx="2086944" cy="208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77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46449-2301-61D9-4406-F65D2062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8531CE-F604-CA55-23F2-7C2BD491CE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8631D0-1175-F7BE-AA91-D870E35B665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1B087D-E43F-5AC6-BA1A-910C05AED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8E0CDB8F-5B53-F3A7-FEE8-BA81375CDE14}"/>
              </a:ext>
            </a:extLst>
          </p:cNvPr>
          <p:cNvSpPr/>
          <p:nvPr/>
        </p:nvSpPr>
        <p:spPr>
          <a:xfrm rot="5400000">
            <a:off x="6615390" y="5154535"/>
            <a:ext cx="102820" cy="17344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5F1BB39-475A-75BA-2D2A-0FE804C4AD91}"/>
              </a:ext>
            </a:extLst>
          </p:cNvPr>
          <p:cNvSpPr/>
          <p:nvPr/>
        </p:nvSpPr>
        <p:spPr>
          <a:xfrm>
            <a:off x="6151464" y="4636791"/>
            <a:ext cx="1090020" cy="110087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9642E6-BCD5-5A4F-1A83-8FDAF4E5807D}"/>
              </a:ext>
            </a:extLst>
          </p:cNvPr>
          <p:cNvSpPr txBox="1"/>
          <p:nvPr/>
        </p:nvSpPr>
        <p:spPr>
          <a:xfrm>
            <a:off x="5943600" y="3970181"/>
            <a:ext cx="1515426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32CD751-EDFB-EE52-5E28-07E9F22C4133}"/>
              </a:ext>
            </a:extLst>
          </p:cNvPr>
          <p:cNvGrpSpPr/>
          <p:nvPr/>
        </p:nvGrpSpPr>
        <p:grpSpPr>
          <a:xfrm>
            <a:off x="5739965" y="4602555"/>
            <a:ext cx="98891" cy="1235983"/>
            <a:chOff x="4737834" y="4874727"/>
            <a:chExt cx="98891" cy="12359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B41FA34-3EFB-B354-1CDF-EE696578E5FF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7A45FFD9-2404-C906-9D88-18A91762F6B3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3640FCA-B80E-8ABC-50EA-E41CD6E45EAB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D8A794A-4319-834D-113A-02C4510354CA}"/>
              </a:ext>
            </a:extLst>
          </p:cNvPr>
          <p:cNvSpPr/>
          <p:nvPr/>
        </p:nvSpPr>
        <p:spPr>
          <a:xfrm rot="10800000" flipV="1">
            <a:off x="7765493" y="3278094"/>
            <a:ext cx="98384" cy="689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C0D6CBA-39E2-E625-7B16-406DDC0CD4EC}"/>
              </a:ext>
            </a:extLst>
          </p:cNvPr>
          <p:cNvGrpSpPr/>
          <p:nvPr/>
        </p:nvGrpSpPr>
        <p:grpSpPr>
          <a:xfrm rot="5400000">
            <a:off x="4508762" y="40118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DFEF815-FC65-5735-D025-DF127DA065CC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BF817A8-4005-2F24-3447-D74A0DD7E647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B9269B4-7007-7C8B-8451-42D5E8396543}"/>
              </a:ext>
            </a:extLst>
          </p:cNvPr>
          <p:cNvSpPr/>
          <p:nvPr/>
        </p:nvSpPr>
        <p:spPr>
          <a:xfrm flipV="1">
            <a:off x="3464366" y="2920689"/>
            <a:ext cx="98385" cy="7414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82995EC-1751-6C1E-18C9-4156B7E5DD89}"/>
              </a:ext>
            </a:extLst>
          </p:cNvPr>
          <p:cNvSpPr/>
          <p:nvPr/>
        </p:nvSpPr>
        <p:spPr>
          <a:xfrm flipV="1">
            <a:off x="4765753" y="3039078"/>
            <a:ext cx="98385" cy="666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762793C-CE62-C4D1-9341-E91289B07B6E}"/>
              </a:ext>
            </a:extLst>
          </p:cNvPr>
          <p:cNvGrpSpPr/>
          <p:nvPr/>
        </p:nvGrpSpPr>
        <p:grpSpPr>
          <a:xfrm>
            <a:off x="7552191" y="4636791"/>
            <a:ext cx="98891" cy="1235983"/>
            <a:chOff x="4737834" y="4874727"/>
            <a:chExt cx="98891" cy="12359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FCD89423-AC5A-2FD9-FFB2-D64C46763798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DC681A14-219B-EBDF-8292-E1F676638FBC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1A5DC4D0-29B8-5213-9268-3539FAE2A9B1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A786319-FAC5-D214-2328-35725CB24B79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9636693-31D4-835A-DC55-AD6F0E88A8F4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3FC0F293-6913-A722-3CDC-31F8DE12575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249A2EE-5D82-472B-99E7-A2D280A04CE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57C19FD-4282-4DAF-485C-F687880F555C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714622-7B73-AC37-22FD-92D170D0E390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B584DEC5-35FD-06B2-AE7D-E216D62F19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3" y="2266582"/>
            <a:ext cx="1826709" cy="1826709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205D39ED-F06F-4F7E-EAE9-CF6543C19C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4272988"/>
            <a:ext cx="2086944" cy="208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65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31021-1511-FE57-4609-E41C53A4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1F81F6-7703-5590-AFA8-4C750F02A3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E022F-0477-523C-F732-4073442EF43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E022F-0477-523C-F732-4073442EF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직사각형 28">
            <a:extLst>
              <a:ext uri="{FF2B5EF4-FFF2-40B4-BE49-F238E27FC236}">
                <a16:creationId xmlns:a16="http://schemas.microsoft.com/office/drawing/2014/main" id="{1109ACEF-85F2-79E0-9439-AF3CE620758E}"/>
              </a:ext>
            </a:extLst>
          </p:cNvPr>
          <p:cNvSpPr/>
          <p:nvPr/>
        </p:nvSpPr>
        <p:spPr>
          <a:xfrm rot="10800000" flipV="1">
            <a:off x="7765493" y="3278094"/>
            <a:ext cx="98384" cy="689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CCD1DF-DDB7-1C44-C5F5-E0B7FBD489EC}"/>
              </a:ext>
            </a:extLst>
          </p:cNvPr>
          <p:cNvSpPr/>
          <p:nvPr/>
        </p:nvSpPr>
        <p:spPr>
          <a:xfrm flipV="1">
            <a:off x="4765753" y="3039078"/>
            <a:ext cx="98385" cy="666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67D722-9DA4-7704-B449-00C1BE8EA565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3E0F097-3159-07BA-BB88-18C00A3D0B43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3D14F68-1E0F-051D-25BF-F56A08639FC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B6A087FF-3CE0-5767-B273-1A0D5DF5CCC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14504AB-BAAF-66F4-A475-9D73A7568D45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07DF3F-F364-9309-27E1-4E30E82C2A80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9" name="별: 꼭짓점 4개 8">
            <a:extLst>
              <a:ext uri="{FF2B5EF4-FFF2-40B4-BE49-F238E27FC236}">
                <a16:creationId xmlns:a16="http://schemas.microsoft.com/office/drawing/2014/main" id="{E2AACFDF-8BD7-8C31-E74D-294F1A017D94}"/>
              </a:ext>
            </a:extLst>
          </p:cNvPr>
          <p:cNvSpPr/>
          <p:nvPr/>
        </p:nvSpPr>
        <p:spPr>
          <a:xfrm>
            <a:off x="6428818" y="491834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EBCF4A-D299-30F0-68C9-A6CF3BF726CA}"/>
              </a:ext>
            </a:extLst>
          </p:cNvPr>
          <p:cNvSpPr txBox="1"/>
          <p:nvPr/>
        </p:nvSpPr>
        <p:spPr>
          <a:xfrm>
            <a:off x="5600650" y="6304002"/>
            <a:ext cx="341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en-US" altLang="ko-KR" sz="1000" b="1" dirty="0">
                <a:highlight>
                  <a:srgbClr val="FFFF00"/>
                </a:highlight>
              </a:rPr>
              <a:t>:only</a:t>
            </a: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혹여 </a:t>
            </a:r>
            <a:r>
              <a:rPr lang="ko-KR" altLang="en-US" sz="10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우물안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 도배 필요시 비용 추가됨</a:t>
            </a:r>
            <a:endParaRPr lang="en-US" altLang="ko-KR" sz="1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B8E618D-9A43-75BF-1D4A-2D80373CB0BC}"/>
              </a:ext>
            </a:extLst>
          </p:cNvPr>
          <p:cNvGrpSpPr/>
          <p:nvPr/>
        </p:nvGrpSpPr>
        <p:grpSpPr>
          <a:xfrm>
            <a:off x="6039488" y="2935842"/>
            <a:ext cx="778660" cy="620194"/>
            <a:chOff x="368880" y="332433"/>
            <a:chExt cx="778660" cy="62019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37DE28F-D5D5-1EE1-3B74-946CE6394F0C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6553D09-E940-0B0E-B0DE-D8228F64861C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79BE1756-E75D-8A94-0E06-59C672C4A382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A503B65A-A324-45B4-029E-05DBFEFBD233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0364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11AC-4E97-3908-3E7A-7BF2385E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84FB74-FB37-172A-AA22-E9D33480E0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2AFA70F8-2B61-A220-847B-057171972AD0}"/>
              </a:ext>
            </a:extLst>
          </p:cNvPr>
          <p:cNvSpPr/>
          <p:nvPr/>
        </p:nvSpPr>
        <p:spPr>
          <a:xfrm>
            <a:off x="9371902" y="2745877"/>
            <a:ext cx="102820" cy="1695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3596B-BC9B-A2A0-0168-23140D816B86}"/>
              </a:ext>
            </a:extLst>
          </p:cNvPr>
          <p:cNvSpPr txBox="1"/>
          <p:nvPr/>
        </p:nvSpPr>
        <p:spPr>
          <a:xfrm>
            <a:off x="6524868" y="3709244"/>
            <a:ext cx="106257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95377A8-379D-49C4-638D-64E40285DAFF}"/>
              </a:ext>
            </a:extLst>
          </p:cNvPr>
          <p:cNvSpPr/>
          <p:nvPr/>
        </p:nvSpPr>
        <p:spPr>
          <a:xfrm rot="16200000" flipV="1">
            <a:off x="6955294" y="4299342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92C8013-0258-927F-58F1-BCE37D0E9CC1}"/>
              </a:ext>
            </a:extLst>
          </p:cNvPr>
          <p:cNvGrpSpPr/>
          <p:nvPr/>
        </p:nvGrpSpPr>
        <p:grpSpPr>
          <a:xfrm rot="5400000">
            <a:off x="4661374" y="3704666"/>
            <a:ext cx="104194" cy="550256"/>
            <a:chOff x="5324822" y="4533434"/>
            <a:chExt cx="104194" cy="5502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D3F4672-4557-BA52-C55A-CE9B9E495DFF}"/>
                </a:ext>
              </a:extLst>
            </p:cNvPr>
            <p:cNvSpPr/>
            <p:nvPr/>
          </p:nvSpPr>
          <p:spPr>
            <a:xfrm>
              <a:off x="5330631" y="45334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453AD015-ECD1-583B-5473-2AAB295D7F0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FB4B8BD-F2F2-9103-DA21-03CB9FD39B41}"/>
              </a:ext>
            </a:extLst>
          </p:cNvPr>
          <p:cNvGrpSpPr/>
          <p:nvPr/>
        </p:nvGrpSpPr>
        <p:grpSpPr>
          <a:xfrm rot="16200000">
            <a:off x="8678114" y="3842734"/>
            <a:ext cx="98891" cy="1197867"/>
            <a:chOff x="4737834" y="4912843"/>
            <a:chExt cx="98891" cy="119786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2A46EFB-A03C-0691-B3F0-DE16278A49E1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9FF67D-0096-0400-5786-C47429AE190C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C614D0D-8E09-77CA-ABB8-9E0284D774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B159DBD-F889-DCFC-EFA1-46F3324EB00A}"/>
              </a:ext>
            </a:extLst>
          </p:cNvPr>
          <p:cNvGrpSpPr/>
          <p:nvPr/>
        </p:nvGrpSpPr>
        <p:grpSpPr>
          <a:xfrm rot="16200000">
            <a:off x="8504616" y="1970088"/>
            <a:ext cx="98891" cy="1197867"/>
            <a:chOff x="4737834" y="4912843"/>
            <a:chExt cx="98891" cy="119786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24B5EA2-B4F7-E245-B221-E061B97DC978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94935A8-07F3-40CB-FC7C-A105452D518D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A6781EC5-B017-EE46-BB16-36B851EAB62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FF77DA6-5F19-EDD3-0FC6-6066E35CC950}"/>
              </a:ext>
            </a:extLst>
          </p:cNvPr>
          <p:cNvSpPr/>
          <p:nvPr/>
        </p:nvSpPr>
        <p:spPr>
          <a:xfrm rot="16200000" flipV="1">
            <a:off x="3700125" y="5078011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30EC4B7-302B-9C54-7CCB-9EE9417033FA}"/>
              </a:ext>
            </a:extLst>
          </p:cNvPr>
          <p:cNvSpPr/>
          <p:nvPr/>
        </p:nvSpPr>
        <p:spPr>
          <a:xfrm rot="10800000" flipV="1">
            <a:off x="4349533" y="4645820"/>
            <a:ext cx="98384" cy="8194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DC363B-624C-54D9-58C4-82A03285969C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0276C39-2829-C801-451C-77F07DF61B26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299C8D9-9BED-8CBF-F427-C645C984173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B48692B1-6A15-7BCD-FC96-6FDFDD60E47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D73797E-A158-4897-131E-3BCBBEC2835C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7635D0A-4069-4490-8A72-D6F168BF419F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5405688D-266C-C090-B923-3623D11036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2927375"/>
            <a:ext cx="1563738" cy="156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26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11AC-4E97-3908-3E7A-7BF2385E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84FB74-FB37-172A-AA22-E9D33480E0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2AFA70F8-2B61-A220-847B-057171972AD0}"/>
              </a:ext>
            </a:extLst>
          </p:cNvPr>
          <p:cNvSpPr/>
          <p:nvPr/>
        </p:nvSpPr>
        <p:spPr>
          <a:xfrm>
            <a:off x="9371902" y="2745877"/>
            <a:ext cx="102820" cy="1695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3596B-BC9B-A2A0-0168-23140D816B86}"/>
              </a:ext>
            </a:extLst>
          </p:cNvPr>
          <p:cNvSpPr txBox="1"/>
          <p:nvPr/>
        </p:nvSpPr>
        <p:spPr>
          <a:xfrm>
            <a:off x="6524868" y="4018960"/>
            <a:ext cx="106257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92C8013-0258-927F-58F1-BCE37D0E9CC1}"/>
              </a:ext>
            </a:extLst>
          </p:cNvPr>
          <p:cNvGrpSpPr/>
          <p:nvPr/>
        </p:nvGrpSpPr>
        <p:grpSpPr>
          <a:xfrm rot="5400000">
            <a:off x="4661374" y="3704666"/>
            <a:ext cx="104194" cy="550256"/>
            <a:chOff x="5324822" y="4533434"/>
            <a:chExt cx="104194" cy="5502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D3F4672-4557-BA52-C55A-CE9B9E495DFF}"/>
                </a:ext>
              </a:extLst>
            </p:cNvPr>
            <p:cNvSpPr/>
            <p:nvPr/>
          </p:nvSpPr>
          <p:spPr>
            <a:xfrm>
              <a:off x="5330631" y="45334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453AD015-ECD1-583B-5473-2AAB295D7F0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FB4B8BD-F2F2-9103-DA21-03CB9FD39B41}"/>
              </a:ext>
            </a:extLst>
          </p:cNvPr>
          <p:cNvGrpSpPr/>
          <p:nvPr/>
        </p:nvGrpSpPr>
        <p:grpSpPr>
          <a:xfrm rot="16200000">
            <a:off x="8678114" y="3842734"/>
            <a:ext cx="98891" cy="1197867"/>
            <a:chOff x="4737834" y="4912843"/>
            <a:chExt cx="98891" cy="119786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2A46EFB-A03C-0691-B3F0-DE16278A49E1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9FF67D-0096-0400-5786-C47429AE190C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C614D0D-8E09-77CA-ABB8-9E0284D774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B159DBD-F889-DCFC-EFA1-46F3324EB00A}"/>
              </a:ext>
            </a:extLst>
          </p:cNvPr>
          <p:cNvGrpSpPr/>
          <p:nvPr/>
        </p:nvGrpSpPr>
        <p:grpSpPr>
          <a:xfrm rot="16200000">
            <a:off x="8504616" y="1970088"/>
            <a:ext cx="98891" cy="1197867"/>
            <a:chOff x="4737834" y="4912843"/>
            <a:chExt cx="98891" cy="119786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24B5EA2-B4F7-E245-B221-E061B97DC978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94935A8-07F3-40CB-FC7C-A105452D518D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A6781EC5-B017-EE46-BB16-36B851EAB62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C3DC363B-624C-54D9-58C4-82A03285969C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0276C39-2829-C801-451C-77F07DF61B26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299C8D9-9BED-8CBF-F427-C645C984173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B48692B1-6A15-7BCD-FC96-6FDFDD60E47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D73797E-A158-4897-131E-3BCBBEC2835C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7635D0A-4069-4490-8A72-D6F168BF419F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5405688D-266C-C090-B923-3623D11036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2927375"/>
            <a:ext cx="1563738" cy="1563738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1670F40B-7EBC-620A-736E-A75C66C683D1}"/>
              </a:ext>
            </a:extLst>
          </p:cNvPr>
          <p:cNvGrpSpPr/>
          <p:nvPr/>
        </p:nvGrpSpPr>
        <p:grpSpPr>
          <a:xfrm>
            <a:off x="6386510" y="3006963"/>
            <a:ext cx="778660" cy="620194"/>
            <a:chOff x="368880" y="332433"/>
            <a:chExt cx="778660" cy="6201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3577BD-6A8D-D463-ABA6-B1B9EAA7E94F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63B4955-B5D0-C8A9-C0B2-310ADAE49F21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01A8F685-C5A5-E0FD-5679-F938D3C04D63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06D0B0B4-31E7-90D4-D5C7-5C3707F98D7B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16912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EBE23-7257-B24A-9B7A-BD1CBB9D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A8DD53-7792-6883-9A5B-4CB03EC217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52692C-6A67-1628-0FA3-9CF3A03F1CD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52692C-6A67-1628-0FA3-9CF3A03F1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E37AAA23-5C13-5187-8DF5-BDC03AFABF09}"/>
              </a:ext>
            </a:extLst>
          </p:cNvPr>
          <p:cNvSpPr/>
          <p:nvPr/>
        </p:nvSpPr>
        <p:spPr>
          <a:xfrm>
            <a:off x="9354202" y="2728103"/>
            <a:ext cx="102820" cy="1695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819C3A-9665-BA0D-AF34-3B82BD79F4C7}"/>
              </a:ext>
            </a:extLst>
          </p:cNvPr>
          <p:cNvSpPr/>
          <p:nvPr/>
        </p:nvSpPr>
        <p:spPr>
          <a:xfrm>
            <a:off x="8076223" y="2910562"/>
            <a:ext cx="1089070" cy="109991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C436CB-98E6-008E-8A5C-BAD70A345014}"/>
              </a:ext>
            </a:extLst>
          </p:cNvPr>
          <p:cNvSpPr txBox="1"/>
          <p:nvPr/>
        </p:nvSpPr>
        <p:spPr>
          <a:xfrm>
            <a:off x="6524868" y="3709244"/>
            <a:ext cx="106257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B206F5-D70C-9B58-7EEF-1F7224104298}"/>
              </a:ext>
            </a:extLst>
          </p:cNvPr>
          <p:cNvSpPr/>
          <p:nvPr/>
        </p:nvSpPr>
        <p:spPr>
          <a:xfrm rot="16200000" flipV="1">
            <a:off x="6955294" y="4299342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4D5E0B7-76E8-1F40-843C-BD328E69F0FF}"/>
              </a:ext>
            </a:extLst>
          </p:cNvPr>
          <p:cNvGrpSpPr/>
          <p:nvPr/>
        </p:nvGrpSpPr>
        <p:grpSpPr>
          <a:xfrm rot="5400000">
            <a:off x="4661374" y="3704666"/>
            <a:ext cx="104194" cy="550256"/>
            <a:chOff x="5324822" y="4533434"/>
            <a:chExt cx="104194" cy="5502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FD46C39-B080-E5E4-6FF7-0FA0216879D7}"/>
                </a:ext>
              </a:extLst>
            </p:cNvPr>
            <p:cNvSpPr/>
            <p:nvPr/>
          </p:nvSpPr>
          <p:spPr>
            <a:xfrm>
              <a:off x="5330631" y="45334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04917C32-2FC4-79B2-BDD7-9206EFFE45F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86F52F8-2871-66E5-FC53-AEAEF4CD34C8}"/>
              </a:ext>
            </a:extLst>
          </p:cNvPr>
          <p:cNvGrpSpPr/>
          <p:nvPr/>
        </p:nvGrpSpPr>
        <p:grpSpPr>
          <a:xfrm rot="16200000">
            <a:off x="8625711" y="3824706"/>
            <a:ext cx="98891" cy="1197867"/>
            <a:chOff x="4737834" y="4912843"/>
            <a:chExt cx="98891" cy="119786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B475E36-DD5D-FA80-A073-E0E5F83AF96A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3B7EA6A-3880-BAC4-9839-F171666DD695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0DC5C7C-619B-9489-95A7-F932E49BFEF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9315FBD-276E-3A63-602B-3D8E54098C54}"/>
              </a:ext>
            </a:extLst>
          </p:cNvPr>
          <p:cNvGrpSpPr/>
          <p:nvPr/>
        </p:nvGrpSpPr>
        <p:grpSpPr>
          <a:xfrm rot="16200000">
            <a:off x="8504616" y="1970088"/>
            <a:ext cx="98891" cy="1197867"/>
            <a:chOff x="4737834" y="4912843"/>
            <a:chExt cx="98891" cy="119786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95A87B0D-5089-F076-C1F5-9F32B9DFDBF3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B5A2034A-87F2-E680-7F62-B8CE62BF3D63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10F94F4-9C53-735C-CCCE-2FCC21CD1441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5CFCB3-99AA-F27F-783D-563C361B90CA}"/>
              </a:ext>
            </a:extLst>
          </p:cNvPr>
          <p:cNvSpPr/>
          <p:nvPr/>
        </p:nvSpPr>
        <p:spPr>
          <a:xfrm rot="16200000" flipV="1">
            <a:off x="3700125" y="5078011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813ACE6-B9AB-59D1-4772-A8EF90AC5EC1}"/>
              </a:ext>
            </a:extLst>
          </p:cNvPr>
          <p:cNvSpPr/>
          <p:nvPr/>
        </p:nvSpPr>
        <p:spPr>
          <a:xfrm rot="10800000" flipV="1">
            <a:off x="4349533" y="4645820"/>
            <a:ext cx="98384" cy="8194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B73929-00C2-2DC9-3A85-0B667F77AD14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DB32A2-CCA5-2F92-ECFF-41DD0665B429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96B848E-A3BE-4B80-B974-E96B2614D2B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56C636D-A3EF-F2A1-9E58-6B83378AEF7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DC0D4FE9-D7C9-2247-6FB8-79A16ABABB69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E6B73A6-066C-4DD3-B4AB-BF35D64B1A88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8E1F5101-835C-7BDB-5341-C9B4776CB5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4" y="2266583"/>
            <a:ext cx="1563738" cy="1563738"/>
          </a:xfrm>
          <a:prstGeom prst="rect">
            <a:avLst/>
          </a:prstGeom>
        </p:spPr>
      </p:pic>
      <p:pic>
        <p:nvPicPr>
          <p:cNvPr id="10" name="그림 9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71A7891-6BDC-FA0C-3262-20E52FBB8B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69" y="4157841"/>
            <a:ext cx="1795364" cy="17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93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EBE23-7257-B24A-9B7A-BD1CBB9D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A8DD53-7792-6883-9A5B-4CB03EC217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52692C-6A67-1628-0FA3-9CF3A03F1CD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52692C-6A67-1628-0FA3-9CF3A03F1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E37AAA23-5C13-5187-8DF5-BDC03AFABF09}"/>
              </a:ext>
            </a:extLst>
          </p:cNvPr>
          <p:cNvSpPr/>
          <p:nvPr/>
        </p:nvSpPr>
        <p:spPr>
          <a:xfrm>
            <a:off x="9354202" y="2728103"/>
            <a:ext cx="102820" cy="1695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819C3A-9665-BA0D-AF34-3B82BD79F4C7}"/>
              </a:ext>
            </a:extLst>
          </p:cNvPr>
          <p:cNvSpPr/>
          <p:nvPr/>
        </p:nvSpPr>
        <p:spPr>
          <a:xfrm>
            <a:off x="8076223" y="2910562"/>
            <a:ext cx="1089070" cy="109991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C436CB-98E6-008E-8A5C-BAD70A345014}"/>
              </a:ext>
            </a:extLst>
          </p:cNvPr>
          <p:cNvSpPr txBox="1"/>
          <p:nvPr/>
        </p:nvSpPr>
        <p:spPr>
          <a:xfrm>
            <a:off x="6512571" y="4022072"/>
            <a:ext cx="106257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B206F5-D70C-9B58-7EEF-1F7224104298}"/>
              </a:ext>
            </a:extLst>
          </p:cNvPr>
          <p:cNvSpPr/>
          <p:nvPr/>
        </p:nvSpPr>
        <p:spPr>
          <a:xfrm rot="16200000" flipV="1">
            <a:off x="6955294" y="4299342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4D5E0B7-76E8-1F40-843C-BD328E69F0FF}"/>
              </a:ext>
            </a:extLst>
          </p:cNvPr>
          <p:cNvGrpSpPr/>
          <p:nvPr/>
        </p:nvGrpSpPr>
        <p:grpSpPr>
          <a:xfrm rot="5400000">
            <a:off x="4661374" y="3704666"/>
            <a:ext cx="104194" cy="550256"/>
            <a:chOff x="5324822" y="4533434"/>
            <a:chExt cx="104194" cy="5502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FD46C39-B080-E5E4-6FF7-0FA0216879D7}"/>
                </a:ext>
              </a:extLst>
            </p:cNvPr>
            <p:cNvSpPr/>
            <p:nvPr/>
          </p:nvSpPr>
          <p:spPr>
            <a:xfrm>
              <a:off x="5330631" y="45334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04917C32-2FC4-79B2-BDD7-9206EFFE45F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86F52F8-2871-66E5-FC53-AEAEF4CD34C8}"/>
              </a:ext>
            </a:extLst>
          </p:cNvPr>
          <p:cNvGrpSpPr/>
          <p:nvPr/>
        </p:nvGrpSpPr>
        <p:grpSpPr>
          <a:xfrm rot="16200000">
            <a:off x="8625711" y="3824706"/>
            <a:ext cx="98891" cy="1197867"/>
            <a:chOff x="4737834" y="4912843"/>
            <a:chExt cx="98891" cy="119786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B475E36-DD5D-FA80-A073-E0E5F83AF96A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3B7EA6A-3880-BAC4-9839-F171666DD695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0DC5C7C-619B-9489-95A7-F932E49BFEF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9315FBD-276E-3A63-602B-3D8E54098C54}"/>
              </a:ext>
            </a:extLst>
          </p:cNvPr>
          <p:cNvGrpSpPr/>
          <p:nvPr/>
        </p:nvGrpSpPr>
        <p:grpSpPr>
          <a:xfrm rot="16200000">
            <a:off x="8504616" y="1970088"/>
            <a:ext cx="98891" cy="1197867"/>
            <a:chOff x="4737834" y="4912843"/>
            <a:chExt cx="98891" cy="119786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95A87B0D-5089-F076-C1F5-9F32B9DFDBF3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B5A2034A-87F2-E680-7F62-B8CE62BF3D63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10F94F4-9C53-735C-CCCE-2FCC21CD1441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5CFCB3-99AA-F27F-783D-563C361B90CA}"/>
              </a:ext>
            </a:extLst>
          </p:cNvPr>
          <p:cNvSpPr/>
          <p:nvPr/>
        </p:nvSpPr>
        <p:spPr>
          <a:xfrm rot="16200000" flipV="1">
            <a:off x="3700125" y="5078011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813ACE6-B9AB-59D1-4772-A8EF90AC5EC1}"/>
              </a:ext>
            </a:extLst>
          </p:cNvPr>
          <p:cNvSpPr/>
          <p:nvPr/>
        </p:nvSpPr>
        <p:spPr>
          <a:xfrm rot="10800000" flipV="1">
            <a:off x="4349533" y="4645820"/>
            <a:ext cx="98384" cy="8194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B73929-00C2-2DC9-3A85-0B667F77AD14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DB32A2-CCA5-2F92-ECFF-41DD0665B429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96B848E-A3BE-4B80-B974-E96B2614D2B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56C636D-A3EF-F2A1-9E58-6B83378AEF7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DC0D4FE9-D7C9-2247-6FB8-79A16ABABB69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E6B73A6-066C-4DD3-B4AB-BF35D64B1A88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8E1F5101-835C-7BDB-5341-C9B4776CB5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4" y="2266583"/>
            <a:ext cx="1563738" cy="1563738"/>
          </a:xfrm>
          <a:prstGeom prst="rect">
            <a:avLst/>
          </a:prstGeom>
        </p:spPr>
      </p:pic>
      <p:pic>
        <p:nvPicPr>
          <p:cNvPr id="10" name="그림 9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71A7891-6BDC-FA0C-3262-20E52FBB8B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69" y="4157841"/>
            <a:ext cx="1795364" cy="1795364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858E6884-4E58-E4F0-40F9-D4809F82778D}"/>
              </a:ext>
            </a:extLst>
          </p:cNvPr>
          <p:cNvGrpSpPr/>
          <p:nvPr/>
        </p:nvGrpSpPr>
        <p:grpSpPr>
          <a:xfrm>
            <a:off x="6386510" y="3006963"/>
            <a:ext cx="778660" cy="620194"/>
            <a:chOff x="368880" y="332433"/>
            <a:chExt cx="778660" cy="62019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3C8657C-DFB0-A4D7-7A6C-747BC744597F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E677F743-0C92-4871-12C7-EB20E7739546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3768B578-0ABB-3EEF-3E89-5EE45DF9D98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CB6A0BD3-1D3D-AFA8-8D3A-B89935ED834E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8269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EBE23-7257-B24A-9B7A-BD1CBB9D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A8DD53-7792-6883-9A5B-4CB03EC217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52692C-6A67-1628-0FA3-9CF3A03F1CD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52692C-6A67-1628-0FA3-9CF3A03F1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E37AAA23-5C13-5187-8DF5-BDC03AFABF09}"/>
              </a:ext>
            </a:extLst>
          </p:cNvPr>
          <p:cNvSpPr/>
          <p:nvPr/>
        </p:nvSpPr>
        <p:spPr>
          <a:xfrm>
            <a:off x="9354202" y="2728103"/>
            <a:ext cx="102820" cy="1695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819C3A-9665-BA0D-AF34-3B82BD79F4C7}"/>
              </a:ext>
            </a:extLst>
          </p:cNvPr>
          <p:cNvSpPr/>
          <p:nvPr/>
        </p:nvSpPr>
        <p:spPr>
          <a:xfrm>
            <a:off x="8076223" y="2910562"/>
            <a:ext cx="1089070" cy="109991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C436CB-98E6-008E-8A5C-BAD70A345014}"/>
              </a:ext>
            </a:extLst>
          </p:cNvPr>
          <p:cNvSpPr txBox="1"/>
          <p:nvPr/>
        </p:nvSpPr>
        <p:spPr>
          <a:xfrm>
            <a:off x="6524868" y="4028559"/>
            <a:ext cx="106257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4D5E0B7-76E8-1F40-843C-BD328E69F0FF}"/>
              </a:ext>
            </a:extLst>
          </p:cNvPr>
          <p:cNvGrpSpPr/>
          <p:nvPr/>
        </p:nvGrpSpPr>
        <p:grpSpPr>
          <a:xfrm rot="5400000">
            <a:off x="4661374" y="3704666"/>
            <a:ext cx="104194" cy="550256"/>
            <a:chOff x="5324822" y="4533434"/>
            <a:chExt cx="104194" cy="5502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FD46C39-B080-E5E4-6FF7-0FA0216879D7}"/>
                </a:ext>
              </a:extLst>
            </p:cNvPr>
            <p:cNvSpPr/>
            <p:nvPr/>
          </p:nvSpPr>
          <p:spPr>
            <a:xfrm>
              <a:off x="5330631" y="45334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04917C32-2FC4-79B2-BDD7-9206EFFE45F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86F52F8-2871-66E5-FC53-AEAEF4CD34C8}"/>
              </a:ext>
            </a:extLst>
          </p:cNvPr>
          <p:cNvGrpSpPr/>
          <p:nvPr/>
        </p:nvGrpSpPr>
        <p:grpSpPr>
          <a:xfrm rot="16200000">
            <a:off x="8625711" y="3824706"/>
            <a:ext cx="98891" cy="1197867"/>
            <a:chOff x="4737834" y="4912843"/>
            <a:chExt cx="98891" cy="119786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B475E36-DD5D-FA80-A073-E0E5F83AF96A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3B7EA6A-3880-BAC4-9839-F171666DD695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0DC5C7C-619B-9489-95A7-F932E49BFEF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9315FBD-276E-3A63-602B-3D8E54098C54}"/>
              </a:ext>
            </a:extLst>
          </p:cNvPr>
          <p:cNvGrpSpPr/>
          <p:nvPr/>
        </p:nvGrpSpPr>
        <p:grpSpPr>
          <a:xfrm rot="16200000">
            <a:off x="8504616" y="1970088"/>
            <a:ext cx="98891" cy="1197867"/>
            <a:chOff x="4737834" y="4912843"/>
            <a:chExt cx="98891" cy="119786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95A87B0D-5089-F076-C1F5-9F32B9DFDBF3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B5A2034A-87F2-E680-7F62-B8CE62BF3D63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10F94F4-9C53-735C-CCCE-2FCC21CD1441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DFB73929-00C2-2DC9-3A85-0B667F77AD14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DB32A2-CCA5-2F92-ECFF-41DD0665B429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96B848E-A3BE-4B80-B974-E96B2614D2B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56C636D-A3EF-F2A1-9E58-6B83378AEF7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DC0D4FE9-D7C9-2247-6FB8-79A16ABABB69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E6B73A6-066C-4DD3-B4AB-BF35D64B1A88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8E1F5101-835C-7BDB-5341-C9B4776CB5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4" y="2266583"/>
            <a:ext cx="1563738" cy="1563738"/>
          </a:xfrm>
          <a:prstGeom prst="rect">
            <a:avLst/>
          </a:prstGeom>
        </p:spPr>
      </p:pic>
      <p:pic>
        <p:nvPicPr>
          <p:cNvPr id="10" name="그림 9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71A7891-6BDC-FA0C-3262-20E52FBB8B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69" y="4157841"/>
            <a:ext cx="1795364" cy="1795364"/>
          </a:xfrm>
          <a:prstGeom prst="rect">
            <a:avLst/>
          </a:prstGeom>
        </p:spPr>
      </p:pic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690AC205-31E9-822E-DA7F-C7353C3F465D}"/>
              </a:ext>
            </a:extLst>
          </p:cNvPr>
          <p:cNvSpPr/>
          <p:nvPr/>
        </p:nvSpPr>
        <p:spPr>
          <a:xfrm>
            <a:off x="8342101" y="319382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8790A9A-4677-AC6B-7A77-B9F09E4F572C}"/>
              </a:ext>
            </a:extLst>
          </p:cNvPr>
          <p:cNvSpPr/>
          <p:nvPr/>
        </p:nvSpPr>
        <p:spPr>
          <a:xfrm>
            <a:off x="8217925" y="3053964"/>
            <a:ext cx="805665" cy="832889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46CC1C5-78E5-01E7-AEE5-641E29FEB64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9917325" y="4782408"/>
            <a:ext cx="2233508" cy="155207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4D989708-C57F-7A5F-0107-CCD34BCE8974}"/>
              </a:ext>
            </a:extLst>
          </p:cNvPr>
          <p:cNvGrpSpPr/>
          <p:nvPr/>
        </p:nvGrpSpPr>
        <p:grpSpPr>
          <a:xfrm>
            <a:off x="6386510" y="3006963"/>
            <a:ext cx="778660" cy="620194"/>
            <a:chOff x="368880" y="332433"/>
            <a:chExt cx="778660" cy="62019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7EDE942-31E3-E820-A263-89BB6DF1645B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AF7B3BB-CB14-3403-24D3-5CD1B2E2CE54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CB0602DA-A7A3-F968-8A25-5B1B5C9797F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E41EF05C-D020-5D8A-B658-AA14965561ED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F62B8E4-5593-B5D8-73A0-26D380315A0F}"/>
              </a:ext>
            </a:extLst>
          </p:cNvPr>
          <p:cNvSpPr txBox="1"/>
          <p:nvPr/>
        </p:nvSpPr>
        <p:spPr>
          <a:xfrm>
            <a:off x="9982948" y="319905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6AB0AB8-3F62-45FA-F6E4-0FC61F7F256D}"/>
              </a:ext>
            </a:extLst>
          </p:cNvPr>
          <p:cNvSpPr/>
          <p:nvPr/>
        </p:nvSpPr>
        <p:spPr>
          <a:xfrm rot="16200000" flipV="1">
            <a:off x="6955294" y="4299342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CC3680-D531-1ACF-C60B-840487B2DB9F}"/>
              </a:ext>
            </a:extLst>
          </p:cNvPr>
          <p:cNvSpPr/>
          <p:nvPr/>
        </p:nvSpPr>
        <p:spPr>
          <a:xfrm rot="16200000" flipV="1">
            <a:off x="3700125" y="5078011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A618E4-9B39-4DCB-B590-CA40977BFAAF}"/>
              </a:ext>
            </a:extLst>
          </p:cNvPr>
          <p:cNvSpPr/>
          <p:nvPr/>
        </p:nvSpPr>
        <p:spPr>
          <a:xfrm rot="10800000" flipV="1">
            <a:off x="4349533" y="4645820"/>
            <a:ext cx="98384" cy="8194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388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FB891-84F2-4831-8D83-7C35C5A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BC0D4E-F606-6DDE-F3BB-FB8EAB3123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8D770-5FD6-7857-1CEE-07986F14F4B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8D770-5FD6-7857-1CEE-07986F14F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16DB52E0-1E55-56A2-E86F-175DEED7B21B}"/>
              </a:ext>
            </a:extLst>
          </p:cNvPr>
          <p:cNvSpPr/>
          <p:nvPr/>
        </p:nvSpPr>
        <p:spPr>
          <a:xfrm>
            <a:off x="8342101" y="319382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C5A82FA-FF6F-5622-AE53-3E2BD0C8DD68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ADE8A83-DC07-B1F3-E8BD-954088AB3A1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AA082D1-136C-F485-5D30-CD90E2043BD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F38D496-72DF-799E-D5DB-37573E9F7221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11F90E-8C1A-544B-846E-A32416F89E4A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7CA718F-CCA0-446C-9A85-F29C8378DBC1}"/>
              </a:ext>
            </a:extLst>
          </p:cNvPr>
          <p:cNvSpPr/>
          <p:nvPr/>
        </p:nvSpPr>
        <p:spPr>
          <a:xfrm>
            <a:off x="8166885" y="2997432"/>
            <a:ext cx="907746" cy="952009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E41147-66B5-EEA7-F88C-2780EA0CF9B2}"/>
              </a:ext>
            </a:extLst>
          </p:cNvPr>
          <p:cNvSpPr txBox="1"/>
          <p:nvPr/>
        </p:nvSpPr>
        <p:spPr>
          <a:xfrm>
            <a:off x="9982948" y="319905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1</a:t>
            </a:r>
            <a:r>
              <a:rPr lang="ko-KR" altLang="en-US" sz="1000" b="1">
                <a:highlight>
                  <a:srgbClr val="FFFF00"/>
                </a:highlight>
              </a:rPr>
              <a:t>줄 추가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482774E3-0E6E-3C0F-A837-817670A16B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917325" y="4782408"/>
            <a:ext cx="2233508" cy="155207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D4FA263-803B-F33F-2FA6-0F622450E159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</p:spTree>
    <p:extLst>
      <p:ext uri="{BB962C8B-B14F-4D97-AF65-F5344CB8AC3E}">
        <p14:creationId xmlns:p14="http://schemas.microsoft.com/office/powerpoint/2010/main" val="1509992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FB891-84F2-4831-8D83-7C35C5A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BC0D4E-F606-6DDE-F3BB-FB8EAB3123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8D770-5FD6-7857-1CEE-07986F14F4B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8D770-5FD6-7857-1CEE-07986F14F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FC5A82FA-FF6F-5622-AE53-3E2BD0C8DD68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ADE8A83-DC07-B1F3-E8BD-954088AB3A1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AA082D1-136C-F485-5D30-CD90E2043BD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F38D496-72DF-799E-D5DB-37573E9F7221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11F90E-8C1A-544B-846E-A32416F89E4A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AD4FA263-803B-F33F-2FA6-0F622450E159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  <p:sp>
        <p:nvSpPr>
          <p:cNvPr id="5" name="별: 꼭짓점 4개 4">
            <a:extLst>
              <a:ext uri="{FF2B5EF4-FFF2-40B4-BE49-F238E27FC236}">
                <a16:creationId xmlns:a16="http://schemas.microsoft.com/office/drawing/2014/main" id="{98F3F067-0126-53F9-8A4F-2D2D137F176D}"/>
              </a:ext>
            </a:extLst>
          </p:cNvPr>
          <p:cNvSpPr/>
          <p:nvPr/>
        </p:nvSpPr>
        <p:spPr>
          <a:xfrm>
            <a:off x="8383518" y="331809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1791E-9A7B-B61F-81F0-C888F8F99377}"/>
              </a:ext>
            </a:extLst>
          </p:cNvPr>
          <p:cNvSpPr txBox="1"/>
          <p:nvPr/>
        </p:nvSpPr>
        <p:spPr>
          <a:xfrm>
            <a:off x="9442324" y="4471038"/>
            <a:ext cx="341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en-US" altLang="ko-KR" sz="1000" b="1" dirty="0">
                <a:highlight>
                  <a:srgbClr val="FFFF00"/>
                </a:highlight>
              </a:rPr>
              <a:t>:only</a:t>
            </a: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혹여 </a:t>
            </a:r>
            <a:r>
              <a:rPr lang="ko-KR" altLang="en-US" sz="10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우물안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 도배 필요시 비용 추가됨</a:t>
            </a:r>
            <a:endParaRPr lang="en-US" altLang="ko-KR" sz="1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477AFB7-0FE2-5283-A419-1E4A4DBB90A4}"/>
              </a:ext>
            </a:extLst>
          </p:cNvPr>
          <p:cNvGrpSpPr/>
          <p:nvPr/>
        </p:nvGrpSpPr>
        <p:grpSpPr>
          <a:xfrm>
            <a:off x="6386100" y="3007997"/>
            <a:ext cx="778660" cy="620194"/>
            <a:chOff x="368880" y="332433"/>
            <a:chExt cx="778660" cy="62019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B0A25E2-5CAA-144C-BF87-E0F6CA5F749E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0777216-24D3-EE2F-D65C-52F3BF4F0677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670A1E2A-5B85-C4FC-2512-7C9BC753FA6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B1E680F-8731-67AD-F3F3-60EBAD35CEBB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1955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EAB9-BAD4-FF1F-22DD-7FB2DA0C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D2D6E1-CCBD-83A9-F668-CB164073D3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7F317F-8CFC-3A9B-6354-DAC9EF9BCDB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7F317F-8CFC-3A9B-6354-DAC9EF9BC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2BD38AFF-10A2-770C-C8B2-AA61310B60CF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482C26-4D92-33FE-2A66-39EF51848F7D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5285256-8F21-79F4-92B0-1CB49F9CA123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B037A97-C6F5-C036-95EB-AF786BAD844B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8A7ADEF-C359-3F38-45DB-A14FBF4088D5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013076F-4C6B-431E-27BF-FE2485BD34DF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B6E5D84-1631-3922-3D48-8EF7BA28A3B2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22572F8-A982-7B8C-91FA-78F894057A5B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83D36715-D42A-452B-553E-A54DC52E45A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36AB8A3-02FE-10AC-CAAA-E864F2B17EE2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D3D236EE-D3ED-C903-4B8C-009021C5F25D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4066DBF8-DBC2-FCF7-A4B1-EFA5A87B9FE8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F0D05CA1-3F60-E3DF-08E9-A5A6AF145076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A2CEF500-51D7-0D1D-BAA4-7C2DFBDD9B72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4DAF66F-6428-B4BD-CC07-244DE5BCF648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A57182D5-FBB0-AB17-02E0-92B52F45D7F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4ADA7BDC-B9F6-4F6A-E9BE-54456A0AB3B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9EC4CDE5-83C8-ED04-D0DB-1ACF3879FF96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901B19-AD18-B19F-5874-C0DF24F0F44C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6912138E-51EF-9744-066F-0ED10B5A33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47" y="3233933"/>
            <a:ext cx="1826709" cy="182670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317AE23D-6B3A-60F7-B0AC-EEA460A68434}"/>
              </a:ext>
            </a:extLst>
          </p:cNvPr>
          <p:cNvGrpSpPr/>
          <p:nvPr/>
        </p:nvGrpSpPr>
        <p:grpSpPr>
          <a:xfrm>
            <a:off x="5873072" y="2747093"/>
            <a:ext cx="778660" cy="620194"/>
            <a:chOff x="368880" y="332433"/>
            <a:chExt cx="778660" cy="6201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343FC8-8A24-E6A0-36E8-63C59696161A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3DD9BAB-9D96-C7A0-3107-5210767CDBFF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FF4D8416-8DCB-E773-A7A0-65386E8278C2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0B798A62-D2FB-EB7D-7E0A-EB6AFFCF81CE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6066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EAB9-BAD4-FF1F-22DD-7FB2DA0C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D2D6E1-CCBD-83A9-F668-CB164073D3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7F317F-8CFC-3A9B-6354-DAC9EF9BCDB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7F317F-8CFC-3A9B-6354-DAC9EF9BC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2BD38AFF-10A2-770C-C8B2-AA61310B60CF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482C26-4D92-33FE-2A66-39EF51848F7D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5285256-8F21-79F4-92B0-1CB49F9CA123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B037A97-C6F5-C036-95EB-AF786BAD844B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8A7ADEF-C359-3F38-45DB-A14FBF4088D5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013076F-4C6B-431E-27BF-FE2485BD34DF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B6E5D84-1631-3922-3D48-8EF7BA28A3B2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22572F8-A982-7B8C-91FA-78F894057A5B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83D36715-D42A-452B-553E-A54DC52E45A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4506ECC-9219-363A-E27F-1D2F261CA2EA}"/>
              </a:ext>
            </a:extLst>
          </p:cNvPr>
          <p:cNvSpPr/>
          <p:nvPr/>
        </p:nvSpPr>
        <p:spPr>
          <a:xfrm flipV="1">
            <a:off x="3613557" y="2881312"/>
            <a:ext cx="98385" cy="737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DEAC8F-70DD-EC3B-8568-3EFC0760A70C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744B3CC-4210-57EF-8D55-1ACF5A302F5E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36AB8A3-02FE-10AC-CAAA-E864F2B17EE2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D3D236EE-D3ED-C903-4B8C-009021C5F25D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4066DBF8-DBC2-FCF7-A4B1-EFA5A87B9FE8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F0D05CA1-3F60-E3DF-08E9-A5A6AF145076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A2CEF500-51D7-0D1D-BAA4-7C2DFBDD9B72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4DAF66F-6428-B4BD-CC07-244DE5BCF648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A57182D5-FBB0-AB17-02E0-92B52F45D7F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4ADA7BDC-B9F6-4F6A-E9BE-54456A0AB3B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9EC4CDE5-83C8-ED04-D0DB-1ACF3879FF96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901B19-AD18-B19F-5874-C0DF24F0F44C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6912138E-51EF-9744-066F-0ED10B5A33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47" y="3233933"/>
            <a:ext cx="1826709" cy="18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66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38F18-0388-7FDA-C968-ECC1F590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A6491D-8411-A20F-9785-FBE6927232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FFFB0F-692C-49A1-E754-7C65A1C6A2F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FFFB0F-692C-49A1-E754-7C65A1C6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20BE1073-80C4-BCA7-2D77-1B9E0395F8DE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BFA50C0-EAA7-761F-48F8-F82EDC1DB55B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2F0B0-38E4-F4CC-5FEC-00F6D9B6A80F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59DC169-114E-621E-03E7-09287842E583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F178E8E-28CD-A0CD-B0F5-1331ADD5BD69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CF1B59A-F295-8F98-21EE-9E00C3562537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4857E22-5CB3-A04B-FC6A-031F5E4B9BA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60E3E05-A977-3B60-AC15-E2523EBA76F9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2007E22-3333-E3D8-C266-FBBC10AEAD18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DBD065F3-A725-1309-6D29-9E9A132738B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2ABFF50-31E8-381B-FB1B-2CEFA1F3BDF4}"/>
              </a:ext>
            </a:extLst>
          </p:cNvPr>
          <p:cNvSpPr/>
          <p:nvPr/>
        </p:nvSpPr>
        <p:spPr>
          <a:xfrm flipV="1">
            <a:off x="3613557" y="2881312"/>
            <a:ext cx="98385" cy="737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2B07642-ED45-E2CD-6F81-8E6C98642F33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4A9FE2F-5636-FCD8-EF1C-7B776097E69E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8AA6C26-EDEF-AFFE-FC4E-A761C1F2F18D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2B6853AF-D694-5209-D970-C0194E9BA40D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4F2137F-54F8-670D-6355-B94B5CAD808D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4BA9DA9E-44D6-E764-4AE0-D5762A6ACC62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EFDDE66-A1A9-5BDA-5874-E45FA43B2BF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9BF113C-4413-FC20-C433-61552F8393B3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16934D1-E35C-2876-909F-BBCAC246DD4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0A860D7-8C47-248A-BFD5-B88D1A3D559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F011750-5EC5-1F1F-8F4C-2653482BB3A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91C790-8E65-7924-63D1-DDE3E7F60A84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0C817B8A-4738-2D32-0F51-90A3C13AF0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3" y="2266582"/>
            <a:ext cx="1826709" cy="1826709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6827FF3-3F9E-B08A-BBEB-6E39922286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4272988"/>
            <a:ext cx="2086944" cy="208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69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38F18-0388-7FDA-C968-ECC1F590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A6491D-8411-A20F-9785-FBE6927232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FFFB0F-692C-49A1-E754-7C65A1C6A2F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FFFB0F-692C-49A1-E754-7C65A1C6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20BE1073-80C4-BCA7-2D77-1B9E0395F8DE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BFA50C0-EAA7-761F-48F8-F82EDC1DB55B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2F0B0-38E4-F4CC-5FEC-00F6D9B6A80F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59DC169-114E-621E-03E7-09287842E583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F178E8E-28CD-A0CD-B0F5-1331ADD5BD69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CF1B59A-F295-8F98-21EE-9E00C3562537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4857E22-5CB3-A04B-FC6A-031F5E4B9BA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60E3E05-A977-3B60-AC15-E2523EBA76F9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2007E22-3333-E3D8-C266-FBBC10AEAD18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DBD065F3-A725-1309-6D29-9E9A132738B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2ABFF50-31E8-381B-FB1B-2CEFA1F3BDF4}"/>
              </a:ext>
            </a:extLst>
          </p:cNvPr>
          <p:cNvSpPr/>
          <p:nvPr/>
        </p:nvSpPr>
        <p:spPr>
          <a:xfrm flipV="1">
            <a:off x="3613557" y="2881312"/>
            <a:ext cx="98385" cy="737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2B07642-ED45-E2CD-6F81-8E6C98642F33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4A9FE2F-5636-FCD8-EF1C-7B776097E69E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8AA6C26-EDEF-AFFE-FC4E-A761C1F2F18D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2B6853AF-D694-5209-D970-C0194E9BA40D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4F2137F-54F8-670D-6355-B94B5CAD808D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4BA9DA9E-44D6-E764-4AE0-D5762A6ACC62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EFDDE66-A1A9-5BDA-5874-E45FA43B2BF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9BF113C-4413-FC20-C433-61552F8393B3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16934D1-E35C-2876-909F-BBCAC246DD4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0A860D7-8C47-248A-BFD5-B88D1A3D559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F011750-5EC5-1F1F-8F4C-2653482BB3A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91C790-8E65-7924-63D1-DDE3E7F60A84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0C817B8A-4738-2D32-0F51-90A3C13AF0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3" y="2266582"/>
            <a:ext cx="1826709" cy="1826709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6827FF3-3F9E-B08A-BBEB-6E39922286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4272988"/>
            <a:ext cx="2086944" cy="2086944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833B178E-221E-DE99-DA7B-3DF953E807B5}"/>
              </a:ext>
            </a:extLst>
          </p:cNvPr>
          <p:cNvGrpSpPr/>
          <p:nvPr/>
        </p:nvGrpSpPr>
        <p:grpSpPr>
          <a:xfrm>
            <a:off x="5873072" y="2747093"/>
            <a:ext cx="778660" cy="620194"/>
            <a:chOff x="368880" y="332433"/>
            <a:chExt cx="778660" cy="6201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7159D9-E38B-5424-C93B-991F180C62E2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9680B66-D2A8-F804-D34A-FE89CBCBC0D8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BF95D032-DC74-BDC6-7125-E4E21E4AB594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6A3773CF-C9C0-247D-7D82-23798446A2B8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08251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38F18-0388-7FDA-C968-ECC1F590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A6491D-8411-A20F-9785-FBE6927232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FFFB0F-692C-49A1-E754-7C65A1C6A2F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FFFB0F-692C-49A1-E754-7C65A1C6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20BE1073-80C4-BCA7-2D77-1B9E0395F8DE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2F0B0-38E4-F4CC-5FEC-00F6D9B6A80F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59DC169-114E-621E-03E7-09287842E583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F178E8E-28CD-A0CD-B0F5-1331ADD5BD69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CF1B59A-F295-8F98-21EE-9E00C3562537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4857E22-5CB3-A04B-FC6A-031F5E4B9BA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60E3E05-A977-3B60-AC15-E2523EBA76F9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2007E22-3333-E3D8-C266-FBBC10AEAD18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DBD065F3-A725-1309-6D29-9E9A132738B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2B07642-ED45-E2CD-6F81-8E6C98642F33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4A9FE2F-5636-FCD8-EF1C-7B776097E69E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8AA6C26-EDEF-AFFE-FC4E-A761C1F2F18D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2B6853AF-D694-5209-D970-C0194E9BA40D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4F2137F-54F8-670D-6355-B94B5CAD808D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4BA9DA9E-44D6-E764-4AE0-D5762A6ACC62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EFDDE66-A1A9-5BDA-5874-E45FA43B2BF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///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9BF113C-4413-FC20-C433-61552F8393B3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16934D1-E35C-2876-909F-BBCAC246DD4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0A860D7-8C47-248A-BFD5-B88D1A3D559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F011750-5EC5-1F1F-8F4C-2653482BB3A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91C790-8E65-7924-63D1-DDE3E7F60A84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0C817B8A-4738-2D32-0F51-90A3C13AF0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08" y="3426546"/>
            <a:ext cx="1826709" cy="1826709"/>
          </a:xfrm>
          <a:prstGeom prst="rect">
            <a:avLst/>
          </a:prstGeom>
        </p:spPr>
      </p:pic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52722C4C-2672-EA88-98AF-21784F0234F4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63601C-128F-C35B-EFC7-ADA473C920DE}"/>
              </a:ext>
            </a:extLst>
          </p:cNvPr>
          <p:cNvSpPr txBox="1"/>
          <p:nvPr/>
        </p:nvSpPr>
        <p:spPr>
          <a:xfrm>
            <a:off x="5600650" y="6304002"/>
            <a:ext cx="341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en-US" altLang="ko-KR" sz="1000" b="1" dirty="0">
                <a:highlight>
                  <a:srgbClr val="FFFF00"/>
                </a:highlight>
              </a:rPr>
              <a:t>:only</a:t>
            </a: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혹여 </a:t>
            </a:r>
            <a:r>
              <a:rPr lang="ko-KR" altLang="en-US" sz="10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우물안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 도배 필요시 비용 추가됨</a:t>
            </a:r>
            <a:endParaRPr lang="en-US" altLang="ko-KR" sz="1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4128B82-1140-F5CD-DDA9-FF6F56F64D2F}"/>
              </a:ext>
            </a:extLst>
          </p:cNvPr>
          <p:cNvGrpSpPr/>
          <p:nvPr/>
        </p:nvGrpSpPr>
        <p:grpSpPr>
          <a:xfrm>
            <a:off x="5873072" y="2747093"/>
            <a:ext cx="778660" cy="620194"/>
            <a:chOff x="368880" y="332433"/>
            <a:chExt cx="778660" cy="62019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CFF101-28C8-DE8F-5B59-C4A3C7F3CD76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BCA3E33-5F90-13B1-914B-387F5FC33E74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6598F322-A0C3-F222-A75B-DD9B48B658D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ABEE18B6-E587-F3AF-1288-C9BB86624FF8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0521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38F18-0388-7FDA-C968-ECC1F590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A6491D-8411-A20F-9785-FBE6927232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FFFB0F-692C-49A1-E754-7C65A1C6A2F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FFFB0F-692C-49A1-E754-7C65A1C6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20BE1073-80C4-BCA7-2D77-1B9E0395F8DE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BFA50C0-EAA7-761F-48F8-F82EDC1DB55B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2F0B0-38E4-F4CC-5FEC-00F6D9B6A80F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59DC169-114E-621E-03E7-09287842E583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F178E8E-28CD-A0CD-B0F5-1331ADD5BD69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CF1B59A-F295-8F98-21EE-9E00C3562537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4857E22-5CB3-A04B-FC6A-031F5E4B9BA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60E3E05-A977-3B60-AC15-E2523EBA76F9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2007E22-3333-E3D8-C266-FBBC10AEAD18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DBD065F3-A725-1309-6D29-9E9A132738B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2B07642-ED45-E2CD-6F81-8E6C98642F33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4A9FE2F-5636-FCD8-EF1C-7B776097E69E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8AA6C26-EDEF-AFFE-FC4E-A761C1F2F18D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2B6853AF-D694-5209-D970-C0194E9BA40D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4F2137F-54F8-670D-6355-B94B5CAD808D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4BA9DA9E-44D6-E764-4AE0-D5762A6ACC62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EFDDE66-A1A9-5BDA-5874-E45FA43B2BF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9BF113C-4413-FC20-C433-61552F8393B3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16934D1-E35C-2876-909F-BBCAC246DD4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0A860D7-8C47-248A-BFD5-B88D1A3D559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F011750-5EC5-1F1F-8F4C-2653482BB3A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91C790-8E65-7924-63D1-DDE3E7F60A84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0C817B8A-4738-2D32-0F51-90A3C13AF0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3" y="2266582"/>
            <a:ext cx="1826709" cy="1826709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6827FF3-3F9E-B08A-BBEB-6E39922286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4272988"/>
            <a:ext cx="2086944" cy="2086944"/>
          </a:xfrm>
          <a:prstGeom prst="rect">
            <a:avLst/>
          </a:prstGeom>
        </p:spPr>
      </p:pic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52722C4C-2672-EA88-98AF-21784F0234F4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63601C-128F-C35B-EFC7-ADA473C920DE}"/>
              </a:ext>
            </a:extLst>
          </p:cNvPr>
          <p:cNvSpPr txBox="1"/>
          <p:nvPr/>
        </p:nvSpPr>
        <p:spPr>
          <a:xfrm>
            <a:off x="5600650" y="6304002"/>
            <a:ext cx="341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en-US" altLang="ko-KR" sz="1000" b="1" dirty="0">
                <a:highlight>
                  <a:srgbClr val="FFFF00"/>
                </a:highlight>
              </a:rPr>
              <a:t>:only</a:t>
            </a: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혹여 </a:t>
            </a:r>
            <a:r>
              <a:rPr lang="ko-KR" altLang="en-US" sz="10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우물안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 도배 필요시 비용 추가됨</a:t>
            </a:r>
            <a:endParaRPr lang="en-US" altLang="ko-KR" sz="1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E7874E1-BA38-47E1-C3D3-B565004F0EAA}"/>
              </a:ext>
            </a:extLst>
          </p:cNvPr>
          <p:cNvGrpSpPr/>
          <p:nvPr/>
        </p:nvGrpSpPr>
        <p:grpSpPr>
          <a:xfrm>
            <a:off x="5873072" y="2747093"/>
            <a:ext cx="778660" cy="620194"/>
            <a:chOff x="368880" y="332433"/>
            <a:chExt cx="778660" cy="62019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712124-E087-99F7-D4C5-D6F12959D690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B409482-079B-BD84-7176-A4F25871F8AC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77B4475-CB5C-2556-AC63-DEC7B5DE220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4ED6398D-5F91-994E-404D-D1BA0527494C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1991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09A98D0-AEAD-BC9A-CEA7-DB52425C6E43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D370078-4F26-02B6-D8DC-DD14006102C6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C9878BF-1812-157F-05E1-34155A9CEFC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4BFD1BE-34FD-4850-9B08-1BF05F9694C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73EF5AB7-BECE-19D1-E3BB-31FCEA69F2CD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02A93A7-BA09-2FDB-336E-09843124FEBA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64CCFEB-7F1E-D7F6-5C45-EC1721EFA7F9}"/>
              </a:ext>
            </a:extLst>
          </p:cNvPr>
          <p:cNvSpPr/>
          <p:nvPr/>
        </p:nvSpPr>
        <p:spPr>
          <a:xfrm>
            <a:off x="6187773" y="4549031"/>
            <a:ext cx="907746" cy="952009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37F68F-2748-ACD9-7898-E36E41F72050}"/>
              </a:ext>
            </a:extLst>
          </p:cNvPr>
          <p:cNvSpPr txBox="1"/>
          <p:nvPr/>
        </p:nvSpPr>
        <p:spPr>
          <a:xfrm>
            <a:off x="5600650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1</a:t>
            </a:r>
            <a:r>
              <a:rPr lang="ko-KR" altLang="en-US" sz="1000" b="1">
                <a:highlight>
                  <a:srgbClr val="FFFF00"/>
                </a:highlight>
              </a:rPr>
              <a:t>줄 추가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4E651786-E212-C591-C3D2-17DFD06225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8284" y="4751928"/>
            <a:ext cx="2233508" cy="155207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9A0E78F-4D53-8C32-EC0B-BD21E7A72945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</p:spTree>
    <p:extLst>
      <p:ext uri="{BB962C8B-B14F-4D97-AF65-F5344CB8AC3E}">
        <p14:creationId xmlns:p14="http://schemas.microsoft.com/office/powerpoint/2010/main" val="42926170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38F18-0388-7FDA-C968-ECC1F590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A6491D-8411-A20F-9785-FBE6927232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FFFB0F-692C-49A1-E754-7C65A1C6A2F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FFFB0F-692C-49A1-E754-7C65A1C6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CEFDDE66-A1A9-5BDA-5874-E45FA43B2BF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///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9BF113C-4413-FC20-C433-61552F8393B3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16934D1-E35C-2876-909F-BBCAC246DD4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0A860D7-8C47-248A-BFD5-B88D1A3D559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F011750-5EC5-1F1F-8F4C-2653482BB3A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91C790-8E65-7924-63D1-DDE3E7F60A84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52722C4C-2672-EA88-98AF-21784F0234F4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63601C-128F-C35B-EFC7-ADA473C920DE}"/>
              </a:ext>
            </a:extLst>
          </p:cNvPr>
          <p:cNvSpPr txBox="1"/>
          <p:nvPr/>
        </p:nvSpPr>
        <p:spPr>
          <a:xfrm>
            <a:off x="5600650" y="6304002"/>
            <a:ext cx="341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en-US" altLang="ko-KR" sz="1000" b="1" dirty="0">
                <a:highlight>
                  <a:srgbClr val="FFFF00"/>
                </a:highlight>
              </a:rPr>
              <a:t>:only</a:t>
            </a: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혹여 </a:t>
            </a:r>
            <a:r>
              <a:rPr lang="ko-KR" altLang="en-US" sz="10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우물안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 도배 필요시 비용 추가됨</a:t>
            </a:r>
            <a:endParaRPr lang="en-US" altLang="ko-KR" sz="1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337EAC9-77B3-EF8B-8C37-81AFC5BD5529}"/>
              </a:ext>
            </a:extLst>
          </p:cNvPr>
          <p:cNvGrpSpPr/>
          <p:nvPr/>
        </p:nvGrpSpPr>
        <p:grpSpPr>
          <a:xfrm>
            <a:off x="5873072" y="2747093"/>
            <a:ext cx="778660" cy="620194"/>
            <a:chOff x="368880" y="332433"/>
            <a:chExt cx="778660" cy="6201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98C4451-C9A8-57FE-B76A-A84777E09D9C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600C5C8-C195-85B1-A95D-BEC880424F73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366AB651-6046-A303-6BA0-B86569D41BE7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24DE2385-16A2-F2D4-0175-74A797566988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269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FD370078-4F26-02B6-D8DC-DD14006102C6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C9878BF-1812-157F-05E1-34155A9CEFC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4BFD1BE-34FD-4850-9B08-1BF05F9694C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73EF5AB7-BECE-19D1-E3BB-31FCEA69F2CD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02A93A7-BA09-2FDB-336E-09843124FEBA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50" name="그림 49">
            <a:extLst>
              <a:ext uri="{FF2B5EF4-FFF2-40B4-BE49-F238E27FC236}">
                <a16:creationId xmlns:a16="http://schemas.microsoft.com/office/drawing/2014/main" id="{4E651786-E212-C591-C3D2-17DFD06225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753600" y="4522188"/>
            <a:ext cx="2233508" cy="155207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9A0E78F-4D53-8C32-EC0B-BD21E7A72945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B983E05-9D8F-CDBA-A1D6-0DAF761513BC}"/>
              </a:ext>
            </a:extLst>
          </p:cNvPr>
          <p:cNvGrpSpPr/>
          <p:nvPr/>
        </p:nvGrpSpPr>
        <p:grpSpPr>
          <a:xfrm>
            <a:off x="6156513" y="4617419"/>
            <a:ext cx="923754" cy="1063926"/>
            <a:chOff x="449238" y="1785325"/>
            <a:chExt cx="923754" cy="10639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833E25E-FC65-BD3E-0D12-BAA3540AA56A}"/>
                </a:ext>
              </a:extLst>
            </p:cNvPr>
            <p:cNvGrpSpPr/>
            <p:nvPr/>
          </p:nvGrpSpPr>
          <p:grpSpPr>
            <a:xfrm>
              <a:off x="449238" y="1794193"/>
              <a:ext cx="98814" cy="425884"/>
              <a:chOff x="270066" y="1691351"/>
              <a:chExt cx="98814" cy="425884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BEF4884E-B692-61A8-0486-E2A938FCEB30}"/>
                  </a:ext>
                </a:extLst>
              </p:cNvPr>
              <p:cNvGrpSpPr/>
              <p:nvPr/>
            </p:nvGrpSpPr>
            <p:grpSpPr>
              <a:xfrm>
                <a:off x="270066" y="1691351"/>
                <a:ext cx="98814" cy="425884"/>
                <a:chOff x="4737834" y="4900127"/>
                <a:chExt cx="98814" cy="425884"/>
              </a:xfrm>
              <a:grpFill/>
            </p:grpSpPr>
            <p:sp>
              <p:nvSpPr>
                <p:cNvPr id="26" name="타원 25">
                  <a:extLst>
                    <a:ext uri="{FF2B5EF4-FFF2-40B4-BE49-F238E27FC236}">
                      <a16:creationId xmlns:a16="http://schemas.microsoft.com/office/drawing/2014/main" id="{DE2AE1A3-E7F2-3243-66A6-B0480931F063}"/>
                    </a:ext>
                  </a:extLst>
                </p:cNvPr>
                <p:cNvSpPr/>
                <p:nvPr/>
              </p:nvSpPr>
              <p:spPr>
                <a:xfrm>
                  <a:off x="4737834" y="4900127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B4D8FABB-A89E-58B2-97FF-E2A69EFBD2C0}"/>
                    </a:ext>
                  </a:extLst>
                </p:cNvPr>
                <p:cNvSpPr/>
                <p:nvPr/>
              </p:nvSpPr>
              <p:spPr>
                <a:xfrm>
                  <a:off x="4738263" y="5227626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77F2C397-D298-48CD-C61B-6AF35D464296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67209368-A5E5-F0AE-2F32-1151D7712D19}"/>
                </a:ext>
              </a:extLst>
            </p:cNvPr>
            <p:cNvSpPr/>
            <p:nvPr/>
          </p:nvSpPr>
          <p:spPr>
            <a:xfrm>
              <a:off x="632672" y="2064641"/>
              <a:ext cx="557315" cy="559233"/>
            </a:xfrm>
            <a:prstGeom prst="star4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45">
                <a:solidFill>
                  <a:schemeClr val="tx1"/>
                </a:solidFill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1D995D7-2F41-D564-533E-956C3D8A163C}"/>
                </a:ext>
              </a:extLst>
            </p:cNvPr>
            <p:cNvGrpSpPr/>
            <p:nvPr/>
          </p:nvGrpSpPr>
          <p:grpSpPr>
            <a:xfrm>
              <a:off x="1274178" y="1785325"/>
              <a:ext cx="98814" cy="425884"/>
              <a:chOff x="270066" y="1691351"/>
              <a:chExt cx="98814" cy="425884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F79C7F0B-D99D-419F-F378-2BDC98F6C4BA}"/>
                  </a:ext>
                </a:extLst>
              </p:cNvPr>
              <p:cNvGrpSpPr/>
              <p:nvPr/>
            </p:nvGrpSpPr>
            <p:grpSpPr>
              <a:xfrm>
                <a:off x="270066" y="1691351"/>
                <a:ext cx="98814" cy="425884"/>
                <a:chOff x="4737834" y="4900127"/>
                <a:chExt cx="98814" cy="425884"/>
              </a:xfrm>
              <a:grpFill/>
            </p:grpSpPr>
            <p:sp>
              <p:nvSpPr>
                <p:cNvPr id="22" name="타원 21">
                  <a:extLst>
                    <a:ext uri="{FF2B5EF4-FFF2-40B4-BE49-F238E27FC236}">
                      <a16:creationId xmlns:a16="http://schemas.microsoft.com/office/drawing/2014/main" id="{A38B3AD8-6E02-35BF-C45E-2BBC68DAA5A0}"/>
                    </a:ext>
                  </a:extLst>
                </p:cNvPr>
                <p:cNvSpPr/>
                <p:nvPr/>
              </p:nvSpPr>
              <p:spPr>
                <a:xfrm>
                  <a:off x="4737834" y="4900127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C09D26D0-96D6-67D1-8A43-1C2BE4F53982}"/>
                    </a:ext>
                  </a:extLst>
                </p:cNvPr>
                <p:cNvSpPr/>
                <p:nvPr/>
              </p:nvSpPr>
              <p:spPr>
                <a:xfrm>
                  <a:off x="4738263" y="5227626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CD143AE1-A8A4-7AED-D6B1-D7F255CE6C1C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5594E3C-D3E2-EB80-1A53-26010B48DE91}"/>
                </a:ext>
              </a:extLst>
            </p:cNvPr>
            <p:cNvGrpSpPr/>
            <p:nvPr/>
          </p:nvGrpSpPr>
          <p:grpSpPr>
            <a:xfrm>
              <a:off x="449238" y="2423367"/>
              <a:ext cx="98814" cy="425884"/>
              <a:chOff x="270066" y="1691351"/>
              <a:chExt cx="98814" cy="425884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D17D01C-81C4-B033-E869-60225489EC82}"/>
                  </a:ext>
                </a:extLst>
              </p:cNvPr>
              <p:cNvGrpSpPr/>
              <p:nvPr/>
            </p:nvGrpSpPr>
            <p:grpSpPr>
              <a:xfrm>
                <a:off x="270066" y="1691351"/>
                <a:ext cx="98814" cy="425884"/>
                <a:chOff x="4737834" y="4900127"/>
                <a:chExt cx="98814" cy="425884"/>
              </a:xfrm>
              <a:grpFill/>
            </p:grpSpPr>
            <p:sp>
              <p:nvSpPr>
                <p:cNvPr id="18" name="타원 17">
                  <a:extLst>
                    <a:ext uri="{FF2B5EF4-FFF2-40B4-BE49-F238E27FC236}">
                      <a16:creationId xmlns:a16="http://schemas.microsoft.com/office/drawing/2014/main" id="{CD40DDF3-D3E0-79B4-FD2F-29BE4A3D5B8B}"/>
                    </a:ext>
                  </a:extLst>
                </p:cNvPr>
                <p:cNvSpPr/>
                <p:nvPr/>
              </p:nvSpPr>
              <p:spPr>
                <a:xfrm>
                  <a:off x="4737834" y="4900127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5BF1D21B-58E8-DEE4-161B-AC83B639CF3E}"/>
                    </a:ext>
                  </a:extLst>
                </p:cNvPr>
                <p:cNvSpPr/>
                <p:nvPr/>
              </p:nvSpPr>
              <p:spPr>
                <a:xfrm>
                  <a:off x="4738263" y="5227626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36A3FE03-8967-A1C6-4C2E-525BE9D3CF4D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A21E990-8A71-D896-E1A6-E435BBD14C17}"/>
                </a:ext>
              </a:extLst>
            </p:cNvPr>
            <p:cNvGrpSpPr/>
            <p:nvPr/>
          </p:nvGrpSpPr>
          <p:grpSpPr>
            <a:xfrm>
              <a:off x="1274178" y="2416939"/>
              <a:ext cx="98814" cy="425884"/>
              <a:chOff x="270066" y="1691351"/>
              <a:chExt cx="98814" cy="425884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674C82DB-C0F0-D2D8-B7FA-61648A0D525A}"/>
                  </a:ext>
                </a:extLst>
              </p:cNvPr>
              <p:cNvGrpSpPr/>
              <p:nvPr/>
            </p:nvGrpSpPr>
            <p:grpSpPr>
              <a:xfrm>
                <a:off x="270066" y="1691351"/>
                <a:ext cx="98814" cy="425884"/>
                <a:chOff x="4737834" y="4900127"/>
                <a:chExt cx="98814" cy="425884"/>
              </a:xfrm>
              <a:grpFill/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FA18C280-5912-9D74-F0BA-E53C953256D2}"/>
                    </a:ext>
                  </a:extLst>
                </p:cNvPr>
                <p:cNvSpPr/>
                <p:nvPr/>
              </p:nvSpPr>
              <p:spPr>
                <a:xfrm>
                  <a:off x="4737834" y="4900127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5786AC0-5D01-F780-4567-8DEF8A984E5B}"/>
                    </a:ext>
                  </a:extLst>
                </p:cNvPr>
                <p:cNvSpPr/>
                <p:nvPr/>
              </p:nvSpPr>
              <p:spPr>
                <a:xfrm>
                  <a:off x="4738263" y="5227626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620C642A-CE61-E0AD-BAF1-9AF136153A53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449E950-E13C-5E37-8E65-A7A084E42330}"/>
              </a:ext>
            </a:extLst>
          </p:cNvPr>
          <p:cNvSpPr txBox="1"/>
          <p:nvPr/>
        </p:nvSpPr>
        <p:spPr>
          <a:xfrm>
            <a:off x="5593562" y="6279873"/>
            <a:ext cx="2607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</a:t>
            </a:r>
            <a:r>
              <a:rPr lang="ko-KR" altLang="en-US" sz="1000" b="1" dirty="0" err="1">
                <a:highlight>
                  <a:srgbClr val="FFFF00"/>
                </a:highlight>
              </a:rPr>
              <a:t>실크도배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 err="1">
                <a:highlight>
                  <a:srgbClr val="FFFF00"/>
                </a:highlight>
              </a:rPr>
              <a:t>우물안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매입등</a:t>
            </a:r>
            <a:r>
              <a:rPr lang="en-US" altLang="ko-KR" sz="1000" b="1" dirty="0">
                <a:highlight>
                  <a:srgbClr val="FFFF00"/>
                </a:highlight>
              </a:rPr>
              <a:t>12</a:t>
            </a:r>
            <a:r>
              <a:rPr lang="ko-KR" altLang="en-US" sz="1000" b="1" dirty="0">
                <a:highlight>
                  <a:srgbClr val="FFFF00"/>
                </a:highlight>
              </a:rPr>
              <a:t>개 확산형 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94E49CC-464E-39C1-54E5-756691E2D9DD}"/>
              </a:ext>
            </a:extLst>
          </p:cNvPr>
          <p:cNvGrpSpPr/>
          <p:nvPr/>
        </p:nvGrpSpPr>
        <p:grpSpPr>
          <a:xfrm>
            <a:off x="5873072" y="2747093"/>
            <a:ext cx="778660" cy="620194"/>
            <a:chOff x="368880" y="332433"/>
            <a:chExt cx="778660" cy="62019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38EB08D-DC48-0065-03EA-3B9C72A2A51A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23D7518-7C81-01AE-51A7-7CE519B3161F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3F2EB8E3-D269-B778-38B5-B80CEDC0F96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3952DF4-07C3-0CD4-410F-BCB4F180E22A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926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8C7F-D342-B2C3-DF22-A2A230BE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AA8992-604D-A6BB-6A4C-DDD5ACF77C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C92FEF-8FB9-3331-E80C-7107C33553D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C92FEF-8FB9-3331-E80C-7107C3355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7FBA620D-7748-2B27-2FD1-C888043605F5}"/>
              </a:ext>
            </a:extLst>
          </p:cNvPr>
          <p:cNvSpPr/>
          <p:nvPr/>
        </p:nvSpPr>
        <p:spPr>
          <a:xfrm rot="5400000">
            <a:off x="6685225" y="512541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DCA5F-45DF-EB7E-272F-C24D9840E7D9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197B45B-EA7E-9612-8A83-1D1DDF89C75C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E4D51C6-5379-F42A-2FBD-F1021A6FDA95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A30A413-170F-DCA3-54F0-C46C5248F8D5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50AAC5A-5F46-0D1A-41AF-81EA160122A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930E20B-3FDA-447E-DEF5-D0B4868E6536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B169353-55F4-E7E3-81D9-623D56FCBEE3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208F622-9183-04D1-4525-8CE8D5FABACD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C828BB5-1DA1-A330-824D-47913FA4F37D}"/>
              </a:ext>
            </a:extLst>
          </p:cNvPr>
          <p:cNvSpPr/>
          <p:nvPr/>
        </p:nvSpPr>
        <p:spPr>
          <a:xfrm flipV="1">
            <a:off x="5344965" y="2971292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95665C9-1966-3201-5B75-CA9A7C42011F}"/>
              </a:ext>
            </a:extLst>
          </p:cNvPr>
          <p:cNvSpPr/>
          <p:nvPr/>
        </p:nvSpPr>
        <p:spPr>
          <a:xfrm flipV="1">
            <a:off x="2770606" y="2713204"/>
            <a:ext cx="98385" cy="934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B19D4AE-73D7-F1CA-B156-C04EA71F970E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A6E3CC5-01C5-4E8E-6A86-AFC4EF7FA547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3BEDC55-77F4-2DC1-98EE-20C8E77BF49B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C6E62A7D-C8C4-AB04-E967-E610715D3FC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8F2C372-00AD-BAE8-CC2B-BD5A320A1349}"/>
              </a:ext>
            </a:extLst>
          </p:cNvPr>
          <p:cNvSpPr/>
          <p:nvPr/>
        </p:nvSpPr>
        <p:spPr>
          <a:xfrm flipV="1">
            <a:off x="7865853" y="3061631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53451F-6962-AF1D-D631-8AA9A68FD23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53AA0F7-F02D-2FDC-F4B4-187C7A7B9B03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EC00436-DE62-1AD1-07C6-0E72F2AB5F7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CA86685-2543-FA42-F9C6-B478B78D2B8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0AB8C26E-0167-60C1-BA33-BB0E780FF735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44B30D-3B1D-02A6-6085-FAAA9403026E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46B4831F-AB33-EAF0-4FD9-56DA95A4D5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99" y="2971292"/>
            <a:ext cx="1596439" cy="159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9779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651C-D54D-E08E-64CD-46B6990B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B5275C-EAD6-D924-A249-12DB6703E1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D7FCF8-F675-32B8-26F0-DEE2A216F67B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D7FCF8-F675-32B8-26F0-DEE2A216F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096F796F-8A41-E238-9E4D-373AC41C303E}"/>
              </a:ext>
            </a:extLst>
          </p:cNvPr>
          <p:cNvSpPr/>
          <p:nvPr/>
        </p:nvSpPr>
        <p:spPr>
          <a:xfrm rot="5400000">
            <a:off x="6640125" y="509842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179F64-A02F-D932-7D8D-74DCF199A680}"/>
              </a:ext>
            </a:extLst>
          </p:cNvPr>
          <p:cNvSpPr/>
          <p:nvPr/>
        </p:nvSpPr>
        <p:spPr>
          <a:xfrm>
            <a:off x="6161247" y="44707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D812AE-EAE8-D1AE-6BCE-8848D49BBA9C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2423E1B-87A5-197C-A298-DD43A0BE1A58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0304085-0590-565D-1240-C056C1DA56B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DBE041F-BBB9-63B2-2F05-292B21A3C7F1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838D010-1F79-A90E-0C30-979E529BC78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340AC5B-8639-CE00-F269-55CE0DE32985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60807B3-5CC9-BDEB-1CEA-B64DF65AC3DF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F37218D2-7EF0-77FF-FEBB-02AE65DBB126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3B77321-8C14-96C5-8292-CA35E23EC28B}"/>
              </a:ext>
            </a:extLst>
          </p:cNvPr>
          <p:cNvSpPr/>
          <p:nvPr/>
        </p:nvSpPr>
        <p:spPr>
          <a:xfrm flipV="1">
            <a:off x="5344965" y="2971292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E7A5524-614F-9527-1D61-4F9C4E98806B}"/>
              </a:ext>
            </a:extLst>
          </p:cNvPr>
          <p:cNvSpPr/>
          <p:nvPr/>
        </p:nvSpPr>
        <p:spPr>
          <a:xfrm flipV="1">
            <a:off x="2770606" y="2713204"/>
            <a:ext cx="98385" cy="934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5637CCB-E0C2-B91C-CB2B-0FD3F297663D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21634AF3-46BC-F97C-DF57-7F74FDF06DE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E2793EF-5663-DFD0-CE72-7F6474416CC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283FB63-C62C-2B67-06D2-79A8DEB2281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5310DB3-397C-32E0-88F0-41234C21A01C}"/>
              </a:ext>
            </a:extLst>
          </p:cNvPr>
          <p:cNvSpPr/>
          <p:nvPr/>
        </p:nvSpPr>
        <p:spPr>
          <a:xfrm flipV="1">
            <a:off x="7865853" y="3061631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4FEB27-BC32-36C0-ED71-8F2947A77BC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0017B9C-733B-55D5-3BCF-299DC52A623F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BE87A24-72AD-8990-2A17-D21D1BA8F73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DE425CC7-94C4-B30F-FEE0-58755F81D6F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284ED158-DB6C-50DB-FF67-6F750FDA86CA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8F64A1-099F-B427-CC72-0245DD9D1E6A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CC522D98-5469-1422-8F5B-B964C91DAF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56" y="2269720"/>
            <a:ext cx="1596439" cy="1596439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1894F47-012E-4247-1357-9038954E81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1" y="4165591"/>
            <a:ext cx="1823869" cy="182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393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9A0B-D387-800F-21AF-CE92FD18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5799E9-A50C-F9FE-205A-0ACBBAFCE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5E3C8F36-C192-F328-7440-3F87812824C0}"/>
              </a:ext>
            </a:extLst>
          </p:cNvPr>
          <p:cNvSpPr/>
          <p:nvPr/>
        </p:nvSpPr>
        <p:spPr>
          <a:xfrm>
            <a:off x="6509612" y="480617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E5BDD05-DA33-CED3-1739-482D23D3BE2D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BDAB93E-3C0B-046A-17F8-508D0C71893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4067E845-6142-12A0-E69C-F0463B4C86C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ED4920B7-2E8B-1424-8A2D-A15B86199D16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79E546A-B218-9C02-1FD2-30F6336176C0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5BB7BD09-09F4-6BDB-2699-0C2352515D03}"/>
              </a:ext>
            </a:extLst>
          </p:cNvPr>
          <p:cNvSpPr/>
          <p:nvPr/>
        </p:nvSpPr>
        <p:spPr>
          <a:xfrm>
            <a:off x="6334396" y="4609789"/>
            <a:ext cx="907746" cy="952009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4A9B1E-250D-608B-2EB4-59FD6BF7057C}"/>
              </a:ext>
            </a:extLst>
          </p:cNvPr>
          <p:cNvSpPr txBox="1"/>
          <p:nvPr/>
        </p:nvSpPr>
        <p:spPr>
          <a:xfrm>
            <a:off x="5753050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1</a:t>
            </a:r>
            <a:r>
              <a:rPr lang="ko-KR" altLang="en-US" sz="1000" b="1">
                <a:highlight>
                  <a:srgbClr val="FFFF00"/>
                </a:highlight>
              </a:rPr>
              <a:t>줄 추가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4930A58D-715D-729A-1355-82724F7F95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8284" y="4751928"/>
            <a:ext cx="2233508" cy="155207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72BB269-D4BA-A30F-7429-A0E49D3D9117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</p:spTree>
    <p:extLst>
      <p:ext uri="{BB962C8B-B14F-4D97-AF65-F5344CB8AC3E}">
        <p14:creationId xmlns:p14="http://schemas.microsoft.com/office/powerpoint/2010/main" val="18761639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9A0B-D387-800F-21AF-CE92FD18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5799E9-A50C-F9FE-205A-0ACBBAFCE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AE5BDD05-DA33-CED3-1739-482D23D3BE2D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BDAB93E-3C0B-046A-17F8-508D0C71893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4067E845-6142-12A0-E69C-F0463B4C86C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ED4920B7-2E8B-1424-8A2D-A15B86199D16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79E546A-B218-9C02-1FD2-30F6336176C0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572BB269-D4BA-A30F-7429-A0E49D3D9117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  <p:sp>
        <p:nvSpPr>
          <p:cNvPr id="5" name="별: 꼭짓점 4개 4">
            <a:extLst>
              <a:ext uri="{FF2B5EF4-FFF2-40B4-BE49-F238E27FC236}">
                <a16:creationId xmlns:a16="http://schemas.microsoft.com/office/drawing/2014/main" id="{0F3683D1-42BB-EA69-E74D-00522CC368EC}"/>
              </a:ext>
            </a:extLst>
          </p:cNvPr>
          <p:cNvSpPr/>
          <p:nvPr/>
        </p:nvSpPr>
        <p:spPr>
          <a:xfrm>
            <a:off x="6407235" y="487815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2AC21-F9A3-45C8-2A67-1B8B38453793}"/>
              </a:ext>
            </a:extLst>
          </p:cNvPr>
          <p:cNvSpPr txBox="1"/>
          <p:nvPr/>
        </p:nvSpPr>
        <p:spPr>
          <a:xfrm>
            <a:off x="5600650" y="6304002"/>
            <a:ext cx="341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en-US" altLang="ko-KR" sz="1000" b="1" dirty="0">
                <a:highlight>
                  <a:srgbClr val="FFFF00"/>
                </a:highlight>
              </a:rPr>
              <a:t>:only</a:t>
            </a: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혹여 </a:t>
            </a:r>
            <a:r>
              <a:rPr lang="ko-KR" altLang="en-US" sz="10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우물안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 도배 필요시 비용 추가됨</a:t>
            </a:r>
            <a:endParaRPr lang="en-US" altLang="ko-KR" sz="1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068919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651C-D54D-E08E-64CD-46B6990B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B5275C-EAD6-D924-A249-12DB6703E1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D7FCF8-F675-32B8-26F0-DEE2A216F67B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D7FCF8-F675-32B8-26F0-DEE2A216F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096F796F-8A41-E238-9E4D-373AC41C303E}"/>
              </a:ext>
            </a:extLst>
          </p:cNvPr>
          <p:cNvSpPr/>
          <p:nvPr/>
        </p:nvSpPr>
        <p:spPr>
          <a:xfrm rot="5400000">
            <a:off x="6640125" y="509842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179F64-A02F-D932-7D8D-74DCF199A680}"/>
              </a:ext>
            </a:extLst>
          </p:cNvPr>
          <p:cNvSpPr/>
          <p:nvPr/>
        </p:nvSpPr>
        <p:spPr>
          <a:xfrm>
            <a:off x="6161247" y="44707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D812AE-EAE8-D1AE-6BCE-8848D49BBA9C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2423E1B-87A5-197C-A298-DD43A0BE1A58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0304085-0590-565D-1240-C056C1DA56B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DBE041F-BBB9-63B2-2F05-292B21A3C7F1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838D010-1F79-A90E-0C30-979E529BC78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340AC5B-8639-CE00-F269-55CE0DE32985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60807B3-5CC9-BDEB-1CEA-B64DF65AC3DF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F37218D2-7EF0-77FF-FEBB-02AE65DBB126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5637CCB-E0C2-B91C-CB2B-0FD3F297663D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21634AF3-46BC-F97C-DF57-7F74FDF06DE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E2793EF-5663-DFD0-CE72-7F6474416CC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283FB63-C62C-2B67-06D2-79A8DEB2281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304FEB27-BC32-36C0-ED71-8F2947A77BC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0017B9C-733B-55D5-3BCF-299DC52A623F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BE87A24-72AD-8990-2A17-D21D1BA8F73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DE425CC7-94C4-B30F-FEE0-58755F81D6F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284ED158-DB6C-50DB-FF67-6F750FDA86CA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8F64A1-099F-B427-CC72-0245DD9D1E6A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CC522D98-5469-1422-8F5B-B964C91DAF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56" y="2269720"/>
            <a:ext cx="1596439" cy="1596439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1894F47-012E-4247-1357-9038954E81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1" y="4165591"/>
            <a:ext cx="1823869" cy="1823869"/>
          </a:xfrm>
          <a:prstGeom prst="rect">
            <a:avLst/>
          </a:prstGeom>
        </p:spPr>
      </p:pic>
      <p:sp>
        <p:nvSpPr>
          <p:cNvPr id="23" name="별: 꼭짓점 4개 22">
            <a:extLst>
              <a:ext uri="{FF2B5EF4-FFF2-40B4-BE49-F238E27FC236}">
                <a16:creationId xmlns:a16="http://schemas.microsoft.com/office/drawing/2014/main" id="{5D15C20E-37A1-6EC6-F61E-7243B309AB9C}"/>
              </a:ext>
            </a:extLst>
          </p:cNvPr>
          <p:cNvSpPr/>
          <p:nvPr/>
        </p:nvSpPr>
        <p:spPr>
          <a:xfrm>
            <a:off x="6509612" y="480617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F75690E-7C77-A6A1-1EB8-653389D06224}"/>
              </a:ext>
            </a:extLst>
          </p:cNvPr>
          <p:cNvSpPr/>
          <p:nvPr/>
        </p:nvSpPr>
        <p:spPr>
          <a:xfrm>
            <a:off x="6334396" y="4609789"/>
            <a:ext cx="907746" cy="952009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FACD05-9ABA-0692-1E18-3346A8E479D1}"/>
              </a:ext>
            </a:extLst>
          </p:cNvPr>
          <p:cNvSpPr txBox="1"/>
          <p:nvPr/>
        </p:nvSpPr>
        <p:spPr>
          <a:xfrm>
            <a:off x="5753050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2B731EB-66F4-A07D-833D-3246402083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9847455" y="4751928"/>
            <a:ext cx="2233508" cy="155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646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651C-D54D-E08E-64CD-46B6990B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B5275C-EAD6-D924-A249-12DB6703E1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D7FCF8-F675-32B8-26F0-DEE2A216F67B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D7FCF8-F675-32B8-26F0-DEE2A216F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096F796F-8A41-E238-9E4D-373AC41C303E}"/>
              </a:ext>
            </a:extLst>
          </p:cNvPr>
          <p:cNvSpPr/>
          <p:nvPr/>
        </p:nvSpPr>
        <p:spPr>
          <a:xfrm rot="5400000">
            <a:off x="6640125" y="509842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179F64-A02F-D932-7D8D-74DCF199A680}"/>
              </a:ext>
            </a:extLst>
          </p:cNvPr>
          <p:cNvSpPr/>
          <p:nvPr/>
        </p:nvSpPr>
        <p:spPr>
          <a:xfrm>
            <a:off x="6161247" y="44707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D812AE-EAE8-D1AE-6BCE-8848D49BBA9C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2423E1B-87A5-197C-A298-DD43A0BE1A58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0304085-0590-565D-1240-C056C1DA56B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DBE041F-BBB9-63B2-2F05-292B21A3C7F1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838D010-1F79-A90E-0C30-979E529BC78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340AC5B-8639-CE00-F269-55CE0DE32985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60807B3-5CC9-BDEB-1CEA-B64DF65AC3DF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F37218D2-7EF0-77FF-FEBB-02AE65DBB126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3B77321-8C14-96C5-8292-CA35E23EC28B}"/>
              </a:ext>
            </a:extLst>
          </p:cNvPr>
          <p:cNvSpPr/>
          <p:nvPr/>
        </p:nvSpPr>
        <p:spPr>
          <a:xfrm flipV="1">
            <a:off x="5344965" y="2971292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E7A5524-614F-9527-1D61-4F9C4E98806B}"/>
              </a:ext>
            </a:extLst>
          </p:cNvPr>
          <p:cNvSpPr/>
          <p:nvPr/>
        </p:nvSpPr>
        <p:spPr>
          <a:xfrm flipV="1">
            <a:off x="2770606" y="2713204"/>
            <a:ext cx="98385" cy="934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5637CCB-E0C2-B91C-CB2B-0FD3F297663D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21634AF3-46BC-F97C-DF57-7F74FDF06DE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E2793EF-5663-DFD0-CE72-7F6474416CC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283FB63-C62C-2B67-06D2-79A8DEB2281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5310DB3-397C-32E0-88F0-41234C21A01C}"/>
              </a:ext>
            </a:extLst>
          </p:cNvPr>
          <p:cNvSpPr/>
          <p:nvPr/>
        </p:nvSpPr>
        <p:spPr>
          <a:xfrm flipV="1">
            <a:off x="7865853" y="3061631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4FEB27-BC32-36C0-ED71-8F2947A77BC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0017B9C-733B-55D5-3BCF-299DC52A623F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BE87A24-72AD-8990-2A17-D21D1BA8F73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DE425CC7-94C4-B30F-FEE0-58755F81D6F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284ED158-DB6C-50DB-FF67-6F750FDA86CA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8F64A1-099F-B427-CC72-0245DD9D1E6A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CC522D98-5469-1422-8F5B-B964C91DAF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56" y="2269720"/>
            <a:ext cx="1596439" cy="1596439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1894F47-012E-4247-1357-9038954E81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1" y="4165591"/>
            <a:ext cx="1823869" cy="1823869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871BB6DA-716D-9790-6A65-E7B047F75CC9}"/>
              </a:ext>
            </a:extLst>
          </p:cNvPr>
          <p:cNvGrpSpPr/>
          <p:nvPr/>
        </p:nvGrpSpPr>
        <p:grpSpPr>
          <a:xfrm>
            <a:off x="5913155" y="2792739"/>
            <a:ext cx="778660" cy="620194"/>
            <a:chOff x="368880" y="332433"/>
            <a:chExt cx="778660" cy="6201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A1F844-AB16-F203-EE69-AD6FBAADB760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25048B8-D187-A542-DD4F-DF277A177308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5276B2D6-0128-3D0C-F831-FBBC28D74E5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A512AA17-D1C2-7A07-5B52-181113E2F88F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별: 꼭짓점 4개 22">
            <a:extLst>
              <a:ext uri="{FF2B5EF4-FFF2-40B4-BE49-F238E27FC236}">
                <a16:creationId xmlns:a16="http://schemas.microsoft.com/office/drawing/2014/main" id="{5D15C20E-37A1-6EC6-F61E-7243B309AB9C}"/>
              </a:ext>
            </a:extLst>
          </p:cNvPr>
          <p:cNvSpPr/>
          <p:nvPr/>
        </p:nvSpPr>
        <p:spPr>
          <a:xfrm>
            <a:off x="6509612" y="480617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F75690E-7C77-A6A1-1EB8-653389D06224}"/>
              </a:ext>
            </a:extLst>
          </p:cNvPr>
          <p:cNvSpPr/>
          <p:nvPr/>
        </p:nvSpPr>
        <p:spPr>
          <a:xfrm>
            <a:off x="6334396" y="4609789"/>
            <a:ext cx="907746" cy="952009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FACD05-9ABA-0692-1E18-3346A8E479D1}"/>
              </a:ext>
            </a:extLst>
          </p:cNvPr>
          <p:cNvSpPr txBox="1"/>
          <p:nvPr/>
        </p:nvSpPr>
        <p:spPr>
          <a:xfrm>
            <a:off x="5753050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2B731EB-66F4-A07D-833D-3246402083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9847455" y="4751928"/>
            <a:ext cx="2233508" cy="155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01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15C33-E0FB-0046-3332-7DC9FF86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5A7380-8426-23CB-FE0E-F9428D9F6D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4977" y="1007252"/>
            <a:ext cx="6129824" cy="5341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D0ADBD-E1E4-42C5-FFBE-C039205F9C3F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D0ADBD-E1E4-42C5-FFBE-C039205F9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1A4657B8-6083-D62A-5765-A4C8CBAA2B4F}"/>
              </a:ext>
            </a:extLst>
          </p:cNvPr>
          <p:cNvSpPr/>
          <p:nvPr/>
        </p:nvSpPr>
        <p:spPr>
          <a:xfrm rot="5400000">
            <a:off x="6470577" y="5119569"/>
            <a:ext cx="102820" cy="16290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C6CD58-0EEF-A19D-667B-5E65E720860E}"/>
              </a:ext>
            </a:extLst>
          </p:cNvPr>
          <p:cNvSpPr txBox="1"/>
          <p:nvPr/>
        </p:nvSpPr>
        <p:spPr>
          <a:xfrm>
            <a:off x="5462942" y="4184128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30325D4-D5D9-C60E-9AEE-8491435C2119}"/>
              </a:ext>
            </a:extLst>
          </p:cNvPr>
          <p:cNvGrpSpPr/>
          <p:nvPr/>
        </p:nvGrpSpPr>
        <p:grpSpPr>
          <a:xfrm>
            <a:off x="5642472" y="4759342"/>
            <a:ext cx="99883" cy="1027223"/>
            <a:chOff x="4737834" y="5083487"/>
            <a:chExt cx="99883" cy="102722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95E1E76-5688-A931-7C12-B27592E141AE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691C0FA-A91F-24E7-11DD-127D560BBC56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74E99CD-EF32-E228-0761-10AD002CCF4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9EA82F5-DBC7-4786-DB67-C07120EC6DFA}"/>
              </a:ext>
            </a:extLst>
          </p:cNvPr>
          <p:cNvGrpSpPr/>
          <p:nvPr/>
        </p:nvGrpSpPr>
        <p:grpSpPr>
          <a:xfrm rot="5400000">
            <a:off x="4752247" y="4281051"/>
            <a:ext cx="104184" cy="493106"/>
            <a:chOff x="5324822" y="4590584"/>
            <a:chExt cx="104184" cy="49310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F663C2B3-E5A7-690D-2FD9-817A07403C88}"/>
                </a:ext>
              </a:extLst>
            </p:cNvPr>
            <p:cNvSpPr/>
            <p:nvPr/>
          </p:nvSpPr>
          <p:spPr>
            <a:xfrm>
              <a:off x="5330621" y="459058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95A273D-2F50-7F40-71AB-67DC2CBADEA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F08AB99-8365-E85C-54CB-8A6883E84D10}"/>
              </a:ext>
            </a:extLst>
          </p:cNvPr>
          <p:cNvSpPr/>
          <p:nvPr/>
        </p:nvSpPr>
        <p:spPr>
          <a:xfrm flipV="1">
            <a:off x="4012380" y="3429000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23395C7-D2CA-BF82-471A-4D0C8C86D2EF}"/>
              </a:ext>
            </a:extLst>
          </p:cNvPr>
          <p:cNvSpPr/>
          <p:nvPr/>
        </p:nvSpPr>
        <p:spPr>
          <a:xfrm flipV="1">
            <a:off x="3202543" y="4073825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401F005-401B-E324-515D-CCA83CF19459}"/>
              </a:ext>
            </a:extLst>
          </p:cNvPr>
          <p:cNvSpPr/>
          <p:nvPr/>
        </p:nvSpPr>
        <p:spPr>
          <a:xfrm flipV="1">
            <a:off x="7691847" y="3670599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99D78B9-6CFD-31D5-4ED4-3DE2C58A23C3}"/>
              </a:ext>
            </a:extLst>
          </p:cNvPr>
          <p:cNvGrpSpPr/>
          <p:nvPr/>
        </p:nvGrpSpPr>
        <p:grpSpPr>
          <a:xfrm>
            <a:off x="7305482" y="4807407"/>
            <a:ext cx="99883" cy="1027223"/>
            <a:chOff x="4737834" y="5083487"/>
            <a:chExt cx="99883" cy="1027223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FDC96FA4-CADC-6897-BBCA-4D041B365DFA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D0D67B50-542B-90C5-E3FF-0113267E92FB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1567DBEC-9545-B32D-2CB2-B5362F4A80E3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3DF1B8FC-0AF6-999B-1AAB-60B91DDEA8B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0D9DD6-1BC1-F950-FD2B-A6F367A6EEDF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DFFF53EE-9E2E-C0CF-B4E2-B36DAF26E8F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A1780E4A-ED52-31E3-5C26-DF2F28B4D80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23840792-2267-E18B-5B8E-2E93475C8233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A916AC-B9F1-DA1F-9BDD-4C17C39AD6EF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A0E5F5B2-A0FC-3310-5C4F-AAD58F1084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82" y="3444455"/>
            <a:ext cx="1826709" cy="18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54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1A5F-D4DB-3326-A0FE-0D230AFAA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C4DD2E-52AA-C8C2-EF67-E13E99F685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4977" y="1007252"/>
            <a:ext cx="6129824" cy="5341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A2B5C9-799A-074F-6EDD-BEDB080328AB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A2B5C9-799A-074F-6EDD-BEDB08032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42302CE5-343D-28F6-DFD9-C15A5FF9F49C}"/>
              </a:ext>
            </a:extLst>
          </p:cNvPr>
          <p:cNvSpPr/>
          <p:nvPr/>
        </p:nvSpPr>
        <p:spPr>
          <a:xfrm rot="5400000">
            <a:off x="6470577" y="5119569"/>
            <a:ext cx="102820" cy="16290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207D4A4-B00B-9035-FF1E-28A3D6FEFB27}"/>
              </a:ext>
            </a:extLst>
          </p:cNvPr>
          <p:cNvSpPr/>
          <p:nvPr/>
        </p:nvSpPr>
        <p:spPr>
          <a:xfrm>
            <a:off x="6002486" y="4695040"/>
            <a:ext cx="1055836" cy="106634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82402F-2821-9BD7-DC22-BBF60CBE740F}"/>
              </a:ext>
            </a:extLst>
          </p:cNvPr>
          <p:cNvSpPr txBox="1"/>
          <p:nvPr/>
        </p:nvSpPr>
        <p:spPr>
          <a:xfrm>
            <a:off x="5462942" y="4184128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007DC0F-9D9C-BE30-61F8-9AB1BC445BDD}"/>
              </a:ext>
            </a:extLst>
          </p:cNvPr>
          <p:cNvGrpSpPr/>
          <p:nvPr/>
        </p:nvGrpSpPr>
        <p:grpSpPr>
          <a:xfrm>
            <a:off x="5642472" y="4759342"/>
            <a:ext cx="99883" cy="1027223"/>
            <a:chOff x="4737834" y="5083487"/>
            <a:chExt cx="99883" cy="102722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52BBFB6-C0BD-F693-CCF5-325625113536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884CC3D-70F7-9301-12F7-BAAE57144567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DEB15E8-0934-3B4D-3E55-8001CF6F73F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F152D5B-F673-4DF4-3503-EEEF26DB2A97}"/>
              </a:ext>
            </a:extLst>
          </p:cNvPr>
          <p:cNvGrpSpPr/>
          <p:nvPr/>
        </p:nvGrpSpPr>
        <p:grpSpPr>
          <a:xfrm rot="5400000">
            <a:off x="4752247" y="4281051"/>
            <a:ext cx="104184" cy="493106"/>
            <a:chOff x="5324822" y="4590584"/>
            <a:chExt cx="104184" cy="49310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01BF1C8-C2FA-328C-6C37-819AC177D73F}"/>
                </a:ext>
              </a:extLst>
            </p:cNvPr>
            <p:cNvSpPr/>
            <p:nvPr/>
          </p:nvSpPr>
          <p:spPr>
            <a:xfrm>
              <a:off x="5330621" y="459058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FB8DB37-F38E-DE5A-C070-E42CAEB6B4D6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95FABB9-C161-F52A-D7DB-7C180F542157}"/>
              </a:ext>
            </a:extLst>
          </p:cNvPr>
          <p:cNvSpPr/>
          <p:nvPr/>
        </p:nvSpPr>
        <p:spPr>
          <a:xfrm flipV="1">
            <a:off x="4012380" y="3429000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D91ABE3-B405-D0DC-7DF9-5B67A440C92B}"/>
              </a:ext>
            </a:extLst>
          </p:cNvPr>
          <p:cNvSpPr/>
          <p:nvPr/>
        </p:nvSpPr>
        <p:spPr>
          <a:xfrm flipV="1">
            <a:off x="3202543" y="4073825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126B5D2-BF9A-C865-1E4E-74085DFD03B2}"/>
              </a:ext>
            </a:extLst>
          </p:cNvPr>
          <p:cNvSpPr/>
          <p:nvPr/>
        </p:nvSpPr>
        <p:spPr>
          <a:xfrm flipV="1">
            <a:off x="7691847" y="3670599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ED3395D-7257-A341-739A-E95596469CA0}"/>
              </a:ext>
            </a:extLst>
          </p:cNvPr>
          <p:cNvGrpSpPr/>
          <p:nvPr/>
        </p:nvGrpSpPr>
        <p:grpSpPr>
          <a:xfrm>
            <a:off x="7305482" y="4807407"/>
            <a:ext cx="99883" cy="1027223"/>
            <a:chOff x="4737834" y="5083487"/>
            <a:chExt cx="99883" cy="1027223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157F3EBB-F15F-AE6E-4DFD-2A6B25EAB1F8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C7E71255-BBF8-2BC7-87AB-6E9F0B5EF1C0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66B5F8B2-63D7-FF0A-3176-33288D40DD71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D58B0805-0BE4-4A32-0330-428D53530DD6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47958F2-C8FA-342B-E754-169E76314718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EE8322A-2D21-2155-FBA4-9C3827C65B8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0E1D99A-8BED-615C-3AE9-965CCFBAB6D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0BC9BC3-B838-4C59-8690-F95CEE066F70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8AC535-51EA-EE9D-8959-C4911CBB0C22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17D5A718-225A-2387-834C-6D8B87CD92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3" y="2266582"/>
            <a:ext cx="1826709" cy="1826709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C2CDDAD-A06F-F7EB-E0A5-99429E06A0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4272988"/>
            <a:ext cx="2086944" cy="208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504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160A9-23CF-67C0-6A58-1DD3C6E2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13B116-961F-9739-26BB-B6F4799D95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4977" y="1007252"/>
            <a:ext cx="6129824" cy="5341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9281F3-CD49-2909-5109-B4C48122F5B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9281F3-CD49-2909-5109-B4C48122F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93D35A8-BCC3-551C-C8A1-87C94F0801B0}"/>
              </a:ext>
            </a:extLst>
          </p:cNvPr>
          <p:cNvSpPr/>
          <p:nvPr/>
        </p:nvSpPr>
        <p:spPr>
          <a:xfrm>
            <a:off x="6279838" y="496746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7D4EE3-D7F6-2306-1C1F-C3E71E2E1A6F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15F56211-1884-AFCF-B0F8-462F19FB2BF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080E83BC-7876-8870-1307-08E69C62A9D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12BBBC80-2211-6223-F22C-16C0AC84A9B1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CCBAFC7-25DB-03C7-7008-9172C201C59F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D29CE2E-FD2A-07B6-2DC2-C2C5CFEA60CC}"/>
              </a:ext>
            </a:extLst>
          </p:cNvPr>
          <p:cNvSpPr/>
          <p:nvPr/>
        </p:nvSpPr>
        <p:spPr>
          <a:xfrm>
            <a:off x="6096000" y="4747376"/>
            <a:ext cx="907746" cy="952009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4F0D6C-9C94-9A8C-842C-48CE6B0E53CD}"/>
              </a:ext>
            </a:extLst>
          </p:cNvPr>
          <p:cNvSpPr txBox="1"/>
          <p:nvPr/>
        </p:nvSpPr>
        <p:spPr>
          <a:xfrm>
            <a:off x="5600650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1</a:t>
            </a:r>
            <a:r>
              <a:rPr lang="ko-KR" altLang="en-US" sz="1000" b="1">
                <a:highlight>
                  <a:srgbClr val="FFFF00"/>
                </a:highlight>
              </a:rPr>
              <a:t>줄 추가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3EB7214-49DE-59FE-F045-BE70CEFD5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331804" y="4751928"/>
            <a:ext cx="2233508" cy="155207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D97B010-2137-6F58-0673-E4738996D53C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</p:spTree>
    <p:extLst>
      <p:ext uri="{BB962C8B-B14F-4D97-AF65-F5344CB8AC3E}">
        <p14:creationId xmlns:p14="http://schemas.microsoft.com/office/powerpoint/2010/main" val="862366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00008-967B-6F31-1272-EB4858F6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460ACB-C47C-8185-07BC-1D868139B1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9850" y="1187128"/>
            <a:ext cx="6390200" cy="5420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8CBCA1-6853-3377-003B-B62ADDF12D5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8CBCA1-6853-3377-003B-B62ADDF12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9D8D08F5-4802-8E7F-FB03-830BA0B7C9E1}"/>
              </a:ext>
            </a:extLst>
          </p:cNvPr>
          <p:cNvSpPr/>
          <p:nvPr/>
        </p:nvSpPr>
        <p:spPr>
          <a:xfrm rot="5400000">
            <a:off x="6518096" y="4182249"/>
            <a:ext cx="102820" cy="1553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F41A2C-01AB-90A7-7113-18CB3139AE44}"/>
              </a:ext>
            </a:extLst>
          </p:cNvPr>
          <p:cNvSpPr txBox="1"/>
          <p:nvPr/>
        </p:nvSpPr>
        <p:spPr>
          <a:xfrm>
            <a:off x="5890260" y="3273937"/>
            <a:ext cx="1491374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AD8CC0F-7776-8432-9AED-BE60B8FA8092}"/>
              </a:ext>
            </a:extLst>
          </p:cNvPr>
          <p:cNvGrpSpPr/>
          <p:nvPr/>
        </p:nvGrpSpPr>
        <p:grpSpPr>
          <a:xfrm>
            <a:off x="5761586" y="3748732"/>
            <a:ext cx="98891" cy="997224"/>
            <a:chOff x="4737834" y="5113486"/>
            <a:chExt cx="98891" cy="997224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D68CEB1-AA8B-1854-557B-8723291A85A7}"/>
                </a:ext>
              </a:extLst>
            </p:cNvPr>
            <p:cNvSpPr/>
            <p:nvPr/>
          </p:nvSpPr>
          <p:spPr>
            <a:xfrm>
              <a:off x="4737834" y="511348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4F373B9-5D10-C6AA-A706-5A96EEA84851}"/>
                </a:ext>
              </a:extLst>
            </p:cNvPr>
            <p:cNvSpPr/>
            <p:nvPr/>
          </p:nvSpPr>
          <p:spPr>
            <a:xfrm>
              <a:off x="4738263" y="55641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59B5E18-3F7B-5CF8-E3D8-7F788F34223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3405D9A-8222-DF48-45D0-7DA147BBEF32}"/>
              </a:ext>
            </a:extLst>
          </p:cNvPr>
          <p:cNvGrpSpPr/>
          <p:nvPr/>
        </p:nvGrpSpPr>
        <p:grpSpPr>
          <a:xfrm rot="5400000">
            <a:off x="4755422" y="3148964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A83FC29-DD9E-739E-C277-ED4D97BD9E21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931CCBD-1DD0-D69D-AFCE-5ED642D64C1B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C781EA-AB9C-B394-5126-786B9F23B3FA}"/>
              </a:ext>
            </a:extLst>
          </p:cNvPr>
          <p:cNvSpPr/>
          <p:nvPr/>
        </p:nvSpPr>
        <p:spPr>
          <a:xfrm flipV="1">
            <a:off x="3990947" y="2375867"/>
            <a:ext cx="98385" cy="6126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F37DC77-C7DE-EA6F-B781-81D91AC0FC9D}"/>
              </a:ext>
            </a:extLst>
          </p:cNvPr>
          <p:cNvSpPr/>
          <p:nvPr/>
        </p:nvSpPr>
        <p:spPr>
          <a:xfrm flipV="1">
            <a:off x="3235900" y="3045763"/>
            <a:ext cx="98385" cy="5023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EC8AD0B-66DB-80BB-7A6E-0A6309EE60B5}"/>
              </a:ext>
            </a:extLst>
          </p:cNvPr>
          <p:cNvSpPr/>
          <p:nvPr/>
        </p:nvSpPr>
        <p:spPr>
          <a:xfrm flipV="1">
            <a:off x="8969137" y="1941611"/>
            <a:ext cx="98385" cy="4872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61BB797-43FF-CD29-3DC3-41CB50D5CA3D}"/>
              </a:ext>
            </a:extLst>
          </p:cNvPr>
          <p:cNvGrpSpPr/>
          <p:nvPr/>
        </p:nvGrpSpPr>
        <p:grpSpPr>
          <a:xfrm>
            <a:off x="7403997" y="3746174"/>
            <a:ext cx="98891" cy="997224"/>
            <a:chOff x="4737834" y="5113486"/>
            <a:chExt cx="98891" cy="99722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8C525058-C461-D22C-76EE-0D0F98203436}"/>
                </a:ext>
              </a:extLst>
            </p:cNvPr>
            <p:cNvSpPr/>
            <p:nvPr/>
          </p:nvSpPr>
          <p:spPr>
            <a:xfrm>
              <a:off x="4737834" y="511348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786E9A16-CF52-3EB2-95C0-99305F3B57FE}"/>
                </a:ext>
              </a:extLst>
            </p:cNvPr>
            <p:cNvSpPr/>
            <p:nvPr/>
          </p:nvSpPr>
          <p:spPr>
            <a:xfrm>
              <a:off x="4738263" y="55641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DC338D58-D28E-DF13-A59D-67FD23B255F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29FCA444-C4A7-5DA7-DDA6-F9F754AB6342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84T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B383A92-0122-7C22-8917-B6AFBB4D5B6A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E2ACBE4-0CB1-7D53-C260-D4A132F6931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C54ACE8-9ADD-D956-F50F-271FAC059C1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AE72D51-8BFB-2F55-0B83-8ADF6E61EDF0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EC78D2-86C7-D13F-138C-575694744A49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3BDA1984-E5CB-7283-1257-75FD2BCC2C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5" y="2984013"/>
            <a:ext cx="1826709" cy="18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138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00008-967B-6F31-1272-EB4858F6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460ACB-C47C-8185-07BC-1D868139B1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9850" y="1187128"/>
            <a:ext cx="6390200" cy="5420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8CBCA1-6853-3377-003B-B62ADDF12D5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8CBCA1-6853-3377-003B-B62ADDF12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9D8D08F5-4802-8E7F-FB03-830BA0B7C9E1}"/>
              </a:ext>
            </a:extLst>
          </p:cNvPr>
          <p:cNvSpPr/>
          <p:nvPr/>
        </p:nvSpPr>
        <p:spPr>
          <a:xfrm rot="5400000">
            <a:off x="6518096" y="4182249"/>
            <a:ext cx="102820" cy="1553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F41A2C-01AB-90A7-7113-18CB3139AE44}"/>
              </a:ext>
            </a:extLst>
          </p:cNvPr>
          <p:cNvSpPr txBox="1"/>
          <p:nvPr/>
        </p:nvSpPr>
        <p:spPr>
          <a:xfrm>
            <a:off x="5890260" y="3273937"/>
            <a:ext cx="1491374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AD8CC0F-7776-8432-9AED-BE60B8FA8092}"/>
              </a:ext>
            </a:extLst>
          </p:cNvPr>
          <p:cNvGrpSpPr/>
          <p:nvPr/>
        </p:nvGrpSpPr>
        <p:grpSpPr>
          <a:xfrm>
            <a:off x="5761586" y="3748732"/>
            <a:ext cx="98891" cy="997224"/>
            <a:chOff x="4737834" y="5113486"/>
            <a:chExt cx="98891" cy="997224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D68CEB1-AA8B-1854-557B-8723291A85A7}"/>
                </a:ext>
              </a:extLst>
            </p:cNvPr>
            <p:cNvSpPr/>
            <p:nvPr/>
          </p:nvSpPr>
          <p:spPr>
            <a:xfrm>
              <a:off x="4737834" y="511348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4F373B9-5D10-C6AA-A706-5A96EEA84851}"/>
                </a:ext>
              </a:extLst>
            </p:cNvPr>
            <p:cNvSpPr/>
            <p:nvPr/>
          </p:nvSpPr>
          <p:spPr>
            <a:xfrm>
              <a:off x="4738263" y="55641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59B5E18-3F7B-5CF8-E3D8-7F788F34223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3405D9A-8222-DF48-45D0-7DA147BBEF32}"/>
              </a:ext>
            </a:extLst>
          </p:cNvPr>
          <p:cNvGrpSpPr/>
          <p:nvPr/>
        </p:nvGrpSpPr>
        <p:grpSpPr>
          <a:xfrm rot="5400000">
            <a:off x="4755422" y="3148964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A83FC29-DD9E-739E-C277-ED4D97BD9E21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931CCBD-1DD0-D69D-AFCE-5ED642D64C1B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61BB797-43FF-CD29-3DC3-41CB50D5CA3D}"/>
              </a:ext>
            </a:extLst>
          </p:cNvPr>
          <p:cNvGrpSpPr/>
          <p:nvPr/>
        </p:nvGrpSpPr>
        <p:grpSpPr>
          <a:xfrm>
            <a:off x="7403997" y="3746174"/>
            <a:ext cx="98891" cy="997224"/>
            <a:chOff x="4737834" y="5113486"/>
            <a:chExt cx="98891" cy="99722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8C525058-C461-D22C-76EE-0D0F98203436}"/>
                </a:ext>
              </a:extLst>
            </p:cNvPr>
            <p:cNvSpPr/>
            <p:nvPr/>
          </p:nvSpPr>
          <p:spPr>
            <a:xfrm>
              <a:off x="4737834" y="511348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786E9A16-CF52-3EB2-95C0-99305F3B57FE}"/>
                </a:ext>
              </a:extLst>
            </p:cNvPr>
            <p:cNvSpPr/>
            <p:nvPr/>
          </p:nvSpPr>
          <p:spPr>
            <a:xfrm>
              <a:off x="4738263" y="55641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DC338D58-D28E-DF13-A59D-67FD23B255F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29FCA444-C4A7-5DA7-DDA6-F9F754AB6342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84T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B383A92-0122-7C22-8917-B6AFBB4D5B6A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E2ACBE4-0CB1-7D53-C260-D4A132F6931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C54ACE8-9ADD-D956-F50F-271FAC059C1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AE72D51-8BFB-2F55-0B83-8ADF6E61EDF0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EC78D2-86C7-D13F-138C-575694744A49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3BDA1984-E5CB-7283-1257-75FD2BCC2C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5" y="2984013"/>
            <a:ext cx="1826709" cy="1826709"/>
          </a:xfrm>
          <a:prstGeom prst="rect">
            <a:avLst/>
          </a:prstGeom>
        </p:spPr>
      </p:pic>
      <p:sp>
        <p:nvSpPr>
          <p:cNvPr id="9" name="별: 꼭짓점 4개 8">
            <a:extLst>
              <a:ext uri="{FF2B5EF4-FFF2-40B4-BE49-F238E27FC236}">
                <a16:creationId xmlns:a16="http://schemas.microsoft.com/office/drawing/2014/main" id="{7AE1A14C-20F3-CD59-0565-DE4C8F23C706}"/>
              </a:ext>
            </a:extLst>
          </p:cNvPr>
          <p:cNvSpPr/>
          <p:nvPr/>
        </p:nvSpPr>
        <p:spPr>
          <a:xfrm>
            <a:off x="6318745" y="396353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D4D877-C69D-8630-E703-0204598E5C06}"/>
              </a:ext>
            </a:extLst>
          </p:cNvPr>
          <p:cNvSpPr txBox="1"/>
          <p:nvPr/>
        </p:nvSpPr>
        <p:spPr>
          <a:xfrm>
            <a:off x="5512160" y="5389379"/>
            <a:ext cx="341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en-US" altLang="ko-KR" sz="1000" b="1" dirty="0">
                <a:highlight>
                  <a:srgbClr val="FFFF00"/>
                </a:highlight>
              </a:rPr>
              <a:t>:only</a:t>
            </a: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혹여 </a:t>
            </a:r>
            <a:r>
              <a:rPr lang="ko-KR" altLang="en-US" sz="10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우물안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 도배 필요시 비용 추가됨</a:t>
            </a:r>
            <a:endParaRPr lang="en-US" altLang="ko-KR" sz="1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4CE55AA-5E8C-E908-FC26-073EED7E7555}"/>
              </a:ext>
            </a:extLst>
          </p:cNvPr>
          <p:cNvGrpSpPr/>
          <p:nvPr/>
        </p:nvGrpSpPr>
        <p:grpSpPr>
          <a:xfrm>
            <a:off x="6751974" y="2304453"/>
            <a:ext cx="771438" cy="620194"/>
            <a:chOff x="-11248" y="332433"/>
            <a:chExt cx="771438" cy="62019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118FF92-53B3-CFC9-1960-B23867325F72}"/>
                </a:ext>
              </a:extLst>
            </p:cNvPr>
            <p:cNvSpPr txBox="1"/>
            <p:nvPr/>
          </p:nvSpPr>
          <p:spPr>
            <a:xfrm>
              <a:off x="-11248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14A5547-2575-AB2F-B948-DF99EF1C3E15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A8B1B5D4-4758-C30A-A51B-65D5F9CE8B5F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D4C43EBF-877C-967C-0756-41AEA44CE858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23828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FAC8-C055-1F90-E69C-23779B8D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57B465A-E3E3-8D4F-E59F-0362F1AFF7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9850" y="1187128"/>
            <a:ext cx="6390200" cy="5420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E6FFDD-AD51-B8B9-4C2D-A4BA0E5748E3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E6FFDD-AD51-B8B9-4C2D-A4BA0E57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B2B74389-E30A-2D1C-FB60-6BDD46A6408A}"/>
              </a:ext>
            </a:extLst>
          </p:cNvPr>
          <p:cNvSpPr/>
          <p:nvPr/>
        </p:nvSpPr>
        <p:spPr>
          <a:xfrm rot="5400000">
            <a:off x="6518096" y="4182249"/>
            <a:ext cx="102820" cy="1553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10A7817-CE72-DE8F-9C31-4901344ED346}"/>
              </a:ext>
            </a:extLst>
          </p:cNvPr>
          <p:cNvSpPr/>
          <p:nvPr/>
        </p:nvSpPr>
        <p:spPr>
          <a:xfrm>
            <a:off x="6126829" y="3756859"/>
            <a:ext cx="1005244" cy="101525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C2A230-F363-6B0F-ED71-AD7C4D57D979}"/>
              </a:ext>
            </a:extLst>
          </p:cNvPr>
          <p:cNvSpPr txBox="1"/>
          <p:nvPr/>
        </p:nvSpPr>
        <p:spPr>
          <a:xfrm>
            <a:off x="5890260" y="3273937"/>
            <a:ext cx="1491374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D85CB53-39ED-7259-7CC2-794EDD397458}"/>
              </a:ext>
            </a:extLst>
          </p:cNvPr>
          <p:cNvGrpSpPr/>
          <p:nvPr/>
        </p:nvGrpSpPr>
        <p:grpSpPr>
          <a:xfrm>
            <a:off x="5761586" y="3748732"/>
            <a:ext cx="98891" cy="997224"/>
            <a:chOff x="4737834" y="5113486"/>
            <a:chExt cx="98891" cy="997224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C4E19AF-8BD0-E6E0-CE0B-78422F0B795B}"/>
                </a:ext>
              </a:extLst>
            </p:cNvPr>
            <p:cNvSpPr/>
            <p:nvPr/>
          </p:nvSpPr>
          <p:spPr>
            <a:xfrm>
              <a:off x="4737834" y="511348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64B2338-18C7-5F83-A5DA-B3A73F7DE083}"/>
                </a:ext>
              </a:extLst>
            </p:cNvPr>
            <p:cNvSpPr/>
            <p:nvPr/>
          </p:nvSpPr>
          <p:spPr>
            <a:xfrm>
              <a:off x="4738263" y="55641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C38D606-1B50-071C-3281-91FB8A9A94E1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8965D11-7E1F-71C1-0BA3-0D95B640BAC4}"/>
              </a:ext>
            </a:extLst>
          </p:cNvPr>
          <p:cNvGrpSpPr/>
          <p:nvPr/>
        </p:nvGrpSpPr>
        <p:grpSpPr>
          <a:xfrm rot="5400000">
            <a:off x="4755422" y="3148964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3696D7E8-2C2F-CB7A-CDEF-A0E148DF34C5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4FA3F5E1-B717-67C7-A480-1574AF5EF3C6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A6F84C2-FF48-6B2F-F96C-4DFDC0AD7BC6}"/>
              </a:ext>
            </a:extLst>
          </p:cNvPr>
          <p:cNvSpPr/>
          <p:nvPr/>
        </p:nvSpPr>
        <p:spPr>
          <a:xfrm flipV="1">
            <a:off x="3990947" y="2375867"/>
            <a:ext cx="98385" cy="6126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DBF792F-2B3F-28FD-E836-FAFC6D98736C}"/>
              </a:ext>
            </a:extLst>
          </p:cNvPr>
          <p:cNvSpPr/>
          <p:nvPr/>
        </p:nvSpPr>
        <p:spPr>
          <a:xfrm flipV="1">
            <a:off x="3235900" y="3045763"/>
            <a:ext cx="98385" cy="5023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AE64EB6-DC0C-C0B1-C347-038B3A0E13B1}"/>
              </a:ext>
            </a:extLst>
          </p:cNvPr>
          <p:cNvSpPr/>
          <p:nvPr/>
        </p:nvSpPr>
        <p:spPr>
          <a:xfrm flipV="1">
            <a:off x="8969137" y="1941611"/>
            <a:ext cx="98385" cy="4872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893931D-C3DA-9E07-F1E7-993E67E45FB3}"/>
              </a:ext>
            </a:extLst>
          </p:cNvPr>
          <p:cNvGrpSpPr/>
          <p:nvPr/>
        </p:nvGrpSpPr>
        <p:grpSpPr>
          <a:xfrm>
            <a:off x="7403997" y="3746174"/>
            <a:ext cx="98891" cy="997224"/>
            <a:chOff x="4737834" y="5113486"/>
            <a:chExt cx="98891" cy="99722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84D5AC9B-E0FC-CBE8-27A5-2CCDC6B9D23D}"/>
                </a:ext>
              </a:extLst>
            </p:cNvPr>
            <p:cNvSpPr/>
            <p:nvPr/>
          </p:nvSpPr>
          <p:spPr>
            <a:xfrm>
              <a:off x="4737834" y="511348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7239C240-A7FB-AC08-CF18-AD7B8A37DC09}"/>
                </a:ext>
              </a:extLst>
            </p:cNvPr>
            <p:cNvSpPr/>
            <p:nvPr/>
          </p:nvSpPr>
          <p:spPr>
            <a:xfrm>
              <a:off x="4738263" y="55641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3EC40FB3-D476-FC81-5888-3B86425DA38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10F7DFB-FD1E-C1C5-EA27-A94DCF4876A2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84T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4809A9-4899-8FC1-1FEA-93C865CDD18A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3685B94B-6D09-7AD6-E3B2-748532FF41F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578E34F-57B0-C18D-8CE1-05729D42DFD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09AB01-BEA7-68FD-63E7-621C5E7B2A2A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9B5BDE-C652-CD9C-E5A4-9E0720CBA57D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98D76741-A064-67A8-ECE0-602D3FEB26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06" y="2266582"/>
            <a:ext cx="1826709" cy="1826709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C1D7BE4-A3B9-6F82-98C3-1947FB108B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4272988"/>
            <a:ext cx="2086944" cy="208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680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6CD9F-84B5-7AD4-E102-E0F9BA03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519CA0-8F70-384C-1E0D-09DFB591AE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9850" y="1187128"/>
            <a:ext cx="6390200" cy="5420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F44F51-0BC4-DD94-BDB1-F685090D54B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F44F51-0BC4-DD94-BDB1-F685090D5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52D9C13C-ED64-0BEA-0B1A-E5E950362139}"/>
              </a:ext>
            </a:extLst>
          </p:cNvPr>
          <p:cNvSpPr/>
          <p:nvPr/>
        </p:nvSpPr>
        <p:spPr>
          <a:xfrm>
            <a:off x="6363170" y="39984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00346A5-9FB6-61D2-0486-C4516258AFF4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32E7B5C0-A412-FE2B-0050-12457020B1F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18A35995-CBEC-9078-5C02-542C9026AC6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59048F06-10AF-9F39-9D1A-0994A0723DA3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4B04AC-3569-92E5-EE98-3237355F71F0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8BF2E53-92BA-0250-5C46-B3E74B3BD64D}"/>
              </a:ext>
            </a:extLst>
          </p:cNvPr>
          <p:cNvSpPr/>
          <p:nvPr/>
        </p:nvSpPr>
        <p:spPr>
          <a:xfrm>
            <a:off x="6187954" y="3799919"/>
            <a:ext cx="907746" cy="952009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F5DCA2-8294-DFD9-8B66-3200FC92E9FF}"/>
              </a:ext>
            </a:extLst>
          </p:cNvPr>
          <p:cNvSpPr txBox="1"/>
          <p:nvPr/>
        </p:nvSpPr>
        <p:spPr>
          <a:xfrm>
            <a:off x="5527141" y="525096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1</a:t>
            </a:r>
            <a:r>
              <a:rPr lang="ko-KR" altLang="en-US" sz="1000" b="1">
                <a:highlight>
                  <a:srgbClr val="FFFF00"/>
                </a:highlight>
              </a:rPr>
              <a:t>줄 추가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8ECB4A0-8630-A4E6-9D2D-8D135F995C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362284" y="4365848"/>
            <a:ext cx="2233508" cy="155207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45ADB48-A0F4-60A7-7AA5-4B098D70C8E9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84T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</p:spTree>
    <p:extLst>
      <p:ext uri="{BB962C8B-B14F-4D97-AF65-F5344CB8AC3E}">
        <p14:creationId xmlns:p14="http://schemas.microsoft.com/office/powerpoint/2010/main" val="7800950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4A370-A848-6702-8F59-46F66954F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5F8C000-BD06-EBAB-311F-C48A2A4ADF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3904" y="1183930"/>
            <a:ext cx="8990823" cy="51978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25A3A5-03B0-4EAF-D0C2-78D7249D459F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25A3A5-03B0-4EAF-D0C2-78D7249D4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ABDBC690-BEC4-1D5B-66D6-50D053626E91}"/>
              </a:ext>
            </a:extLst>
          </p:cNvPr>
          <p:cNvSpPr/>
          <p:nvPr/>
        </p:nvSpPr>
        <p:spPr>
          <a:xfrm rot="5400000">
            <a:off x="8625281" y="5207733"/>
            <a:ext cx="102820" cy="13323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79E42-6F86-7B60-5459-87C7FA1D5ECC}"/>
              </a:ext>
            </a:extLst>
          </p:cNvPr>
          <p:cNvSpPr txBox="1"/>
          <p:nvPr/>
        </p:nvSpPr>
        <p:spPr>
          <a:xfrm>
            <a:off x="7802603" y="4455430"/>
            <a:ext cx="156361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A8190B5-130B-95EE-236B-D0D876A8C1F3}"/>
              </a:ext>
            </a:extLst>
          </p:cNvPr>
          <p:cNvSpPr/>
          <p:nvPr/>
        </p:nvSpPr>
        <p:spPr>
          <a:xfrm rot="10800000" flipV="1">
            <a:off x="6110931" y="3766832"/>
            <a:ext cx="98384" cy="534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A0B90FD-7999-546E-90FC-862DD4AD3B40}"/>
              </a:ext>
            </a:extLst>
          </p:cNvPr>
          <p:cNvGrpSpPr/>
          <p:nvPr/>
        </p:nvGrpSpPr>
        <p:grpSpPr>
          <a:xfrm rot="5400000">
            <a:off x="5815587" y="4483976"/>
            <a:ext cx="98386" cy="533736"/>
            <a:chOff x="5324821" y="4549954"/>
            <a:chExt cx="98386" cy="53373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A2414CF-9729-C5B1-88C9-7F549C4B2022}"/>
                </a:ext>
              </a:extLst>
            </p:cNvPr>
            <p:cNvSpPr/>
            <p:nvPr/>
          </p:nvSpPr>
          <p:spPr>
            <a:xfrm>
              <a:off x="5324821" y="454995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44CEE997-CA05-4CFC-7439-6FF37F852F5C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2A3F917-8CE8-76B6-3829-BAE05FA3AD59}"/>
              </a:ext>
            </a:extLst>
          </p:cNvPr>
          <p:cNvSpPr/>
          <p:nvPr/>
        </p:nvSpPr>
        <p:spPr>
          <a:xfrm flipV="1">
            <a:off x="5123127" y="3793958"/>
            <a:ext cx="98385" cy="5422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4B62D17-BB8F-DE33-585C-CDAA1930ABE1}"/>
              </a:ext>
            </a:extLst>
          </p:cNvPr>
          <p:cNvSpPr/>
          <p:nvPr/>
        </p:nvSpPr>
        <p:spPr>
          <a:xfrm flipV="1">
            <a:off x="3211769" y="3854713"/>
            <a:ext cx="98385" cy="4577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6E21BFF-482C-FD6C-895F-E859BDC17E2A}"/>
              </a:ext>
            </a:extLst>
          </p:cNvPr>
          <p:cNvGrpSpPr/>
          <p:nvPr/>
        </p:nvGrpSpPr>
        <p:grpSpPr>
          <a:xfrm>
            <a:off x="7837179" y="4935721"/>
            <a:ext cx="98569" cy="872766"/>
            <a:chOff x="4738263" y="5237944"/>
            <a:chExt cx="98569" cy="872766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E465508-E1E4-1109-2624-B8268CB380D5}"/>
                </a:ext>
              </a:extLst>
            </p:cNvPr>
            <p:cNvSpPr/>
            <p:nvPr/>
          </p:nvSpPr>
          <p:spPr>
            <a:xfrm>
              <a:off x="4738447" y="562591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D41540F-8837-C646-BB4C-597A515A908F}"/>
                </a:ext>
              </a:extLst>
            </p:cNvPr>
            <p:cNvSpPr/>
            <p:nvPr/>
          </p:nvSpPr>
          <p:spPr>
            <a:xfrm>
              <a:off x="4738263" y="52379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66E5D628-4B92-4B6F-4D11-20FB0460671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7BBC9B2-24BD-EBB5-48F3-6D19D6AE3261}"/>
              </a:ext>
            </a:extLst>
          </p:cNvPr>
          <p:cNvGrpSpPr/>
          <p:nvPr/>
        </p:nvGrpSpPr>
        <p:grpSpPr>
          <a:xfrm>
            <a:off x="9366220" y="4837336"/>
            <a:ext cx="98569" cy="872766"/>
            <a:chOff x="4738263" y="5237944"/>
            <a:chExt cx="98569" cy="872766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3F780BCC-18C5-5656-41BA-FE42209AF6BC}"/>
                </a:ext>
              </a:extLst>
            </p:cNvPr>
            <p:cNvSpPr/>
            <p:nvPr/>
          </p:nvSpPr>
          <p:spPr>
            <a:xfrm>
              <a:off x="4738447" y="562591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C255A88F-D0BB-1819-5F55-9CBA5D9AFB4D}"/>
                </a:ext>
              </a:extLst>
            </p:cNvPr>
            <p:cNvSpPr/>
            <p:nvPr/>
          </p:nvSpPr>
          <p:spPr>
            <a:xfrm>
              <a:off x="4738263" y="52379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52715AE0-013F-A5EB-EF83-58ACEBCF72D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638A725-4B84-6EE0-B94C-C45D84FC2F74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84P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014DF76-6352-D25D-64EB-D961A66C2C64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A96422DE-6585-FFAB-5F3E-9792488D25C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4BA29876-FACE-9BE0-8D28-3834971789F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002F26A1-59E8-5CF9-94A2-EA74FE21AC25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75B368-17C5-F916-7258-83F3149BBA7B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96015C51-2849-9AED-7051-E866515C52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29" y="3358283"/>
            <a:ext cx="1450589" cy="145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248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27DF5-0811-1156-3B3A-445D39AE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D08E36-0925-0BF7-E0F1-AFA4D64B76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3904" y="1183930"/>
            <a:ext cx="8990823" cy="51978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507801-C657-8741-9C1F-F1D2B4D3E26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507801-C657-8741-9C1F-F1D2B4D3E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E37F748E-8BD6-675B-C7CD-C32E106302BE}"/>
              </a:ext>
            </a:extLst>
          </p:cNvPr>
          <p:cNvSpPr/>
          <p:nvPr/>
        </p:nvSpPr>
        <p:spPr>
          <a:xfrm rot="5400000">
            <a:off x="8625281" y="5207733"/>
            <a:ext cx="102820" cy="13323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2481958-13DE-C644-D700-F65FFDD25260}"/>
              </a:ext>
            </a:extLst>
          </p:cNvPr>
          <p:cNvSpPr/>
          <p:nvPr/>
        </p:nvSpPr>
        <p:spPr>
          <a:xfrm>
            <a:off x="8205528" y="4837336"/>
            <a:ext cx="890728" cy="89959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CA4B94-4CBE-7B89-947B-027DAA24C1A2}"/>
              </a:ext>
            </a:extLst>
          </p:cNvPr>
          <p:cNvSpPr txBox="1"/>
          <p:nvPr/>
        </p:nvSpPr>
        <p:spPr>
          <a:xfrm>
            <a:off x="7802603" y="4455430"/>
            <a:ext cx="156361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3AB2E73-C113-3968-5050-1D1954C0A7B8}"/>
              </a:ext>
            </a:extLst>
          </p:cNvPr>
          <p:cNvSpPr/>
          <p:nvPr/>
        </p:nvSpPr>
        <p:spPr>
          <a:xfrm rot="10800000" flipV="1">
            <a:off x="6110931" y="3766832"/>
            <a:ext cx="98384" cy="534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B7FD097-6446-25E4-B0D3-9ED6F3114B53}"/>
              </a:ext>
            </a:extLst>
          </p:cNvPr>
          <p:cNvGrpSpPr/>
          <p:nvPr/>
        </p:nvGrpSpPr>
        <p:grpSpPr>
          <a:xfrm rot="5400000">
            <a:off x="5815587" y="4483976"/>
            <a:ext cx="98386" cy="533736"/>
            <a:chOff x="5324821" y="4549954"/>
            <a:chExt cx="98386" cy="53373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71A8E5C-C4F3-3BEE-7612-D341B11D359E}"/>
                </a:ext>
              </a:extLst>
            </p:cNvPr>
            <p:cNvSpPr/>
            <p:nvPr/>
          </p:nvSpPr>
          <p:spPr>
            <a:xfrm>
              <a:off x="5324821" y="454995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5F811435-A19E-75ED-1F4A-7021F2419F9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CAF60D3-072F-4EEA-027F-8C5EEB4DFF7B}"/>
              </a:ext>
            </a:extLst>
          </p:cNvPr>
          <p:cNvSpPr/>
          <p:nvPr/>
        </p:nvSpPr>
        <p:spPr>
          <a:xfrm flipV="1">
            <a:off x="5123127" y="3793958"/>
            <a:ext cx="98385" cy="5422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4EF7DDB-4820-9F6C-D582-1ECCCBD46EDC}"/>
              </a:ext>
            </a:extLst>
          </p:cNvPr>
          <p:cNvSpPr/>
          <p:nvPr/>
        </p:nvSpPr>
        <p:spPr>
          <a:xfrm flipV="1">
            <a:off x="3211769" y="3854713"/>
            <a:ext cx="98385" cy="4577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A1D6692-77FF-5290-3BB6-D97499560C98}"/>
              </a:ext>
            </a:extLst>
          </p:cNvPr>
          <p:cNvGrpSpPr/>
          <p:nvPr/>
        </p:nvGrpSpPr>
        <p:grpSpPr>
          <a:xfrm>
            <a:off x="7837179" y="4935721"/>
            <a:ext cx="98569" cy="872766"/>
            <a:chOff x="4738263" y="5237944"/>
            <a:chExt cx="98569" cy="872766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E5527EC-E4F7-FBC7-FDE1-29E916AFE085}"/>
                </a:ext>
              </a:extLst>
            </p:cNvPr>
            <p:cNvSpPr/>
            <p:nvPr/>
          </p:nvSpPr>
          <p:spPr>
            <a:xfrm>
              <a:off x="4738447" y="562591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DB3673E-9450-C6ED-30D5-3D1F306E33D0}"/>
                </a:ext>
              </a:extLst>
            </p:cNvPr>
            <p:cNvSpPr/>
            <p:nvPr/>
          </p:nvSpPr>
          <p:spPr>
            <a:xfrm>
              <a:off x="4738263" y="52379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F32AF2BE-DC19-E4D3-C4C9-6939B81C04B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A8A813D6-E611-DB19-6DDE-566AE4D335B5}"/>
              </a:ext>
            </a:extLst>
          </p:cNvPr>
          <p:cNvGrpSpPr/>
          <p:nvPr/>
        </p:nvGrpSpPr>
        <p:grpSpPr>
          <a:xfrm>
            <a:off x="9366220" y="4837336"/>
            <a:ext cx="98569" cy="872766"/>
            <a:chOff x="4738263" y="5237944"/>
            <a:chExt cx="98569" cy="872766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1B9B9623-05D5-6C3A-E22A-3C05A6E548A5}"/>
                </a:ext>
              </a:extLst>
            </p:cNvPr>
            <p:cNvSpPr/>
            <p:nvPr/>
          </p:nvSpPr>
          <p:spPr>
            <a:xfrm>
              <a:off x="4738447" y="562591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27DE3C82-6789-3B94-016D-B28B6E68630A}"/>
                </a:ext>
              </a:extLst>
            </p:cNvPr>
            <p:cNvSpPr/>
            <p:nvPr/>
          </p:nvSpPr>
          <p:spPr>
            <a:xfrm>
              <a:off x="4738263" y="52379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C94707CF-C24D-CFEB-8658-21496D871601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5873ABEE-F6A0-DCDE-CEAD-45D9A47284A7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84P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0A6A8DD-FBCE-0CB0-6A04-C1B972FCE980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0F69A862-C1A3-3173-B529-C67CABDFAD2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83F67AC-4C13-43B8-C9CD-953B0BC35FB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01FF8790-0637-5381-BAFE-0100AB2357D4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EF5D36-C98C-C2F5-1630-D8D303D5B582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17EEAF20-A54D-D688-FF86-99E56FD0CA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2556066"/>
            <a:ext cx="1450589" cy="1450589"/>
          </a:xfrm>
          <a:prstGeom prst="rect">
            <a:avLst/>
          </a:prstGeom>
        </p:spPr>
      </p:pic>
      <p:pic>
        <p:nvPicPr>
          <p:cNvPr id="15" name="그림 1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BD8BCC53-E9B2-6110-B696-5F829F4ECC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1" y="4079692"/>
            <a:ext cx="1657241" cy="165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926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7412-643A-142D-529D-13539B2A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803D13-6104-9878-194B-894F0A06FA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3904" y="1183930"/>
            <a:ext cx="8990823" cy="51978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E52A86-9F82-DE1D-F718-B3915D72A2E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E52A86-9F82-DE1D-F718-B3915D72A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419FB46E-03E5-8DF7-AA64-22B23D1CE772}"/>
              </a:ext>
            </a:extLst>
          </p:cNvPr>
          <p:cNvSpPr/>
          <p:nvPr/>
        </p:nvSpPr>
        <p:spPr>
          <a:xfrm>
            <a:off x="8413019" y="5055590"/>
            <a:ext cx="461503" cy="463091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70B2DED-7A29-63A0-4B71-973B60D978B1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594EDEA-4C00-0B71-0C7A-55935A3CBD2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6C5F596-472E-4D6A-68DF-353BFA09A70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F6B19B74-1E13-8C0C-2B99-D2CF3D3A51A4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9D18A8A-4BCE-6411-1416-7F92F95736E0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FA95C3F-39D5-9150-258C-4AC105E289ED}"/>
              </a:ext>
            </a:extLst>
          </p:cNvPr>
          <p:cNvSpPr/>
          <p:nvPr/>
        </p:nvSpPr>
        <p:spPr>
          <a:xfrm>
            <a:off x="8250857" y="4875896"/>
            <a:ext cx="761063" cy="798174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A284F3-D2AA-0048-E46E-ADEF5D21BBE3}"/>
              </a:ext>
            </a:extLst>
          </p:cNvPr>
          <p:cNvSpPr txBox="1"/>
          <p:nvPr/>
        </p:nvSpPr>
        <p:spPr>
          <a:xfrm>
            <a:off x="7729120" y="618159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1</a:t>
            </a:r>
            <a:r>
              <a:rPr lang="ko-KR" altLang="en-US" sz="1000" b="1">
                <a:highlight>
                  <a:srgbClr val="FFFF00"/>
                </a:highlight>
              </a:rPr>
              <a:t>줄 추가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61E2673-33D4-FE08-24DA-659090AD85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958492" y="5227976"/>
            <a:ext cx="2233508" cy="15520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2F80F57-C928-63D6-9AEE-7DF7F97BAF90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84P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</p:spTree>
    <p:extLst>
      <p:ext uri="{BB962C8B-B14F-4D97-AF65-F5344CB8AC3E}">
        <p14:creationId xmlns:p14="http://schemas.microsoft.com/office/powerpoint/2010/main" val="11134027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50B62-A437-D5C6-B9DC-917B0846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D1314B-5A93-42AE-4039-2691CF8524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0EAB7C-97E5-152E-1148-542D862DAA8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0EAB7C-97E5-152E-1148-542D862DA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53201715-84F4-C93E-B6F7-A34773E1D3D9}"/>
              </a:ext>
            </a:extLst>
          </p:cNvPr>
          <p:cNvSpPr/>
          <p:nvPr/>
        </p:nvSpPr>
        <p:spPr>
          <a:xfrm rot="5400000">
            <a:off x="7024761" y="4997469"/>
            <a:ext cx="102820" cy="18508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D79BF4-3CDC-88E1-FB2D-A50C3BA35383}"/>
              </a:ext>
            </a:extLst>
          </p:cNvPr>
          <p:cNvSpPr txBox="1"/>
          <p:nvPr/>
        </p:nvSpPr>
        <p:spPr>
          <a:xfrm>
            <a:off x="6285445" y="3881827"/>
            <a:ext cx="14765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69F6479-9759-5BC1-3346-2E17868AD2BB}"/>
              </a:ext>
            </a:extLst>
          </p:cNvPr>
          <p:cNvGrpSpPr/>
          <p:nvPr/>
        </p:nvGrpSpPr>
        <p:grpSpPr>
          <a:xfrm>
            <a:off x="5982843" y="4399708"/>
            <a:ext cx="98891" cy="1286783"/>
            <a:chOff x="4737834" y="4662002"/>
            <a:chExt cx="98891" cy="1286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90E71C0-58CD-40C1-766B-D8971583788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23D8731-82BD-0BEE-4EEF-4B95BDB7A0A4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2E16B50-0531-193A-A02C-E3B59D1AD759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0505FD2-FDB5-EC77-B40F-611DE50A6088}"/>
              </a:ext>
            </a:extLst>
          </p:cNvPr>
          <p:cNvGrpSpPr/>
          <p:nvPr/>
        </p:nvGrpSpPr>
        <p:grpSpPr>
          <a:xfrm rot="5400000">
            <a:off x="3632155" y="3889052"/>
            <a:ext cx="104204" cy="440717"/>
            <a:chOff x="5324822" y="4642973"/>
            <a:chExt cx="104204" cy="440717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1C8DB8A-A204-F1F4-2CA5-412F49EC527D}"/>
                </a:ext>
              </a:extLst>
            </p:cNvPr>
            <p:cNvSpPr/>
            <p:nvPr/>
          </p:nvSpPr>
          <p:spPr>
            <a:xfrm>
              <a:off x="5330641" y="46429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3884EB2C-A81A-C0D4-2924-E3993FDD22E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06E0D5-F968-7447-BC52-459492279808}"/>
              </a:ext>
            </a:extLst>
          </p:cNvPr>
          <p:cNvGrpSpPr/>
          <p:nvPr/>
        </p:nvGrpSpPr>
        <p:grpSpPr>
          <a:xfrm>
            <a:off x="8007969" y="4413603"/>
            <a:ext cx="98891" cy="1286783"/>
            <a:chOff x="4737834" y="4662002"/>
            <a:chExt cx="98891" cy="1286783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3860FAD2-844F-C974-F9F9-13F98C23413A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AA31B3A4-9ACD-F8E3-08F1-DA7FF2BC827F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B2C52C29-149A-5FD5-BCDD-DBF7214BC3FA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196E1E0-8729-D3B0-E8B8-A99625AA8003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F2572DF-01E6-8ADC-27B6-9B0FF9B939EA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F24BD45-FF4E-C912-69E9-C653A169BD4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03EEBA1-B4A4-B145-86E4-AB24CACB742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4FCBCA4-66FF-5730-1979-3C2511E7789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D4451C-EE37-B58A-7937-6BCDE35AA1B2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F7C2B9B3-5434-75E7-DE7A-28183F383F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43" y="4046186"/>
            <a:ext cx="1529946" cy="1529946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1AAAB43D-E249-3046-2639-F7EB665D9503}"/>
              </a:ext>
            </a:extLst>
          </p:cNvPr>
          <p:cNvGrpSpPr/>
          <p:nvPr/>
        </p:nvGrpSpPr>
        <p:grpSpPr>
          <a:xfrm>
            <a:off x="5646888" y="2218658"/>
            <a:ext cx="779742" cy="420786"/>
            <a:chOff x="368880" y="332433"/>
            <a:chExt cx="779742" cy="42078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A7FDF74-817D-6FCC-1AC2-EDFA65ACD95A}"/>
                </a:ext>
              </a:extLst>
            </p:cNvPr>
            <p:cNvSpPr txBox="1"/>
            <p:nvPr/>
          </p:nvSpPr>
          <p:spPr>
            <a:xfrm>
              <a:off x="377184" y="451418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0DC5464-E575-F556-CC46-91CDDF79FD81}"/>
                </a:ext>
              </a:extLst>
            </p:cNvPr>
            <p:cNvGrpSpPr/>
            <p:nvPr/>
          </p:nvGrpSpPr>
          <p:grpSpPr>
            <a:xfrm>
              <a:off x="368880" y="332433"/>
              <a:ext cx="106689" cy="420786"/>
              <a:chOff x="4737834" y="4900127"/>
              <a:chExt cx="106689" cy="420786"/>
            </a:xfrm>
            <a:solidFill>
              <a:srgbClr val="FF00FF"/>
            </a:solidFill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02F98E5C-6C77-8135-B0DE-629C2C45DED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F889D46B-446A-0E59-FAC2-063202B30BA8}"/>
                  </a:ext>
                </a:extLst>
              </p:cNvPr>
              <p:cNvSpPr/>
              <p:nvPr/>
            </p:nvSpPr>
            <p:spPr>
              <a:xfrm>
                <a:off x="4746138" y="5222528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7633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50B62-A437-D5C6-B9DC-917B0846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D1314B-5A93-42AE-4039-2691CF8524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0EAB7C-97E5-152E-1148-542D862DAA8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0EAB7C-97E5-152E-1148-542D862DA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53201715-84F4-C93E-B6F7-A34773E1D3D9}"/>
              </a:ext>
            </a:extLst>
          </p:cNvPr>
          <p:cNvSpPr/>
          <p:nvPr/>
        </p:nvSpPr>
        <p:spPr>
          <a:xfrm rot="5400000">
            <a:off x="7024761" y="4997469"/>
            <a:ext cx="102820" cy="18508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D79BF4-3CDC-88E1-FB2D-A50C3BA35383}"/>
              </a:ext>
            </a:extLst>
          </p:cNvPr>
          <p:cNvSpPr txBox="1"/>
          <p:nvPr/>
        </p:nvSpPr>
        <p:spPr>
          <a:xfrm>
            <a:off x="6285445" y="3881827"/>
            <a:ext cx="14765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69F6479-9759-5BC1-3346-2E17868AD2BB}"/>
              </a:ext>
            </a:extLst>
          </p:cNvPr>
          <p:cNvGrpSpPr/>
          <p:nvPr/>
        </p:nvGrpSpPr>
        <p:grpSpPr>
          <a:xfrm>
            <a:off x="5982843" y="4399708"/>
            <a:ext cx="98891" cy="1286783"/>
            <a:chOff x="4737834" y="4662002"/>
            <a:chExt cx="98891" cy="1286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90E71C0-58CD-40C1-766B-D8971583788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23D8731-82BD-0BEE-4EEF-4B95BDB7A0A4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2E16B50-0531-193A-A02C-E3B59D1AD759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462544-E901-A46A-725D-30AC8394421F}"/>
              </a:ext>
            </a:extLst>
          </p:cNvPr>
          <p:cNvSpPr/>
          <p:nvPr/>
        </p:nvSpPr>
        <p:spPr>
          <a:xfrm rot="10800000" flipV="1">
            <a:off x="8321896" y="3164568"/>
            <a:ext cx="98384" cy="5815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0505FD2-FDB5-EC77-B40F-611DE50A6088}"/>
              </a:ext>
            </a:extLst>
          </p:cNvPr>
          <p:cNvGrpSpPr/>
          <p:nvPr/>
        </p:nvGrpSpPr>
        <p:grpSpPr>
          <a:xfrm rot="5400000">
            <a:off x="3632155" y="3889052"/>
            <a:ext cx="104204" cy="440717"/>
            <a:chOff x="5324822" y="4642973"/>
            <a:chExt cx="104204" cy="440717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1C8DB8A-A204-F1F4-2CA5-412F49EC527D}"/>
                </a:ext>
              </a:extLst>
            </p:cNvPr>
            <p:cNvSpPr/>
            <p:nvPr/>
          </p:nvSpPr>
          <p:spPr>
            <a:xfrm>
              <a:off x="5330641" y="46429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3884EB2C-A81A-C0D4-2924-E3993FDD22E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A135E3F-8117-C827-A45E-E49D959B878D}"/>
              </a:ext>
            </a:extLst>
          </p:cNvPr>
          <p:cNvSpPr/>
          <p:nvPr/>
        </p:nvSpPr>
        <p:spPr>
          <a:xfrm flipV="1">
            <a:off x="2973284" y="2807268"/>
            <a:ext cx="98385" cy="714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CA85726-151A-0447-940E-9205D0F23F49}"/>
              </a:ext>
            </a:extLst>
          </p:cNvPr>
          <p:cNvSpPr/>
          <p:nvPr/>
        </p:nvSpPr>
        <p:spPr>
          <a:xfrm flipV="1">
            <a:off x="2039142" y="3595688"/>
            <a:ext cx="98385" cy="5658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06E0D5-F968-7447-BC52-459492279808}"/>
              </a:ext>
            </a:extLst>
          </p:cNvPr>
          <p:cNvGrpSpPr/>
          <p:nvPr/>
        </p:nvGrpSpPr>
        <p:grpSpPr>
          <a:xfrm>
            <a:off x="8007969" y="4413603"/>
            <a:ext cx="98891" cy="1286783"/>
            <a:chOff x="4737834" y="4662002"/>
            <a:chExt cx="98891" cy="1286783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3860FAD2-844F-C974-F9F9-13F98C23413A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AA31B3A4-9ACD-F8E3-08F1-DA7FF2BC827F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B2C52C29-149A-5FD5-BCDD-DBF7214BC3FA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196E1E0-8729-D3B0-E8B8-A99625AA8003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F2572DF-01E6-8ADC-27B6-9B0FF9B939EA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F24BD45-FF4E-C912-69E9-C653A169BD4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03EEBA1-B4A4-B145-86E4-AB24CACB742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4FCBCA4-66FF-5730-1979-3C2511E7789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D4451C-EE37-B58A-7937-6BCDE35AA1B2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F7C2B9B3-5434-75E7-DE7A-28183F383F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74" y="3477856"/>
            <a:ext cx="1529946" cy="1529946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21472F7-7BDD-9585-6D9E-67706C4274FA}"/>
              </a:ext>
            </a:extLst>
          </p:cNvPr>
          <p:cNvGrpSpPr/>
          <p:nvPr/>
        </p:nvGrpSpPr>
        <p:grpSpPr>
          <a:xfrm>
            <a:off x="5646888" y="2218658"/>
            <a:ext cx="779742" cy="420786"/>
            <a:chOff x="368880" y="332433"/>
            <a:chExt cx="779742" cy="42078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203205-8207-CC86-B4F5-6D2039103BFD}"/>
                </a:ext>
              </a:extLst>
            </p:cNvPr>
            <p:cNvSpPr txBox="1"/>
            <p:nvPr/>
          </p:nvSpPr>
          <p:spPr>
            <a:xfrm>
              <a:off x="377184" y="451418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056C035-DC66-AEBD-4C0A-339826A7E90C}"/>
                </a:ext>
              </a:extLst>
            </p:cNvPr>
            <p:cNvGrpSpPr/>
            <p:nvPr/>
          </p:nvGrpSpPr>
          <p:grpSpPr>
            <a:xfrm>
              <a:off x="368880" y="332433"/>
              <a:ext cx="106689" cy="420786"/>
              <a:chOff x="4737834" y="4900127"/>
              <a:chExt cx="106689" cy="420786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1E375275-AC19-B5B0-8F66-3DBF75E14675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B3DE702-475B-8373-E7A1-7B5F704B2FA5}"/>
                  </a:ext>
                </a:extLst>
              </p:cNvPr>
              <p:cNvSpPr/>
              <p:nvPr/>
            </p:nvSpPr>
            <p:spPr>
              <a:xfrm>
                <a:off x="4746138" y="5222528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83862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50B62-A437-D5C6-B9DC-917B0846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D1314B-5A93-42AE-4039-2691CF8524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0EAB7C-97E5-152E-1148-542D862DAA8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0EAB7C-97E5-152E-1148-542D862DA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53201715-84F4-C93E-B6F7-A34773E1D3D9}"/>
              </a:ext>
            </a:extLst>
          </p:cNvPr>
          <p:cNvSpPr/>
          <p:nvPr/>
        </p:nvSpPr>
        <p:spPr>
          <a:xfrm rot="5400000">
            <a:off x="7024761" y="4997469"/>
            <a:ext cx="102820" cy="18508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21954F-B143-C6D4-1B88-1965A01B46EB}"/>
              </a:ext>
            </a:extLst>
          </p:cNvPr>
          <p:cNvSpPr/>
          <p:nvPr/>
        </p:nvSpPr>
        <p:spPr>
          <a:xfrm>
            <a:off x="6553466" y="4505460"/>
            <a:ext cx="1044888" cy="1055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D79BF4-3CDC-88E1-FB2D-A50C3BA35383}"/>
              </a:ext>
            </a:extLst>
          </p:cNvPr>
          <p:cNvSpPr txBox="1"/>
          <p:nvPr/>
        </p:nvSpPr>
        <p:spPr>
          <a:xfrm>
            <a:off x="6285445" y="3881827"/>
            <a:ext cx="14765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69F6479-9759-5BC1-3346-2E17868AD2BB}"/>
              </a:ext>
            </a:extLst>
          </p:cNvPr>
          <p:cNvGrpSpPr/>
          <p:nvPr/>
        </p:nvGrpSpPr>
        <p:grpSpPr>
          <a:xfrm>
            <a:off x="5982843" y="4399708"/>
            <a:ext cx="98891" cy="1286783"/>
            <a:chOff x="4737834" y="4662002"/>
            <a:chExt cx="98891" cy="1286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90E71C0-58CD-40C1-766B-D8971583788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23D8731-82BD-0BEE-4EEF-4B95BDB7A0A4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2E16B50-0531-193A-A02C-E3B59D1AD759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462544-E901-A46A-725D-30AC8394421F}"/>
              </a:ext>
            </a:extLst>
          </p:cNvPr>
          <p:cNvSpPr/>
          <p:nvPr/>
        </p:nvSpPr>
        <p:spPr>
          <a:xfrm rot="10800000" flipV="1">
            <a:off x="8321896" y="3164568"/>
            <a:ext cx="98384" cy="5815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0505FD2-FDB5-EC77-B40F-611DE50A6088}"/>
              </a:ext>
            </a:extLst>
          </p:cNvPr>
          <p:cNvGrpSpPr/>
          <p:nvPr/>
        </p:nvGrpSpPr>
        <p:grpSpPr>
          <a:xfrm rot="5400000">
            <a:off x="3632155" y="3889052"/>
            <a:ext cx="104204" cy="440717"/>
            <a:chOff x="5324822" y="4642973"/>
            <a:chExt cx="104204" cy="440717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1C8DB8A-A204-F1F4-2CA5-412F49EC527D}"/>
                </a:ext>
              </a:extLst>
            </p:cNvPr>
            <p:cNvSpPr/>
            <p:nvPr/>
          </p:nvSpPr>
          <p:spPr>
            <a:xfrm>
              <a:off x="5330641" y="46429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3884EB2C-A81A-C0D4-2924-E3993FDD22E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A135E3F-8117-C827-A45E-E49D959B878D}"/>
              </a:ext>
            </a:extLst>
          </p:cNvPr>
          <p:cNvSpPr/>
          <p:nvPr/>
        </p:nvSpPr>
        <p:spPr>
          <a:xfrm flipV="1">
            <a:off x="2973284" y="2807268"/>
            <a:ext cx="98385" cy="714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CA85726-151A-0447-940E-9205D0F23F49}"/>
              </a:ext>
            </a:extLst>
          </p:cNvPr>
          <p:cNvSpPr/>
          <p:nvPr/>
        </p:nvSpPr>
        <p:spPr>
          <a:xfrm flipV="1">
            <a:off x="2039142" y="3595688"/>
            <a:ext cx="98385" cy="5658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06E0D5-F968-7447-BC52-459492279808}"/>
              </a:ext>
            </a:extLst>
          </p:cNvPr>
          <p:cNvGrpSpPr/>
          <p:nvPr/>
        </p:nvGrpSpPr>
        <p:grpSpPr>
          <a:xfrm>
            <a:off x="8007969" y="4413603"/>
            <a:ext cx="98891" cy="1286783"/>
            <a:chOff x="4737834" y="4662002"/>
            <a:chExt cx="98891" cy="1286783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3860FAD2-844F-C974-F9F9-13F98C23413A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AA31B3A4-9ACD-F8E3-08F1-DA7FF2BC827F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B2C52C29-149A-5FD5-BCDD-DBF7214BC3FA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196E1E0-8729-D3B0-E8B8-A99625AA8003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F2572DF-01E6-8ADC-27B6-9B0FF9B939EA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F24BD45-FF4E-C912-69E9-C653A169BD4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03EEBA1-B4A4-B145-86E4-AB24CACB742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4FCBCA4-66FF-5730-1979-3C2511E7789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D4451C-EE37-B58A-7937-6BCDE35AA1B2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F7C2B9B3-5434-75E7-DE7A-28183F383F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21" y="2474991"/>
            <a:ext cx="1529946" cy="1529946"/>
          </a:xfrm>
          <a:prstGeom prst="rect">
            <a:avLst/>
          </a:prstGeom>
        </p:spPr>
      </p:pic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DBD98D7-E01E-70D9-03A3-BE4C640F00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2" y="4155694"/>
            <a:ext cx="1747904" cy="174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763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A3B6-CAA1-52D4-3AAC-5E25F138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03161F-0AB9-521B-523E-AAF56D6AA5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7A89EC67-7215-FC3D-6D0B-0CF89E580569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D174D041-43DE-5AA7-A951-027F7B8170F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FB51261-AAA8-ED8F-C6D9-D655445C188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CE4BB1C4-CE9E-1120-6793-40099AFA2146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FC6963-BA97-6781-CF29-8DD241BD8C64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5" name="별: 꼭짓점 4개 24">
            <a:extLst>
              <a:ext uri="{FF2B5EF4-FFF2-40B4-BE49-F238E27FC236}">
                <a16:creationId xmlns:a16="http://schemas.microsoft.com/office/drawing/2014/main" id="{72E19093-F511-AD6D-388B-FCE937CE728E}"/>
              </a:ext>
            </a:extLst>
          </p:cNvPr>
          <p:cNvSpPr/>
          <p:nvPr/>
        </p:nvSpPr>
        <p:spPr>
          <a:xfrm>
            <a:off x="6816040" y="478429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D8B6A5F-23B8-F3B1-6E2E-14B033B5195A}"/>
              </a:ext>
            </a:extLst>
          </p:cNvPr>
          <p:cNvSpPr/>
          <p:nvPr/>
        </p:nvSpPr>
        <p:spPr>
          <a:xfrm>
            <a:off x="6640824" y="4575956"/>
            <a:ext cx="907746" cy="952009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64902B-07A7-D1C8-E8D9-08923E20CAA9}"/>
              </a:ext>
            </a:extLst>
          </p:cNvPr>
          <p:cNvSpPr txBox="1"/>
          <p:nvPr/>
        </p:nvSpPr>
        <p:spPr>
          <a:xfrm>
            <a:off x="5980011" y="627352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1</a:t>
            </a:r>
            <a:r>
              <a:rPr lang="ko-KR" altLang="en-US" sz="1000" b="1">
                <a:highlight>
                  <a:srgbClr val="FFFF00"/>
                </a:highlight>
              </a:rPr>
              <a:t>줄 추가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CEA8D9B-EEEB-1A89-D83C-9212AC85E5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0" y="4784294"/>
            <a:ext cx="1991360" cy="138380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A12D0FD-A961-950F-CE0C-8CA5FA685CF8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</p:spTree>
    <p:extLst>
      <p:ext uri="{BB962C8B-B14F-4D97-AF65-F5344CB8AC3E}">
        <p14:creationId xmlns:p14="http://schemas.microsoft.com/office/powerpoint/2010/main" val="9334260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4F4020-1C7B-6E80-7921-4A57D4D03F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A13E1B-A154-2496-FE17-7BFFB2CAE05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A13E1B-A154-2496-FE17-7BFFB2CAE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03E939BF-1B0B-5118-C4BD-907F8E074384}"/>
              </a:ext>
            </a:extLst>
          </p:cNvPr>
          <p:cNvSpPr/>
          <p:nvPr/>
        </p:nvSpPr>
        <p:spPr>
          <a:xfrm rot="10800000">
            <a:off x="8758568" y="2486024"/>
            <a:ext cx="102820" cy="15525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250A7ED-DBE3-B785-A629-223AAD84920F}"/>
              </a:ext>
            </a:extLst>
          </p:cNvPr>
          <p:cNvSpPr/>
          <p:nvPr/>
        </p:nvSpPr>
        <p:spPr>
          <a:xfrm>
            <a:off x="7471746" y="2667575"/>
            <a:ext cx="1025675" cy="103588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09725-90DF-1794-C138-03F362D5E1C2}"/>
              </a:ext>
            </a:extLst>
          </p:cNvPr>
          <p:cNvSpPr txBox="1"/>
          <p:nvPr/>
        </p:nvSpPr>
        <p:spPr>
          <a:xfrm>
            <a:off x="6210143" y="3009917"/>
            <a:ext cx="115427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C4B23A8-BCE3-6385-780B-9376393EF341}"/>
              </a:ext>
            </a:extLst>
          </p:cNvPr>
          <p:cNvSpPr/>
          <p:nvPr/>
        </p:nvSpPr>
        <p:spPr>
          <a:xfrm rot="16200000" flipV="1">
            <a:off x="6091309" y="4446580"/>
            <a:ext cx="98384" cy="5815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DBB29E6-8F19-BDDF-DBE5-8F3103A20640}"/>
              </a:ext>
            </a:extLst>
          </p:cNvPr>
          <p:cNvGrpSpPr/>
          <p:nvPr/>
        </p:nvGrpSpPr>
        <p:grpSpPr>
          <a:xfrm rot="5400000">
            <a:off x="4873325" y="3510001"/>
            <a:ext cx="104194" cy="502630"/>
            <a:chOff x="5324822" y="4581060"/>
            <a:chExt cx="104194" cy="502630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68C0FB53-3C15-C0D1-A453-C7E1BA466473}"/>
                </a:ext>
              </a:extLst>
            </p:cNvPr>
            <p:cNvSpPr/>
            <p:nvPr/>
          </p:nvSpPr>
          <p:spPr>
            <a:xfrm>
              <a:off x="5330631" y="458106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E8B9E77-A051-4188-521A-CD0D9A528A12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C8A5F5-7A76-6440-D25C-B05D53BD6E31}"/>
              </a:ext>
            </a:extLst>
          </p:cNvPr>
          <p:cNvSpPr/>
          <p:nvPr/>
        </p:nvSpPr>
        <p:spPr>
          <a:xfrm flipV="1">
            <a:off x="4206386" y="4222064"/>
            <a:ext cx="98385" cy="7414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C042949-60E3-4C71-2DDE-D550C8C46E3B}"/>
              </a:ext>
            </a:extLst>
          </p:cNvPr>
          <p:cNvGrpSpPr/>
          <p:nvPr/>
        </p:nvGrpSpPr>
        <p:grpSpPr>
          <a:xfrm rot="5400000">
            <a:off x="7893396" y="3460838"/>
            <a:ext cx="98892" cy="1220108"/>
            <a:chOff x="4737834" y="4662002"/>
            <a:chExt cx="98892" cy="12201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1242D828-6E11-D740-CF39-212FE54917B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20442A8-7702-8F2B-EBA3-823E83D834AA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0C59053-3D02-588C-D959-8034CBC2D9F7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4C567E60-26FB-A3AC-89BD-7EB954AEE4A6}"/>
              </a:ext>
            </a:extLst>
          </p:cNvPr>
          <p:cNvGrpSpPr/>
          <p:nvPr/>
        </p:nvGrpSpPr>
        <p:grpSpPr>
          <a:xfrm rot="5400000">
            <a:off x="7888524" y="1658228"/>
            <a:ext cx="98892" cy="1220108"/>
            <a:chOff x="4737834" y="4662002"/>
            <a:chExt cx="98892" cy="122010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90CCAD35-E015-1252-D952-183682A5BE3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D71852CD-B04D-1ACF-CDBE-D3414367FDE3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D10CBC79-74BB-E36D-82D5-FDA2E3010753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A309777-D50A-DB90-7C0D-16B84141E4EE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B2EC1B3-53FF-F7EC-9B4D-FDA2EE0C9992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5958345-A29A-53D9-D95B-74110B46819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6657BDA-7024-8D36-0C5E-6B5065028B2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2B7609C-19F8-68C4-8080-A837DB42ADDF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4FCBE1C-0A32-B4D9-F3B0-E1F5237D2587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575E7123-65B3-D0C8-5E7E-4954175A84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03" y="1980895"/>
            <a:ext cx="1826709" cy="1826709"/>
          </a:xfrm>
          <a:prstGeom prst="rect">
            <a:avLst/>
          </a:prstGeom>
        </p:spPr>
      </p:pic>
      <p:pic>
        <p:nvPicPr>
          <p:cNvPr id="15" name="그림 1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D0A4B08F-C838-2EA0-BF9C-60B7802836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86" y="3987301"/>
            <a:ext cx="2086944" cy="208694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47D768F-5A07-C6DA-2B42-2B46A9B792F8}"/>
              </a:ext>
            </a:extLst>
          </p:cNvPr>
          <p:cNvSpPr/>
          <p:nvPr/>
        </p:nvSpPr>
        <p:spPr>
          <a:xfrm rot="16200000" flipV="1">
            <a:off x="6406096" y="4909232"/>
            <a:ext cx="98384" cy="5182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6216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4F4020-1C7B-6E80-7921-4A57D4D03F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A13E1B-A154-2496-FE17-7BFFB2CAE05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A13E1B-A154-2496-FE17-7BFFB2CAE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03E939BF-1B0B-5118-C4BD-907F8E074384}"/>
              </a:ext>
            </a:extLst>
          </p:cNvPr>
          <p:cNvSpPr/>
          <p:nvPr/>
        </p:nvSpPr>
        <p:spPr>
          <a:xfrm rot="10800000">
            <a:off x="8758568" y="2486024"/>
            <a:ext cx="102820" cy="15525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250A7ED-DBE3-B785-A629-223AAD84920F}"/>
              </a:ext>
            </a:extLst>
          </p:cNvPr>
          <p:cNvSpPr/>
          <p:nvPr/>
        </p:nvSpPr>
        <p:spPr>
          <a:xfrm>
            <a:off x="7471746" y="2667575"/>
            <a:ext cx="1025675" cy="103588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09725-90DF-1794-C138-03F362D5E1C2}"/>
              </a:ext>
            </a:extLst>
          </p:cNvPr>
          <p:cNvSpPr txBox="1"/>
          <p:nvPr/>
        </p:nvSpPr>
        <p:spPr>
          <a:xfrm>
            <a:off x="5856587" y="3715028"/>
            <a:ext cx="115427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C4B23A8-BCE3-6385-780B-9376393EF341}"/>
              </a:ext>
            </a:extLst>
          </p:cNvPr>
          <p:cNvSpPr/>
          <p:nvPr/>
        </p:nvSpPr>
        <p:spPr>
          <a:xfrm rot="16200000" flipV="1">
            <a:off x="6061149" y="4483884"/>
            <a:ext cx="98384" cy="5815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DBB29E6-8F19-BDDF-DBE5-8F3103A20640}"/>
              </a:ext>
            </a:extLst>
          </p:cNvPr>
          <p:cNvGrpSpPr/>
          <p:nvPr/>
        </p:nvGrpSpPr>
        <p:grpSpPr>
          <a:xfrm rot="5400000">
            <a:off x="4873325" y="3510001"/>
            <a:ext cx="104194" cy="502630"/>
            <a:chOff x="5324822" y="4581060"/>
            <a:chExt cx="104194" cy="502630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68C0FB53-3C15-C0D1-A453-C7E1BA466473}"/>
                </a:ext>
              </a:extLst>
            </p:cNvPr>
            <p:cNvSpPr/>
            <p:nvPr/>
          </p:nvSpPr>
          <p:spPr>
            <a:xfrm>
              <a:off x="5330631" y="458106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E8B9E77-A051-4188-521A-CD0D9A528A12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C8A5F5-7A76-6440-D25C-B05D53BD6E31}"/>
              </a:ext>
            </a:extLst>
          </p:cNvPr>
          <p:cNvSpPr/>
          <p:nvPr/>
        </p:nvSpPr>
        <p:spPr>
          <a:xfrm flipV="1">
            <a:off x="4206386" y="4222064"/>
            <a:ext cx="98385" cy="7414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C042949-60E3-4C71-2DDE-D550C8C46E3B}"/>
              </a:ext>
            </a:extLst>
          </p:cNvPr>
          <p:cNvGrpSpPr/>
          <p:nvPr/>
        </p:nvGrpSpPr>
        <p:grpSpPr>
          <a:xfrm rot="5400000">
            <a:off x="7893396" y="3460838"/>
            <a:ext cx="98892" cy="1220108"/>
            <a:chOff x="4737834" y="4662002"/>
            <a:chExt cx="98892" cy="12201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1242D828-6E11-D740-CF39-212FE54917B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20442A8-7702-8F2B-EBA3-823E83D834AA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0C59053-3D02-588C-D959-8034CBC2D9F7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4C567E60-26FB-A3AC-89BD-7EB954AEE4A6}"/>
              </a:ext>
            </a:extLst>
          </p:cNvPr>
          <p:cNvGrpSpPr/>
          <p:nvPr/>
        </p:nvGrpSpPr>
        <p:grpSpPr>
          <a:xfrm rot="5400000">
            <a:off x="7888524" y="1658228"/>
            <a:ext cx="98892" cy="1220108"/>
            <a:chOff x="4737834" y="4662002"/>
            <a:chExt cx="98892" cy="122010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90CCAD35-E015-1252-D952-183682A5BE3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D71852CD-B04D-1ACF-CDBE-D3414367FDE3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D10CBC79-74BB-E36D-82D5-FDA2E3010753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A309777-D50A-DB90-7C0D-16B84141E4EE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SET/</a:t>
            </a:r>
            <a:r>
              <a:rPr lang="ko-KR" altLang="en-US" b="1"/>
              <a:t>목공 라운드우물</a:t>
            </a:r>
            <a:endParaRPr lang="en-US" altLang="ko-KR" sz="2000" b="1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B2EC1B3-53FF-F7EC-9B4D-FDA2EE0C9992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5958345-A29A-53D9-D95B-74110B46819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6657BDA-7024-8D36-0C5E-6B5065028B2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2B7609C-19F8-68C4-8080-A837DB42ADDF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4FCBE1C-0A32-B4D9-F3B0-E1F5237D2587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575E7123-65B3-D0C8-5E7E-4954175A84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03" y="1980895"/>
            <a:ext cx="1826709" cy="1826709"/>
          </a:xfrm>
          <a:prstGeom prst="rect">
            <a:avLst/>
          </a:prstGeom>
        </p:spPr>
      </p:pic>
      <p:pic>
        <p:nvPicPr>
          <p:cNvPr id="15" name="그림 1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D0A4B08F-C838-2EA0-BF9C-60B7802836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86" y="3987301"/>
            <a:ext cx="2086944" cy="2086944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833B969-9554-31B5-28DD-8C35CB7E1F8F}"/>
              </a:ext>
            </a:extLst>
          </p:cNvPr>
          <p:cNvGrpSpPr/>
          <p:nvPr/>
        </p:nvGrpSpPr>
        <p:grpSpPr>
          <a:xfrm>
            <a:off x="6199023" y="2832621"/>
            <a:ext cx="778660" cy="620194"/>
            <a:chOff x="368880" y="332433"/>
            <a:chExt cx="778660" cy="6201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83142B-B33B-28B2-C24E-392A17247C95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3C563A40-7D07-4418-2303-574701423E88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C6F46BFC-86C0-0F25-780F-51A308B70E5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9BBC45F8-68C2-9F2E-722A-354D8DC87354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7D807F-EAF2-7D4B-8A59-BF7D5E20BEAC}"/>
              </a:ext>
            </a:extLst>
          </p:cNvPr>
          <p:cNvSpPr/>
          <p:nvPr/>
        </p:nvSpPr>
        <p:spPr>
          <a:xfrm rot="16200000" flipV="1">
            <a:off x="6406096" y="4909232"/>
            <a:ext cx="98384" cy="5182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8958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F025-A91C-03E8-C44B-4947E3C4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3E7FAD-433D-DF62-36A8-7F9986E3E8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930DEF7E-9160-F459-086E-64BC9C55A4A8}"/>
              </a:ext>
            </a:extLst>
          </p:cNvPr>
          <p:cNvSpPr/>
          <p:nvPr/>
        </p:nvSpPr>
        <p:spPr>
          <a:xfrm>
            <a:off x="7699960" y="291485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A9B892-846B-4B61-BC98-785BF8234507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F4286F3-4286-7A58-5EAC-167747F52EE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8270F55-4132-39E6-7911-0BF39C84F28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45BDEB0-44B6-A588-CE0B-A4A1DDD92FE2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C5E66A-B93B-26B8-611C-EDA9DC640E04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FD8D6FD-1E87-6E69-0C5C-2F29322679F7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43ABADA-346F-B567-6A75-92D28F85449B}"/>
              </a:ext>
            </a:extLst>
          </p:cNvPr>
          <p:cNvSpPr/>
          <p:nvPr/>
        </p:nvSpPr>
        <p:spPr>
          <a:xfrm>
            <a:off x="7524744" y="2718465"/>
            <a:ext cx="907746" cy="952009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3985D3-39D6-F673-89BA-B0F33F47E6BF}"/>
              </a:ext>
            </a:extLst>
          </p:cNvPr>
          <p:cNvSpPr txBox="1"/>
          <p:nvPr/>
        </p:nvSpPr>
        <p:spPr>
          <a:xfrm>
            <a:off x="9309100" y="290992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1</a:t>
            </a:r>
            <a:r>
              <a:rPr lang="ko-KR" altLang="en-US" sz="1000" b="1">
                <a:highlight>
                  <a:srgbClr val="FFFF00"/>
                </a:highlight>
              </a:rPr>
              <a:t>줄 추가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4628F998-F11B-2676-8469-310B52EFA6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304964" y="4384926"/>
            <a:ext cx="2233508" cy="155207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64CB0EC-29F2-26C8-A0F0-20F12C22DFD7}"/>
              </a:ext>
            </a:extLst>
          </p:cNvPr>
          <p:cNvSpPr/>
          <p:nvPr/>
        </p:nvSpPr>
        <p:spPr>
          <a:xfrm rot="16200000" flipV="1">
            <a:off x="6406096" y="4909232"/>
            <a:ext cx="98384" cy="5182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502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F025-A91C-03E8-C44B-4947E3C4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3E7FAD-433D-DF62-36A8-7F9986E3E8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930DEF7E-9160-F459-086E-64BC9C55A4A8}"/>
              </a:ext>
            </a:extLst>
          </p:cNvPr>
          <p:cNvSpPr/>
          <p:nvPr/>
        </p:nvSpPr>
        <p:spPr>
          <a:xfrm>
            <a:off x="7699960" y="291485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A9B892-846B-4B61-BC98-785BF8234507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F4286F3-4286-7A58-5EAC-167747F52EE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8270F55-4132-39E6-7911-0BF39C84F28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45BDEB0-44B6-A588-CE0B-A4A1DDD92FE2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C5E66A-B93B-26B8-611C-EDA9DC640E04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FD8D6FD-1E87-6E69-0C5C-2F29322679F7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 </a:t>
            </a:r>
            <a:r>
              <a:rPr lang="en-US" altLang="ko-KR" sz="2000" b="1"/>
              <a:t>1</a:t>
            </a:r>
            <a:r>
              <a:rPr lang="ko-KR" altLang="en-US" sz="2000" b="1" err="1"/>
              <a:t>줄추가</a:t>
            </a:r>
            <a:endParaRPr lang="en-US" altLang="ko-KR" sz="2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3985D3-39D6-F673-89BA-B0F33F47E6BF}"/>
              </a:ext>
            </a:extLst>
          </p:cNvPr>
          <p:cNvSpPr txBox="1"/>
          <p:nvPr/>
        </p:nvSpPr>
        <p:spPr>
          <a:xfrm>
            <a:off x="9309100" y="290992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en-US" altLang="ko-KR" sz="1000" b="1" dirty="0">
                <a:highlight>
                  <a:srgbClr val="FFFF00"/>
                </a:highlight>
              </a:rPr>
              <a:t>:only</a:t>
            </a: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en-US" altLang="ko-KR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혹여 </a:t>
            </a:r>
            <a:r>
              <a:rPr lang="ko-KR" altLang="en-US" sz="10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우물도배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</a:rPr>
              <a:t> 필요시 비용 추가됨</a:t>
            </a:r>
            <a:endParaRPr lang="en-US" altLang="ko-KR" sz="1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7E9D6C7-4E89-C3DF-39C9-29E46F0E13F3}"/>
              </a:ext>
            </a:extLst>
          </p:cNvPr>
          <p:cNvGrpSpPr/>
          <p:nvPr/>
        </p:nvGrpSpPr>
        <p:grpSpPr>
          <a:xfrm>
            <a:off x="6199023" y="2832621"/>
            <a:ext cx="778660" cy="620194"/>
            <a:chOff x="368880" y="332433"/>
            <a:chExt cx="778660" cy="62019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996C3C3-684F-4357-8B70-D93848D87A6F}"/>
                </a:ext>
              </a:extLst>
            </p:cNvPr>
            <p:cNvSpPr txBox="1"/>
            <p:nvPr/>
          </p:nvSpPr>
          <p:spPr>
            <a:xfrm>
              <a:off x="376102" y="534173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C19EB2F-4432-AD18-7B15-08A83618D9F7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5EF83FE-D6BA-C2AE-0946-CB2693DF65D4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AA5B90A4-B262-7912-09A8-A473C07E1BE7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2870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47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cs2</cp:lastModifiedBy>
  <cp:revision>2</cp:revision>
  <dcterms:created xsi:type="dcterms:W3CDTF">2025-11-25T01:44:59Z</dcterms:created>
  <dcterms:modified xsi:type="dcterms:W3CDTF">2026-06-29T06:13:10Z</dcterms:modified>
</cp:coreProperties>
</file>