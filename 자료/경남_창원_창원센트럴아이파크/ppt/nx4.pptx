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507" r:id="rId10"/>
    <p:sldId id="530" r:id="rId11"/>
    <p:sldId id="529" r:id="rId12"/>
    <p:sldId id="508" r:id="rId13"/>
    <p:sldId id="528" r:id="rId14"/>
    <p:sldId id="527" r:id="rId15"/>
    <p:sldId id="539" r:id="rId16"/>
    <p:sldId id="540" r:id="rId17"/>
    <p:sldId id="509" r:id="rId18"/>
    <p:sldId id="526" r:id="rId19"/>
    <p:sldId id="525" r:id="rId20"/>
    <p:sldId id="510" r:id="rId21"/>
    <p:sldId id="524" r:id="rId22"/>
    <p:sldId id="523" r:id="rId23"/>
    <p:sldId id="533" r:id="rId24"/>
    <p:sldId id="512" r:id="rId25"/>
    <p:sldId id="522" r:id="rId26"/>
    <p:sldId id="521" r:id="rId27"/>
    <p:sldId id="468" r:id="rId28"/>
    <p:sldId id="513" r:id="rId29"/>
    <p:sldId id="520" r:id="rId30"/>
    <p:sldId id="519" r:id="rId31"/>
    <p:sldId id="534" r:id="rId32"/>
    <p:sldId id="535" r:id="rId33"/>
    <p:sldId id="537" r:id="rId34"/>
    <p:sldId id="514" r:id="rId35"/>
    <p:sldId id="516" r:id="rId36"/>
    <p:sldId id="515" r:id="rId37"/>
    <p:sldId id="538" r:id="rId38"/>
    <p:sldId id="511" r:id="rId39"/>
    <p:sldId id="518" r:id="rId40"/>
    <p:sldId id="517" r:id="rId41"/>
    <p:sldId id="536" r:id="rId4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59A" id="{A3259CD9-25EC-4707-A95F-9CB8F96F8CA6}">
          <p14:sldIdLst>
            <p14:sldId id="507"/>
            <p14:sldId id="530"/>
            <p14:sldId id="529"/>
          </p14:sldIdLst>
        </p14:section>
        <p14:section name="59B" id="{E867AA9A-0AA3-4813-B0E2-261E3574F654}">
          <p14:sldIdLst>
            <p14:sldId id="508"/>
            <p14:sldId id="528"/>
            <p14:sldId id="527"/>
            <p14:sldId id="539"/>
            <p14:sldId id="540"/>
          </p14:sldIdLst>
        </p14:section>
        <p14:section name="59C" id="{CF9D1F96-8B6D-484F-B53A-BC479794AE06}">
          <p14:sldIdLst>
            <p14:sldId id="509"/>
            <p14:sldId id="526"/>
            <p14:sldId id="525"/>
          </p14:sldIdLst>
        </p14:section>
        <p14:section name="72A" id="{13AD0485-1CFC-4C33-9908-D920618396B1}">
          <p14:sldIdLst>
            <p14:sldId id="510"/>
            <p14:sldId id="524"/>
            <p14:sldId id="523"/>
            <p14:sldId id="533"/>
          </p14:sldIdLst>
        </p14:section>
        <p14:section name="72B" id="{D61EE931-F73A-49C3-AB6A-3B692DFC8471}">
          <p14:sldIdLst>
            <p14:sldId id="512"/>
            <p14:sldId id="522"/>
            <p14:sldId id="521"/>
            <p14:sldId id="468"/>
          </p14:sldIdLst>
        </p14:section>
        <p14:section name="84A" id="{80B3D87A-FF3C-4D1C-BE4A-919388E02593}">
          <p14:sldIdLst>
            <p14:sldId id="513"/>
            <p14:sldId id="520"/>
            <p14:sldId id="519"/>
            <p14:sldId id="534"/>
            <p14:sldId id="535"/>
            <p14:sldId id="537"/>
          </p14:sldIdLst>
        </p14:section>
        <p14:section name="84B" id="{08F0207C-51B5-43DD-BA25-7A5255D2E20C}">
          <p14:sldIdLst>
            <p14:sldId id="514"/>
            <p14:sldId id="516"/>
            <p14:sldId id="515"/>
            <p14:sldId id="538"/>
          </p14:sldIdLst>
        </p14:section>
        <p14:section name="103" id="{F185BA76-5CA8-41E5-85F5-D81E66FA67D9}">
          <p14:sldIdLst>
            <p14:sldId id="511"/>
            <p14:sldId id="518"/>
            <p14:sldId id="517"/>
            <p14:sldId id="5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위서현" userId="b2c7588e-daca-4ee1-8815-1178a8d7188e" providerId="ADAL" clId="{CD28CAFD-98A2-430C-92F2-8DF3B74E70DF}"/>
    <pc:docChg chg="undo custSel modSld">
      <pc:chgData name="위서현" userId="b2c7588e-daca-4ee1-8815-1178a8d7188e" providerId="ADAL" clId="{CD28CAFD-98A2-430C-92F2-8DF3B74E70DF}" dt="2026-09-28T03:08:48.907" v="117" actId="1076"/>
      <pc:docMkLst>
        <pc:docMk/>
      </pc:docMkLst>
      <pc:sldChg chg="modSp mod">
        <pc:chgData name="위서현" userId="b2c7588e-daca-4ee1-8815-1178a8d7188e" providerId="ADAL" clId="{CD28CAFD-98A2-430C-92F2-8DF3B74E70DF}" dt="2026-09-28T03:08:48.907" v="117" actId="1076"/>
        <pc:sldMkLst>
          <pc:docMk/>
          <pc:sldMk cId="2771701611" sldId="514"/>
        </pc:sldMkLst>
        <pc:spChg chg="mod">
          <ac:chgData name="위서현" userId="b2c7588e-daca-4ee1-8815-1178a8d7188e" providerId="ADAL" clId="{CD28CAFD-98A2-430C-92F2-8DF3B74E70DF}" dt="2026-09-28T03:08:48.907" v="117" actId="1076"/>
          <ac:spMkLst>
            <pc:docMk/>
            <pc:sldMk cId="2771701611" sldId="514"/>
            <ac:spMk id="4" creationId="{D97055AE-0FC7-D302-9B4B-3CE715919848}"/>
          </ac:spMkLst>
        </pc:spChg>
      </pc:sldChg>
      <pc:sldChg chg="addSp delSp modSp mod">
        <pc:chgData name="위서현" userId="b2c7588e-daca-4ee1-8815-1178a8d7188e" providerId="ADAL" clId="{CD28CAFD-98A2-430C-92F2-8DF3B74E70DF}" dt="2026-09-10T02:19:31.468" v="116" actId="1076"/>
        <pc:sldMkLst>
          <pc:docMk/>
          <pc:sldMk cId="2336355263" sldId="541"/>
        </pc:sldMkLst>
        <pc:spChg chg="add mod">
          <ac:chgData name="위서현" userId="b2c7588e-daca-4ee1-8815-1178a8d7188e" providerId="ADAL" clId="{CD28CAFD-98A2-430C-92F2-8DF3B74E70DF}" dt="2026-09-10T02:19:30.267" v="115" actId="1076"/>
          <ac:spMkLst>
            <pc:docMk/>
            <pc:sldMk cId="2336355263" sldId="541"/>
            <ac:spMk id="6" creationId="{2AB07094-23D6-9BE1-6EB0-1815E1C53E61}"/>
          </ac:spMkLst>
        </pc:spChg>
        <pc:spChg chg="add mod">
          <ac:chgData name="위서현" userId="b2c7588e-daca-4ee1-8815-1178a8d7188e" providerId="ADAL" clId="{CD28CAFD-98A2-430C-92F2-8DF3B74E70DF}" dt="2026-09-10T02:19:27.301" v="114" actId="1076"/>
          <ac:spMkLst>
            <pc:docMk/>
            <pc:sldMk cId="2336355263" sldId="541"/>
            <ac:spMk id="8" creationId="{E9623B90-9C2E-7624-8696-61E20D2300C8}"/>
          </ac:spMkLst>
        </pc:spChg>
        <pc:picChg chg="add del mod modCrop">
          <ac:chgData name="위서현" userId="b2c7588e-daca-4ee1-8815-1178a8d7188e" providerId="ADAL" clId="{CD28CAFD-98A2-430C-92F2-8DF3B74E70DF}" dt="2026-09-10T02:19:31.468" v="116" actId="1076"/>
          <ac:picMkLst>
            <pc:docMk/>
            <pc:sldMk cId="2336355263" sldId="541"/>
            <ac:picMk id="3" creationId="{E9C9378D-1DBD-A35D-0E9C-DBF96F6F8F5D}"/>
          </ac:picMkLst>
        </pc:picChg>
        <pc:picChg chg="add mod">
          <ac:chgData name="위서현" userId="b2c7588e-daca-4ee1-8815-1178a8d7188e" providerId="ADAL" clId="{CD28CAFD-98A2-430C-92F2-8DF3B74E70DF}" dt="2026-09-10T02:19:16.167" v="111" actId="1076"/>
          <ac:picMkLst>
            <pc:docMk/>
            <pc:sldMk cId="2336355263" sldId="541"/>
            <ac:picMk id="4" creationId="{9E81C5FF-1608-0AB7-BE89-C4FE914E26A1}"/>
          </ac:picMkLst>
        </pc:picChg>
        <pc:picChg chg="add mod">
          <ac:chgData name="위서현" userId="b2c7588e-daca-4ee1-8815-1178a8d7188e" providerId="ADAL" clId="{CD28CAFD-98A2-430C-92F2-8DF3B74E70DF}" dt="2026-09-10T02:19:23.735" v="113" actId="1076"/>
          <ac:picMkLst>
            <pc:docMk/>
            <pc:sldMk cId="2336355263" sldId="541"/>
            <ac:picMk id="13" creationId="{C06790F8-4260-41F2-8CA2-01225CD87ACC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DAA1E9-0292-44FD-B831-7ED191A772DA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7B562-C413-44D3-A068-29E6B16466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411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101796-8BE8-0C62-4BA6-DEBC45219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EA0FEC-5B84-842C-F2B9-A1A23354F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949044-0E51-3814-C4D5-7A97296E7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8FBF-EAB9-446F-BB95-4C3B8B64A470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911D1C-9BC0-40FE-F35F-2CECFA0BC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B6C262-32BC-D61A-F694-7B6B8AC5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765-2B32-4A68-95FB-33E8203F83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10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2B2611-7FA9-D49A-5D14-3623F09ED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CE2948-55B3-E307-9A2F-208C07A4D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C36BBB-355A-7D53-156F-EFC0FC6A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8FBF-EAB9-446F-BB95-4C3B8B64A470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45E85A-AB31-9217-7B7B-31EDEDA18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F4A46B-740E-F805-38E7-30C4F5408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765-2B32-4A68-95FB-33E8203F83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68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0A9C1E-C288-F4C8-B7D9-C96ADAAB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A16EF8-F25E-7797-165B-409825C12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1311F0-17DC-6668-ECE8-AC2E08E10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8FBF-EAB9-446F-BB95-4C3B8B64A470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5AA5A6-3DF8-F6C7-55CC-133E8E65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79C8AC-26B0-42E3-9E4E-D47DAF1CF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765-2B32-4A68-95FB-33E8203F83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17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E9E01-1A44-6792-A251-5E1225D7D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CE4320-10CF-BA56-7B43-6F146B4E9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EAC06B-DD85-1CB7-B69C-B20C46DCB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DBCF23-A741-B666-13E2-5C4E6CD80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8FBF-EAB9-446F-BB95-4C3B8B64A470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A68EDD-CFF3-3839-A178-3673AC8FA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4B04A0-A7C1-57B8-B92E-49DFCE3A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765-2B32-4A68-95FB-33E8203F83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322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3A27B9-68F3-D81A-8DFE-3C921E43F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234E82-66F5-4FB6-A693-FD8E807A8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9D6767-5C26-BBA5-A580-3B58F4E8D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706699-5D6B-5814-857A-67003AC29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7C0446-130C-63E6-ECB5-5026B6F7AC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D27A83-5FEF-637D-5A7A-8EA6247FC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8FBF-EAB9-446F-BB95-4C3B8B64A470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6F8AB1-2F82-DAD0-74B8-4BD758AB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E45A10-91C3-2AA4-A3DC-1C8B2FFD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765-2B32-4A68-95FB-33E8203F83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871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7B387F-54AF-17C0-5594-B2F0015AF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54B733-5C88-D6CE-AC07-6FE32DE28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8FBF-EAB9-446F-BB95-4C3B8B64A470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F02119-F6FE-E251-C814-BF019E75D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0893AC-8C60-550B-8672-D4F468F5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765-2B32-4A68-95FB-33E8203F83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63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443ABB-131C-72AB-FB95-6A21B5F2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8FBF-EAB9-446F-BB95-4C3B8B64A470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947CB8-4665-9AF4-1A4C-D7B3B44A8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F33279-066A-099E-DDB9-BFC34706C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765-2B32-4A68-95FB-33E8203F83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47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646F2A-6C10-95FB-B84F-511CFF4FC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2E9AD9-D002-51FB-093F-92A34643F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343B5A-57FE-0BEE-AE2E-4A338AB7E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973C15-C5EB-B24D-C8BE-672EBD326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8FBF-EAB9-446F-BB95-4C3B8B64A470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1D3726-58DB-020F-3FDC-DE491106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CE36AA-20E4-2590-F6B7-3FEE0F4E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765-2B32-4A68-95FB-33E8203F83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437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F2DBD-2C16-24C9-B3C4-55EF5935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67CE7DE-1E5D-D400-AFFA-F4D9B1A76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A0E23F-D0BB-9FE2-1B7F-90AC29695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C8978F-2019-9580-604F-AFB918AC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8FBF-EAB9-446F-BB95-4C3B8B64A470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85F1F5-19B5-9512-3686-14EFD7F3D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CE6A43-78F8-7BEF-8129-D9697657A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765-2B32-4A68-95FB-33E8203F83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838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4C495-9442-0758-A9E5-2B3AC80B6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BB5E7E-46EA-9387-F9CD-410CAB0E6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50B97A-0C18-4B71-D580-61C632CF4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8FBF-EAB9-446F-BB95-4C3B8B64A470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62FF7E-4F43-AD64-E384-C22A9C36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A4B55E-7EF8-B535-F19B-F8E8390B4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765-2B32-4A68-95FB-33E8203F83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93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506FD29-4C3F-BCAE-CF7D-7C5FB3D7E6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4CC471-D019-EE9C-67A3-C97EBC5A3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475EF5-7903-4643-54A6-51B1DE4D2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8FBF-EAB9-446F-BB95-4C3B8B64A470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426199-4B63-02B3-A7DC-749978C2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00346B-8894-6E9B-7F32-A331840C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43765-2B32-4A68-95FB-33E8203F83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7000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C2A7E9-38BA-81C8-256E-D40A4CBB9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118F19-11BD-2081-2444-B8577A1A3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0E5185-95AD-ED83-A578-D5FCD4DBA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918FBF-EAB9-446F-BB95-4C3B8B64A470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748F0B-2404-A30B-0244-AAC0A34DD1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F3BB1E-5017-0FB9-42DD-27CAB51CA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43765-2B32-4A68-95FB-33E8203F83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2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microsoft.com/office/2007/relationships/hdphoto" Target="../media/hdphoto1.wdp"/><Relationship Id="rId4" Type="http://schemas.openxmlformats.org/officeDocument/2006/relationships/image" Target="../media/image180.png"/><Relationship Id="rId5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microsoft.com/office/2007/relationships/hdphoto" Target="../media/hdphoto1.wdp"/><Relationship Id="rId4" Type="http://schemas.openxmlformats.org/officeDocument/2006/relationships/image" Target="../media/image180.png"/><Relationship Id="rId5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microsoft.com/office/2007/relationships/hdphoto" Target="../media/hdphoto1.wdp"/><Relationship Id="rId4" Type="http://schemas.openxmlformats.org/officeDocument/2006/relationships/image" Target="../media/image180.png"/><Relationship Id="rId5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microsoft.com/office/2007/relationships/hdphoto" Target="../media/hdphoto2.wdp"/><Relationship Id="rId4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microsoft.com/office/2007/relationships/hdphoto" Target="../media/hdphoto2.wdp"/><Relationship Id="rId4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microsoft.com/office/2007/relationships/hdphoto" Target="../media/hdphoto2.wdp"/><Relationship Id="rId4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microsoft.com/office/2007/relationships/hdphoto" Target="../media/hdphoto2.wdp"/><Relationship Id="rId4" Type="http://schemas.openxmlformats.org/officeDocument/2006/relationships/image" Target="../media/image21.png"/><Relationship Id="rId5" Type="http://schemas.openxmlformats.org/officeDocument/2006/relationships/image" Target="../media/image21.jpeg"/><Relationship Id="rId6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microsoft.com/office/2007/relationships/hdphoto" Target="../media/hdphoto2.wdp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3.wdp"/><Relationship Id="rId4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3.wdp"/><Relationship Id="rId4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3.wdp"/><Relationship Id="rId4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4.wdp"/><Relationship Id="rId4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4.wdp"/><Relationship Id="rId4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4.wdp"/><Relationship Id="rId4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microsoft.com/office/2007/relationships/hdphoto" Target="../media/hdphoto4.wdp"/><Relationship Id="rId4" Type="http://schemas.openxmlformats.org/officeDocument/2006/relationships/image" Target="../media/image28.png"/><Relationship Id="rId5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microsoft.com/office/2007/relationships/hdphoto" Target="../media/hdphoto5.wdp"/><Relationship Id="rId4" Type="http://schemas.openxmlformats.org/officeDocument/2006/relationships/image" Target="../media/image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microsoft.com/office/2007/relationships/hdphoto" Target="../media/hdphoto5.wdp"/><Relationship Id="rId4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microsoft.com/office/2007/relationships/hdphoto" Target="../media/hdphoto5.wdp"/><Relationship Id="rId4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microsoft.com/office/2007/relationships/hdphoto" Target="../media/hdphoto5.wdp"/><Relationship Id="rId4" Type="http://schemas.openxmlformats.org/officeDocument/2006/relationships/image" Target="../media/image30.png"/><Relationship Id="rId5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6.wdp"/><Relationship Id="rId4" Type="http://schemas.openxmlformats.org/officeDocument/2006/relationships/image" Target="../media/image3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6.wdp"/><Relationship Id="rId4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hdphoto" Target="../media/hdphoto6.wdp"/><Relationship Id="rId4" Type="http://schemas.openxmlformats.org/officeDocument/2006/relationships/image" Target="../media/image3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9.png"/><Relationship Id="rId4" Type="http://schemas.microsoft.com/office/2007/relationships/hdphoto" Target="../media/hdphoto6.wdp"/><Relationship Id="rId5" Type="http://schemas.openxmlformats.org/officeDocument/2006/relationships/image" Target="../media/image32.png"/><Relationship Id="rId6" Type="http://schemas.openxmlformats.org/officeDocument/2006/relationships/image" Target="../media/image22.png"/><Relationship Id="rId7" Type="http://schemas.openxmlformats.org/officeDocument/2006/relationships/image" Target="../media/image30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9.png"/><Relationship Id="rId4" Type="http://schemas.microsoft.com/office/2007/relationships/hdphoto" Target="../media/hdphoto6.wdp"/><Relationship Id="rId5" Type="http://schemas.openxmlformats.org/officeDocument/2006/relationships/image" Target="../media/image32.png"/><Relationship Id="rId6" Type="http://schemas.openxmlformats.org/officeDocument/2006/relationships/image" Target="../media/image2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9.png"/><Relationship Id="rId4" Type="http://schemas.microsoft.com/office/2007/relationships/hdphoto" Target="../media/hdphoto6.wdp"/><Relationship Id="rId5" Type="http://schemas.openxmlformats.org/officeDocument/2006/relationships/image" Target="../media/image32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hdphoto" Target="../media/hdphoto7.wdp"/><Relationship Id="rId4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hdphoto" Target="../media/hdphoto7.wdp"/><Relationship Id="rId4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hdphoto" Target="../media/hdphoto7.wdp"/><Relationship Id="rId4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microsoft.com/office/2007/relationships/hdphoto" Target="../media/hdphoto7.wdp"/><Relationship Id="rId4" Type="http://schemas.openxmlformats.org/officeDocument/2006/relationships/image" Target="../media/image35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34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microsoft.com/office/2007/relationships/hdphoto" Target="../media/hdphoto8.wdp"/><Relationship Id="rId4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microsoft.com/office/2007/relationships/hdphoto" Target="../media/hdphoto8.wdp"/><Relationship Id="rId4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microsoft.com/office/2007/relationships/hdphoto" Target="../media/hdphoto8.wdp"/><Relationship Id="rId4" Type="http://schemas.openxmlformats.org/officeDocument/2006/relationships/image" Target="../media/image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microsoft.com/office/2007/relationships/hdphoto" Target="../media/hdphoto8.wdp"/><Relationship Id="rId4" Type="http://schemas.openxmlformats.org/officeDocument/2006/relationships/image" Target="../media/image38.png"/><Relationship Id="rId5" Type="http://schemas.openxmlformats.org/officeDocument/2006/relationships/image" Target="../media/image21.jpeg"/><Relationship Id="rId6" Type="http://schemas.openxmlformats.org/officeDocument/2006/relationships/image" Target="../media/image22.png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B4531-55B4-B04F-C730-D99652636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AA81DC-3018-0944-EC89-55B38C1401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74241" y="985448"/>
            <a:ext cx="8545118" cy="55729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75B3FF-FD55-D489-C2C8-2D16D7249B8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75B3FF-FD55-D489-C2C8-2D16D7249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0590459-2D5A-24AC-5626-C9D0A4DE7663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BD4C45-2689-F8BC-5218-1C74B5FAED4B}"/>
              </a:ext>
            </a:extLst>
          </p:cNvPr>
          <p:cNvSpPr/>
          <p:nvPr/>
        </p:nvSpPr>
        <p:spPr>
          <a:xfrm rot="5400000">
            <a:off x="6576663" y="4954382"/>
            <a:ext cx="102820" cy="19662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ED01EDF-BE08-C52B-F700-6632BD1C1195}"/>
              </a:ext>
            </a:extLst>
          </p:cNvPr>
          <p:cNvSpPr/>
          <p:nvPr/>
        </p:nvSpPr>
        <p:spPr>
          <a:xfrm>
            <a:off x="5993103" y="4561308"/>
            <a:ext cx="1183521" cy="119530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47ABD2A-FF95-A0A5-68D4-787F133C608F}"/>
              </a:ext>
            </a:extLst>
          </p:cNvPr>
          <p:cNvSpPr/>
          <p:nvPr/>
        </p:nvSpPr>
        <p:spPr>
          <a:xfrm>
            <a:off x="6144417" y="4703076"/>
            <a:ext cx="867402" cy="90969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6BFE6-0E5F-1EE8-102A-5D70CF073597}"/>
              </a:ext>
            </a:extLst>
          </p:cNvPr>
          <p:cNvSpPr txBox="1"/>
          <p:nvPr/>
        </p:nvSpPr>
        <p:spPr>
          <a:xfrm>
            <a:off x="5617670" y="3882361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4992D9-4EC6-FD20-4567-0A84427A87E0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893C96F-5ADF-2D50-5073-AA6A54A80D12}"/>
              </a:ext>
            </a:extLst>
          </p:cNvPr>
          <p:cNvSpPr/>
          <p:nvPr/>
        </p:nvSpPr>
        <p:spPr>
          <a:xfrm flipV="1">
            <a:off x="2325362" y="3424237"/>
            <a:ext cx="98384" cy="7487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395556E-B736-CFD0-8016-398A53A073FA}"/>
              </a:ext>
            </a:extLst>
          </p:cNvPr>
          <p:cNvGrpSpPr/>
          <p:nvPr/>
        </p:nvGrpSpPr>
        <p:grpSpPr>
          <a:xfrm rot="5400000">
            <a:off x="4378683" y="3846840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245A331-86A1-E825-91EA-5BAE7ECBDEC8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01E7F83-5394-1B8E-79F3-EE80F398B41C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C2C524A-F7A6-D27F-6408-40364BA97819}"/>
              </a:ext>
            </a:extLst>
          </p:cNvPr>
          <p:cNvSpPr/>
          <p:nvPr/>
        </p:nvSpPr>
        <p:spPr>
          <a:xfrm flipV="1">
            <a:off x="3893690" y="2877094"/>
            <a:ext cx="98385" cy="6995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03DB48-7EEE-ED50-7B58-147E034F12BC}"/>
              </a:ext>
            </a:extLst>
          </p:cNvPr>
          <p:cNvSpPr txBox="1"/>
          <p:nvPr/>
        </p:nvSpPr>
        <p:spPr>
          <a:xfrm>
            <a:off x="6626517" y="645520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D2F7FBC-54E4-1272-1CA9-4B7CC1600D6E}"/>
              </a:ext>
            </a:extLst>
          </p:cNvPr>
          <p:cNvCxnSpPr>
            <a:cxnSpLocks/>
          </p:cNvCxnSpPr>
          <p:nvPr/>
        </p:nvCxnSpPr>
        <p:spPr>
          <a:xfrm flipH="1" flipV="1">
            <a:off x="6785186" y="5754542"/>
            <a:ext cx="10892" cy="735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C4A99B7B-69B1-6F6D-D723-57C3DD9B8FA4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4CA74D1-399E-D6DF-5605-F1354A90A79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393EDDB-FFA3-2069-0B06-10B84C554FD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F613DFF1-3878-F866-A13D-55458670C74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E7EE2395-DB04-B82B-F608-49C978D77F4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64AD27E0-6E1B-A888-5D5D-BBDCB5B72B3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0121705-E01C-2B94-AFAF-9300EBCC36DC}"/>
              </a:ext>
            </a:extLst>
          </p:cNvPr>
          <p:cNvGrpSpPr/>
          <p:nvPr/>
        </p:nvGrpSpPr>
        <p:grpSpPr>
          <a:xfrm>
            <a:off x="5497810" y="4388563"/>
            <a:ext cx="100923" cy="1378860"/>
            <a:chOff x="4735802" y="4541350"/>
            <a:chExt cx="100923" cy="1378860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242F144-A858-11DE-3148-5DAF89DE40BD}"/>
                </a:ext>
              </a:extLst>
            </p:cNvPr>
            <p:cNvSpPr/>
            <p:nvPr/>
          </p:nvSpPr>
          <p:spPr>
            <a:xfrm>
              <a:off x="4737834" y="45413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F082A92-220A-46EE-AA40-3C1A0AA8090C}"/>
                </a:ext>
              </a:extLst>
            </p:cNvPr>
            <p:cNvSpPr/>
            <p:nvPr/>
          </p:nvSpPr>
          <p:spPr>
            <a:xfrm>
              <a:off x="4735802" y="51824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EE6BE12-C7F2-92CC-5AA7-64CF8351B07D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70FD612-F43B-36AC-AB65-F48ECCC676ED}"/>
              </a:ext>
            </a:extLst>
          </p:cNvPr>
          <p:cNvSpPr/>
          <p:nvPr/>
        </p:nvSpPr>
        <p:spPr>
          <a:xfrm flipV="1">
            <a:off x="7852409" y="2843761"/>
            <a:ext cx="98384" cy="73994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42379BB-2E37-D4F4-59F4-7B17E2CA28F7}"/>
              </a:ext>
            </a:extLst>
          </p:cNvPr>
          <p:cNvGrpSpPr/>
          <p:nvPr/>
        </p:nvGrpSpPr>
        <p:grpSpPr>
          <a:xfrm>
            <a:off x="7648745" y="4399813"/>
            <a:ext cx="100923" cy="1378860"/>
            <a:chOff x="4735802" y="4541350"/>
            <a:chExt cx="100923" cy="1378860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C6716672-A43B-1FA1-BFE5-48B445151134}"/>
                </a:ext>
              </a:extLst>
            </p:cNvPr>
            <p:cNvSpPr/>
            <p:nvPr/>
          </p:nvSpPr>
          <p:spPr>
            <a:xfrm>
              <a:off x="4737834" y="45413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8AE38301-7924-30CF-383F-DD9BBB61477E}"/>
                </a:ext>
              </a:extLst>
            </p:cNvPr>
            <p:cNvSpPr/>
            <p:nvPr/>
          </p:nvSpPr>
          <p:spPr>
            <a:xfrm>
              <a:off x="4735802" y="51824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CB034E4-77FA-A414-FD43-8BCD40E61087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122B9324-EA30-7B0A-0693-8EC096675D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697" y="4316458"/>
            <a:ext cx="471563" cy="24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42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40EE7-6574-69E6-31D2-E96F504F9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98C722-E19B-D275-2344-2DED133F3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74241" y="985448"/>
            <a:ext cx="8545118" cy="55729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C999FD-0E1F-68B5-221F-A7DE2AFF5E3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C999FD-0E1F-68B5-221F-A7DE2AFF5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0173F1E-8314-10E5-678E-680CB7C2F9BB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52E0AB-B3A5-8AB3-F470-B5790F60AEB9}"/>
              </a:ext>
            </a:extLst>
          </p:cNvPr>
          <p:cNvSpPr/>
          <p:nvPr/>
        </p:nvSpPr>
        <p:spPr>
          <a:xfrm>
            <a:off x="7873083" y="5124877"/>
            <a:ext cx="921667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85EE5-D530-3D45-C10F-D72DDCE8C6FE}"/>
              </a:ext>
            </a:extLst>
          </p:cNvPr>
          <p:cNvSpPr txBox="1"/>
          <p:nvPr/>
        </p:nvSpPr>
        <p:spPr>
          <a:xfrm>
            <a:off x="8186699" y="384917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220C66-46CF-16C9-3991-C0FDAA1A72E9}"/>
              </a:ext>
            </a:extLst>
          </p:cNvPr>
          <p:cNvSpPr/>
          <p:nvPr/>
        </p:nvSpPr>
        <p:spPr>
          <a:xfrm rot="5400000">
            <a:off x="6576663" y="4954382"/>
            <a:ext cx="102820" cy="19662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BBC8AD3-00F7-5661-6694-8090893B9160}"/>
              </a:ext>
            </a:extLst>
          </p:cNvPr>
          <p:cNvSpPr/>
          <p:nvPr/>
        </p:nvSpPr>
        <p:spPr>
          <a:xfrm>
            <a:off x="5993103" y="4561308"/>
            <a:ext cx="1183521" cy="119530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E44F97B-CA49-2253-7C07-83FFD36B127E}"/>
              </a:ext>
            </a:extLst>
          </p:cNvPr>
          <p:cNvSpPr/>
          <p:nvPr/>
        </p:nvSpPr>
        <p:spPr>
          <a:xfrm>
            <a:off x="6144417" y="4703076"/>
            <a:ext cx="867402" cy="90969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F78196-36AD-6AE8-8DE7-11493F3F0002}"/>
              </a:ext>
            </a:extLst>
          </p:cNvPr>
          <p:cNvSpPr txBox="1"/>
          <p:nvPr/>
        </p:nvSpPr>
        <p:spPr>
          <a:xfrm>
            <a:off x="5617670" y="3882361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936B3D-3C9F-A6AA-92CE-1C9B82D4E9EB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7BAC4AA-0A8F-7906-D16D-3D2C390F7D19}"/>
              </a:ext>
            </a:extLst>
          </p:cNvPr>
          <p:cNvGrpSpPr/>
          <p:nvPr/>
        </p:nvGrpSpPr>
        <p:grpSpPr>
          <a:xfrm>
            <a:off x="7885565" y="4298077"/>
            <a:ext cx="98814" cy="568763"/>
            <a:chOff x="4737834" y="4979502"/>
            <a:chExt cx="98814" cy="568763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E2F162E-C8C8-75CF-64F0-C6499688E09D}"/>
                </a:ext>
              </a:extLst>
            </p:cNvPr>
            <p:cNvSpPr/>
            <p:nvPr/>
          </p:nvSpPr>
          <p:spPr>
            <a:xfrm>
              <a:off x="4737834" y="497950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17457FE-1458-41D8-0407-EF16CB7DC5E8}"/>
                </a:ext>
              </a:extLst>
            </p:cNvPr>
            <p:cNvSpPr/>
            <p:nvPr/>
          </p:nvSpPr>
          <p:spPr>
            <a:xfrm>
              <a:off x="4738263" y="544988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CAAA62B-AD47-552C-D83D-7C5CC4BF213A}"/>
              </a:ext>
            </a:extLst>
          </p:cNvPr>
          <p:cNvGrpSpPr/>
          <p:nvPr/>
        </p:nvGrpSpPr>
        <p:grpSpPr>
          <a:xfrm rot="10800000">
            <a:off x="4132869" y="3001133"/>
            <a:ext cx="394354" cy="497746"/>
            <a:chOff x="9191246" y="3797098"/>
            <a:chExt cx="394354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743D71C7-F415-1B58-7664-78F5CBA3C4D5}"/>
                </a:ext>
              </a:extLst>
            </p:cNvPr>
            <p:cNvGrpSpPr/>
            <p:nvPr/>
          </p:nvGrpSpPr>
          <p:grpSpPr>
            <a:xfrm>
              <a:off x="9486785" y="3799905"/>
              <a:ext cx="98815" cy="494939"/>
              <a:chOff x="4600674" y="4900127"/>
              <a:chExt cx="98815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D73D669D-5DFF-C497-0D08-9EA8B296125A}"/>
                  </a:ext>
                </a:extLst>
              </p:cNvPr>
              <p:cNvSpPr/>
              <p:nvPr/>
            </p:nvSpPr>
            <p:spPr>
              <a:xfrm>
                <a:off x="460067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3013FDB5-EE71-DA3C-ADA9-CAB211437FB4}"/>
                  </a:ext>
                </a:extLst>
              </p:cNvPr>
              <p:cNvSpPr/>
              <p:nvPr/>
            </p:nvSpPr>
            <p:spPr>
              <a:xfrm>
                <a:off x="4601104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04B246D1-5897-3DCF-10CE-C1583060F001}"/>
                </a:ext>
              </a:extLst>
            </p:cNvPr>
            <p:cNvSpPr/>
            <p:nvPr/>
          </p:nvSpPr>
          <p:spPr>
            <a:xfrm rot="5400000">
              <a:off x="9265668" y="3926678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1D63CA9-C9D4-F649-DA76-D327AA89FF2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4F093CD9-D396-24D2-0615-78DB34FAAE76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2B9D5531-B464-01CB-F093-9511FB847EA1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A1FFF56-790D-02B2-1DE7-9EA355BA940A}"/>
              </a:ext>
            </a:extLst>
          </p:cNvPr>
          <p:cNvSpPr/>
          <p:nvPr/>
        </p:nvSpPr>
        <p:spPr>
          <a:xfrm flipV="1">
            <a:off x="2325362" y="3424237"/>
            <a:ext cx="98384" cy="7487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16138BD-1BE0-C717-3C3B-A6C868FA5959}"/>
              </a:ext>
            </a:extLst>
          </p:cNvPr>
          <p:cNvGrpSpPr/>
          <p:nvPr/>
        </p:nvGrpSpPr>
        <p:grpSpPr>
          <a:xfrm rot="5400000">
            <a:off x="4378683" y="3846840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E6F3E261-1B8D-F0AD-47DA-DE22396E766F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D6EC920-AFD3-CA59-39B6-93182C6B2FE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CFAA62D-0FA6-D2FB-453F-5682DE3475F9}"/>
              </a:ext>
            </a:extLst>
          </p:cNvPr>
          <p:cNvSpPr/>
          <p:nvPr/>
        </p:nvSpPr>
        <p:spPr>
          <a:xfrm flipV="1">
            <a:off x="3893690" y="2877094"/>
            <a:ext cx="98385" cy="6995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813555-0671-53D5-C45A-1ABF0B7AC100}"/>
              </a:ext>
            </a:extLst>
          </p:cNvPr>
          <p:cNvSpPr txBox="1"/>
          <p:nvPr/>
        </p:nvSpPr>
        <p:spPr>
          <a:xfrm>
            <a:off x="6626517" y="645520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E8C6B80-0AE7-8C1A-2D9B-81EADBA6162E}"/>
              </a:ext>
            </a:extLst>
          </p:cNvPr>
          <p:cNvCxnSpPr>
            <a:cxnSpLocks/>
          </p:cNvCxnSpPr>
          <p:nvPr/>
        </p:nvCxnSpPr>
        <p:spPr>
          <a:xfrm flipH="1" flipV="1">
            <a:off x="6785186" y="5754542"/>
            <a:ext cx="10892" cy="735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FCB7CAC7-5A0F-DD75-BC36-0CD05AE2613F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2BE13FB-6A93-B5FC-2EDE-424B302A37F1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F5BC0990-02D2-C565-3086-6CDA6B990B2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DA166077-7886-FC81-606C-29EF6416C51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663E0AC-D98C-DDC6-6F92-1EF4F7AAADE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EA9A2CA8-FF0F-0569-CB25-8CD59933C665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566DA81-6844-859E-F45D-264166D76BA4}"/>
              </a:ext>
            </a:extLst>
          </p:cNvPr>
          <p:cNvGrpSpPr/>
          <p:nvPr/>
        </p:nvGrpSpPr>
        <p:grpSpPr>
          <a:xfrm>
            <a:off x="5497810" y="4388563"/>
            <a:ext cx="100923" cy="1378860"/>
            <a:chOff x="4735802" y="4541350"/>
            <a:chExt cx="100923" cy="1378860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2D4F83A1-6A2F-E42C-0038-5E0BC659116F}"/>
                </a:ext>
              </a:extLst>
            </p:cNvPr>
            <p:cNvSpPr/>
            <p:nvPr/>
          </p:nvSpPr>
          <p:spPr>
            <a:xfrm>
              <a:off x="4737834" y="45413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28F1FA86-F638-B5C1-E498-95214B5475F6}"/>
                </a:ext>
              </a:extLst>
            </p:cNvPr>
            <p:cNvSpPr/>
            <p:nvPr/>
          </p:nvSpPr>
          <p:spPr>
            <a:xfrm>
              <a:off x="4735802" y="51824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79518FC9-F95F-7566-F3FB-F951A9B01937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96BB80A-F3CE-1FB6-7AAF-084DAEB947D5}"/>
              </a:ext>
            </a:extLst>
          </p:cNvPr>
          <p:cNvSpPr/>
          <p:nvPr/>
        </p:nvSpPr>
        <p:spPr>
          <a:xfrm flipV="1">
            <a:off x="7852409" y="2843761"/>
            <a:ext cx="98384" cy="73994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C12D62E-28B5-6D90-30C5-DCFFA49CD5D4}"/>
              </a:ext>
            </a:extLst>
          </p:cNvPr>
          <p:cNvGrpSpPr/>
          <p:nvPr/>
        </p:nvGrpSpPr>
        <p:grpSpPr>
          <a:xfrm>
            <a:off x="7648745" y="4399813"/>
            <a:ext cx="100923" cy="1378860"/>
            <a:chOff x="4735802" y="4541350"/>
            <a:chExt cx="100923" cy="1378860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009A01D6-E160-3D3B-FC86-6F53E859912B}"/>
                </a:ext>
              </a:extLst>
            </p:cNvPr>
            <p:cNvSpPr/>
            <p:nvPr/>
          </p:nvSpPr>
          <p:spPr>
            <a:xfrm>
              <a:off x="4737834" y="45413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BFFAD795-8E3F-760A-5878-6878E4FD23CA}"/>
                </a:ext>
              </a:extLst>
            </p:cNvPr>
            <p:cNvSpPr/>
            <p:nvPr/>
          </p:nvSpPr>
          <p:spPr>
            <a:xfrm>
              <a:off x="4735802" y="51824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C637A729-C218-8900-CF57-1FC4265501F0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3487153E-03FA-6478-9DA9-C5B1922D6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697" y="4303898"/>
            <a:ext cx="471563" cy="24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02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1F96B-97AA-9FF3-393B-411614371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A04309F-9F7C-9F25-1563-7AAFB45EA3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74241" y="985448"/>
            <a:ext cx="8545118" cy="55729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B81DEC-F7D8-BC67-CD5B-1D64772F13C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B81DEC-F7D8-BC67-CD5B-1D64772F1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BC48E5D-456B-A1E5-B8D5-8F06937B79D1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CC3387E-C2FF-93E1-9813-A07D6076EC75}"/>
              </a:ext>
            </a:extLst>
          </p:cNvPr>
          <p:cNvSpPr/>
          <p:nvPr/>
        </p:nvSpPr>
        <p:spPr>
          <a:xfrm>
            <a:off x="7873083" y="5124877"/>
            <a:ext cx="921667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7CE0D-AECD-362B-ED01-B9864FC3ECC2}"/>
              </a:ext>
            </a:extLst>
          </p:cNvPr>
          <p:cNvSpPr txBox="1"/>
          <p:nvPr/>
        </p:nvSpPr>
        <p:spPr>
          <a:xfrm>
            <a:off x="8186699" y="3897817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794EC7-74C6-10EF-1924-A33F8935A508}"/>
              </a:ext>
            </a:extLst>
          </p:cNvPr>
          <p:cNvSpPr/>
          <p:nvPr/>
        </p:nvSpPr>
        <p:spPr>
          <a:xfrm rot="5400000">
            <a:off x="6576663" y="4954382"/>
            <a:ext cx="102820" cy="196626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3A5938A-2657-EF67-54DC-9BB9028BEB48}"/>
              </a:ext>
            </a:extLst>
          </p:cNvPr>
          <p:cNvSpPr/>
          <p:nvPr/>
        </p:nvSpPr>
        <p:spPr>
          <a:xfrm>
            <a:off x="5993103" y="4561308"/>
            <a:ext cx="1183521" cy="1195305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5668C3F-1CCE-7A0C-91A2-E0C82C8CD4FA}"/>
              </a:ext>
            </a:extLst>
          </p:cNvPr>
          <p:cNvSpPr/>
          <p:nvPr/>
        </p:nvSpPr>
        <p:spPr>
          <a:xfrm>
            <a:off x="6144417" y="4703076"/>
            <a:ext cx="867402" cy="90969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D540B3-CD38-B60D-A1E1-2DFFC6F3B560}"/>
              </a:ext>
            </a:extLst>
          </p:cNvPr>
          <p:cNvSpPr txBox="1"/>
          <p:nvPr/>
        </p:nvSpPr>
        <p:spPr>
          <a:xfrm>
            <a:off x="5617670" y="3882361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78D14C-D79B-FBE8-175D-B192CF249595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16BA65B2-639D-171C-FFB2-4176B65F38E9}"/>
              </a:ext>
            </a:extLst>
          </p:cNvPr>
          <p:cNvSpPr/>
          <p:nvPr/>
        </p:nvSpPr>
        <p:spPr>
          <a:xfrm>
            <a:off x="6304469" y="488062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05DEE57-1849-9D1E-F3CF-3CE39DF2C0FA}"/>
              </a:ext>
            </a:extLst>
          </p:cNvPr>
          <p:cNvGrpSpPr/>
          <p:nvPr/>
        </p:nvGrpSpPr>
        <p:grpSpPr>
          <a:xfrm>
            <a:off x="7885565" y="4298077"/>
            <a:ext cx="98814" cy="568763"/>
            <a:chOff x="4737834" y="4979502"/>
            <a:chExt cx="98814" cy="568763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10B4829-3970-CBBE-C4AB-B57476E0D709}"/>
                </a:ext>
              </a:extLst>
            </p:cNvPr>
            <p:cNvSpPr/>
            <p:nvPr/>
          </p:nvSpPr>
          <p:spPr>
            <a:xfrm>
              <a:off x="4737834" y="497950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654D4DE-A603-392C-203C-260C40E0D8A3}"/>
                </a:ext>
              </a:extLst>
            </p:cNvPr>
            <p:cNvSpPr/>
            <p:nvPr/>
          </p:nvSpPr>
          <p:spPr>
            <a:xfrm>
              <a:off x="4738263" y="544988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383F3E4-EBF3-2EC1-3230-57799594419A}"/>
              </a:ext>
            </a:extLst>
          </p:cNvPr>
          <p:cNvGrpSpPr/>
          <p:nvPr/>
        </p:nvGrpSpPr>
        <p:grpSpPr>
          <a:xfrm rot="10800000">
            <a:off x="4132869" y="3001133"/>
            <a:ext cx="394354" cy="497746"/>
            <a:chOff x="9191246" y="3797098"/>
            <a:chExt cx="394354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71E51ED9-A2B9-DFD3-C57C-EFA368F4AC03}"/>
                </a:ext>
              </a:extLst>
            </p:cNvPr>
            <p:cNvGrpSpPr/>
            <p:nvPr/>
          </p:nvGrpSpPr>
          <p:grpSpPr>
            <a:xfrm>
              <a:off x="9486785" y="3799905"/>
              <a:ext cx="98815" cy="494939"/>
              <a:chOff x="4600674" y="4900127"/>
              <a:chExt cx="98815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895BD4EE-026A-8D7F-C88F-49E5DB761430}"/>
                  </a:ext>
                </a:extLst>
              </p:cNvPr>
              <p:cNvSpPr/>
              <p:nvPr/>
            </p:nvSpPr>
            <p:spPr>
              <a:xfrm>
                <a:off x="460067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A22624A0-41AE-BC7F-978F-B8F37EC1E69C}"/>
                  </a:ext>
                </a:extLst>
              </p:cNvPr>
              <p:cNvSpPr/>
              <p:nvPr/>
            </p:nvSpPr>
            <p:spPr>
              <a:xfrm>
                <a:off x="4601104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7B6243A9-37C7-4153-AD76-FA2E66348C16}"/>
                </a:ext>
              </a:extLst>
            </p:cNvPr>
            <p:cNvSpPr/>
            <p:nvPr/>
          </p:nvSpPr>
          <p:spPr>
            <a:xfrm rot="5400000">
              <a:off x="9265668" y="3926678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F66B6841-0838-FF79-558B-8F4551D8CEB4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919C7465-CBDE-796D-C3E1-264A38A3769A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1B965F99-AA16-B2BE-D05C-86E40023B4A6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6DE7B7-418B-6838-3DF2-5CFC6CE87055}"/>
              </a:ext>
            </a:extLst>
          </p:cNvPr>
          <p:cNvSpPr/>
          <p:nvPr/>
        </p:nvSpPr>
        <p:spPr>
          <a:xfrm flipV="1">
            <a:off x="2325362" y="3424237"/>
            <a:ext cx="98384" cy="7487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8825FFB-8E98-3CD2-E9E2-F90067B79E8B}"/>
              </a:ext>
            </a:extLst>
          </p:cNvPr>
          <p:cNvGrpSpPr/>
          <p:nvPr/>
        </p:nvGrpSpPr>
        <p:grpSpPr>
          <a:xfrm rot="5400000">
            <a:off x="4378683" y="3846840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83F9E46-9892-7BA6-7CD2-999E16DFF540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497E3255-4747-7F69-93A9-A3C3B27DAD3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C433395-AB39-A94D-49D2-47F58242085C}"/>
              </a:ext>
            </a:extLst>
          </p:cNvPr>
          <p:cNvSpPr/>
          <p:nvPr/>
        </p:nvSpPr>
        <p:spPr>
          <a:xfrm flipV="1">
            <a:off x="3893690" y="2877094"/>
            <a:ext cx="98385" cy="6995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F49597-1FE3-115B-0F7C-38F4B97899B0}"/>
              </a:ext>
            </a:extLst>
          </p:cNvPr>
          <p:cNvSpPr txBox="1"/>
          <p:nvPr/>
        </p:nvSpPr>
        <p:spPr>
          <a:xfrm>
            <a:off x="6626517" y="645520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A672030-7FD6-F45E-689F-E0EA92D6AC08}"/>
              </a:ext>
            </a:extLst>
          </p:cNvPr>
          <p:cNvCxnSpPr>
            <a:cxnSpLocks/>
          </p:cNvCxnSpPr>
          <p:nvPr/>
        </p:nvCxnSpPr>
        <p:spPr>
          <a:xfrm flipH="1" flipV="1">
            <a:off x="6785186" y="5754542"/>
            <a:ext cx="10892" cy="735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C39C04D-C780-879F-B4F3-E06B91B4D192}"/>
              </a:ext>
            </a:extLst>
          </p:cNvPr>
          <p:cNvSpPr txBox="1"/>
          <p:nvPr/>
        </p:nvSpPr>
        <p:spPr>
          <a:xfrm>
            <a:off x="4555814" y="6330416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626AEEFB-C5BD-F8C9-C57D-EF17EABC3652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2582BD3-DBC0-26BB-DE4B-10F4FE87CE4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5E161C4-44D1-CA14-20AD-0319A58DDA1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7DC4FBC-7433-A3EB-F70C-2B71B3D145E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4848432C-CBAC-5864-4C89-DB741208095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AC1F0321-4AEB-7B68-2CEE-CDACF72D433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2A57F65-67E0-3A32-711E-D352DBD05E20}"/>
              </a:ext>
            </a:extLst>
          </p:cNvPr>
          <p:cNvGrpSpPr/>
          <p:nvPr/>
        </p:nvGrpSpPr>
        <p:grpSpPr>
          <a:xfrm>
            <a:off x="5497810" y="4388563"/>
            <a:ext cx="100923" cy="1378860"/>
            <a:chOff x="4735802" y="4541350"/>
            <a:chExt cx="100923" cy="1378860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0B614810-275E-ACD1-3D3C-36BE899C0846}"/>
                </a:ext>
              </a:extLst>
            </p:cNvPr>
            <p:cNvSpPr/>
            <p:nvPr/>
          </p:nvSpPr>
          <p:spPr>
            <a:xfrm>
              <a:off x="4737834" y="45413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168477F5-9CB8-7F85-B052-9EAC97CAD388}"/>
                </a:ext>
              </a:extLst>
            </p:cNvPr>
            <p:cNvSpPr/>
            <p:nvPr/>
          </p:nvSpPr>
          <p:spPr>
            <a:xfrm>
              <a:off x="4735802" y="51824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5BC8B9DF-5847-14F6-8644-D98A76C0B4DE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8C30A4A-1AA1-CB18-851E-30AF544A3B47}"/>
              </a:ext>
            </a:extLst>
          </p:cNvPr>
          <p:cNvSpPr/>
          <p:nvPr/>
        </p:nvSpPr>
        <p:spPr>
          <a:xfrm flipV="1">
            <a:off x="7852409" y="2843761"/>
            <a:ext cx="98384" cy="73994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498B7BE-5371-A868-066B-B344B56DBFC8}"/>
              </a:ext>
            </a:extLst>
          </p:cNvPr>
          <p:cNvGrpSpPr/>
          <p:nvPr/>
        </p:nvGrpSpPr>
        <p:grpSpPr>
          <a:xfrm>
            <a:off x="7648745" y="4399813"/>
            <a:ext cx="100923" cy="1378860"/>
            <a:chOff x="4735802" y="4541350"/>
            <a:chExt cx="100923" cy="1378860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8D5761F-1F03-3537-0ED7-9D883630D28D}"/>
                </a:ext>
              </a:extLst>
            </p:cNvPr>
            <p:cNvSpPr/>
            <p:nvPr/>
          </p:nvSpPr>
          <p:spPr>
            <a:xfrm>
              <a:off x="4737834" y="45413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D038DBF5-8048-FF2D-A1A9-8FE6B220C6DB}"/>
                </a:ext>
              </a:extLst>
            </p:cNvPr>
            <p:cNvSpPr/>
            <p:nvPr/>
          </p:nvSpPr>
          <p:spPr>
            <a:xfrm>
              <a:off x="4735802" y="518247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6F5A8800-6175-0942-7183-00137362180F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8" name="그림 47">
            <a:extLst>
              <a:ext uri="{FF2B5EF4-FFF2-40B4-BE49-F238E27FC236}">
                <a16:creationId xmlns:a16="http://schemas.microsoft.com/office/drawing/2014/main" id="{96F21929-45E6-E840-9F45-A382983FD6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697" y="4344306"/>
            <a:ext cx="471563" cy="24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76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3EE4A-CFF5-DBD2-C8C8-394F567C9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E8228A-5089-57D4-A08F-245214248C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61599" y="1013252"/>
            <a:ext cx="7784101" cy="55324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1BCA62-3DE0-CCB3-532F-5B3CF64122D7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1BCA62-3DE0-CCB3-532F-5B3CF6412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B4707EC-EC7B-A7CD-F522-89CC13FBA51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2D4BF3-CE96-446F-53DA-F495A2A6B132}"/>
              </a:ext>
            </a:extLst>
          </p:cNvPr>
          <p:cNvSpPr/>
          <p:nvPr/>
        </p:nvSpPr>
        <p:spPr>
          <a:xfrm rot="5400000">
            <a:off x="6568237" y="5121145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321F915-719A-A184-48F5-E9F646C59F2B}"/>
              </a:ext>
            </a:extLst>
          </p:cNvPr>
          <p:cNvSpPr/>
          <p:nvPr/>
        </p:nvSpPr>
        <p:spPr>
          <a:xfrm>
            <a:off x="6138845" y="4690080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EE2CE66-1481-BECD-F1D6-929B68C493AF}"/>
              </a:ext>
            </a:extLst>
          </p:cNvPr>
          <p:cNvSpPr/>
          <p:nvPr/>
        </p:nvSpPr>
        <p:spPr>
          <a:xfrm>
            <a:off x="6271108" y="4812798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1A85D-8872-3581-17E9-98A591363DAE}"/>
              </a:ext>
            </a:extLst>
          </p:cNvPr>
          <p:cNvSpPr txBox="1"/>
          <p:nvPr/>
        </p:nvSpPr>
        <p:spPr>
          <a:xfrm>
            <a:off x="5691984" y="4005021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322FB6-6FE1-9810-CDD5-6F860975BCCB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045F1D7-7D02-F46C-BF80-1D95F06E265B}"/>
              </a:ext>
            </a:extLst>
          </p:cNvPr>
          <p:cNvSpPr/>
          <p:nvPr/>
        </p:nvSpPr>
        <p:spPr>
          <a:xfrm flipV="1">
            <a:off x="2664907" y="3655219"/>
            <a:ext cx="98384" cy="7499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2B6E9BC-CB72-838E-2D3D-D12B4646E90A}"/>
              </a:ext>
            </a:extLst>
          </p:cNvPr>
          <p:cNvGrpSpPr/>
          <p:nvPr/>
        </p:nvGrpSpPr>
        <p:grpSpPr>
          <a:xfrm rot="5400000">
            <a:off x="4551479" y="4056030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AE6FE34-D894-E48F-12EF-E02A51241A2B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D81B538-65D1-28BA-03A9-335CCBE34D4B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5567560-9503-5696-2397-2DA1A89B3524}"/>
              </a:ext>
            </a:extLst>
          </p:cNvPr>
          <p:cNvSpPr/>
          <p:nvPr/>
        </p:nvSpPr>
        <p:spPr>
          <a:xfrm flipV="1">
            <a:off x="4688107" y="3153271"/>
            <a:ext cx="98385" cy="6506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C4D770-5E2F-ED89-0613-C380DDB3D65B}"/>
              </a:ext>
            </a:extLst>
          </p:cNvPr>
          <p:cNvSpPr txBox="1"/>
          <p:nvPr/>
        </p:nvSpPr>
        <p:spPr>
          <a:xfrm>
            <a:off x="5529237" y="645520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6498213-5AAA-EE0A-B6C1-863938C82330}"/>
              </a:ext>
            </a:extLst>
          </p:cNvPr>
          <p:cNvCxnSpPr>
            <a:cxnSpLocks/>
          </p:cNvCxnSpPr>
          <p:nvPr/>
        </p:nvCxnSpPr>
        <p:spPr>
          <a:xfrm flipV="1">
            <a:off x="6842391" y="5701301"/>
            <a:ext cx="0" cy="8190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C8BC9DCA-46AA-A839-4890-19F1B28E9667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0876550-00AD-66D3-BD87-C4947928734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9DE5CE32-74A5-055B-994C-2C01A8560EC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DCC44E8-B6FB-428E-AD64-C44A1E9A098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F468A28-C77B-C4AC-27D8-F73860B1BDC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3045E882-CAEF-189E-6647-0EC42F612B9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C48586D-BEF8-113C-EC73-7A1BF5562991}"/>
              </a:ext>
            </a:extLst>
          </p:cNvPr>
          <p:cNvSpPr/>
          <p:nvPr/>
        </p:nvSpPr>
        <p:spPr>
          <a:xfrm rot="10800000" flipV="1">
            <a:off x="7666135" y="3108390"/>
            <a:ext cx="98385" cy="7203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F25228E-FCE6-AB4C-0DF0-A4B0EEEAA885}"/>
              </a:ext>
            </a:extLst>
          </p:cNvPr>
          <p:cNvGrpSpPr/>
          <p:nvPr/>
        </p:nvGrpSpPr>
        <p:grpSpPr>
          <a:xfrm>
            <a:off x="5593599" y="4566618"/>
            <a:ext cx="100923" cy="1261383"/>
            <a:chOff x="4735802" y="5036652"/>
            <a:chExt cx="100923" cy="126138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220EC264-E3B7-7A21-85E7-53FA59D65D92}"/>
                </a:ext>
              </a:extLst>
            </p:cNvPr>
            <p:cNvSpPr/>
            <p:nvPr/>
          </p:nvSpPr>
          <p:spPr>
            <a:xfrm>
              <a:off x="4737834" y="50366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76E97A16-4105-B102-4601-823B4E4A9F64}"/>
                </a:ext>
              </a:extLst>
            </p:cNvPr>
            <p:cNvSpPr/>
            <p:nvPr/>
          </p:nvSpPr>
          <p:spPr>
            <a:xfrm>
              <a:off x="4735802" y="56150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4472E58-424E-9C66-EAE5-ACC233129083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CAFAC6FE-5A14-BEAF-9517-8289A297A8D5}"/>
              </a:ext>
            </a:extLst>
          </p:cNvPr>
          <p:cNvGrpSpPr/>
          <p:nvPr/>
        </p:nvGrpSpPr>
        <p:grpSpPr>
          <a:xfrm>
            <a:off x="7536496" y="4563067"/>
            <a:ext cx="100923" cy="1261383"/>
            <a:chOff x="4735802" y="5036652"/>
            <a:chExt cx="100923" cy="12613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B620B151-D78A-02B4-1193-3B2AD8CB422C}"/>
                </a:ext>
              </a:extLst>
            </p:cNvPr>
            <p:cNvSpPr/>
            <p:nvPr/>
          </p:nvSpPr>
          <p:spPr>
            <a:xfrm>
              <a:off x="4737834" y="50366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62A7B0D5-11A7-1286-17ED-367ADE2DD18D}"/>
                </a:ext>
              </a:extLst>
            </p:cNvPr>
            <p:cNvSpPr/>
            <p:nvPr/>
          </p:nvSpPr>
          <p:spPr>
            <a:xfrm>
              <a:off x="4735802" y="56150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7284B5EB-3868-BF17-4FFD-BBD1874DEE0A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0455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7412C-2421-A899-08FD-1786D2C25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B10D683-CD3E-DC7F-94AD-B84AF9148F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61599" y="1013252"/>
            <a:ext cx="7784101" cy="55324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57A727-A80A-F7B5-32DF-1DDC7F085688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57A727-A80A-F7B5-32DF-1DDC7F085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1417570-4842-4F94-2750-117711ED133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74E0A9-1288-9556-F5D8-F45E5DE556DF}"/>
              </a:ext>
            </a:extLst>
          </p:cNvPr>
          <p:cNvSpPr/>
          <p:nvPr/>
        </p:nvSpPr>
        <p:spPr>
          <a:xfrm>
            <a:off x="7724965" y="5274948"/>
            <a:ext cx="89992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174AD7-DB28-B05E-D3B7-8EA60CEBF497}"/>
              </a:ext>
            </a:extLst>
          </p:cNvPr>
          <p:cNvSpPr txBox="1"/>
          <p:nvPr/>
        </p:nvSpPr>
        <p:spPr>
          <a:xfrm>
            <a:off x="7995012" y="464648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3C637B-7C93-5D7B-6CDC-8E29D340867E}"/>
              </a:ext>
            </a:extLst>
          </p:cNvPr>
          <p:cNvSpPr/>
          <p:nvPr/>
        </p:nvSpPr>
        <p:spPr>
          <a:xfrm rot="5400000">
            <a:off x="6568237" y="5121145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9F10A65-11D0-3FA0-343D-164BBBE25383}"/>
              </a:ext>
            </a:extLst>
          </p:cNvPr>
          <p:cNvSpPr/>
          <p:nvPr/>
        </p:nvSpPr>
        <p:spPr>
          <a:xfrm>
            <a:off x="6138845" y="4690080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1607FA6-5185-34ED-C5FE-81267EA1339E}"/>
              </a:ext>
            </a:extLst>
          </p:cNvPr>
          <p:cNvSpPr/>
          <p:nvPr/>
        </p:nvSpPr>
        <p:spPr>
          <a:xfrm>
            <a:off x="6271108" y="4812798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4CF79F-3F0A-257B-2786-3F3A371F79B1}"/>
              </a:ext>
            </a:extLst>
          </p:cNvPr>
          <p:cNvSpPr txBox="1"/>
          <p:nvPr/>
        </p:nvSpPr>
        <p:spPr>
          <a:xfrm>
            <a:off x="5691984" y="4005021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2281DA-93D3-E0AE-BCE4-78AE6A4F0A1F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5A9FB2C-DC8C-3056-BB05-6188A43D1B8A}"/>
              </a:ext>
            </a:extLst>
          </p:cNvPr>
          <p:cNvGrpSpPr/>
          <p:nvPr/>
        </p:nvGrpSpPr>
        <p:grpSpPr>
          <a:xfrm>
            <a:off x="7742487" y="4534572"/>
            <a:ext cx="98814" cy="479067"/>
            <a:chOff x="4737834" y="4900127"/>
            <a:chExt cx="98814" cy="479067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26F97F9-41DA-9123-F2B2-BE8ABD32F4A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CB4A0682-045A-E05F-95A4-DA2D8AFCF476}"/>
                </a:ext>
              </a:extLst>
            </p:cNvPr>
            <p:cNvSpPr/>
            <p:nvPr/>
          </p:nvSpPr>
          <p:spPr>
            <a:xfrm>
              <a:off x="4738263" y="528080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7125253-8AA8-4D7A-42D5-A0DCC9CB548D}"/>
              </a:ext>
            </a:extLst>
          </p:cNvPr>
          <p:cNvGrpSpPr/>
          <p:nvPr/>
        </p:nvGrpSpPr>
        <p:grpSpPr>
          <a:xfrm>
            <a:off x="4873951" y="3238873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7B2BB2CD-CC99-9FC2-6643-A09A6A7ABF6C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470E127B-1A2E-FABB-1A0B-D12D56A6EB4F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65C632B-951D-10D3-0B5A-00BAF94ADCB4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F7201593-A04C-45DF-C31C-EA71C5C35F69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BFF8E28-EE3D-7F6A-B7AF-38A62314DB8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C7EA346C-B254-13BD-F19B-26FAB1EDB8B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2F0EE506-5622-3A0B-8901-238F70A32644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DEE094-8994-7AC4-A07F-BBA02B1EBA0D}"/>
              </a:ext>
            </a:extLst>
          </p:cNvPr>
          <p:cNvSpPr/>
          <p:nvPr/>
        </p:nvSpPr>
        <p:spPr>
          <a:xfrm flipV="1">
            <a:off x="2664907" y="3655219"/>
            <a:ext cx="98384" cy="7499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ECAB918-5BD0-9874-390F-95ED17A1F79A}"/>
              </a:ext>
            </a:extLst>
          </p:cNvPr>
          <p:cNvGrpSpPr/>
          <p:nvPr/>
        </p:nvGrpSpPr>
        <p:grpSpPr>
          <a:xfrm rot="5400000">
            <a:off x="4551479" y="4056030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4742B4A9-88F6-E2AE-2894-52E30CEEA35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E20F34B-5C7A-1A5B-93AB-EC7CAA1E4A24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6C3343E-C924-D24A-2017-E5722A61AFB8}"/>
              </a:ext>
            </a:extLst>
          </p:cNvPr>
          <p:cNvSpPr/>
          <p:nvPr/>
        </p:nvSpPr>
        <p:spPr>
          <a:xfrm flipV="1">
            <a:off x="4688107" y="3153271"/>
            <a:ext cx="98385" cy="6506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343B62-E451-AEBC-8212-1D818C9C81F4}"/>
              </a:ext>
            </a:extLst>
          </p:cNvPr>
          <p:cNvSpPr txBox="1"/>
          <p:nvPr/>
        </p:nvSpPr>
        <p:spPr>
          <a:xfrm>
            <a:off x="5529237" y="645520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8F3E37BB-2017-4762-D5AC-E4870FC624C8}"/>
              </a:ext>
            </a:extLst>
          </p:cNvPr>
          <p:cNvCxnSpPr>
            <a:cxnSpLocks/>
          </p:cNvCxnSpPr>
          <p:nvPr/>
        </p:nvCxnSpPr>
        <p:spPr>
          <a:xfrm flipV="1">
            <a:off x="6842391" y="5701301"/>
            <a:ext cx="0" cy="8190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AF64CCB6-10DE-4780-9DC2-51EF79AFD201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F08D384-B80D-CD9D-BA33-C21BB109D61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6D2ED342-0E38-7A77-0E65-4FD1A06B3B1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E40F0254-F9A5-C584-0E0F-AE3CBB2BA4E1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3A994FC-A205-397E-F4A1-FD9B4A24BB28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9E24F277-934B-9F92-B19F-19EE64F5EC95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61D10E0-F275-A9CA-EFC0-1A013E0074FB}"/>
              </a:ext>
            </a:extLst>
          </p:cNvPr>
          <p:cNvSpPr/>
          <p:nvPr/>
        </p:nvSpPr>
        <p:spPr>
          <a:xfrm rot="10800000" flipV="1">
            <a:off x="7666135" y="3108390"/>
            <a:ext cx="98385" cy="7203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19041988-576C-A29A-FFA6-9B0407B54B16}"/>
              </a:ext>
            </a:extLst>
          </p:cNvPr>
          <p:cNvGrpSpPr/>
          <p:nvPr/>
        </p:nvGrpSpPr>
        <p:grpSpPr>
          <a:xfrm>
            <a:off x="5593599" y="4566618"/>
            <a:ext cx="100923" cy="1261383"/>
            <a:chOff x="4735802" y="5036652"/>
            <a:chExt cx="100923" cy="126138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4043C04C-E7A9-51E8-3581-6B0E19D8B782}"/>
                </a:ext>
              </a:extLst>
            </p:cNvPr>
            <p:cNvSpPr/>
            <p:nvPr/>
          </p:nvSpPr>
          <p:spPr>
            <a:xfrm>
              <a:off x="4737834" y="50366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A444AB5A-F442-AF15-D001-638BD7F9172B}"/>
                </a:ext>
              </a:extLst>
            </p:cNvPr>
            <p:cNvSpPr/>
            <p:nvPr/>
          </p:nvSpPr>
          <p:spPr>
            <a:xfrm>
              <a:off x="4735802" y="56150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85DB47E-4861-B8AF-ACAB-B74652ED2B71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766E8E4-64B7-D24F-984F-80712763CB30}"/>
              </a:ext>
            </a:extLst>
          </p:cNvPr>
          <p:cNvGrpSpPr/>
          <p:nvPr/>
        </p:nvGrpSpPr>
        <p:grpSpPr>
          <a:xfrm>
            <a:off x="7536496" y="4563067"/>
            <a:ext cx="100923" cy="1261383"/>
            <a:chOff x="4735802" y="5036652"/>
            <a:chExt cx="100923" cy="12613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B914C911-1EAB-8753-AFDC-7FAAEAFF3C59}"/>
                </a:ext>
              </a:extLst>
            </p:cNvPr>
            <p:cNvSpPr/>
            <p:nvPr/>
          </p:nvSpPr>
          <p:spPr>
            <a:xfrm>
              <a:off x="4737834" y="50366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9F8AFD77-D60A-B8B8-3EE0-A675DFE30F22}"/>
                </a:ext>
              </a:extLst>
            </p:cNvPr>
            <p:cNvSpPr/>
            <p:nvPr/>
          </p:nvSpPr>
          <p:spPr>
            <a:xfrm>
              <a:off x="4735802" y="56150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05E46BF8-4584-7A12-5B83-CCE0DBFA34C6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8510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67C33-BE13-67BC-E684-3DCFADD8B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4D3B72D-AD15-3815-0000-84611EF3B7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61599" y="1013252"/>
            <a:ext cx="7784101" cy="55324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3E7533-DD47-1C3F-C2FE-2613BA81036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3E7533-DD47-1C3F-C2FE-2613BA810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09EEC2E-D22B-AE5D-8BB1-18847703400C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4B3D82-25B1-6BB4-E439-0B986ADB9623}"/>
              </a:ext>
            </a:extLst>
          </p:cNvPr>
          <p:cNvSpPr/>
          <p:nvPr/>
        </p:nvSpPr>
        <p:spPr>
          <a:xfrm>
            <a:off x="7724965" y="5274948"/>
            <a:ext cx="89992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F1EB8-3712-D547-0208-FDF3DAFB1C0F}"/>
              </a:ext>
            </a:extLst>
          </p:cNvPr>
          <p:cNvSpPr txBox="1"/>
          <p:nvPr/>
        </p:nvSpPr>
        <p:spPr>
          <a:xfrm>
            <a:off x="7995012" y="464648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E71A4FB-D957-EC21-7F4A-2CCBA1D8BB08}"/>
              </a:ext>
            </a:extLst>
          </p:cNvPr>
          <p:cNvSpPr/>
          <p:nvPr/>
        </p:nvSpPr>
        <p:spPr>
          <a:xfrm rot="5400000">
            <a:off x="6568237" y="5121145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F85F70C-93CF-DB49-AD36-FD40CCA5B1FF}"/>
              </a:ext>
            </a:extLst>
          </p:cNvPr>
          <p:cNvSpPr/>
          <p:nvPr/>
        </p:nvSpPr>
        <p:spPr>
          <a:xfrm>
            <a:off x="6138845" y="4690080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5B3DF89-C75E-4C71-0B49-2F8DBB10A128}"/>
              </a:ext>
            </a:extLst>
          </p:cNvPr>
          <p:cNvSpPr/>
          <p:nvPr/>
        </p:nvSpPr>
        <p:spPr>
          <a:xfrm>
            <a:off x="6271108" y="4812798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7FCD58-B015-7776-45C2-3EC08A39C7FC}"/>
              </a:ext>
            </a:extLst>
          </p:cNvPr>
          <p:cNvSpPr txBox="1"/>
          <p:nvPr/>
        </p:nvSpPr>
        <p:spPr>
          <a:xfrm>
            <a:off x="5691984" y="4005021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86151D-55DB-B75B-6F4C-7F12AC3BFF46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5B58B7BD-1943-855D-33AC-FD3D475B6783}"/>
              </a:ext>
            </a:extLst>
          </p:cNvPr>
          <p:cNvSpPr/>
          <p:nvPr/>
        </p:nvSpPr>
        <p:spPr>
          <a:xfrm>
            <a:off x="6354960" y="4914143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31CD356-80B9-45E4-87ED-1E1CEB2C5002}"/>
              </a:ext>
            </a:extLst>
          </p:cNvPr>
          <p:cNvGrpSpPr/>
          <p:nvPr/>
        </p:nvGrpSpPr>
        <p:grpSpPr>
          <a:xfrm>
            <a:off x="7742487" y="4534572"/>
            <a:ext cx="98814" cy="479067"/>
            <a:chOff x="4737834" y="4900127"/>
            <a:chExt cx="98814" cy="479067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C919C0D-68F7-93DF-64BB-09B457ED196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932C3A5-90AE-849D-84C5-36F578759984}"/>
                </a:ext>
              </a:extLst>
            </p:cNvPr>
            <p:cNvSpPr/>
            <p:nvPr/>
          </p:nvSpPr>
          <p:spPr>
            <a:xfrm>
              <a:off x="4738263" y="528080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3B32DEE-730A-864B-1FE6-8551E7A9E8C5}"/>
              </a:ext>
            </a:extLst>
          </p:cNvPr>
          <p:cNvGrpSpPr/>
          <p:nvPr/>
        </p:nvGrpSpPr>
        <p:grpSpPr>
          <a:xfrm>
            <a:off x="4873951" y="3238873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6A39E6C8-B28D-F5E7-FEC9-A5E624F4EF00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B9BE8ECC-5557-C296-5464-BBB5788B00B4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90192DB9-F879-0D90-5CA0-2966D226AF68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394DCFC7-1508-EABF-89A1-2BC6D10EBD45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385DA08-17AA-21DA-B115-E61B063CA700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9E83394F-E09E-3002-CE33-738090A76AA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4B74697D-A366-F302-E773-37938B3F775B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128E3AF-B1ED-535C-D857-1C7E5AF15832}"/>
              </a:ext>
            </a:extLst>
          </p:cNvPr>
          <p:cNvSpPr/>
          <p:nvPr/>
        </p:nvSpPr>
        <p:spPr>
          <a:xfrm flipV="1">
            <a:off x="2664907" y="3655219"/>
            <a:ext cx="98384" cy="7499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12AB2CF-4F2C-DB4A-7351-8DA01E37F1C4}"/>
              </a:ext>
            </a:extLst>
          </p:cNvPr>
          <p:cNvGrpSpPr/>
          <p:nvPr/>
        </p:nvGrpSpPr>
        <p:grpSpPr>
          <a:xfrm rot="5400000">
            <a:off x="4551479" y="4056030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AE1019D8-156F-352C-1238-07201A7E8656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E1D1354-07B7-D0F6-2C82-EBAD1D1E7B1C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FB0196C-57EE-E509-4D05-E07CEB79CDED}"/>
              </a:ext>
            </a:extLst>
          </p:cNvPr>
          <p:cNvSpPr/>
          <p:nvPr/>
        </p:nvSpPr>
        <p:spPr>
          <a:xfrm flipV="1">
            <a:off x="4688107" y="3153271"/>
            <a:ext cx="98385" cy="6506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BA4C43-1AD7-2EDB-9E51-324CC6F6FD45}"/>
              </a:ext>
            </a:extLst>
          </p:cNvPr>
          <p:cNvSpPr txBox="1"/>
          <p:nvPr/>
        </p:nvSpPr>
        <p:spPr>
          <a:xfrm>
            <a:off x="6626517" y="645520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93D9292-ADB5-ADE9-B5E6-90C05FC7B3BB}"/>
              </a:ext>
            </a:extLst>
          </p:cNvPr>
          <p:cNvCxnSpPr>
            <a:cxnSpLocks/>
          </p:cNvCxnSpPr>
          <p:nvPr/>
        </p:nvCxnSpPr>
        <p:spPr>
          <a:xfrm flipV="1">
            <a:off x="6842391" y="5701301"/>
            <a:ext cx="0" cy="8190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2B376BA-674D-9383-02E0-C1720374CE7F}"/>
              </a:ext>
            </a:extLst>
          </p:cNvPr>
          <p:cNvSpPr txBox="1"/>
          <p:nvPr/>
        </p:nvSpPr>
        <p:spPr>
          <a:xfrm>
            <a:off x="4555814" y="6330416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198606BA-4317-7F64-7099-6E57AD879B0B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36B3002-954F-9115-AA0A-7B6CF9BC82B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F77AA021-A549-315C-6FB9-94483D0A0F5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59C62E4B-30A5-FECC-CC33-BA176A4CD3C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FF03717C-0D0E-307D-0F25-E30C9A9BE227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14E9C2CA-6C4E-1AE9-FF88-A8C37A45485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9CDF3DD-C119-9ED6-3BB1-42216A5FD2CF}"/>
              </a:ext>
            </a:extLst>
          </p:cNvPr>
          <p:cNvSpPr/>
          <p:nvPr/>
        </p:nvSpPr>
        <p:spPr>
          <a:xfrm rot="10800000" flipV="1">
            <a:off x="7666135" y="3108390"/>
            <a:ext cx="98385" cy="7203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7B024DE-9BE2-96B4-4D5F-69EA4E1FFC21}"/>
              </a:ext>
            </a:extLst>
          </p:cNvPr>
          <p:cNvGrpSpPr/>
          <p:nvPr/>
        </p:nvGrpSpPr>
        <p:grpSpPr>
          <a:xfrm>
            <a:off x="5593599" y="4566618"/>
            <a:ext cx="100923" cy="1261383"/>
            <a:chOff x="4735802" y="5036652"/>
            <a:chExt cx="100923" cy="126138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736F4DC2-C0E3-010A-56FB-BF4DD009E389}"/>
                </a:ext>
              </a:extLst>
            </p:cNvPr>
            <p:cNvSpPr/>
            <p:nvPr/>
          </p:nvSpPr>
          <p:spPr>
            <a:xfrm>
              <a:off x="4737834" y="50366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05A35E7-F1B1-1628-CE0F-4121346D0529}"/>
                </a:ext>
              </a:extLst>
            </p:cNvPr>
            <p:cNvSpPr/>
            <p:nvPr/>
          </p:nvSpPr>
          <p:spPr>
            <a:xfrm>
              <a:off x="4735802" y="56150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123244E-B21E-95B9-3648-B09D7DC22792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06088E3-83E5-C3FE-1497-AD8A6FF2B9C8}"/>
              </a:ext>
            </a:extLst>
          </p:cNvPr>
          <p:cNvGrpSpPr/>
          <p:nvPr/>
        </p:nvGrpSpPr>
        <p:grpSpPr>
          <a:xfrm>
            <a:off x="7536496" y="4563067"/>
            <a:ext cx="100923" cy="1261383"/>
            <a:chOff x="4735802" y="5036652"/>
            <a:chExt cx="100923" cy="12613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1CE058A4-ECA9-E801-A971-2B446CA70E3E}"/>
                </a:ext>
              </a:extLst>
            </p:cNvPr>
            <p:cNvSpPr/>
            <p:nvPr/>
          </p:nvSpPr>
          <p:spPr>
            <a:xfrm>
              <a:off x="4737834" y="50366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00F23C2E-2FCD-70C7-D950-CA92CCD84C34}"/>
                </a:ext>
              </a:extLst>
            </p:cNvPr>
            <p:cNvSpPr/>
            <p:nvPr/>
          </p:nvSpPr>
          <p:spPr>
            <a:xfrm>
              <a:off x="4735802" y="56150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475AF031-DA59-73EC-8BAD-464E4D2372DA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4281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3EE4A-CFF5-DBD2-C8C8-394F567C9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E8228A-5089-57D4-A08F-245214248C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61599" y="1013252"/>
            <a:ext cx="7784101" cy="55324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1BCA62-3DE0-CCB3-532F-5B3CF64122D7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1BCA62-3DE0-CCB3-532F-5B3CF6412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B4707EC-EC7B-A7CD-F522-89CC13FBA51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2D4BF3-CE96-446F-53DA-F495A2A6B132}"/>
              </a:ext>
            </a:extLst>
          </p:cNvPr>
          <p:cNvSpPr/>
          <p:nvPr/>
        </p:nvSpPr>
        <p:spPr>
          <a:xfrm rot="5400000">
            <a:off x="6568237" y="5121145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EE2CE66-1481-BECD-F1D6-929B68C493AF}"/>
              </a:ext>
            </a:extLst>
          </p:cNvPr>
          <p:cNvSpPr/>
          <p:nvPr/>
        </p:nvSpPr>
        <p:spPr>
          <a:xfrm>
            <a:off x="6130552" y="4709388"/>
            <a:ext cx="1014595" cy="913267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1A85D-8872-3581-17E9-98A591363DAE}"/>
              </a:ext>
            </a:extLst>
          </p:cNvPr>
          <p:cNvSpPr txBox="1"/>
          <p:nvPr/>
        </p:nvSpPr>
        <p:spPr>
          <a:xfrm>
            <a:off x="5691984" y="4005021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322FB6-6FE1-9810-CDD5-6F860975BCCB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045F1D7-7D02-F46C-BF80-1D95F06E265B}"/>
              </a:ext>
            </a:extLst>
          </p:cNvPr>
          <p:cNvSpPr/>
          <p:nvPr/>
        </p:nvSpPr>
        <p:spPr>
          <a:xfrm flipV="1">
            <a:off x="2650159" y="3655219"/>
            <a:ext cx="98384" cy="7499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2B6E9BC-CB72-838E-2D3D-D12B4646E90A}"/>
              </a:ext>
            </a:extLst>
          </p:cNvPr>
          <p:cNvGrpSpPr/>
          <p:nvPr/>
        </p:nvGrpSpPr>
        <p:grpSpPr>
          <a:xfrm rot="5400000">
            <a:off x="4551479" y="4056030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AE6FE34-D894-E48F-12EF-E02A51241A2B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D81B538-65D1-28BA-03A9-335CCBE34D4B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13">
            <a:extLst>
              <a:ext uri="{FF2B5EF4-FFF2-40B4-BE49-F238E27FC236}">
                <a16:creationId xmlns:a16="http://schemas.microsoft.com/office/drawing/2014/main" id="{C8BC9DCA-46AA-A839-4890-19F1B28E9667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0876550-00AD-66D3-BD87-C4947928734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9DE5CE32-74A5-055B-994C-2C01A8560EC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DCC44E8-B6FB-428E-AD64-C44A1E9A098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F468A28-C77B-C4AC-27D8-F73860B1BDC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3045E882-CAEF-189E-6647-0EC42F612B9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C48586D-BEF8-113C-EC73-7A1BF5562991}"/>
              </a:ext>
            </a:extLst>
          </p:cNvPr>
          <p:cNvSpPr/>
          <p:nvPr/>
        </p:nvSpPr>
        <p:spPr>
          <a:xfrm rot="10800000" flipV="1">
            <a:off x="7651387" y="3108390"/>
            <a:ext cx="98385" cy="72035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F25228E-FCE6-AB4C-0DF0-A4B0EEEAA885}"/>
              </a:ext>
            </a:extLst>
          </p:cNvPr>
          <p:cNvGrpSpPr/>
          <p:nvPr/>
        </p:nvGrpSpPr>
        <p:grpSpPr>
          <a:xfrm>
            <a:off x="5593599" y="4566618"/>
            <a:ext cx="100923" cy="1261383"/>
            <a:chOff x="4735802" y="5036652"/>
            <a:chExt cx="100923" cy="126138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220EC264-E3B7-7A21-85E7-53FA59D65D92}"/>
                </a:ext>
              </a:extLst>
            </p:cNvPr>
            <p:cNvSpPr/>
            <p:nvPr/>
          </p:nvSpPr>
          <p:spPr>
            <a:xfrm>
              <a:off x="4737834" y="50366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76E97A16-4105-B102-4601-823B4E4A9F64}"/>
                </a:ext>
              </a:extLst>
            </p:cNvPr>
            <p:cNvSpPr/>
            <p:nvPr/>
          </p:nvSpPr>
          <p:spPr>
            <a:xfrm>
              <a:off x="4735802" y="56150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4472E58-424E-9C66-EAE5-ACC233129083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CAFAC6FE-5A14-BEAF-9517-8289A297A8D5}"/>
              </a:ext>
            </a:extLst>
          </p:cNvPr>
          <p:cNvGrpSpPr/>
          <p:nvPr/>
        </p:nvGrpSpPr>
        <p:grpSpPr>
          <a:xfrm>
            <a:off x="7536496" y="4563067"/>
            <a:ext cx="100923" cy="1261383"/>
            <a:chOff x="4735802" y="5036652"/>
            <a:chExt cx="100923" cy="12613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B620B151-D78A-02B4-1193-3B2AD8CB422C}"/>
                </a:ext>
              </a:extLst>
            </p:cNvPr>
            <p:cNvSpPr/>
            <p:nvPr/>
          </p:nvSpPr>
          <p:spPr>
            <a:xfrm>
              <a:off x="4737834" y="50366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62A7B0D5-11A7-1286-17ED-367ADE2DD18D}"/>
                </a:ext>
              </a:extLst>
            </p:cNvPr>
            <p:cNvSpPr/>
            <p:nvPr/>
          </p:nvSpPr>
          <p:spPr>
            <a:xfrm>
              <a:off x="4735802" y="56150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7284B5EB-3868-BF17-4FFD-BBD1874DEE0A}"/>
                </a:ext>
              </a:extLst>
            </p:cNvPr>
            <p:cNvSpPr/>
            <p:nvPr/>
          </p:nvSpPr>
          <p:spPr>
            <a:xfrm>
              <a:off x="4738340" y="61996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6" name="그림 5" descr="텍스트, 스크린샷, 정보기기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AAE25C-E90B-30F1-DB55-0965913265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67" y="3085355"/>
            <a:ext cx="1778731" cy="14666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F8F45B3-D858-F958-4973-42C012D9BE7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23378" y="4776878"/>
            <a:ext cx="2236971" cy="1554480"/>
          </a:xfrm>
          <a:prstGeom prst="rect">
            <a:avLst/>
          </a:prstGeom>
        </p:spPr>
      </p:pic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4F140B8E-320F-F996-4E41-2A10A44B34D3}"/>
              </a:ext>
            </a:extLst>
          </p:cNvPr>
          <p:cNvSpPr/>
          <p:nvPr/>
        </p:nvSpPr>
        <p:spPr>
          <a:xfrm>
            <a:off x="6354960" y="4914143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FE03CC-FA93-5796-2835-0D2BF2880438}"/>
              </a:ext>
            </a:extLst>
          </p:cNvPr>
          <p:cNvSpPr txBox="1"/>
          <p:nvPr/>
        </p:nvSpPr>
        <p:spPr>
          <a:xfrm>
            <a:off x="5425971" y="6300920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1</a:t>
            </a:r>
            <a:r>
              <a:rPr lang="ko-KR" altLang="en-US" sz="1000" b="1">
                <a:highlight>
                  <a:srgbClr val="FFFF00"/>
                </a:highlight>
              </a:rPr>
              <a:t>줄 추가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23937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3EE4A-CFF5-DBD2-C8C8-394F567C9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E8228A-5089-57D4-A08F-245214248C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61599" y="1013252"/>
            <a:ext cx="7784101" cy="55324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1BCA62-3DE0-CCB3-532F-5B3CF64122D7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1BCA62-3DE0-CCB3-532F-5B3CF6412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B4707EC-EC7B-A7CD-F522-89CC13FBA51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322FB6-6FE1-9810-CDD5-6F860975BCCB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C8BC9DCA-46AA-A839-4890-19F1B28E9667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0876550-00AD-66D3-BD87-C4947928734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9DE5CE32-74A5-055B-994C-2C01A8560EC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6DCC44E8-B6FB-428E-AD64-C44A1E9A098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F468A28-C77B-C4AC-27D8-F73860B1BDC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3045E882-CAEF-189E-6647-0EC42F612B9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7F8F45B3-D858-F958-4973-42C012D9BE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23378" y="4658892"/>
            <a:ext cx="2236971" cy="1554480"/>
          </a:xfrm>
          <a:prstGeom prst="rect">
            <a:avLst/>
          </a:prstGeom>
        </p:spPr>
      </p:pic>
      <p:sp>
        <p:nvSpPr>
          <p:cNvPr id="15" name="별: 꼭짓점 4개 14">
            <a:extLst>
              <a:ext uri="{FF2B5EF4-FFF2-40B4-BE49-F238E27FC236}">
                <a16:creationId xmlns:a16="http://schemas.microsoft.com/office/drawing/2014/main" id="{4F140B8E-320F-F996-4E41-2A10A44B34D3}"/>
              </a:ext>
            </a:extLst>
          </p:cNvPr>
          <p:cNvSpPr/>
          <p:nvPr/>
        </p:nvSpPr>
        <p:spPr>
          <a:xfrm>
            <a:off x="6354960" y="4914143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FE03CC-FA93-5796-2835-0D2BF2880438}"/>
              </a:ext>
            </a:extLst>
          </p:cNvPr>
          <p:cNvSpPr txBox="1"/>
          <p:nvPr/>
        </p:nvSpPr>
        <p:spPr>
          <a:xfrm>
            <a:off x="5828647" y="6443142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2891CA5-D910-0541-63C4-B798B8EF6F11}"/>
              </a:ext>
            </a:extLst>
          </p:cNvPr>
          <p:cNvGrpSpPr/>
          <p:nvPr/>
        </p:nvGrpSpPr>
        <p:grpSpPr>
          <a:xfrm>
            <a:off x="111081" y="3199767"/>
            <a:ext cx="2153752" cy="1204197"/>
            <a:chOff x="149488" y="3169907"/>
            <a:chExt cx="2153752" cy="120419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707086A-E50E-A891-BF67-82D096AE5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7D68C9-FC7F-F2F4-4EDA-B81595EC439E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err="1"/>
                <a:t>코타라</a:t>
              </a:r>
              <a:endParaRPr lang="ko-KR" altLang="en-US" sz="1400" b="1"/>
            </a:p>
          </p:txBody>
        </p:sp>
      </p:grpSp>
    </p:spTree>
    <p:extLst>
      <p:ext uri="{BB962C8B-B14F-4D97-AF65-F5344CB8AC3E}">
        <p14:creationId xmlns:p14="http://schemas.microsoft.com/office/powerpoint/2010/main" val="155942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B1A92-D7CF-7E7B-C0E9-FE671CE5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EF9D0D-A6EA-39FC-D5B3-B507783350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94965" y="1166245"/>
            <a:ext cx="7536435" cy="56282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998FBA-6D38-8FC1-B352-B6FB47183E99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998FBA-6D38-8FC1-B352-B6FB47183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D370D6A-D1D6-3C46-05A7-9508587515C5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59C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CE5FC4-5B53-689B-4C78-82154C140CCF}"/>
              </a:ext>
            </a:extLst>
          </p:cNvPr>
          <p:cNvSpPr/>
          <p:nvPr/>
        </p:nvSpPr>
        <p:spPr>
          <a:xfrm rot="10800000">
            <a:off x="2505315" y="3386136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45D6A1D-79E1-F006-A86B-E396BBB9E947}"/>
              </a:ext>
            </a:extLst>
          </p:cNvPr>
          <p:cNvSpPr/>
          <p:nvPr/>
        </p:nvSpPr>
        <p:spPr>
          <a:xfrm>
            <a:off x="3052541" y="378204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7997273-85CB-0B6F-E1CE-828D18FBE717}"/>
              </a:ext>
            </a:extLst>
          </p:cNvPr>
          <p:cNvSpPr/>
          <p:nvPr/>
        </p:nvSpPr>
        <p:spPr>
          <a:xfrm>
            <a:off x="3221478" y="393412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0F0F1F-1CCC-F5F6-A956-66BD52FD36C5}"/>
              </a:ext>
            </a:extLst>
          </p:cNvPr>
          <p:cNvSpPr txBox="1"/>
          <p:nvPr/>
        </p:nvSpPr>
        <p:spPr>
          <a:xfrm>
            <a:off x="4560688" y="3640348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55BEBD5-434F-54F5-21E1-B6257DB88148}"/>
              </a:ext>
            </a:extLst>
          </p:cNvPr>
          <p:cNvGrpSpPr/>
          <p:nvPr/>
        </p:nvGrpSpPr>
        <p:grpSpPr>
          <a:xfrm rot="5400000">
            <a:off x="3619993" y="2598839"/>
            <a:ext cx="98861" cy="1536018"/>
            <a:chOff x="4737864" y="4695342"/>
            <a:chExt cx="98861" cy="15360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32220BE-616B-92D7-F1EC-F01E1666AFA1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3C1BE11-4A6A-BC88-F12C-675EDD7D0AEA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B106F6E-0383-DDBD-8865-03D34744595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C3CBB78-CA93-CCC8-131A-57A91E189A82}"/>
              </a:ext>
            </a:extLst>
          </p:cNvPr>
          <p:cNvSpPr/>
          <p:nvPr/>
        </p:nvSpPr>
        <p:spPr>
          <a:xfrm rot="16200000" flipV="1">
            <a:off x="5530973" y="2758238"/>
            <a:ext cx="98384" cy="8078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8F27F6E-E221-220F-8D36-CF1AE395A990}"/>
              </a:ext>
            </a:extLst>
          </p:cNvPr>
          <p:cNvSpPr/>
          <p:nvPr/>
        </p:nvSpPr>
        <p:spPr>
          <a:xfrm flipV="1">
            <a:off x="6717525" y="2491378"/>
            <a:ext cx="98384" cy="688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78FFF5F-BF19-65A2-C2E8-9717465CD21C}"/>
              </a:ext>
            </a:extLst>
          </p:cNvPr>
          <p:cNvGrpSpPr/>
          <p:nvPr/>
        </p:nvGrpSpPr>
        <p:grpSpPr>
          <a:xfrm rot="5400000">
            <a:off x="7548225" y="3453044"/>
            <a:ext cx="98803" cy="675916"/>
            <a:chOff x="4737845" y="4935845"/>
            <a:chExt cx="98803" cy="67591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86C2D55E-7BD3-5090-0528-CFE3809180AA}"/>
                </a:ext>
              </a:extLst>
            </p:cNvPr>
            <p:cNvSpPr/>
            <p:nvPr/>
          </p:nvSpPr>
          <p:spPr>
            <a:xfrm>
              <a:off x="4737845" y="4935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1AC7A39-901A-8425-1AF0-12187011DE1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B3AFDCA-48E2-19B9-7344-B9D0AD61681D}"/>
              </a:ext>
            </a:extLst>
          </p:cNvPr>
          <p:cNvSpPr txBox="1"/>
          <p:nvPr/>
        </p:nvSpPr>
        <p:spPr>
          <a:xfrm>
            <a:off x="14003" y="391680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224C12A-291F-0558-C071-1064C5788342}"/>
              </a:ext>
            </a:extLst>
          </p:cNvPr>
          <p:cNvCxnSpPr>
            <a:cxnSpLocks/>
          </p:cNvCxnSpPr>
          <p:nvPr/>
        </p:nvCxnSpPr>
        <p:spPr>
          <a:xfrm>
            <a:off x="2333625" y="4008691"/>
            <a:ext cx="7189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F33CF60-F8B6-C635-EEDE-6C80444498B5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A43E4CC0-3664-CF4E-A362-4D17FC77CBF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99E0E41C-81E4-2077-F8C6-91516BA5686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B22ECFBD-D704-378C-A3AF-121A2878A2C4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E07B0946-A370-1320-84FD-2C92DA7AD4C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053D730-1752-E99E-5C3C-BE055ADD9540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7003D5C8-AE4C-E6C4-37AF-EC85D6B3B040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70875B9-BCD0-335B-672F-C511C1276CB4}"/>
              </a:ext>
            </a:extLst>
          </p:cNvPr>
          <p:cNvGrpSpPr/>
          <p:nvPr/>
        </p:nvGrpSpPr>
        <p:grpSpPr>
          <a:xfrm rot="5400000">
            <a:off x="3619101" y="4631603"/>
            <a:ext cx="98861" cy="1536018"/>
            <a:chOff x="4737864" y="4695342"/>
            <a:chExt cx="98861" cy="153601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D8A3B9C-A340-5B2C-6AA0-AD3B1129E1C7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E56EA340-F994-992C-13DA-A2912E60D98A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5A71722E-1CA9-F41D-C983-A82D81B0D11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1497A4A-B5CF-3234-FDD8-9358B5FB3C9F}"/>
              </a:ext>
            </a:extLst>
          </p:cNvPr>
          <p:cNvSpPr/>
          <p:nvPr/>
        </p:nvSpPr>
        <p:spPr>
          <a:xfrm rot="16200000" flipV="1">
            <a:off x="8522579" y="2003308"/>
            <a:ext cx="98384" cy="8491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311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A02C5-9202-63DD-51AB-AE6CC3883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3AA244-B2FE-E225-6C33-7AA5477A28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94965" y="1166245"/>
            <a:ext cx="7536435" cy="56282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3615CE-B53B-D3ED-3E26-FE27C312C993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3615CE-B53B-D3ED-3E26-FE27C312C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FD11055-7087-60EB-8AAB-618BBC60BDE2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32F79D-B6B5-BBAF-42B7-EED609CE2754}"/>
              </a:ext>
            </a:extLst>
          </p:cNvPr>
          <p:cNvSpPr/>
          <p:nvPr/>
        </p:nvSpPr>
        <p:spPr>
          <a:xfrm rot="5400000">
            <a:off x="2965067" y="2692240"/>
            <a:ext cx="871677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90550-4011-A3D9-66A3-BF7C6E8608E0}"/>
              </a:ext>
            </a:extLst>
          </p:cNvPr>
          <p:cNvSpPr txBox="1"/>
          <p:nvPr/>
        </p:nvSpPr>
        <p:spPr>
          <a:xfrm>
            <a:off x="3613052" y="230326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7F0B01-ADBC-AF91-A57E-0F088432B8A8}"/>
              </a:ext>
            </a:extLst>
          </p:cNvPr>
          <p:cNvSpPr/>
          <p:nvPr/>
        </p:nvSpPr>
        <p:spPr>
          <a:xfrm rot="10800000">
            <a:off x="2505315" y="3386136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75130A0-41CE-4272-D4C9-5F94ABDD5D50}"/>
              </a:ext>
            </a:extLst>
          </p:cNvPr>
          <p:cNvSpPr/>
          <p:nvPr/>
        </p:nvSpPr>
        <p:spPr>
          <a:xfrm>
            <a:off x="3052541" y="378204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ACB4458-2CC1-74B8-D617-A9690C4818FA}"/>
              </a:ext>
            </a:extLst>
          </p:cNvPr>
          <p:cNvSpPr/>
          <p:nvPr/>
        </p:nvSpPr>
        <p:spPr>
          <a:xfrm>
            <a:off x="3221478" y="393412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ED08A5-6461-F41F-75FF-CEB2D3BE2A6E}"/>
              </a:ext>
            </a:extLst>
          </p:cNvPr>
          <p:cNvSpPr txBox="1"/>
          <p:nvPr/>
        </p:nvSpPr>
        <p:spPr>
          <a:xfrm>
            <a:off x="4560688" y="3640348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ED390B9-2A9B-A302-1CEF-B2AAB30F8E50}"/>
              </a:ext>
            </a:extLst>
          </p:cNvPr>
          <p:cNvGrpSpPr/>
          <p:nvPr/>
        </p:nvGrpSpPr>
        <p:grpSpPr>
          <a:xfrm rot="5400000">
            <a:off x="3619993" y="2598839"/>
            <a:ext cx="98861" cy="1536018"/>
            <a:chOff x="4737864" y="4695342"/>
            <a:chExt cx="98861" cy="15360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8703E90B-CEED-01AA-E43E-E6E7F41CF3A9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9B0697EC-C2CB-40C0-B56B-054A3D169724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3F74A92-4573-C909-BC79-812E4E64BA5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85DB164-3181-5F56-5904-F41F124A9170}"/>
              </a:ext>
            </a:extLst>
          </p:cNvPr>
          <p:cNvGrpSpPr/>
          <p:nvPr/>
        </p:nvGrpSpPr>
        <p:grpSpPr>
          <a:xfrm rot="5400000">
            <a:off x="4044885" y="2822880"/>
            <a:ext cx="98799" cy="623526"/>
            <a:chOff x="4737849" y="4988235"/>
            <a:chExt cx="98799" cy="623526"/>
          </a:xfrm>
          <a:solidFill>
            <a:srgbClr val="00B0F0"/>
          </a:solidFill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C4E4DA6F-A8A5-70A4-FAAE-CF523DA7449D}"/>
                </a:ext>
              </a:extLst>
            </p:cNvPr>
            <p:cNvSpPr/>
            <p:nvPr/>
          </p:nvSpPr>
          <p:spPr>
            <a:xfrm>
              <a:off x="4737849" y="49882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FAF7E0C2-D9A7-B98A-9C68-33946013BF5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4C2FE79-4B3D-2331-DDCD-CA54065C64E8}"/>
              </a:ext>
            </a:extLst>
          </p:cNvPr>
          <p:cNvGrpSpPr/>
          <p:nvPr/>
        </p:nvGrpSpPr>
        <p:grpSpPr>
          <a:xfrm>
            <a:off x="6899565" y="2603350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4DFEC8B-2DFA-750A-64D5-FB13B2613792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2F5ED0D1-1DB6-D031-279D-D03CDC63B412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5F333EB1-B1A1-F740-7B6D-D47DD5F1700D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별: 꼭짓점 7개 21">
              <a:extLst>
                <a:ext uri="{FF2B5EF4-FFF2-40B4-BE49-F238E27FC236}">
                  <a16:creationId xmlns:a16="http://schemas.microsoft.com/office/drawing/2014/main" id="{B1505693-D4CB-464A-F661-DCF8A8A3BA75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56C68BDC-8615-FE17-F2B2-278BF662DA7A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4E4BC9B-E191-0AA8-FBA2-16A7D25CCEB3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A8A270F9-ABB6-FAAE-5FDD-C345494BE7C7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A0723A-8475-B320-76BB-A99A94DEE35A}"/>
              </a:ext>
            </a:extLst>
          </p:cNvPr>
          <p:cNvSpPr/>
          <p:nvPr/>
        </p:nvSpPr>
        <p:spPr>
          <a:xfrm rot="16200000" flipV="1">
            <a:off x="5530973" y="2758238"/>
            <a:ext cx="98384" cy="8078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B9599A6-BDF3-47B2-6394-9599FAA11DA9}"/>
              </a:ext>
            </a:extLst>
          </p:cNvPr>
          <p:cNvSpPr/>
          <p:nvPr/>
        </p:nvSpPr>
        <p:spPr>
          <a:xfrm flipV="1">
            <a:off x="6717525" y="2491378"/>
            <a:ext cx="98384" cy="688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A821DA8-0AC1-E7AF-E481-794D65BC1F1C}"/>
              </a:ext>
            </a:extLst>
          </p:cNvPr>
          <p:cNvGrpSpPr/>
          <p:nvPr/>
        </p:nvGrpSpPr>
        <p:grpSpPr>
          <a:xfrm rot="5400000">
            <a:off x="7548225" y="3453044"/>
            <a:ext cx="98803" cy="675916"/>
            <a:chOff x="4737845" y="4935845"/>
            <a:chExt cx="98803" cy="67591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1A29440-21F4-30AD-96BF-FBA2DABCFC31}"/>
                </a:ext>
              </a:extLst>
            </p:cNvPr>
            <p:cNvSpPr/>
            <p:nvPr/>
          </p:nvSpPr>
          <p:spPr>
            <a:xfrm>
              <a:off x="4737845" y="4935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1E3AAC04-EEEF-F9F2-5CDC-A2A94B19CB9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3CFD99E-B0E9-3252-ECDD-11A13FB9DA58}"/>
              </a:ext>
            </a:extLst>
          </p:cNvPr>
          <p:cNvSpPr txBox="1"/>
          <p:nvPr/>
        </p:nvSpPr>
        <p:spPr>
          <a:xfrm>
            <a:off x="14003" y="391680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25235E7E-3322-10C5-1E9B-1CE078AE94EB}"/>
              </a:ext>
            </a:extLst>
          </p:cNvPr>
          <p:cNvCxnSpPr>
            <a:cxnSpLocks/>
          </p:cNvCxnSpPr>
          <p:nvPr/>
        </p:nvCxnSpPr>
        <p:spPr>
          <a:xfrm>
            <a:off x="2333625" y="4008691"/>
            <a:ext cx="7189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C518696-5DB2-B642-2628-2CD6FEDE692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7B211F8-B5C2-E1A3-9577-049FC9F69AF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22F840C8-5870-A166-76C3-EEAC4866806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9F4A0A85-C4EC-9D20-E229-CBC0D04BCF2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9F0688CB-D116-9116-C518-60140AD2016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1B707AA-0629-2F43-B202-003618912C86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90D062ED-D68B-40F8-B21B-BD7A0BD819F4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01CC47B-20D1-1F21-CE4B-2A44D05D694D}"/>
              </a:ext>
            </a:extLst>
          </p:cNvPr>
          <p:cNvGrpSpPr/>
          <p:nvPr/>
        </p:nvGrpSpPr>
        <p:grpSpPr>
          <a:xfrm rot="5400000">
            <a:off x="3619101" y="4631603"/>
            <a:ext cx="98861" cy="1536018"/>
            <a:chOff x="4737864" y="4695342"/>
            <a:chExt cx="98861" cy="153601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534F509-6DF7-26FB-EA5D-E4C0D1B8D25A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2B9047C-EA62-EFF7-BE4A-5C85D9D728F8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39B3F784-E709-698A-9733-55C19A23789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FEFD7D6-9BC5-579C-FFBC-8A8AA09D2003}"/>
              </a:ext>
            </a:extLst>
          </p:cNvPr>
          <p:cNvSpPr/>
          <p:nvPr/>
        </p:nvSpPr>
        <p:spPr>
          <a:xfrm rot="16200000" flipV="1">
            <a:off x="8522579" y="2003308"/>
            <a:ext cx="98384" cy="8491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992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DF970-A9DF-9A89-6585-0F29272C1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300F49-8C13-B902-A847-91DC98D890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94965" y="1166245"/>
            <a:ext cx="7536435" cy="56282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4728F9-BDC3-72A7-9596-76DF214E9020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𝟓𝟗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4728F9-BDC3-72A7-9596-76DF214E9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314FEB1-6FE4-4297-AA3C-550174FE844D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59C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30269-7035-ADA8-DE49-414588466234}"/>
              </a:ext>
            </a:extLst>
          </p:cNvPr>
          <p:cNvSpPr/>
          <p:nvPr/>
        </p:nvSpPr>
        <p:spPr>
          <a:xfrm rot="5400000">
            <a:off x="2965067" y="2692240"/>
            <a:ext cx="871677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5007E-319A-B8A8-CABC-E2D73F5A6647}"/>
              </a:ext>
            </a:extLst>
          </p:cNvPr>
          <p:cNvSpPr txBox="1"/>
          <p:nvPr/>
        </p:nvSpPr>
        <p:spPr>
          <a:xfrm>
            <a:off x="3613052" y="2303269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61CCF5-D039-2A2B-4029-A2DA13D415C3}"/>
              </a:ext>
            </a:extLst>
          </p:cNvPr>
          <p:cNvSpPr/>
          <p:nvPr/>
        </p:nvSpPr>
        <p:spPr>
          <a:xfrm rot="10800000">
            <a:off x="2505315" y="3386136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1463C42-84DB-60D4-C791-C6A470D94A69}"/>
              </a:ext>
            </a:extLst>
          </p:cNvPr>
          <p:cNvSpPr/>
          <p:nvPr/>
        </p:nvSpPr>
        <p:spPr>
          <a:xfrm>
            <a:off x="3052541" y="378204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58B76FF-B8F2-83BE-6ED9-3F97CD97AB52}"/>
              </a:ext>
            </a:extLst>
          </p:cNvPr>
          <p:cNvSpPr/>
          <p:nvPr/>
        </p:nvSpPr>
        <p:spPr>
          <a:xfrm>
            <a:off x="3221478" y="393412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E9E42E-1966-AF72-2606-C4DA7C77948E}"/>
              </a:ext>
            </a:extLst>
          </p:cNvPr>
          <p:cNvSpPr txBox="1"/>
          <p:nvPr/>
        </p:nvSpPr>
        <p:spPr>
          <a:xfrm>
            <a:off x="4560688" y="3640348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A2D31FA9-87AA-6F8B-5F54-57DD90AFBF16}"/>
              </a:ext>
            </a:extLst>
          </p:cNvPr>
          <p:cNvSpPr/>
          <p:nvPr/>
        </p:nvSpPr>
        <p:spPr>
          <a:xfrm>
            <a:off x="3400906" y="411745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C684DC9-060D-9079-6FA3-F062B9563B49}"/>
              </a:ext>
            </a:extLst>
          </p:cNvPr>
          <p:cNvGrpSpPr/>
          <p:nvPr/>
        </p:nvGrpSpPr>
        <p:grpSpPr>
          <a:xfrm rot="5400000">
            <a:off x="3619993" y="2598839"/>
            <a:ext cx="98861" cy="1536018"/>
            <a:chOff x="4737864" y="4695342"/>
            <a:chExt cx="98861" cy="15360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BC806E4-821C-4555-EC87-F226B204DA7E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4AE45EB-218D-D785-4A36-1E8F51BF974C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1B742DC-417B-877E-3E09-A64C095912B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75474FC-897A-33CD-09B9-0EDAE6D5D8DC}"/>
              </a:ext>
            </a:extLst>
          </p:cNvPr>
          <p:cNvGrpSpPr/>
          <p:nvPr/>
        </p:nvGrpSpPr>
        <p:grpSpPr>
          <a:xfrm rot="5400000">
            <a:off x="4044885" y="2822880"/>
            <a:ext cx="98799" cy="623526"/>
            <a:chOff x="4737849" y="4988235"/>
            <a:chExt cx="98799" cy="623526"/>
          </a:xfrm>
          <a:solidFill>
            <a:srgbClr val="00B0F0"/>
          </a:solidFill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A3AD6C21-C364-0089-AABB-A21ADC1C807C}"/>
                </a:ext>
              </a:extLst>
            </p:cNvPr>
            <p:cNvSpPr/>
            <p:nvPr/>
          </p:nvSpPr>
          <p:spPr>
            <a:xfrm>
              <a:off x="4737849" y="49882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489F4EBB-B55A-C294-94A5-0C46AC274A4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57C815B-4410-451D-278A-57FA0B7AF591}"/>
              </a:ext>
            </a:extLst>
          </p:cNvPr>
          <p:cNvGrpSpPr/>
          <p:nvPr/>
        </p:nvGrpSpPr>
        <p:grpSpPr>
          <a:xfrm>
            <a:off x="6899565" y="2603350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29853815-9E31-AFD3-5B34-6100044BA1E6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FCEFDCDD-3C3E-5F54-6C42-ECDF293D6B2E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99D1A42D-9A47-7BD3-C46B-1CECD6CEDD22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별: 꼭짓점 7개 21">
              <a:extLst>
                <a:ext uri="{FF2B5EF4-FFF2-40B4-BE49-F238E27FC236}">
                  <a16:creationId xmlns:a16="http://schemas.microsoft.com/office/drawing/2014/main" id="{D40C78B3-277D-6771-BC7F-BE6378073F9A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EE044C07-A1DC-D7EE-2C70-96B4CB8E0397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1955DDEF-00C3-DE57-D07D-10447C4A636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773A9674-2D26-D2F2-9F36-47F091B1AA1A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1E00E18-0D81-8676-DEB0-0549D516BC5D}"/>
              </a:ext>
            </a:extLst>
          </p:cNvPr>
          <p:cNvSpPr/>
          <p:nvPr/>
        </p:nvSpPr>
        <p:spPr>
          <a:xfrm rot="16200000" flipV="1">
            <a:off x="5530973" y="2758238"/>
            <a:ext cx="98384" cy="8078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26B8A64-D262-7141-4A17-7A1617ECAB82}"/>
              </a:ext>
            </a:extLst>
          </p:cNvPr>
          <p:cNvSpPr/>
          <p:nvPr/>
        </p:nvSpPr>
        <p:spPr>
          <a:xfrm flipV="1">
            <a:off x="6717525" y="2491378"/>
            <a:ext cx="98384" cy="688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848DC50-268E-585E-9808-E98C345E4DF6}"/>
              </a:ext>
            </a:extLst>
          </p:cNvPr>
          <p:cNvGrpSpPr/>
          <p:nvPr/>
        </p:nvGrpSpPr>
        <p:grpSpPr>
          <a:xfrm rot="5400000">
            <a:off x="7548225" y="3453044"/>
            <a:ext cx="98803" cy="675916"/>
            <a:chOff x="4737845" y="4935845"/>
            <a:chExt cx="98803" cy="67591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A888943-0961-6B46-4711-B8422688238E}"/>
                </a:ext>
              </a:extLst>
            </p:cNvPr>
            <p:cNvSpPr/>
            <p:nvPr/>
          </p:nvSpPr>
          <p:spPr>
            <a:xfrm>
              <a:off x="4737845" y="4935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592E9984-8248-8DD0-1A5A-539B6C4732B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3E5851C-9216-BB4B-98C7-31EE013CA301}"/>
              </a:ext>
            </a:extLst>
          </p:cNvPr>
          <p:cNvSpPr txBox="1"/>
          <p:nvPr/>
        </p:nvSpPr>
        <p:spPr>
          <a:xfrm>
            <a:off x="14003" y="391680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F110C6B-DC90-02CA-6FE4-56FCBCF82970}"/>
              </a:ext>
            </a:extLst>
          </p:cNvPr>
          <p:cNvCxnSpPr>
            <a:cxnSpLocks/>
          </p:cNvCxnSpPr>
          <p:nvPr/>
        </p:nvCxnSpPr>
        <p:spPr>
          <a:xfrm>
            <a:off x="2333625" y="4008691"/>
            <a:ext cx="7189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397A4F3-61C0-A76B-6D42-F8083A053761}"/>
              </a:ext>
            </a:extLst>
          </p:cNvPr>
          <p:cNvSpPr txBox="1"/>
          <p:nvPr/>
        </p:nvSpPr>
        <p:spPr>
          <a:xfrm>
            <a:off x="-1027" y="4427918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C7F4AE9-B12B-658A-D951-00050C7CF75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AA672D4-17AF-5D3E-9715-906F210CE7E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B6F5597C-5689-8EF0-3D36-40B92DD4DB3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69E1AE4-E633-23C6-6CDE-79CB36D89CF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B5C2110E-87EE-5034-676F-DD84AC289EE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BBFA30B4-67B7-2E0F-D4DD-57B07C4FB923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5E0C51E5-4F39-15D6-EEBA-68FD2ECA1AD2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50AE675-941E-9953-7DA7-DA1BE0F9A239}"/>
              </a:ext>
            </a:extLst>
          </p:cNvPr>
          <p:cNvGrpSpPr/>
          <p:nvPr/>
        </p:nvGrpSpPr>
        <p:grpSpPr>
          <a:xfrm rot="5400000">
            <a:off x="3619101" y="4631603"/>
            <a:ext cx="98861" cy="1536018"/>
            <a:chOff x="4737864" y="4695342"/>
            <a:chExt cx="98861" cy="153601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525DB69-FB83-D6BF-1E57-6DC26ED6D46C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01D262F-6AA8-E545-DD79-49E034973721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29123156-9C03-5EDE-03EB-4E0D5E7410D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A3F211A-0950-84D5-DB96-BAAB564F8A52}"/>
              </a:ext>
            </a:extLst>
          </p:cNvPr>
          <p:cNvSpPr/>
          <p:nvPr/>
        </p:nvSpPr>
        <p:spPr>
          <a:xfrm rot="16200000" flipV="1">
            <a:off x="8522579" y="2003308"/>
            <a:ext cx="98384" cy="84918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819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0ED79-DDE5-862B-D897-5FE258FE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DC48463-E958-B032-D219-41813DCD78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1899" y="933794"/>
            <a:ext cx="8044451" cy="55356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7E93AC-9302-4313-C23E-9C2F5E00829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𝟕𝟐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7E93AC-9302-4313-C23E-9C2F5E008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2E9E70D-E807-905A-E2AD-7A3A8BC65DC7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72A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527D68-B90B-E3AA-F6EE-BAB8DBD1AD2C}"/>
              </a:ext>
            </a:extLst>
          </p:cNvPr>
          <p:cNvSpPr/>
          <p:nvPr/>
        </p:nvSpPr>
        <p:spPr>
          <a:xfrm rot="5400000">
            <a:off x="6576097" y="4962145"/>
            <a:ext cx="102820" cy="18659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E84D8-F1CB-1109-824B-23018E2D987C}"/>
              </a:ext>
            </a:extLst>
          </p:cNvPr>
          <p:cNvSpPr txBox="1"/>
          <p:nvPr/>
        </p:nvSpPr>
        <p:spPr>
          <a:xfrm>
            <a:off x="5685746" y="376337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8A168D-C626-0A8A-853E-CD14052D4018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84C1210-E0A1-7377-2D6E-78760015D005}"/>
              </a:ext>
            </a:extLst>
          </p:cNvPr>
          <p:cNvSpPr/>
          <p:nvPr/>
        </p:nvSpPr>
        <p:spPr>
          <a:xfrm flipV="1">
            <a:off x="2604143" y="3463124"/>
            <a:ext cx="98384" cy="6807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BE67B64-E728-84EC-5A62-32FB771578E6}"/>
              </a:ext>
            </a:extLst>
          </p:cNvPr>
          <p:cNvGrpSpPr/>
          <p:nvPr/>
        </p:nvGrpSpPr>
        <p:grpSpPr>
          <a:xfrm rot="5400000">
            <a:off x="4515471" y="3778245"/>
            <a:ext cx="99459" cy="600262"/>
            <a:chOff x="5324822" y="4483428"/>
            <a:chExt cx="99459" cy="600262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4450071D-5C25-E5D8-C02E-A393AD4B87B4}"/>
                </a:ext>
              </a:extLst>
            </p:cNvPr>
            <p:cNvSpPr/>
            <p:nvPr/>
          </p:nvSpPr>
          <p:spPr>
            <a:xfrm>
              <a:off x="5325896" y="448342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204C818B-A32B-953A-A40C-D3E93C0EFE2B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3770C45-24E5-2663-E02E-1DCC069E6A7C}"/>
              </a:ext>
            </a:extLst>
          </p:cNvPr>
          <p:cNvSpPr/>
          <p:nvPr/>
        </p:nvSpPr>
        <p:spPr>
          <a:xfrm flipV="1">
            <a:off x="4003271" y="2775904"/>
            <a:ext cx="98385" cy="7722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F89E22-E5B4-877E-5180-03B7237E3CA6}"/>
              </a:ext>
            </a:extLst>
          </p:cNvPr>
          <p:cNvSpPr txBox="1"/>
          <p:nvPr/>
        </p:nvSpPr>
        <p:spPr>
          <a:xfrm>
            <a:off x="5595436" y="6465232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highlight>
                  <a:srgbClr val="FFFF00"/>
                </a:highlight>
              </a:rPr>
              <a:t>우물은 두가지 </a:t>
            </a:r>
            <a:r>
              <a:rPr lang="ko-KR" altLang="en-US" sz="900" err="1">
                <a:highlight>
                  <a:srgbClr val="FFFF00"/>
                </a:highlight>
              </a:rPr>
              <a:t>타입중</a:t>
            </a:r>
            <a:r>
              <a:rPr lang="ko-KR" altLang="en-US" sz="900">
                <a:highlight>
                  <a:srgbClr val="FFFF00"/>
                </a:highlight>
              </a:rPr>
              <a:t> 선택 가능합니다</a:t>
            </a:r>
            <a:r>
              <a:rPr lang="en-US" altLang="ko-KR" sz="9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>
                <a:highlight>
                  <a:srgbClr val="FFFF00"/>
                </a:highlight>
              </a:rPr>
              <a:t>. </a:t>
            </a:r>
            <a:endParaRPr lang="ko-KR" altLang="en-US" sz="900">
              <a:highlight>
                <a:srgbClr val="FFFF00"/>
              </a:highlight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877D563B-4679-4BB7-F9AA-FE40666DB75B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645BD63-7E00-AD8B-3159-7FB413E6AC41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7CBD25A7-818B-44DE-D2D7-807A36BA723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3FF30806-098E-4FA3-0CB1-3B36EB8EA981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40E6896-0FF7-AC2F-90D0-86D1193D219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D1CBB3D5-CF2B-B742-A45D-4F903DEA69E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5C40C9B-CDC6-2845-8F9D-AEAA528ABB33}"/>
              </a:ext>
            </a:extLst>
          </p:cNvPr>
          <p:cNvSpPr/>
          <p:nvPr/>
        </p:nvSpPr>
        <p:spPr>
          <a:xfrm rot="10800000" flipV="1">
            <a:off x="7760604" y="2861732"/>
            <a:ext cx="98385" cy="7276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830991D-C38C-AAA5-BB99-BD996EC9F29B}"/>
              </a:ext>
            </a:extLst>
          </p:cNvPr>
          <p:cNvSpPr/>
          <p:nvPr/>
        </p:nvSpPr>
        <p:spPr>
          <a:xfrm>
            <a:off x="6055002" y="4381096"/>
            <a:ext cx="1162322" cy="118821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708200A-B5AB-94B8-7DDE-0DBFAAB5710C}"/>
              </a:ext>
            </a:extLst>
          </p:cNvPr>
          <p:cNvSpPr/>
          <p:nvPr/>
        </p:nvSpPr>
        <p:spPr>
          <a:xfrm>
            <a:off x="6214824" y="4545016"/>
            <a:ext cx="830473" cy="87096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93D9F99-FD64-54B3-6E0F-A8B118923ADC}"/>
              </a:ext>
            </a:extLst>
          </p:cNvPr>
          <p:cNvGrpSpPr/>
          <p:nvPr/>
        </p:nvGrpSpPr>
        <p:grpSpPr>
          <a:xfrm>
            <a:off x="5591415" y="4352906"/>
            <a:ext cx="100923" cy="1352188"/>
            <a:chOff x="4735802" y="4568022"/>
            <a:chExt cx="100923" cy="1352188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20C7D7E9-E545-C264-466F-9CAA44432AC7}"/>
                </a:ext>
              </a:extLst>
            </p:cNvPr>
            <p:cNvSpPr/>
            <p:nvPr/>
          </p:nvSpPr>
          <p:spPr>
            <a:xfrm>
              <a:off x="4737834" y="456802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FF841978-4104-171C-3179-8DA828041EB6}"/>
                </a:ext>
              </a:extLst>
            </p:cNvPr>
            <p:cNvSpPr/>
            <p:nvPr/>
          </p:nvSpPr>
          <p:spPr>
            <a:xfrm>
              <a:off x="4735802" y="519723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3F3686F-8529-E11A-6386-157EE42B3586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28622B2-E613-532F-FED6-5485FC34CCE3}"/>
              </a:ext>
            </a:extLst>
          </p:cNvPr>
          <p:cNvGrpSpPr/>
          <p:nvPr/>
        </p:nvGrpSpPr>
        <p:grpSpPr>
          <a:xfrm>
            <a:off x="7540246" y="4341667"/>
            <a:ext cx="100923" cy="1352188"/>
            <a:chOff x="4735802" y="4568022"/>
            <a:chExt cx="100923" cy="135218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874A86F4-DA87-1D84-16F5-03FB843E3653}"/>
                </a:ext>
              </a:extLst>
            </p:cNvPr>
            <p:cNvSpPr/>
            <p:nvPr/>
          </p:nvSpPr>
          <p:spPr>
            <a:xfrm>
              <a:off x="4737834" y="456802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7E57F8C6-1EF6-7408-0BF2-F665244BAC24}"/>
                </a:ext>
              </a:extLst>
            </p:cNvPr>
            <p:cNvSpPr/>
            <p:nvPr/>
          </p:nvSpPr>
          <p:spPr>
            <a:xfrm>
              <a:off x="4735802" y="519723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E0B62F27-9C9B-DFE4-1315-72B972996A30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9E53524-15AC-F704-5E9D-6EEBF8A4D4C8}"/>
              </a:ext>
            </a:extLst>
          </p:cNvPr>
          <p:cNvCxnSpPr>
            <a:cxnSpLocks/>
          </p:cNvCxnSpPr>
          <p:nvPr/>
        </p:nvCxnSpPr>
        <p:spPr>
          <a:xfrm flipV="1">
            <a:off x="6942304" y="5569309"/>
            <a:ext cx="0" cy="935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44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5B881-A5BB-3011-21C9-588A39E2F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029A49F-C533-E2E4-9297-D2532FC204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1899" y="933794"/>
            <a:ext cx="8044451" cy="55356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9D224C-9351-EFDD-AC3E-26C1A3979C0C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𝟕𝟐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9D224C-9351-EFDD-AC3E-26C1A3979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9B61F6F-8E06-51BC-42A9-733E053763F2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72A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C74B28-5A33-7CE5-E2D9-D3AE063BF98B}"/>
              </a:ext>
            </a:extLst>
          </p:cNvPr>
          <p:cNvSpPr/>
          <p:nvPr/>
        </p:nvSpPr>
        <p:spPr>
          <a:xfrm>
            <a:off x="7767320" y="5177997"/>
            <a:ext cx="91710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9F95EA-53B0-2BBD-E9D1-0ED4947A1631}"/>
              </a:ext>
            </a:extLst>
          </p:cNvPr>
          <p:cNvSpPr txBox="1"/>
          <p:nvPr/>
        </p:nvSpPr>
        <p:spPr>
          <a:xfrm>
            <a:off x="8009562" y="448163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8EF8A6-434D-8BCC-F7EF-ED5F0505E238}"/>
              </a:ext>
            </a:extLst>
          </p:cNvPr>
          <p:cNvSpPr/>
          <p:nvPr/>
        </p:nvSpPr>
        <p:spPr>
          <a:xfrm rot="5400000">
            <a:off x="6576097" y="4962145"/>
            <a:ext cx="102820" cy="18659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AD55CB-E6A4-9D52-B244-1D9C4FF44844}"/>
              </a:ext>
            </a:extLst>
          </p:cNvPr>
          <p:cNvSpPr txBox="1"/>
          <p:nvPr/>
        </p:nvSpPr>
        <p:spPr>
          <a:xfrm>
            <a:off x="5685746" y="376337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D062D6-7090-2B3C-DCCA-9D87ED97EC15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896FEF2-686B-1191-30A5-BAE09326BD85}"/>
              </a:ext>
            </a:extLst>
          </p:cNvPr>
          <p:cNvGrpSpPr/>
          <p:nvPr/>
        </p:nvGrpSpPr>
        <p:grpSpPr>
          <a:xfrm>
            <a:off x="7767319" y="4257763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4EDD2CA-A1D4-C593-179D-3D18FCF04E4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1542C0F-E030-B260-01BF-B17F5140B206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825EAAD-81AC-F0C0-07C1-F33526FD1ADD}"/>
              </a:ext>
            </a:extLst>
          </p:cNvPr>
          <p:cNvGrpSpPr/>
          <p:nvPr/>
        </p:nvGrpSpPr>
        <p:grpSpPr>
          <a:xfrm rot="5400000">
            <a:off x="4288753" y="2842618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CF698E5B-DBDA-81C4-E300-E4F91D52B068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87DDA039-9CA2-7BE2-A7DD-8ACBFA8EE561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569FB0FE-AFFF-5F25-99B7-E2EE1F944B21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별: 꼭짓점 7개 16">
              <a:extLst>
                <a:ext uri="{FF2B5EF4-FFF2-40B4-BE49-F238E27FC236}">
                  <a16:creationId xmlns:a16="http://schemas.microsoft.com/office/drawing/2014/main" id="{76415311-DB70-05BA-BAD6-1397D2FC51D7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7A7259F-CD33-D54A-FA6D-EDA07D29ADB5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09B83FB3-8732-FE4C-6E08-AEA90E1746D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36F42BA1-CB5B-995D-D3F7-F262CB8C452A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D4CC9E-3DB3-28F6-2B7C-976AD200629B}"/>
              </a:ext>
            </a:extLst>
          </p:cNvPr>
          <p:cNvSpPr/>
          <p:nvPr/>
        </p:nvSpPr>
        <p:spPr>
          <a:xfrm flipV="1">
            <a:off x="2604143" y="3463124"/>
            <a:ext cx="98384" cy="6807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335A480-CA60-2F2F-EB25-3FDF10B52307}"/>
              </a:ext>
            </a:extLst>
          </p:cNvPr>
          <p:cNvGrpSpPr/>
          <p:nvPr/>
        </p:nvGrpSpPr>
        <p:grpSpPr>
          <a:xfrm rot="5400000">
            <a:off x="4515471" y="3778245"/>
            <a:ext cx="99459" cy="600262"/>
            <a:chOff x="5324822" y="4483428"/>
            <a:chExt cx="99459" cy="600262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2AFD5050-C9AD-E119-0C40-84896E57D41A}"/>
                </a:ext>
              </a:extLst>
            </p:cNvPr>
            <p:cNvSpPr/>
            <p:nvPr/>
          </p:nvSpPr>
          <p:spPr>
            <a:xfrm>
              <a:off x="5325896" y="448342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E28B7FDC-A8FC-F5E9-4931-5BB62937254A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A61BE2-D71D-73B5-A56D-91457F4689E0}"/>
              </a:ext>
            </a:extLst>
          </p:cNvPr>
          <p:cNvSpPr/>
          <p:nvPr/>
        </p:nvSpPr>
        <p:spPr>
          <a:xfrm flipV="1">
            <a:off x="4003271" y="2775904"/>
            <a:ext cx="98385" cy="7722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72AF7B-6F2D-4ECC-74D8-39E56C1C9742}"/>
              </a:ext>
            </a:extLst>
          </p:cNvPr>
          <p:cNvSpPr txBox="1"/>
          <p:nvPr/>
        </p:nvSpPr>
        <p:spPr>
          <a:xfrm>
            <a:off x="5595436" y="6465232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highlight>
                  <a:srgbClr val="FFFF00"/>
                </a:highlight>
              </a:rPr>
              <a:t>우물은 두가지 </a:t>
            </a:r>
            <a:r>
              <a:rPr lang="ko-KR" altLang="en-US" sz="900" err="1">
                <a:highlight>
                  <a:srgbClr val="FFFF00"/>
                </a:highlight>
              </a:rPr>
              <a:t>타입중</a:t>
            </a:r>
            <a:r>
              <a:rPr lang="ko-KR" altLang="en-US" sz="900">
                <a:highlight>
                  <a:srgbClr val="FFFF00"/>
                </a:highlight>
              </a:rPr>
              <a:t> 선택 가능합니다</a:t>
            </a:r>
            <a:r>
              <a:rPr lang="en-US" altLang="ko-KR" sz="9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>
                <a:highlight>
                  <a:srgbClr val="FFFF00"/>
                </a:highlight>
              </a:rPr>
              <a:t>. </a:t>
            </a:r>
            <a:endParaRPr lang="ko-KR" altLang="en-US" sz="900">
              <a:highlight>
                <a:srgbClr val="FFFF00"/>
              </a:highlight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5330DDAE-7879-A9C9-5E8B-F8D81554158A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562B784-0290-1180-04FC-61575640517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7164583A-605E-B184-1388-4FC8C3F53693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BFFAF995-F7D3-B918-016D-CE8A412E3D3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6BE30782-6575-07E7-331D-E259C8385DC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693CE483-DB39-7729-A011-BB6C1CA296A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D830A54-A4C7-4CCD-7907-B35BA8D3A58D}"/>
              </a:ext>
            </a:extLst>
          </p:cNvPr>
          <p:cNvSpPr/>
          <p:nvPr/>
        </p:nvSpPr>
        <p:spPr>
          <a:xfrm rot="10800000" flipV="1">
            <a:off x="7760604" y="2861732"/>
            <a:ext cx="98385" cy="7276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0AAD18D-3F0B-8386-83F6-F29B23E2B12F}"/>
              </a:ext>
            </a:extLst>
          </p:cNvPr>
          <p:cNvSpPr/>
          <p:nvPr/>
        </p:nvSpPr>
        <p:spPr>
          <a:xfrm>
            <a:off x="6055002" y="4381096"/>
            <a:ext cx="1162322" cy="118821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917FF1D-6B66-02CE-3CB6-62271D0341D8}"/>
              </a:ext>
            </a:extLst>
          </p:cNvPr>
          <p:cNvSpPr/>
          <p:nvPr/>
        </p:nvSpPr>
        <p:spPr>
          <a:xfrm>
            <a:off x="6214824" y="4545016"/>
            <a:ext cx="830473" cy="87096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14FD724-3679-3891-CCFA-09DBD2B4CFEC}"/>
              </a:ext>
            </a:extLst>
          </p:cNvPr>
          <p:cNvGrpSpPr/>
          <p:nvPr/>
        </p:nvGrpSpPr>
        <p:grpSpPr>
          <a:xfrm>
            <a:off x="5591415" y="4352906"/>
            <a:ext cx="100923" cy="1352188"/>
            <a:chOff x="4735802" y="4568022"/>
            <a:chExt cx="100923" cy="1352188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172C4614-BCD0-16C6-CFC8-02B01A5C80D9}"/>
                </a:ext>
              </a:extLst>
            </p:cNvPr>
            <p:cNvSpPr/>
            <p:nvPr/>
          </p:nvSpPr>
          <p:spPr>
            <a:xfrm>
              <a:off x="4737834" y="456802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EC04E81A-9802-37FB-7A45-EC8DC21FBE67}"/>
                </a:ext>
              </a:extLst>
            </p:cNvPr>
            <p:cNvSpPr/>
            <p:nvPr/>
          </p:nvSpPr>
          <p:spPr>
            <a:xfrm>
              <a:off x="4735802" y="519723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228BF20-8977-D155-51D5-DC93E40D7886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09CEFAB-392B-7E1F-67D5-33A4A0ECAF46}"/>
              </a:ext>
            </a:extLst>
          </p:cNvPr>
          <p:cNvGrpSpPr/>
          <p:nvPr/>
        </p:nvGrpSpPr>
        <p:grpSpPr>
          <a:xfrm>
            <a:off x="7540246" y="4341667"/>
            <a:ext cx="100923" cy="1352188"/>
            <a:chOff x="4735802" y="4568022"/>
            <a:chExt cx="100923" cy="135218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A1E57F0-D1B1-6515-CE32-A723AD6DF639}"/>
                </a:ext>
              </a:extLst>
            </p:cNvPr>
            <p:cNvSpPr/>
            <p:nvPr/>
          </p:nvSpPr>
          <p:spPr>
            <a:xfrm>
              <a:off x="4737834" y="456802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99B744D-C94F-1E4C-AC3F-B9645C5CB03E}"/>
                </a:ext>
              </a:extLst>
            </p:cNvPr>
            <p:cNvSpPr/>
            <p:nvPr/>
          </p:nvSpPr>
          <p:spPr>
            <a:xfrm>
              <a:off x="4735802" y="519723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EC8B0CB-C03F-4434-9230-E378E83B52B3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80A9DD8-936C-9305-CEF8-C982AEB43C26}"/>
              </a:ext>
            </a:extLst>
          </p:cNvPr>
          <p:cNvCxnSpPr>
            <a:cxnSpLocks/>
          </p:cNvCxnSpPr>
          <p:nvPr/>
        </p:nvCxnSpPr>
        <p:spPr>
          <a:xfrm flipV="1">
            <a:off x="6942304" y="5569309"/>
            <a:ext cx="0" cy="935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400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76BFA-BB45-7B0B-26DA-1BEAD8CC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1A2C2B-0950-3A92-D61C-57D2C84F35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1899" y="933794"/>
            <a:ext cx="8044451" cy="55356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AD7E12-247C-6271-D7F1-966E066A66D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𝟕𝟐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AD7E12-247C-6271-D7F1-966E066A6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E9F2484-127C-5D95-C001-C6C85651877F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72A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33D4C3-1CFC-ADEC-4182-5687C070E4ED}"/>
              </a:ext>
            </a:extLst>
          </p:cNvPr>
          <p:cNvSpPr/>
          <p:nvPr/>
        </p:nvSpPr>
        <p:spPr>
          <a:xfrm>
            <a:off x="7767320" y="5177997"/>
            <a:ext cx="917100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36570-F439-9D89-0D78-602AB1CF2634}"/>
              </a:ext>
            </a:extLst>
          </p:cNvPr>
          <p:cNvSpPr txBox="1"/>
          <p:nvPr/>
        </p:nvSpPr>
        <p:spPr>
          <a:xfrm>
            <a:off x="8009562" y="4481636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C2B745-4133-3A2C-7183-DFDF98C1FDEA}"/>
              </a:ext>
            </a:extLst>
          </p:cNvPr>
          <p:cNvSpPr/>
          <p:nvPr/>
        </p:nvSpPr>
        <p:spPr>
          <a:xfrm rot="5400000">
            <a:off x="6576097" y="4962145"/>
            <a:ext cx="102820" cy="186592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123342-9C24-2B57-01E0-384C5AFEEC0B}"/>
              </a:ext>
            </a:extLst>
          </p:cNvPr>
          <p:cNvSpPr txBox="1"/>
          <p:nvPr/>
        </p:nvSpPr>
        <p:spPr>
          <a:xfrm>
            <a:off x="5685746" y="3763375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4172FE-5B5E-91BA-A637-2414B52E3E01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56A68C80-1F7B-5464-3D1D-DAFFBAE61234}"/>
              </a:ext>
            </a:extLst>
          </p:cNvPr>
          <p:cNvSpPr/>
          <p:nvPr/>
        </p:nvSpPr>
        <p:spPr>
          <a:xfrm>
            <a:off x="6351402" y="471251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2EB3459-5CEA-B834-31DE-A7AD33DEA430}"/>
              </a:ext>
            </a:extLst>
          </p:cNvPr>
          <p:cNvGrpSpPr/>
          <p:nvPr/>
        </p:nvGrpSpPr>
        <p:grpSpPr>
          <a:xfrm>
            <a:off x="7767319" y="4257763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504A2D61-B1C9-FB00-CCC2-3A2748416CD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FA6F534-E919-9270-60EE-A86A119A2833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1708335-F9AF-3A5B-5C12-5D6DCFCD7377}"/>
              </a:ext>
            </a:extLst>
          </p:cNvPr>
          <p:cNvGrpSpPr/>
          <p:nvPr/>
        </p:nvGrpSpPr>
        <p:grpSpPr>
          <a:xfrm rot="5400000">
            <a:off x="4288753" y="2842618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73541983-70D9-B9B7-C8E3-8253F9A81310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797BFE19-0036-FCA5-57BD-9E9689A8B756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53BF2508-E87D-E0E7-7EC2-222CE34161D0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별: 꼭짓점 7개 16">
              <a:extLst>
                <a:ext uri="{FF2B5EF4-FFF2-40B4-BE49-F238E27FC236}">
                  <a16:creationId xmlns:a16="http://schemas.microsoft.com/office/drawing/2014/main" id="{967C293E-4D22-77EF-EA82-CAFE17D14F0E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ABE03F9D-971C-0661-3C48-17036281DB69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2B28C57-1E20-17A0-8F3F-4527DEAD5588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F743E594-BFCD-FE73-3C01-64960E540F85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DF5EA24-B18C-42BB-D962-8A0F765A5272}"/>
              </a:ext>
            </a:extLst>
          </p:cNvPr>
          <p:cNvSpPr/>
          <p:nvPr/>
        </p:nvSpPr>
        <p:spPr>
          <a:xfrm flipV="1">
            <a:off x="2604143" y="3463124"/>
            <a:ext cx="98384" cy="6807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EC4AD03-FE63-1DFE-BD76-D94A1136578D}"/>
              </a:ext>
            </a:extLst>
          </p:cNvPr>
          <p:cNvGrpSpPr/>
          <p:nvPr/>
        </p:nvGrpSpPr>
        <p:grpSpPr>
          <a:xfrm rot="5400000">
            <a:off x="4515471" y="3778245"/>
            <a:ext cx="99459" cy="600262"/>
            <a:chOff x="5324822" y="4483428"/>
            <a:chExt cx="99459" cy="600262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F898B368-D9D8-C09C-AA74-E5193894F9A2}"/>
                </a:ext>
              </a:extLst>
            </p:cNvPr>
            <p:cNvSpPr/>
            <p:nvPr/>
          </p:nvSpPr>
          <p:spPr>
            <a:xfrm>
              <a:off x="5325896" y="448342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5BB7DEA5-1DB7-1084-02A0-675D6F6421BC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C17DBB4-B2CE-1F6E-B5BB-8B30B5785E83}"/>
              </a:ext>
            </a:extLst>
          </p:cNvPr>
          <p:cNvSpPr/>
          <p:nvPr/>
        </p:nvSpPr>
        <p:spPr>
          <a:xfrm flipV="1">
            <a:off x="4003271" y="2775904"/>
            <a:ext cx="98385" cy="7722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4CF927-0B23-17F5-0B14-811F020601A7}"/>
              </a:ext>
            </a:extLst>
          </p:cNvPr>
          <p:cNvSpPr txBox="1"/>
          <p:nvPr/>
        </p:nvSpPr>
        <p:spPr>
          <a:xfrm>
            <a:off x="6573336" y="6465232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highlight>
                  <a:srgbClr val="FFFF00"/>
                </a:highlight>
              </a:rPr>
              <a:t>우물은 두가지 </a:t>
            </a:r>
            <a:r>
              <a:rPr lang="ko-KR" altLang="en-US" sz="900" err="1">
                <a:highlight>
                  <a:srgbClr val="FFFF00"/>
                </a:highlight>
              </a:rPr>
              <a:t>타입중</a:t>
            </a:r>
            <a:r>
              <a:rPr lang="ko-KR" altLang="en-US" sz="900">
                <a:highlight>
                  <a:srgbClr val="FFFF00"/>
                </a:highlight>
              </a:rPr>
              <a:t> 선택 가능합니다</a:t>
            </a:r>
            <a:r>
              <a:rPr lang="en-US" altLang="ko-KR" sz="9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>
                <a:highlight>
                  <a:srgbClr val="FFFF00"/>
                </a:highlight>
              </a:rPr>
              <a:t>. </a:t>
            </a:r>
            <a:endParaRPr lang="ko-KR" altLang="en-US" sz="900">
              <a:highlight>
                <a:srgbClr val="FFFF00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5D7059-DE50-4E76-BB07-AE0A1E5C35EF}"/>
              </a:ext>
            </a:extLst>
          </p:cNvPr>
          <p:cNvSpPr txBox="1"/>
          <p:nvPr/>
        </p:nvSpPr>
        <p:spPr>
          <a:xfrm>
            <a:off x="4606403" y="6361029"/>
            <a:ext cx="222937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err="1">
                <a:highlight>
                  <a:srgbClr val="FFFF00"/>
                </a:highlight>
              </a:rPr>
              <a:t>실링팬</a:t>
            </a:r>
            <a:r>
              <a:rPr lang="ko-KR" altLang="en-US" sz="900" b="1">
                <a:highlight>
                  <a:srgbClr val="FFFF00"/>
                </a:highlight>
              </a:rPr>
              <a:t> </a:t>
            </a:r>
            <a:r>
              <a:rPr lang="ko-KR" altLang="en-US" sz="900" b="1" err="1">
                <a:highlight>
                  <a:srgbClr val="FFFF00"/>
                </a:highlight>
              </a:rPr>
              <a:t>루씨에어</a:t>
            </a:r>
            <a:endParaRPr lang="en-US" altLang="ko-KR" sz="900" b="1">
              <a:highlight>
                <a:srgbClr val="FFFF00"/>
              </a:highlight>
            </a:endParaRPr>
          </a:p>
          <a:p>
            <a:r>
              <a:rPr lang="ko-KR" altLang="en-US" sz="900" b="1">
                <a:highlight>
                  <a:srgbClr val="FFFF00"/>
                </a:highlight>
              </a:rPr>
              <a:t>설치</a:t>
            </a:r>
            <a:r>
              <a:rPr lang="en-US" altLang="ko-KR" sz="900" b="1">
                <a:highlight>
                  <a:srgbClr val="FFFF00"/>
                </a:highlight>
              </a:rPr>
              <a:t>+</a:t>
            </a:r>
            <a:r>
              <a:rPr lang="ko-KR" altLang="en-US" sz="900" b="1">
                <a:highlight>
                  <a:srgbClr val="FFFF00"/>
                </a:highlight>
              </a:rPr>
              <a:t>보강</a:t>
            </a:r>
            <a:r>
              <a:rPr lang="en-US" altLang="ko-KR" sz="900" b="1">
                <a:highlight>
                  <a:srgbClr val="FFFF00"/>
                </a:highlight>
              </a:rPr>
              <a:t>+</a:t>
            </a:r>
            <a:r>
              <a:rPr lang="ko-KR" altLang="en-US" sz="9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900" b="1">
                <a:highlight>
                  <a:srgbClr val="FFFF00"/>
                </a:highlight>
              </a:rPr>
            </a:br>
            <a:r>
              <a:rPr lang="ko-KR" altLang="en-US" sz="900" b="1">
                <a:highlight>
                  <a:srgbClr val="FFFF00"/>
                </a:highlight>
              </a:rPr>
              <a:t>우물조명 </a:t>
            </a:r>
            <a:r>
              <a:rPr lang="en-US" altLang="ko-KR" sz="900" b="1">
                <a:highlight>
                  <a:srgbClr val="FFFF00"/>
                </a:highlight>
              </a:rPr>
              <a:t>2</a:t>
            </a:r>
            <a:r>
              <a:rPr lang="ko-KR" altLang="en-US" sz="900" b="1">
                <a:highlight>
                  <a:srgbClr val="FFFF00"/>
                </a:highlight>
              </a:rPr>
              <a:t>줄 </a:t>
            </a:r>
            <a:r>
              <a:rPr lang="ko-KR" altLang="en-US" sz="900" b="1" err="1">
                <a:highlight>
                  <a:srgbClr val="FFFF00"/>
                </a:highlight>
              </a:rPr>
              <a:t>전구색</a:t>
            </a:r>
            <a:r>
              <a:rPr lang="en-US" altLang="ko-KR" sz="900" b="1">
                <a:highlight>
                  <a:srgbClr val="FFFF00"/>
                </a:highlight>
              </a:rPr>
              <a:t>+</a:t>
            </a:r>
            <a:r>
              <a:rPr lang="ko-KR" altLang="en-US" sz="900" b="1" err="1">
                <a:highlight>
                  <a:srgbClr val="FFFF00"/>
                </a:highlight>
              </a:rPr>
              <a:t>주백색</a:t>
            </a:r>
            <a:endParaRPr lang="en-US" altLang="ko-KR" sz="900" b="1">
              <a:highlight>
                <a:srgbClr val="FFFF00"/>
              </a:highlight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18DDC446-1DCA-68A1-3969-F12BFA70B3C8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B2DD7D3-24A0-2113-79DC-F0009FFB9C6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57A304BB-BFDF-2D88-885D-4A93EB65F62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3A36870D-58B1-D06E-A40F-16B3938E448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FE8FF7A9-7B8F-E9A9-F1BE-12F1C48C97F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7308681E-873F-265F-B591-CA066CC5EAB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EC993A9-B68C-A548-666C-0231B719E7E8}"/>
              </a:ext>
            </a:extLst>
          </p:cNvPr>
          <p:cNvSpPr/>
          <p:nvPr/>
        </p:nvSpPr>
        <p:spPr>
          <a:xfrm rot="10800000" flipV="1">
            <a:off x="7760604" y="2861732"/>
            <a:ext cx="98385" cy="72760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FDD80FB-FCDF-6F92-13C3-15971530A371}"/>
              </a:ext>
            </a:extLst>
          </p:cNvPr>
          <p:cNvSpPr/>
          <p:nvPr/>
        </p:nvSpPr>
        <p:spPr>
          <a:xfrm>
            <a:off x="6055002" y="4381096"/>
            <a:ext cx="1162322" cy="118821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8C30587-4F93-F2D1-E484-E08D6548E1AD}"/>
              </a:ext>
            </a:extLst>
          </p:cNvPr>
          <p:cNvSpPr/>
          <p:nvPr/>
        </p:nvSpPr>
        <p:spPr>
          <a:xfrm>
            <a:off x="6214824" y="4545016"/>
            <a:ext cx="830473" cy="87096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7367D08-1450-6D1A-867B-D79E26E62F7A}"/>
              </a:ext>
            </a:extLst>
          </p:cNvPr>
          <p:cNvGrpSpPr/>
          <p:nvPr/>
        </p:nvGrpSpPr>
        <p:grpSpPr>
          <a:xfrm>
            <a:off x="5591415" y="4352906"/>
            <a:ext cx="100923" cy="1352188"/>
            <a:chOff x="4735802" y="4568022"/>
            <a:chExt cx="100923" cy="1352188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B43534F-EA0C-98EE-53D5-A7A687D2CED0}"/>
                </a:ext>
              </a:extLst>
            </p:cNvPr>
            <p:cNvSpPr/>
            <p:nvPr/>
          </p:nvSpPr>
          <p:spPr>
            <a:xfrm>
              <a:off x="4737834" y="456802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95937BB-5BDE-78A4-FF0A-25AA3BF9E842}"/>
                </a:ext>
              </a:extLst>
            </p:cNvPr>
            <p:cNvSpPr/>
            <p:nvPr/>
          </p:nvSpPr>
          <p:spPr>
            <a:xfrm>
              <a:off x="4735802" y="519723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10D8485-4729-BD1C-7A2A-61C83B28FBCC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35DB55B-3C67-22C9-884B-665007360FC4}"/>
              </a:ext>
            </a:extLst>
          </p:cNvPr>
          <p:cNvGrpSpPr/>
          <p:nvPr/>
        </p:nvGrpSpPr>
        <p:grpSpPr>
          <a:xfrm>
            <a:off x="7540246" y="4341667"/>
            <a:ext cx="100923" cy="1352188"/>
            <a:chOff x="4735802" y="4568022"/>
            <a:chExt cx="100923" cy="135218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0CA83B82-ECF0-FC86-0E38-F9BBFE7A908B}"/>
                </a:ext>
              </a:extLst>
            </p:cNvPr>
            <p:cNvSpPr/>
            <p:nvPr/>
          </p:nvSpPr>
          <p:spPr>
            <a:xfrm>
              <a:off x="4737834" y="456802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EAECE8B0-B279-4AFF-4CF0-7114EC3327E4}"/>
                </a:ext>
              </a:extLst>
            </p:cNvPr>
            <p:cNvSpPr/>
            <p:nvPr/>
          </p:nvSpPr>
          <p:spPr>
            <a:xfrm>
              <a:off x="4735802" y="519723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199735F1-8FA6-B3D0-00E7-B3F45435594D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D92C0361-19CD-EF1B-773E-D343BFF3447F}"/>
              </a:ext>
            </a:extLst>
          </p:cNvPr>
          <p:cNvCxnSpPr>
            <a:cxnSpLocks/>
          </p:cNvCxnSpPr>
          <p:nvPr/>
        </p:nvCxnSpPr>
        <p:spPr>
          <a:xfrm flipV="1">
            <a:off x="6942304" y="5569309"/>
            <a:ext cx="0" cy="935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419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E97D5D5-8D6A-7C5C-2B27-B9EAD2EABEBC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1899" y="933794"/>
            <a:ext cx="8044451" cy="55356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6EC770-1EE4-0900-609E-5017AE9A2049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𝟕𝟐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6EC770-1EE4-0900-609E-5017AE9A2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4B8572E-563C-5EE2-9C54-649A806764EB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72A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C86415-08CD-4034-E284-97D3AE618172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54EC4A-CC2A-BCE2-4C13-EADB990EA648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DE7D609-72BF-4A92-6831-1207DF2FAB1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B29DBA3-3F3B-B495-F422-78D2601ED7F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11CAFF7-6096-899C-E8DC-91C0288CE0C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A556B37-D066-CFA1-0FDA-6B27766CF51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TextBox 11">
              <a:extLst>
                <a:ext uri="{FF2B5EF4-FFF2-40B4-BE49-F238E27FC236}">
                  <a16:creationId xmlns:a16="http://schemas.microsoft.com/office/drawing/2014/main" id="{6D1FD436-95E8-C1A7-8BC5-333E10AD885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3" name="별: 꼭짓점 4개 32">
            <a:extLst>
              <a:ext uri="{FF2B5EF4-FFF2-40B4-BE49-F238E27FC236}">
                <a16:creationId xmlns:a16="http://schemas.microsoft.com/office/drawing/2014/main" id="{D70C8274-F8EB-56EC-9730-5D1D581BE667}"/>
              </a:ext>
            </a:extLst>
          </p:cNvPr>
          <p:cNvSpPr/>
          <p:nvPr/>
        </p:nvSpPr>
        <p:spPr>
          <a:xfrm>
            <a:off x="6351402" y="471251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23A5A7-FAEE-C540-B571-BF21BDC70B5E}"/>
              </a:ext>
            </a:extLst>
          </p:cNvPr>
          <p:cNvSpPr txBox="1"/>
          <p:nvPr/>
        </p:nvSpPr>
        <p:spPr>
          <a:xfrm>
            <a:off x="6071419" y="6342372"/>
            <a:ext cx="2229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err="1">
                <a:highlight>
                  <a:srgbClr val="FFFF00"/>
                </a:highlight>
              </a:rPr>
              <a:t>실링팬</a:t>
            </a:r>
            <a:r>
              <a:rPr lang="ko-KR" altLang="en-US" sz="900" b="1">
                <a:highlight>
                  <a:srgbClr val="FFFF00"/>
                </a:highlight>
              </a:rPr>
              <a:t> </a:t>
            </a:r>
            <a:r>
              <a:rPr lang="ko-KR" altLang="en-US" sz="900" b="1" err="1">
                <a:highlight>
                  <a:srgbClr val="FFFF00"/>
                </a:highlight>
              </a:rPr>
              <a:t>루씨에어</a:t>
            </a:r>
            <a:endParaRPr lang="en-US" altLang="ko-KR" sz="900" b="1">
              <a:highlight>
                <a:srgbClr val="FFFF00"/>
              </a:highlight>
            </a:endParaRPr>
          </a:p>
          <a:p>
            <a:r>
              <a:rPr lang="ko-KR" altLang="en-US" sz="900" b="1">
                <a:highlight>
                  <a:srgbClr val="FFFF00"/>
                </a:highlight>
              </a:rPr>
              <a:t>설치</a:t>
            </a:r>
            <a:r>
              <a:rPr lang="en-US" altLang="ko-KR" sz="900" b="1">
                <a:highlight>
                  <a:srgbClr val="FFFF00"/>
                </a:highlight>
              </a:rPr>
              <a:t>+</a:t>
            </a:r>
            <a:r>
              <a:rPr lang="ko-KR" altLang="en-US" sz="900" b="1">
                <a:highlight>
                  <a:srgbClr val="FFFF00"/>
                </a:highlight>
              </a:rPr>
              <a:t>보강</a:t>
            </a:r>
            <a:endParaRPr lang="en-US" altLang="ko-KR" sz="900" b="1">
              <a:highlight>
                <a:srgbClr val="FFFF00"/>
              </a:highlight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55E820AF-99C1-ECE4-FF10-C77BE28442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52410" y="5270971"/>
            <a:ext cx="2236971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88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C52D9-4140-6AF0-2A84-C58665D13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84FF3A4-99F8-0954-C2A4-FF1BF885AE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8107" y="1110232"/>
            <a:ext cx="7696793" cy="52893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6E0B0A-C020-FC27-6D5F-D91808014077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𝟕𝟐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6E0B0A-C020-FC27-6D5F-D91808014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64C08BB-E54D-A7E2-E34B-30A787016BFA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72B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315475-C073-0DA5-644F-D116E4BB1F01}"/>
              </a:ext>
            </a:extLst>
          </p:cNvPr>
          <p:cNvSpPr/>
          <p:nvPr/>
        </p:nvSpPr>
        <p:spPr>
          <a:xfrm rot="5400000">
            <a:off x="6438267" y="5069595"/>
            <a:ext cx="102820" cy="170343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01D63F-DD12-4163-1FA3-2625962AF581}"/>
              </a:ext>
            </a:extLst>
          </p:cNvPr>
          <p:cNvSpPr txBox="1"/>
          <p:nvPr/>
        </p:nvSpPr>
        <p:spPr>
          <a:xfrm>
            <a:off x="5450774" y="389014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2BDABC-14F7-7F3F-BF0D-B84F7E5AC7FF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78AC6CC-F201-EACD-54C3-230855CF1E44}"/>
              </a:ext>
            </a:extLst>
          </p:cNvPr>
          <p:cNvSpPr/>
          <p:nvPr/>
        </p:nvSpPr>
        <p:spPr>
          <a:xfrm flipV="1">
            <a:off x="2699997" y="3621358"/>
            <a:ext cx="98384" cy="65861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21F0343-50BB-E596-B745-AB1D7BBB8141}"/>
              </a:ext>
            </a:extLst>
          </p:cNvPr>
          <p:cNvGrpSpPr/>
          <p:nvPr/>
        </p:nvGrpSpPr>
        <p:grpSpPr>
          <a:xfrm rot="5400000">
            <a:off x="4506511" y="3914579"/>
            <a:ext cx="99459" cy="600262"/>
            <a:chOff x="5324822" y="4483428"/>
            <a:chExt cx="99459" cy="600262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0268057E-4A15-6236-77B4-DDBEA645B3B9}"/>
                </a:ext>
              </a:extLst>
            </p:cNvPr>
            <p:cNvSpPr/>
            <p:nvPr/>
          </p:nvSpPr>
          <p:spPr>
            <a:xfrm>
              <a:off x="5325896" y="448342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BD032842-397C-624A-0691-9F79C10FBD05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D37C256-4E47-B689-A0CC-DB3D227D052B}"/>
              </a:ext>
            </a:extLst>
          </p:cNvPr>
          <p:cNvSpPr/>
          <p:nvPr/>
        </p:nvSpPr>
        <p:spPr>
          <a:xfrm flipV="1">
            <a:off x="3690015" y="2969559"/>
            <a:ext cx="98383" cy="78536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096DC7-C633-F1B9-4635-09251EF1F564}"/>
              </a:ext>
            </a:extLst>
          </p:cNvPr>
          <p:cNvSpPr txBox="1"/>
          <p:nvPr/>
        </p:nvSpPr>
        <p:spPr>
          <a:xfrm>
            <a:off x="5506307" y="6448234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highlight>
                  <a:srgbClr val="FFFF00"/>
                </a:highlight>
              </a:rPr>
              <a:t>우물은 두가지 </a:t>
            </a:r>
            <a:r>
              <a:rPr lang="ko-KR" altLang="en-US" sz="900" err="1">
                <a:highlight>
                  <a:srgbClr val="FFFF00"/>
                </a:highlight>
              </a:rPr>
              <a:t>타입중</a:t>
            </a:r>
            <a:r>
              <a:rPr lang="ko-KR" altLang="en-US" sz="900">
                <a:highlight>
                  <a:srgbClr val="FFFF00"/>
                </a:highlight>
              </a:rPr>
              <a:t> 선택 가능합니다</a:t>
            </a:r>
            <a:r>
              <a:rPr lang="en-US" altLang="ko-KR" sz="9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>
                <a:highlight>
                  <a:srgbClr val="FFFF00"/>
                </a:highlight>
              </a:rPr>
              <a:t>. </a:t>
            </a:r>
            <a:endParaRPr lang="ko-KR" altLang="en-US" sz="900">
              <a:highlight>
                <a:srgbClr val="FFFF00"/>
              </a:highlight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1FCB294-50C2-8D37-0762-8D57B6351688}"/>
              </a:ext>
            </a:extLst>
          </p:cNvPr>
          <p:cNvCxnSpPr>
            <a:cxnSpLocks/>
          </p:cNvCxnSpPr>
          <p:nvPr/>
        </p:nvCxnSpPr>
        <p:spPr>
          <a:xfrm flipV="1">
            <a:off x="6806529" y="5672082"/>
            <a:ext cx="0" cy="832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13">
            <a:extLst>
              <a:ext uri="{FF2B5EF4-FFF2-40B4-BE49-F238E27FC236}">
                <a16:creationId xmlns:a16="http://schemas.microsoft.com/office/drawing/2014/main" id="{EB55D5DB-5835-AA4E-FA44-128638D1FD2D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68992C6-B7F8-AB28-7557-F04F5626CFED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7D9AB69D-73FD-683E-A0EB-8496F00B077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6783CE7A-118E-6BCF-CDB7-9909C7F6067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F7EC41C1-71E2-839A-CFB9-559FF76294E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E2052470-42C3-D46C-98C1-D5B520D727C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546804A-742B-8096-0100-EB11655EE32D}"/>
              </a:ext>
            </a:extLst>
          </p:cNvPr>
          <p:cNvSpPr/>
          <p:nvPr/>
        </p:nvSpPr>
        <p:spPr>
          <a:xfrm rot="10800000" flipV="1">
            <a:off x="7535336" y="3096314"/>
            <a:ext cx="98383" cy="65861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1D853B6-FC30-D227-9215-97BA0D646C34}"/>
              </a:ext>
            </a:extLst>
          </p:cNvPr>
          <p:cNvSpPr/>
          <p:nvPr/>
        </p:nvSpPr>
        <p:spPr>
          <a:xfrm>
            <a:off x="5915499" y="4476697"/>
            <a:ext cx="1162322" cy="118821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1C6F0E0-79BB-79B5-EC99-D483A1B940B3}"/>
              </a:ext>
            </a:extLst>
          </p:cNvPr>
          <p:cNvSpPr/>
          <p:nvPr/>
        </p:nvSpPr>
        <p:spPr>
          <a:xfrm>
            <a:off x="6075321" y="4640617"/>
            <a:ext cx="830473" cy="87096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0E4F163-7D5F-2C89-2F6D-376D35DD5B18}"/>
              </a:ext>
            </a:extLst>
          </p:cNvPr>
          <p:cNvGrpSpPr/>
          <p:nvPr/>
        </p:nvGrpSpPr>
        <p:grpSpPr>
          <a:xfrm>
            <a:off x="5535001" y="4469100"/>
            <a:ext cx="100923" cy="1252175"/>
            <a:chOff x="4735802" y="4568022"/>
            <a:chExt cx="100923" cy="1252175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F3DC8BA5-A345-3523-EF85-5D4D1830B5C3}"/>
                </a:ext>
              </a:extLst>
            </p:cNvPr>
            <p:cNvSpPr/>
            <p:nvPr/>
          </p:nvSpPr>
          <p:spPr>
            <a:xfrm>
              <a:off x="4737834" y="456802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3B5C8DAB-3AEB-6E41-C339-A6B1713ADE25}"/>
                </a:ext>
              </a:extLst>
            </p:cNvPr>
            <p:cNvSpPr/>
            <p:nvPr/>
          </p:nvSpPr>
          <p:spPr>
            <a:xfrm>
              <a:off x="4735802" y="514484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FA82F03A-74B5-011D-DEE3-2FE4422576F4}"/>
                </a:ext>
              </a:extLst>
            </p:cNvPr>
            <p:cNvSpPr/>
            <p:nvPr/>
          </p:nvSpPr>
          <p:spPr>
            <a:xfrm>
              <a:off x="4738340" y="572181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8C53D2E-5C52-E0F4-29D9-022BF1DB7880}"/>
              </a:ext>
            </a:extLst>
          </p:cNvPr>
          <p:cNvGrpSpPr/>
          <p:nvPr/>
        </p:nvGrpSpPr>
        <p:grpSpPr>
          <a:xfrm>
            <a:off x="7330587" y="4476697"/>
            <a:ext cx="100923" cy="1252175"/>
            <a:chOff x="4735802" y="4568022"/>
            <a:chExt cx="100923" cy="1252175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DA49E29-FC7D-B17E-5A00-3BEA55F9173D}"/>
                </a:ext>
              </a:extLst>
            </p:cNvPr>
            <p:cNvSpPr/>
            <p:nvPr/>
          </p:nvSpPr>
          <p:spPr>
            <a:xfrm>
              <a:off x="4737834" y="456802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6C788CDE-5998-4DE4-7BAF-07EEDF58045D}"/>
                </a:ext>
              </a:extLst>
            </p:cNvPr>
            <p:cNvSpPr/>
            <p:nvPr/>
          </p:nvSpPr>
          <p:spPr>
            <a:xfrm>
              <a:off x="4735802" y="514484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43D053A-8FF8-5887-01C9-D85EC3DC5ADB}"/>
                </a:ext>
              </a:extLst>
            </p:cNvPr>
            <p:cNvSpPr/>
            <p:nvPr/>
          </p:nvSpPr>
          <p:spPr>
            <a:xfrm>
              <a:off x="4738340" y="572181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8717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D68D3-FAC8-75D5-6E4B-007C1AE9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AE6654F-17E0-E7DD-9ED4-4626818075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8107" y="1110232"/>
            <a:ext cx="7696793" cy="52893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9F374C-74B0-2E0A-095E-FC626EF6F2F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𝟕𝟐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9F374C-74B0-2E0A-095E-FC626EF6F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F133F32-F305-5879-D18F-6E05B0745503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72B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A645623-46E6-C329-CEE8-4800C0A9E554}"/>
              </a:ext>
            </a:extLst>
          </p:cNvPr>
          <p:cNvSpPr/>
          <p:nvPr/>
        </p:nvSpPr>
        <p:spPr>
          <a:xfrm>
            <a:off x="7691252" y="5220452"/>
            <a:ext cx="101697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E7F864-CA00-E84A-D5D4-1EE0C7A93711}"/>
              </a:ext>
            </a:extLst>
          </p:cNvPr>
          <p:cNvSpPr txBox="1"/>
          <p:nvPr/>
        </p:nvSpPr>
        <p:spPr>
          <a:xfrm>
            <a:off x="7846643" y="459598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2633CE-C05B-324E-527E-A1AC02F7F47E}"/>
              </a:ext>
            </a:extLst>
          </p:cNvPr>
          <p:cNvSpPr/>
          <p:nvPr/>
        </p:nvSpPr>
        <p:spPr>
          <a:xfrm rot="5400000">
            <a:off x="6438267" y="5069595"/>
            <a:ext cx="102820" cy="170343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DCC64B-67B8-1339-E34F-C1A902E686D6}"/>
              </a:ext>
            </a:extLst>
          </p:cNvPr>
          <p:cNvSpPr txBox="1"/>
          <p:nvPr/>
        </p:nvSpPr>
        <p:spPr>
          <a:xfrm>
            <a:off x="5450774" y="389014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46E051-3C92-7801-0255-5160DE2CBB39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E2C5E12-3931-974C-BEA8-4FF409ECFF1B}"/>
              </a:ext>
            </a:extLst>
          </p:cNvPr>
          <p:cNvGrpSpPr/>
          <p:nvPr/>
        </p:nvGrpSpPr>
        <p:grpSpPr>
          <a:xfrm>
            <a:off x="7558037" y="4469100"/>
            <a:ext cx="98814" cy="562412"/>
            <a:chOff x="4737834" y="4900127"/>
            <a:chExt cx="98814" cy="562412"/>
          </a:xfrm>
          <a:solidFill>
            <a:srgbClr val="00B0F0"/>
          </a:solidFill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168B411-CEB0-B1F9-D4A6-686CA4097DF1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28E159EB-3BC1-4CD1-D161-EB5178436545}"/>
                </a:ext>
              </a:extLst>
            </p:cNvPr>
            <p:cNvSpPr/>
            <p:nvPr/>
          </p:nvSpPr>
          <p:spPr>
            <a:xfrm>
              <a:off x="4738263" y="5364154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B220F7C-94C0-FE81-ED8A-AD5623C72A98}"/>
              </a:ext>
            </a:extLst>
          </p:cNvPr>
          <p:cNvGrpSpPr/>
          <p:nvPr/>
        </p:nvGrpSpPr>
        <p:grpSpPr>
          <a:xfrm rot="5400000">
            <a:off x="3934888" y="3012003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6F6239B9-74B1-D563-3036-5E3773C2296C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A94EC186-A225-2E3C-FF15-264FD1338CCC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76660110-F661-19CE-06BF-F6C50CCA97AE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별: 꼭짓점 7개 16">
              <a:extLst>
                <a:ext uri="{FF2B5EF4-FFF2-40B4-BE49-F238E27FC236}">
                  <a16:creationId xmlns:a16="http://schemas.microsoft.com/office/drawing/2014/main" id="{A43B320A-56FF-A1E8-7B26-F16D37A8A7F5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775571BE-3E5F-DAB5-C2C3-373F58E7258F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AE0537BA-2512-F4F4-4446-72C410FD812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CDEE8347-3487-F406-55AC-8AFB3C4F4185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1173F12-D9F5-DA0F-3FD0-DB85E30F2787}"/>
              </a:ext>
            </a:extLst>
          </p:cNvPr>
          <p:cNvSpPr/>
          <p:nvPr/>
        </p:nvSpPr>
        <p:spPr>
          <a:xfrm flipV="1">
            <a:off x="2699997" y="3621358"/>
            <a:ext cx="98384" cy="65861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4919763-E7A2-25ED-9242-CFF26C146B11}"/>
              </a:ext>
            </a:extLst>
          </p:cNvPr>
          <p:cNvGrpSpPr/>
          <p:nvPr/>
        </p:nvGrpSpPr>
        <p:grpSpPr>
          <a:xfrm rot="5400000">
            <a:off x="4506511" y="3914579"/>
            <a:ext cx="99459" cy="600262"/>
            <a:chOff x="5324822" y="4483428"/>
            <a:chExt cx="99459" cy="600262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9F773D0C-38F9-F616-942E-E3321E2EBAB8}"/>
                </a:ext>
              </a:extLst>
            </p:cNvPr>
            <p:cNvSpPr/>
            <p:nvPr/>
          </p:nvSpPr>
          <p:spPr>
            <a:xfrm>
              <a:off x="5325896" y="448342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66FAD431-3A76-9B5A-5846-D01C4A2A5C7C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B6D37CF-5548-1E13-1E76-3E04FF16A06D}"/>
              </a:ext>
            </a:extLst>
          </p:cNvPr>
          <p:cNvSpPr/>
          <p:nvPr/>
        </p:nvSpPr>
        <p:spPr>
          <a:xfrm flipV="1">
            <a:off x="3690016" y="2969559"/>
            <a:ext cx="98384" cy="7680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A924397C-31B9-E123-AD5C-159FDF3DF366}"/>
              </a:ext>
            </a:extLst>
          </p:cNvPr>
          <p:cNvCxnSpPr>
            <a:cxnSpLocks/>
          </p:cNvCxnSpPr>
          <p:nvPr/>
        </p:nvCxnSpPr>
        <p:spPr>
          <a:xfrm flipV="1">
            <a:off x="6806529" y="5672082"/>
            <a:ext cx="0" cy="832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13">
            <a:extLst>
              <a:ext uri="{FF2B5EF4-FFF2-40B4-BE49-F238E27FC236}">
                <a16:creationId xmlns:a16="http://schemas.microsoft.com/office/drawing/2014/main" id="{5A20BB7C-898D-439F-13C6-1D32A56C89E0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9C470DA-708C-FEA2-12A5-9E9D4DB9E43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80C6EE37-88FB-A1E4-DD9A-3ECC0E607F0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21B70175-940B-5B00-BDA9-861991C6BEB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8BF120F7-754D-08BC-ABD8-12E24180999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39143DFF-9A02-3359-0D33-6C6D007B4E5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C6EEA09-7F00-BD5E-FF75-9C765A56C14A}"/>
              </a:ext>
            </a:extLst>
          </p:cNvPr>
          <p:cNvSpPr/>
          <p:nvPr/>
        </p:nvSpPr>
        <p:spPr>
          <a:xfrm rot="10800000" flipV="1">
            <a:off x="7558037" y="3078948"/>
            <a:ext cx="98385" cy="6586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FC4E5BC-3EB8-F4A1-26AB-B01A370CA729}"/>
              </a:ext>
            </a:extLst>
          </p:cNvPr>
          <p:cNvSpPr/>
          <p:nvPr/>
        </p:nvSpPr>
        <p:spPr>
          <a:xfrm>
            <a:off x="5915499" y="4476697"/>
            <a:ext cx="1162322" cy="118821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5A6F46C-CB2E-BD40-30B9-269F0912F277}"/>
              </a:ext>
            </a:extLst>
          </p:cNvPr>
          <p:cNvSpPr/>
          <p:nvPr/>
        </p:nvSpPr>
        <p:spPr>
          <a:xfrm>
            <a:off x="6075321" y="4640617"/>
            <a:ext cx="830473" cy="87096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7D89932-4A1A-1281-6767-286193F8D5C3}"/>
              </a:ext>
            </a:extLst>
          </p:cNvPr>
          <p:cNvGrpSpPr/>
          <p:nvPr/>
        </p:nvGrpSpPr>
        <p:grpSpPr>
          <a:xfrm>
            <a:off x="5535001" y="4469100"/>
            <a:ext cx="100923" cy="1252175"/>
            <a:chOff x="4735802" y="4568022"/>
            <a:chExt cx="100923" cy="1252175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31379D81-53B2-3072-FFA5-E30D7409C751}"/>
                </a:ext>
              </a:extLst>
            </p:cNvPr>
            <p:cNvSpPr/>
            <p:nvPr/>
          </p:nvSpPr>
          <p:spPr>
            <a:xfrm>
              <a:off x="4737834" y="456802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A279059D-4831-8844-140E-71C6E7BF9741}"/>
                </a:ext>
              </a:extLst>
            </p:cNvPr>
            <p:cNvSpPr/>
            <p:nvPr/>
          </p:nvSpPr>
          <p:spPr>
            <a:xfrm>
              <a:off x="4735802" y="514484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17C28281-C28F-DE08-5A8D-B3DEB1D2B19A}"/>
                </a:ext>
              </a:extLst>
            </p:cNvPr>
            <p:cNvSpPr/>
            <p:nvPr/>
          </p:nvSpPr>
          <p:spPr>
            <a:xfrm>
              <a:off x="4738340" y="572181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31E1ADB-2DBA-9CB8-4C20-8BC2147DB323}"/>
              </a:ext>
            </a:extLst>
          </p:cNvPr>
          <p:cNvGrpSpPr/>
          <p:nvPr/>
        </p:nvGrpSpPr>
        <p:grpSpPr>
          <a:xfrm>
            <a:off x="7330587" y="4476697"/>
            <a:ext cx="100923" cy="1252175"/>
            <a:chOff x="4735802" y="4568022"/>
            <a:chExt cx="100923" cy="1252175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148CCEBC-745E-DED2-FCEE-F23B29043FB8}"/>
                </a:ext>
              </a:extLst>
            </p:cNvPr>
            <p:cNvSpPr/>
            <p:nvPr/>
          </p:nvSpPr>
          <p:spPr>
            <a:xfrm>
              <a:off x="4737834" y="456802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012C3B6B-7FEA-14CF-DBB0-BDF18B6D768F}"/>
                </a:ext>
              </a:extLst>
            </p:cNvPr>
            <p:cNvSpPr/>
            <p:nvPr/>
          </p:nvSpPr>
          <p:spPr>
            <a:xfrm>
              <a:off x="4735802" y="514484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46B607E5-E719-58A8-E658-57D55925BB83}"/>
                </a:ext>
              </a:extLst>
            </p:cNvPr>
            <p:cNvSpPr/>
            <p:nvPr/>
          </p:nvSpPr>
          <p:spPr>
            <a:xfrm>
              <a:off x="4738340" y="572181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66BAA2A-19A8-7253-13F1-8246E66DD618}"/>
              </a:ext>
            </a:extLst>
          </p:cNvPr>
          <p:cNvSpPr txBox="1"/>
          <p:nvPr/>
        </p:nvSpPr>
        <p:spPr>
          <a:xfrm>
            <a:off x="5506307" y="6448234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highlight>
                  <a:srgbClr val="FFFF00"/>
                </a:highlight>
              </a:rPr>
              <a:t>우물은 두가지 </a:t>
            </a:r>
            <a:r>
              <a:rPr lang="ko-KR" altLang="en-US" sz="900" err="1">
                <a:highlight>
                  <a:srgbClr val="FFFF00"/>
                </a:highlight>
              </a:rPr>
              <a:t>타입중</a:t>
            </a:r>
            <a:r>
              <a:rPr lang="ko-KR" altLang="en-US" sz="900">
                <a:highlight>
                  <a:srgbClr val="FFFF00"/>
                </a:highlight>
              </a:rPr>
              <a:t> 선택 가능합니다</a:t>
            </a:r>
            <a:r>
              <a:rPr lang="en-US" altLang="ko-KR" sz="9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>
                <a:highlight>
                  <a:srgbClr val="FFFF00"/>
                </a:highlight>
              </a:rPr>
              <a:t>. </a:t>
            </a:r>
            <a:endParaRPr lang="ko-KR" altLang="en-US" sz="9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88378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4A7CE-FD4B-68DF-470B-B87796C67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852AA23-1CC4-EBDD-71C2-F0B7CE36CF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8107" y="1110232"/>
            <a:ext cx="7696793" cy="52893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E590DD-7002-00F9-3058-752412E0458C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𝟕𝟐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E590DD-7002-00F9-3058-752412E04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6CE9277-DAE9-1A3A-44A8-DB05F0FBD432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72B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E14651-7279-9802-170C-B910DC78E56B}"/>
              </a:ext>
            </a:extLst>
          </p:cNvPr>
          <p:cNvSpPr/>
          <p:nvPr/>
        </p:nvSpPr>
        <p:spPr>
          <a:xfrm>
            <a:off x="7691252" y="5220452"/>
            <a:ext cx="101697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9C843A-4A6D-1C31-FE4F-B1FD37CB1637}"/>
              </a:ext>
            </a:extLst>
          </p:cNvPr>
          <p:cNvSpPr txBox="1"/>
          <p:nvPr/>
        </p:nvSpPr>
        <p:spPr>
          <a:xfrm>
            <a:off x="7846643" y="459598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4219DB-6CD0-4F0D-7228-6EC32145FE28}"/>
              </a:ext>
            </a:extLst>
          </p:cNvPr>
          <p:cNvSpPr/>
          <p:nvPr/>
        </p:nvSpPr>
        <p:spPr>
          <a:xfrm rot="5400000">
            <a:off x="6438267" y="5069595"/>
            <a:ext cx="102820" cy="170343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90F45A-AA85-7FFF-E51E-982124F11980}"/>
              </a:ext>
            </a:extLst>
          </p:cNvPr>
          <p:cNvSpPr txBox="1"/>
          <p:nvPr/>
        </p:nvSpPr>
        <p:spPr>
          <a:xfrm>
            <a:off x="5450774" y="389014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F2F4B-B09A-3302-1492-FB8DCE7892B5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72A76AB1-6486-0F96-638D-FCD96A29F89D}"/>
              </a:ext>
            </a:extLst>
          </p:cNvPr>
          <p:cNvSpPr/>
          <p:nvPr/>
        </p:nvSpPr>
        <p:spPr>
          <a:xfrm>
            <a:off x="6211899" y="480811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3A6C397-89DC-800D-B472-BD700FCB3E45}"/>
              </a:ext>
            </a:extLst>
          </p:cNvPr>
          <p:cNvGrpSpPr/>
          <p:nvPr/>
        </p:nvGrpSpPr>
        <p:grpSpPr>
          <a:xfrm>
            <a:off x="7558037" y="4469100"/>
            <a:ext cx="98814" cy="562412"/>
            <a:chOff x="4737834" y="4900127"/>
            <a:chExt cx="98814" cy="562412"/>
          </a:xfrm>
          <a:solidFill>
            <a:srgbClr val="00B0F0"/>
          </a:solidFill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DB383AA-A465-A9E6-5C6E-9A3E700D806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B37000F-60E5-1232-27AF-DF21B0E042DA}"/>
                </a:ext>
              </a:extLst>
            </p:cNvPr>
            <p:cNvSpPr/>
            <p:nvPr/>
          </p:nvSpPr>
          <p:spPr>
            <a:xfrm>
              <a:off x="4738263" y="5364154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4A6B009-10B6-C545-CE61-3A4739951D59}"/>
              </a:ext>
            </a:extLst>
          </p:cNvPr>
          <p:cNvGrpSpPr/>
          <p:nvPr/>
        </p:nvGrpSpPr>
        <p:grpSpPr>
          <a:xfrm rot="5400000">
            <a:off x="3934888" y="3012003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F7643B03-873A-6A44-1D05-0DCB8492391A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3E13FE0E-A40C-27C5-2A2F-B307E2447EC4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14806FE4-9AB7-7C0A-7CD2-A51925FEC497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별: 꼭짓점 7개 16">
              <a:extLst>
                <a:ext uri="{FF2B5EF4-FFF2-40B4-BE49-F238E27FC236}">
                  <a16:creationId xmlns:a16="http://schemas.microsoft.com/office/drawing/2014/main" id="{1718E403-0636-1062-32A0-C229AEA913EE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5A3F7D1C-1902-E169-13BD-3E2D01DA354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7A0FA091-2FD7-EA15-892B-38BB50A3B359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22CA9C93-DF11-B0C4-06CD-F3CEC1EAA955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B5BB59B-5845-6DD6-5A12-2F8914BE87BC}"/>
              </a:ext>
            </a:extLst>
          </p:cNvPr>
          <p:cNvSpPr/>
          <p:nvPr/>
        </p:nvSpPr>
        <p:spPr>
          <a:xfrm flipV="1">
            <a:off x="2699997" y="3621358"/>
            <a:ext cx="98384" cy="65861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D8C43C7-611A-51F9-353E-BBA68414D484}"/>
              </a:ext>
            </a:extLst>
          </p:cNvPr>
          <p:cNvGrpSpPr/>
          <p:nvPr/>
        </p:nvGrpSpPr>
        <p:grpSpPr>
          <a:xfrm rot="5400000">
            <a:off x="4506511" y="3914579"/>
            <a:ext cx="99459" cy="600262"/>
            <a:chOff x="5324822" y="4483428"/>
            <a:chExt cx="99459" cy="600262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3F9E15BE-8312-E64F-2CC4-60C98EEC0F81}"/>
                </a:ext>
              </a:extLst>
            </p:cNvPr>
            <p:cNvSpPr/>
            <p:nvPr/>
          </p:nvSpPr>
          <p:spPr>
            <a:xfrm>
              <a:off x="5325896" y="448342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639DB904-7F14-0266-3C2D-7D1543C7CBBA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9B9FCAF-2A91-014B-F891-D4F6877392CF}"/>
              </a:ext>
            </a:extLst>
          </p:cNvPr>
          <p:cNvSpPr/>
          <p:nvPr/>
        </p:nvSpPr>
        <p:spPr>
          <a:xfrm flipV="1">
            <a:off x="3690015" y="2969559"/>
            <a:ext cx="98383" cy="8210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A50A40-51BB-80BA-0880-C30CF5FD742F}"/>
              </a:ext>
            </a:extLst>
          </p:cNvPr>
          <p:cNvSpPr txBox="1"/>
          <p:nvPr/>
        </p:nvSpPr>
        <p:spPr>
          <a:xfrm>
            <a:off x="6490557" y="6448234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>
                <a:highlight>
                  <a:srgbClr val="FFFF00"/>
                </a:highlight>
              </a:rPr>
              <a:t>우물은 두가지 </a:t>
            </a:r>
            <a:r>
              <a:rPr lang="ko-KR" altLang="en-US" sz="900" err="1">
                <a:highlight>
                  <a:srgbClr val="FFFF00"/>
                </a:highlight>
              </a:rPr>
              <a:t>타입중</a:t>
            </a:r>
            <a:r>
              <a:rPr lang="ko-KR" altLang="en-US" sz="900">
                <a:highlight>
                  <a:srgbClr val="FFFF00"/>
                </a:highlight>
              </a:rPr>
              <a:t> 선택 가능합니다</a:t>
            </a:r>
            <a:r>
              <a:rPr lang="en-US" altLang="ko-KR" sz="9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9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900">
                <a:highlight>
                  <a:srgbClr val="FFFF00"/>
                </a:highlight>
              </a:rPr>
              <a:t>. </a:t>
            </a:r>
            <a:endParaRPr lang="ko-KR" altLang="en-US" sz="900">
              <a:highlight>
                <a:srgbClr val="FFFF00"/>
              </a:highlight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69E8FB5-B64D-5DCC-20DD-46059C16679B}"/>
              </a:ext>
            </a:extLst>
          </p:cNvPr>
          <p:cNvCxnSpPr>
            <a:cxnSpLocks/>
          </p:cNvCxnSpPr>
          <p:nvPr/>
        </p:nvCxnSpPr>
        <p:spPr>
          <a:xfrm flipV="1">
            <a:off x="6806529" y="5672082"/>
            <a:ext cx="0" cy="832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C816AFA-C7A3-179C-930B-BDE54C159EFB}"/>
              </a:ext>
            </a:extLst>
          </p:cNvPr>
          <p:cNvSpPr txBox="1"/>
          <p:nvPr/>
        </p:nvSpPr>
        <p:spPr>
          <a:xfrm>
            <a:off x="4586758" y="6359154"/>
            <a:ext cx="222937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err="1">
                <a:highlight>
                  <a:srgbClr val="FFFF00"/>
                </a:highlight>
              </a:rPr>
              <a:t>실링팬</a:t>
            </a:r>
            <a:r>
              <a:rPr lang="ko-KR" altLang="en-US" sz="900" b="1">
                <a:highlight>
                  <a:srgbClr val="FFFF00"/>
                </a:highlight>
              </a:rPr>
              <a:t> </a:t>
            </a:r>
            <a:r>
              <a:rPr lang="ko-KR" altLang="en-US" sz="900" b="1" err="1">
                <a:highlight>
                  <a:srgbClr val="FFFF00"/>
                </a:highlight>
              </a:rPr>
              <a:t>루씨에어</a:t>
            </a:r>
            <a:endParaRPr lang="en-US" altLang="ko-KR" sz="900" b="1">
              <a:highlight>
                <a:srgbClr val="FFFF00"/>
              </a:highlight>
            </a:endParaRPr>
          </a:p>
          <a:p>
            <a:r>
              <a:rPr lang="ko-KR" altLang="en-US" sz="900" b="1">
                <a:highlight>
                  <a:srgbClr val="FFFF00"/>
                </a:highlight>
              </a:rPr>
              <a:t>설치</a:t>
            </a:r>
            <a:r>
              <a:rPr lang="en-US" altLang="ko-KR" sz="900" b="1">
                <a:highlight>
                  <a:srgbClr val="FFFF00"/>
                </a:highlight>
              </a:rPr>
              <a:t>+</a:t>
            </a:r>
            <a:r>
              <a:rPr lang="ko-KR" altLang="en-US" sz="900" b="1">
                <a:highlight>
                  <a:srgbClr val="FFFF00"/>
                </a:highlight>
              </a:rPr>
              <a:t>보강</a:t>
            </a:r>
            <a:r>
              <a:rPr lang="en-US" altLang="ko-KR" sz="900" b="1">
                <a:highlight>
                  <a:srgbClr val="FFFF00"/>
                </a:highlight>
              </a:rPr>
              <a:t>+</a:t>
            </a:r>
            <a:r>
              <a:rPr lang="ko-KR" altLang="en-US" sz="9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900" b="1">
                <a:highlight>
                  <a:srgbClr val="FFFF00"/>
                </a:highlight>
              </a:rPr>
            </a:br>
            <a:r>
              <a:rPr lang="ko-KR" altLang="en-US" sz="900" b="1">
                <a:highlight>
                  <a:srgbClr val="FFFF00"/>
                </a:highlight>
              </a:rPr>
              <a:t>우물조명 </a:t>
            </a:r>
            <a:r>
              <a:rPr lang="en-US" altLang="ko-KR" sz="900" b="1">
                <a:highlight>
                  <a:srgbClr val="FFFF00"/>
                </a:highlight>
              </a:rPr>
              <a:t>2</a:t>
            </a:r>
            <a:r>
              <a:rPr lang="ko-KR" altLang="en-US" sz="900" b="1">
                <a:highlight>
                  <a:srgbClr val="FFFF00"/>
                </a:highlight>
              </a:rPr>
              <a:t>줄 </a:t>
            </a:r>
            <a:r>
              <a:rPr lang="ko-KR" altLang="en-US" sz="900" b="1" err="1">
                <a:highlight>
                  <a:srgbClr val="FFFF00"/>
                </a:highlight>
              </a:rPr>
              <a:t>전구색</a:t>
            </a:r>
            <a:r>
              <a:rPr lang="en-US" altLang="ko-KR" sz="900" b="1">
                <a:highlight>
                  <a:srgbClr val="FFFF00"/>
                </a:highlight>
              </a:rPr>
              <a:t>+</a:t>
            </a:r>
            <a:r>
              <a:rPr lang="ko-KR" altLang="en-US" sz="900" b="1" err="1">
                <a:highlight>
                  <a:srgbClr val="FFFF00"/>
                </a:highlight>
              </a:rPr>
              <a:t>주백색</a:t>
            </a:r>
            <a:endParaRPr lang="en-US" altLang="ko-KR" sz="900" b="1">
              <a:highlight>
                <a:srgbClr val="FFFF00"/>
              </a:highlight>
            </a:endParaRP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BC3266B3-36B5-7BF7-F482-97D7465B2EBF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DB29C9C-9C95-29B1-3B3B-4F0E09860CE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B0C28320-83F6-D73D-7F37-E89363B0246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31A40A43-FE0F-4460-92BE-EC5CED509E8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337DC836-FD97-C787-1A5A-C0058805974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C0522793-4A96-8181-5EF5-FCA0ABCF2BB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3D44DAC-EFB7-51AA-39DA-ABDFCFCA2BDF}"/>
              </a:ext>
            </a:extLst>
          </p:cNvPr>
          <p:cNvSpPr/>
          <p:nvPr/>
        </p:nvSpPr>
        <p:spPr>
          <a:xfrm rot="10800000" flipV="1">
            <a:off x="7550000" y="3046919"/>
            <a:ext cx="98383" cy="74370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7906A8E-2DA4-EB5F-E149-71B1A46E536C}"/>
              </a:ext>
            </a:extLst>
          </p:cNvPr>
          <p:cNvSpPr/>
          <p:nvPr/>
        </p:nvSpPr>
        <p:spPr>
          <a:xfrm>
            <a:off x="5915499" y="4476697"/>
            <a:ext cx="1162322" cy="1188213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531BABA-7924-777D-2F1A-D473DB4C78D6}"/>
              </a:ext>
            </a:extLst>
          </p:cNvPr>
          <p:cNvSpPr/>
          <p:nvPr/>
        </p:nvSpPr>
        <p:spPr>
          <a:xfrm>
            <a:off x="6075321" y="4640617"/>
            <a:ext cx="830473" cy="870968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ED56327-6668-5098-C5FF-42E6DAAFFB41}"/>
              </a:ext>
            </a:extLst>
          </p:cNvPr>
          <p:cNvGrpSpPr/>
          <p:nvPr/>
        </p:nvGrpSpPr>
        <p:grpSpPr>
          <a:xfrm>
            <a:off x="5535001" y="4469100"/>
            <a:ext cx="100923" cy="1252175"/>
            <a:chOff x="4735802" y="4568022"/>
            <a:chExt cx="100923" cy="1252175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3C7C4427-BECA-10A6-C937-1CFEC1AC3F7D}"/>
                </a:ext>
              </a:extLst>
            </p:cNvPr>
            <p:cNvSpPr/>
            <p:nvPr/>
          </p:nvSpPr>
          <p:spPr>
            <a:xfrm>
              <a:off x="4737834" y="456802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4AF53954-9918-80E6-B9E0-87BC21C890FD}"/>
                </a:ext>
              </a:extLst>
            </p:cNvPr>
            <p:cNvSpPr/>
            <p:nvPr/>
          </p:nvSpPr>
          <p:spPr>
            <a:xfrm>
              <a:off x="4735802" y="514484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ED874B70-639D-4D6A-18B2-434FFD0A8E96}"/>
                </a:ext>
              </a:extLst>
            </p:cNvPr>
            <p:cNvSpPr/>
            <p:nvPr/>
          </p:nvSpPr>
          <p:spPr>
            <a:xfrm>
              <a:off x="4738340" y="572181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C2241AF-A5BA-50B0-A6CD-9F6E4BF89E2D}"/>
              </a:ext>
            </a:extLst>
          </p:cNvPr>
          <p:cNvGrpSpPr/>
          <p:nvPr/>
        </p:nvGrpSpPr>
        <p:grpSpPr>
          <a:xfrm>
            <a:off x="7330587" y="4476697"/>
            <a:ext cx="100923" cy="1252175"/>
            <a:chOff x="4735802" y="4568022"/>
            <a:chExt cx="100923" cy="1252175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B7A6BB77-5198-F905-883B-D9F85345CC72}"/>
                </a:ext>
              </a:extLst>
            </p:cNvPr>
            <p:cNvSpPr/>
            <p:nvPr/>
          </p:nvSpPr>
          <p:spPr>
            <a:xfrm>
              <a:off x="4737834" y="456802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40BC463B-2D0F-7B7F-8F58-A104DB0FA587}"/>
                </a:ext>
              </a:extLst>
            </p:cNvPr>
            <p:cNvSpPr/>
            <p:nvPr/>
          </p:nvSpPr>
          <p:spPr>
            <a:xfrm>
              <a:off x="4735802" y="514484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59ADCDD-8DFF-8B7D-CBFB-854AA94969B7}"/>
                </a:ext>
              </a:extLst>
            </p:cNvPr>
            <p:cNvSpPr/>
            <p:nvPr/>
          </p:nvSpPr>
          <p:spPr>
            <a:xfrm>
              <a:off x="4738340" y="572181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398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4C72C94-75B4-985A-5C11-88B1C9AB3B66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8107" y="1110232"/>
            <a:ext cx="7696793" cy="52893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FCB6FA-297D-D689-51FD-E5881EFC1709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𝟕𝟐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FCB6FA-297D-D689-51FD-E5881EFC1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55893D3-0E99-FBB5-FB63-C0C15A682E66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72B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07BEAB-4F52-A4BF-84DB-3D8E071201FA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C20BB3FD-00AF-035D-08FF-BAB6C640D75C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2611E0B-C6D7-C0FD-D5DA-52AB4152BF0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69FA58D-21C6-B6FE-4C03-A63C99D07B1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E772B7CA-7A69-B615-A9FF-97135AB2A86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D5774887-E4B5-F3CE-3F2C-479910BA507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TextBox 11">
              <a:extLst>
                <a:ext uri="{FF2B5EF4-FFF2-40B4-BE49-F238E27FC236}">
                  <a16:creationId xmlns:a16="http://schemas.microsoft.com/office/drawing/2014/main" id="{E510AC3E-BB9D-53E3-E639-74FA532BFF4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3" name="별: 꼭짓점 4개 32">
            <a:extLst>
              <a:ext uri="{FF2B5EF4-FFF2-40B4-BE49-F238E27FC236}">
                <a16:creationId xmlns:a16="http://schemas.microsoft.com/office/drawing/2014/main" id="{36C1488E-F1C1-8247-8D36-DDD30716D597}"/>
              </a:ext>
            </a:extLst>
          </p:cNvPr>
          <p:cNvSpPr/>
          <p:nvPr/>
        </p:nvSpPr>
        <p:spPr>
          <a:xfrm>
            <a:off x="6211899" y="480811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E54865-3C7D-8BB4-7A5A-6103CBDAAB21}"/>
              </a:ext>
            </a:extLst>
          </p:cNvPr>
          <p:cNvSpPr txBox="1"/>
          <p:nvPr/>
        </p:nvSpPr>
        <p:spPr>
          <a:xfrm>
            <a:off x="5375870" y="6448963"/>
            <a:ext cx="2229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err="1">
                <a:highlight>
                  <a:srgbClr val="FFFF00"/>
                </a:highlight>
              </a:rPr>
              <a:t>실링팬</a:t>
            </a:r>
            <a:r>
              <a:rPr lang="ko-KR" altLang="en-US" sz="900" b="1">
                <a:highlight>
                  <a:srgbClr val="FFFF00"/>
                </a:highlight>
              </a:rPr>
              <a:t> </a:t>
            </a:r>
            <a:r>
              <a:rPr lang="ko-KR" altLang="en-US" sz="900" b="1" err="1">
                <a:highlight>
                  <a:srgbClr val="FFFF00"/>
                </a:highlight>
              </a:rPr>
              <a:t>루씨에어</a:t>
            </a:r>
            <a:endParaRPr lang="en-US" altLang="ko-KR" sz="900" b="1">
              <a:highlight>
                <a:srgbClr val="FFFF00"/>
              </a:highlight>
            </a:endParaRPr>
          </a:p>
          <a:p>
            <a:r>
              <a:rPr lang="ko-KR" altLang="en-US" sz="900" b="1">
                <a:highlight>
                  <a:srgbClr val="FFFF00"/>
                </a:highlight>
              </a:rPr>
              <a:t>설치</a:t>
            </a:r>
            <a:r>
              <a:rPr lang="en-US" altLang="ko-KR" sz="900" b="1">
                <a:highlight>
                  <a:srgbClr val="FFFF00"/>
                </a:highlight>
              </a:rPr>
              <a:t>+</a:t>
            </a:r>
            <a:r>
              <a:rPr lang="ko-KR" altLang="en-US" sz="900" b="1">
                <a:highlight>
                  <a:srgbClr val="FFFF00"/>
                </a:highlight>
              </a:rPr>
              <a:t>보강</a:t>
            </a:r>
            <a:r>
              <a:rPr lang="en-US" altLang="ko-KR" sz="900" b="1">
                <a:highlight>
                  <a:srgbClr val="FFFF00"/>
                </a:highlight>
              </a:rPr>
              <a:t>+</a:t>
            </a:r>
            <a:r>
              <a:rPr lang="ko-KR" altLang="en-US" sz="900" b="1">
                <a:highlight>
                  <a:srgbClr val="FFFF00"/>
                </a:highlight>
              </a:rPr>
              <a:t>우물 천장 안 실크 도배</a:t>
            </a:r>
            <a:endParaRPr lang="en-US" altLang="ko-KR" sz="900" b="1">
              <a:highlight>
                <a:srgbClr val="FFFF00"/>
              </a:highlight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3B850497-5760-4BF1-BE09-3BD85AA7C3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23378" y="4894864"/>
            <a:ext cx="2236971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461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67183-AB0F-1A00-C17F-FCF5142A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4EB138-8278-31E3-79CC-51BD864532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1752" y="1100524"/>
            <a:ext cx="7879348" cy="53482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F6E7F7-6E3A-FE02-F3DA-52B449BFCC51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F6E7F7-6E3A-FE02-F3DA-52B449BFC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E82194B-D036-4D32-482A-22285A80D89A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E5D9920-62E7-6BD5-F11D-CE1C631A6374}"/>
              </a:ext>
            </a:extLst>
          </p:cNvPr>
          <p:cNvSpPr/>
          <p:nvPr/>
        </p:nvSpPr>
        <p:spPr>
          <a:xfrm rot="5400000">
            <a:off x="5549685" y="4943226"/>
            <a:ext cx="102820" cy="194231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069E385-1C2C-2202-81D9-F7C86E43886B}"/>
              </a:ext>
            </a:extLst>
          </p:cNvPr>
          <p:cNvSpPr/>
          <p:nvPr/>
        </p:nvSpPr>
        <p:spPr>
          <a:xfrm>
            <a:off x="4970723" y="445316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7964654-1601-CAC7-D219-1500AA229E00}"/>
              </a:ext>
            </a:extLst>
          </p:cNvPr>
          <p:cNvSpPr/>
          <p:nvPr/>
        </p:nvSpPr>
        <p:spPr>
          <a:xfrm>
            <a:off x="5139660" y="460525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E9A5E-5537-F6A9-A72B-6976A504E85D}"/>
              </a:ext>
            </a:extLst>
          </p:cNvPr>
          <p:cNvSpPr txBox="1"/>
          <p:nvPr/>
        </p:nvSpPr>
        <p:spPr>
          <a:xfrm>
            <a:off x="4680522" y="395401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DD41EE-7353-5726-D864-4DD47B25CF1B}"/>
              </a:ext>
            </a:extLst>
          </p:cNvPr>
          <p:cNvSpPr txBox="1"/>
          <p:nvPr/>
        </p:nvSpPr>
        <p:spPr>
          <a:xfrm>
            <a:off x="91346" y="1307452"/>
            <a:ext cx="1872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필요할 수 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F64B391-4A07-D184-AECE-83485CBC0E2A}"/>
              </a:ext>
            </a:extLst>
          </p:cNvPr>
          <p:cNvGrpSpPr/>
          <p:nvPr/>
        </p:nvGrpSpPr>
        <p:grpSpPr>
          <a:xfrm rot="5400000">
            <a:off x="7590815" y="3912781"/>
            <a:ext cx="98814" cy="625909"/>
            <a:chOff x="4737834" y="4985852"/>
            <a:chExt cx="98814" cy="625909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1552CEF1-1D72-E6BB-EA4C-6605E7632C47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F66EE765-D1B0-5D79-BFEC-49FE11A4D0F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D50233A-6B2A-F067-B531-9147F04369E0}"/>
              </a:ext>
            </a:extLst>
          </p:cNvPr>
          <p:cNvSpPr/>
          <p:nvPr/>
        </p:nvSpPr>
        <p:spPr>
          <a:xfrm flipV="1">
            <a:off x="8502658" y="2893435"/>
            <a:ext cx="98385" cy="8170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C1BF49-E028-781E-00EB-73E2798D50F2}"/>
              </a:ext>
            </a:extLst>
          </p:cNvPr>
          <p:cNvSpPr txBox="1"/>
          <p:nvPr/>
        </p:nvSpPr>
        <p:spPr>
          <a:xfrm>
            <a:off x="4461819" y="636083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DE83E5A-2F70-03B5-38F4-A6D869AD32B6}"/>
              </a:ext>
            </a:extLst>
          </p:cNvPr>
          <p:cNvCxnSpPr>
            <a:cxnSpLocks/>
          </p:cNvCxnSpPr>
          <p:nvPr/>
        </p:nvCxnSpPr>
        <p:spPr>
          <a:xfrm flipV="1">
            <a:off x="5948186" y="5702080"/>
            <a:ext cx="0" cy="698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13">
            <a:extLst>
              <a:ext uri="{FF2B5EF4-FFF2-40B4-BE49-F238E27FC236}">
                <a16:creationId xmlns:a16="http://schemas.microsoft.com/office/drawing/2014/main" id="{9FB1DFEE-02A5-703D-FE8A-7E7776BDC9CF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E2633D2-D658-4DDF-889E-49A98E1A69B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8453CC2-D8D3-00A6-D63B-C57B529BBA3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4A813C7-AF76-9683-706C-98712D4F7FC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EF876CE-4CB8-A977-C1F7-9B4C5879B7A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0C1D21BD-9045-5995-D1E2-8C2228FF139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C41F121-FD35-8856-D66B-0551F4C7CED0}"/>
              </a:ext>
            </a:extLst>
          </p:cNvPr>
          <p:cNvSpPr/>
          <p:nvPr/>
        </p:nvSpPr>
        <p:spPr>
          <a:xfrm rot="10800000" flipV="1">
            <a:off x="4334929" y="3081658"/>
            <a:ext cx="98385" cy="64788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662EC64-8759-D1DF-759C-B35F4EC7309A}"/>
              </a:ext>
            </a:extLst>
          </p:cNvPr>
          <p:cNvGrpSpPr/>
          <p:nvPr/>
        </p:nvGrpSpPr>
        <p:grpSpPr>
          <a:xfrm>
            <a:off x="6547618" y="4494276"/>
            <a:ext cx="98891" cy="1209788"/>
            <a:chOff x="4737834" y="4900127"/>
            <a:chExt cx="98891" cy="1209788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B18A180-4553-15AB-C1A5-51C7B23CC98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898C2A2-6959-60EC-A7DA-DE78DAB8ECE8}"/>
                </a:ext>
              </a:extLst>
            </p:cNvPr>
            <p:cNvSpPr/>
            <p:nvPr/>
          </p:nvSpPr>
          <p:spPr>
            <a:xfrm>
              <a:off x="4738263" y="5453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D9B0F4A9-D819-E0C6-3ADF-BEAF9FEF736A}"/>
                </a:ext>
              </a:extLst>
            </p:cNvPr>
            <p:cNvSpPr/>
            <p:nvPr/>
          </p:nvSpPr>
          <p:spPr>
            <a:xfrm>
              <a:off x="4738340" y="601153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8977545-565F-7705-EACA-D4A035DE348E}"/>
              </a:ext>
            </a:extLst>
          </p:cNvPr>
          <p:cNvSpPr/>
          <p:nvPr/>
        </p:nvSpPr>
        <p:spPr>
          <a:xfrm flipV="1">
            <a:off x="9493258" y="3629024"/>
            <a:ext cx="98385" cy="6753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E1E1466-252F-6570-FE1C-FF492914A2BB}"/>
              </a:ext>
            </a:extLst>
          </p:cNvPr>
          <p:cNvGrpSpPr/>
          <p:nvPr/>
        </p:nvGrpSpPr>
        <p:grpSpPr>
          <a:xfrm>
            <a:off x="4540783" y="4492292"/>
            <a:ext cx="98891" cy="1209788"/>
            <a:chOff x="4737834" y="4900127"/>
            <a:chExt cx="98891" cy="1209788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E7F69433-E014-D1F1-9DBD-901DD56F8AD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76809DE2-0DC5-F474-0517-C1E8775AC628}"/>
                </a:ext>
              </a:extLst>
            </p:cNvPr>
            <p:cNvSpPr/>
            <p:nvPr/>
          </p:nvSpPr>
          <p:spPr>
            <a:xfrm>
              <a:off x="4738263" y="5453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4BA9385C-A23C-2C8D-F739-F33EA4574613}"/>
                </a:ext>
              </a:extLst>
            </p:cNvPr>
            <p:cNvSpPr/>
            <p:nvPr/>
          </p:nvSpPr>
          <p:spPr>
            <a:xfrm>
              <a:off x="4738340" y="601153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3873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17F-9689-D221-8325-43BB7102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54E3A0D-8A8F-2782-FFF1-D4D8F8ABD0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1752" y="1100524"/>
            <a:ext cx="7879348" cy="53482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4CE505-FAB6-C2D4-60F2-7288009037F9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4CE505-FAB6-C2D4-60F2-728800903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53AC308-CC35-8DCC-37AD-DF1C02D952B1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BE0DD2-6396-68F0-374B-D32E91D50405}"/>
              </a:ext>
            </a:extLst>
          </p:cNvPr>
          <p:cNvSpPr/>
          <p:nvPr/>
        </p:nvSpPr>
        <p:spPr>
          <a:xfrm>
            <a:off x="3376611" y="5266552"/>
            <a:ext cx="104445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B58E1-2F28-3C4A-0EC0-CB5620AF5AF4}"/>
              </a:ext>
            </a:extLst>
          </p:cNvPr>
          <p:cNvSpPr txBox="1"/>
          <p:nvPr/>
        </p:nvSpPr>
        <p:spPr>
          <a:xfrm>
            <a:off x="2843177" y="4589543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B7B6F1-8CC8-F61F-C316-4A6954A37891}"/>
              </a:ext>
            </a:extLst>
          </p:cNvPr>
          <p:cNvSpPr/>
          <p:nvPr/>
        </p:nvSpPr>
        <p:spPr>
          <a:xfrm rot="5400000">
            <a:off x="5549685" y="4943226"/>
            <a:ext cx="102820" cy="194231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6A7CF81-E480-B01B-8BFC-586304CF8212}"/>
              </a:ext>
            </a:extLst>
          </p:cNvPr>
          <p:cNvSpPr/>
          <p:nvPr/>
        </p:nvSpPr>
        <p:spPr>
          <a:xfrm>
            <a:off x="4970723" y="445316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623AA6D-DC2F-0F75-A075-1B6B1017D107}"/>
              </a:ext>
            </a:extLst>
          </p:cNvPr>
          <p:cNvSpPr/>
          <p:nvPr/>
        </p:nvSpPr>
        <p:spPr>
          <a:xfrm>
            <a:off x="5139660" y="460525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A7BC82-6E4C-F800-CC1D-21F484B620E9}"/>
              </a:ext>
            </a:extLst>
          </p:cNvPr>
          <p:cNvSpPr txBox="1"/>
          <p:nvPr/>
        </p:nvSpPr>
        <p:spPr>
          <a:xfrm>
            <a:off x="4680522" y="395401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D8DCC1-7C7B-B4B2-F43F-BDDA2AF5CC55}"/>
              </a:ext>
            </a:extLst>
          </p:cNvPr>
          <p:cNvSpPr txBox="1"/>
          <p:nvPr/>
        </p:nvSpPr>
        <p:spPr>
          <a:xfrm>
            <a:off x="91346" y="1307452"/>
            <a:ext cx="1872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필요할 수 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71C3CC3-07A6-0FA7-DE85-BE5081E67073}"/>
              </a:ext>
            </a:extLst>
          </p:cNvPr>
          <p:cNvGrpSpPr/>
          <p:nvPr/>
        </p:nvGrpSpPr>
        <p:grpSpPr>
          <a:xfrm>
            <a:off x="4306150" y="4423607"/>
            <a:ext cx="98814" cy="622728"/>
            <a:chOff x="4737834" y="5000139"/>
            <a:chExt cx="98814" cy="622728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1781ADC0-4859-A593-7335-76CFB339DCB3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E7F43718-4884-F676-73F2-AF53C1E3F8D3}"/>
                </a:ext>
              </a:extLst>
            </p:cNvPr>
            <p:cNvSpPr/>
            <p:nvPr/>
          </p:nvSpPr>
          <p:spPr>
            <a:xfrm>
              <a:off x="4738263" y="552448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AF7FEB3-87C5-70CF-C5DA-730A174CD11B}"/>
              </a:ext>
            </a:extLst>
          </p:cNvPr>
          <p:cNvGrpSpPr/>
          <p:nvPr/>
        </p:nvGrpSpPr>
        <p:grpSpPr>
          <a:xfrm rot="5400000">
            <a:off x="7923503" y="2968919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2B66195-BF87-33B7-5E45-08D45D58A235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95F00DEA-449C-9233-5DFA-ADC7C706B474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F8F4083C-0BD1-EE1A-4F1E-209458594173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9E68BE4E-BFB0-813B-38F9-9642D31213FC}"/>
                </a:ext>
              </a:extLst>
            </p:cNvPr>
            <p:cNvSpPr/>
            <p:nvPr/>
          </p:nvSpPr>
          <p:spPr>
            <a:xfrm rot="5400000">
              <a:off x="9303032" y="395122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99889469-6D55-D7EE-D48B-7F35147823E1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F0D85EBD-E903-FF9B-2A99-0005EE5891C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D31C9187-F34C-B002-C282-0A224A9D482D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0B5947B-FC23-19CD-A529-CE79E2EC22AD}"/>
              </a:ext>
            </a:extLst>
          </p:cNvPr>
          <p:cNvGrpSpPr/>
          <p:nvPr/>
        </p:nvGrpSpPr>
        <p:grpSpPr>
          <a:xfrm rot="5400000">
            <a:off x="7590815" y="3912781"/>
            <a:ext cx="98814" cy="625909"/>
            <a:chOff x="4737834" y="4985852"/>
            <a:chExt cx="98814" cy="625909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AFC16DDE-2C19-258B-807D-D5FE1C6250B2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E1B548BC-ADEA-B7EA-1482-816064E42CD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5C2D4F4-1C21-0882-8AC6-6037BD027DFE}"/>
              </a:ext>
            </a:extLst>
          </p:cNvPr>
          <p:cNvSpPr/>
          <p:nvPr/>
        </p:nvSpPr>
        <p:spPr>
          <a:xfrm flipV="1">
            <a:off x="8502658" y="2893435"/>
            <a:ext cx="98385" cy="8170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60FBFE-E37C-F995-30AA-42BE6F32C222}"/>
              </a:ext>
            </a:extLst>
          </p:cNvPr>
          <p:cNvSpPr txBox="1"/>
          <p:nvPr/>
        </p:nvSpPr>
        <p:spPr>
          <a:xfrm>
            <a:off x="4461819" y="636083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D65BA26-5EDB-03F0-6BC8-D6DD311D2D0F}"/>
              </a:ext>
            </a:extLst>
          </p:cNvPr>
          <p:cNvCxnSpPr>
            <a:cxnSpLocks/>
          </p:cNvCxnSpPr>
          <p:nvPr/>
        </p:nvCxnSpPr>
        <p:spPr>
          <a:xfrm flipV="1">
            <a:off x="5948186" y="5702080"/>
            <a:ext cx="0" cy="698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13">
            <a:extLst>
              <a:ext uri="{FF2B5EF4-FFF2-40B4-BE49-F238E27FC236}">
                <a16:creationId xmlns:a16="http://schemas.microsoft.com/office/drawing/2014/main" id="{E6FF88A5-82AC-B91B-F0C3-FAAD6A44DB11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AB59CE1-8BA5-870B-86CE-271886900FC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A41D8D81-6946-839D-4B55-A6BD4B84C71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0B7CBC5-33B5-0F97-518A-2E15789330FE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256495A7-35CE-D09A-9034-A8D7749AC8A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6FA13FEB-50DA-EBF1-FC7C-A3F1AD175D3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B8A6A1D-2968-1019-2816-ADECC92EE450}"/>
              </a:ext>
            </a:extLst>
          </p:cNvPr>
          <p:cNvSpPr/>
          <p:nvPr/>
        </p:nvSpPr>
        <p:spPr>
          <a:xfrm rot="10800000" flipV="1">
            <a:off x="4334929" y="3081658"/>
            <a:ext cx="98385" cy="64788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EC9FFD4-111E-3521-A665-F809FDCFAC97}"/>
              </a:ext>
            </a:extLst>
          </p:cNvPr>
          <p:cNvGrpSpPr/>
          <p:nvPr/>
        </p:nvGrpSpPr>
        <p:grpSpPr>
          <a:xfrm>
            <a:off x="6547618" y="4494276"/>
            <a:ext cx="98891" cy="1209788"/>
            <a:chOff x="4737834" y="4900127"/>
            <a:chExt cx="98891" cy="1209788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B83EEEE2-4BCC-F380-3150-E42EECD69A5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4EC53DF-D26E-7949-73E0-1C3312BF1F5C}"/>
                </a:ext>
              </a:extLst>
            </p:cNvPr>
            <p:cNvSpPr/>
            <p:nvPr/>
          </p:nvSpPr>
          <p:spPr>
            <a:xfrm>
              <a:off x="4738263" y="5453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DA23115-19C9-0DDC-A14E-CE7EA8F975F8}"/>
                </a:ext>
              </a:extLst>
            </p:cNvPr>
            <p:cNvSpPr/>
            <p:nvPr/>
          </p:nvSpPr>
          <p:spPr>
            <a:xfrm>
              <a:off x="4738340" y="601153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D47157C-8D35-6889-F820-EE4AD28F7E0D}"/>
              </a:ext>
            </a:extLst>
          </p:cNvPr>
          <p:cNvSpPr/>
          <p:nvPr/>
        </p:nvSpPr>
        <p:spPr>
          <a:xfrm flipV="1">
            <a:off x="9493258" y="3629024"/>
            <a:ext cx="98385" cy="6753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53D5B38F-AB30-45B5-510E-139BE4A0D9A1}"/>
              </a:ext>
            </a:extLst>
          </p:cNvPr>
          <p:cNvGrpSpPr/>
          <p:nvPr/>
        </p:nvGrpSpPr>
        <p:grpSpPr>
          <a:xfrm>
            <a:off x="4540783" y="4492292"/>
            <a:ext cx="98891" cy="1209788"/>
            <a:chOff x="4737834" y="4900127"/>
            <a:chExt cx="98891" cy="1209788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0CEC345B-A469-E240-1628-E9A8B0FA803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D23BB335-439F-F7EF-B715-B3C777342ED7}"/>
                </a:ext>
              </a:extLst>
            </p:cNvPr>
            <p:cNvSpPr/>
            <p:nvPr/>
          </p:nvSpPr>
          <p:spPr>
            <a:xfrm>
              <a:off x="4738263" y="5453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415C300B-6B72-91A5-E7FA-16DCC648436F}"/>
                </a:ext>
              </a:extLst>
            </p:cNvPr>
            <p:cNvSpPr/>
            <p:nvPr/>
          </p:nvSpPr>
          <p:spPr>
            <a:xfrm>
              <a:off x="4738340" y="601153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3834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3F528-DC95-26A1-E630-634122462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C7330A-2AEB-2E8C-9FB9-DA06AE01ED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1752" y="1100524"/>
            <a:ext cx="7879348" cy="53482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DA566F-5C22-3D6F-5C06-12640D1B9D86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DA566F-5C22-3D6F-5C06-12640D1B9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0A14462-354F-A54F-7271-60FFAA1860EC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105441-50C0-4131-07DB-820C3C10506D}"/>
              </a:ext>
            </a:extLst>
          </p:cNvPr>
          <p:cNvSpPr/>
          <p:nvPr/>
        </p:nvSpPr>
        <p:spPr>
          <a:xfrm>
            <a:off x="3376611" y="5266552"/>
            <a:ext cx="1044454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104E6-3B33-F649-EAD5-E6A9ECE7C129}"/>
              </a:ext>
            </a:extLst>
          </p:cNvPr>
          <p:cNvSpPr txBox="1"/>
          <p:nvPr/>
        </p:nvSpPr>
        <p:spPr>
          <a:xfrm>
            <a:off x="2843177" y="4589543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9F9193-9483-F232-D579-DA53B8F86C21}"/>
              </a:ext>
            </a:extLst>
          </p:cNvPr>
          <p:cNvSpPr/>
          <p:nvPr/>
        </p:nvSpPr>
        <p:spPr>
          <a:xfrm rot="5400000">
            <a:off x="5549685" y="4943226"/>
            <a:ext cx="102820" cy="194231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BBE9B89-D9D9-FBC4-A222-9695CB5216F6}"/>
              </a:ext>
            </a:extLst>
          </p:cNvPr>
          <p:cNvSpPr/>
          <p:nvPr/>
        </p:nvSpPr>
        <p:spPr>
          <a:xfrm>
            <a:off x="4970723" y="445316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4F3149B-A888-C2C7-324E-40813D2A43C9}"/>
              </a:ext>
            </a:extLst>
          </p:cNvPr>
          <p:cNvSpPr/>
          <p:nvPr/>
        </p:nvSpPr>
        <p:spPr>
          <a:xfrm>
            <a:off x="5139660" y="460525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A2F523-DEB6-E363-65AB-47B3446D6EDC}"/>
              </a:ext>
            </a:extLst>
          </p:cNvPr>
          <p:cNvSpPr txBox="1"/>
          <p:nvPr/>
        </p:nvSpPr>
        <p:spPr>
          <a:xfrm>
            <a:off x="4680522" y="395401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2E4B6C-0CAD-8300-B5D0-B5E4F3946F08}"/>
              </a:ext>
            </a:extLst>
          </p:cNvPr>
          <p:cNvSpPr txBox="1"/>
          <p:nvPr/>
        </p:nvSpPr>
        <p:spPr>
          <a:xfrm>
            <a:off x="91346" y="1307452"/>
            <a:ext cx="1872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필요할 수 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07DAA024-68E7-3D43-185E-B8120F7A160B}"/>
              </a:ext>
            </a:extLst>
          </p:cNvPr>
          <p:cNvSpPr/>
          <p:nvPr/>
        </p:nvSpPr>
        <p:spPr>
          <a:xfrm>
            <a:off x="5319088" y="478857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EEB341B-CFB6-F9EF-4B56-6E41F77B7E52}"/>
              </a:ext>
            </a:extLst>
          </p:cNvPr>
          <p:cNvGrpSpPr/>
          <p:nvPr/>
        </p:nvGrpSpPr>
        <p:grpSpPr>
          <a:xfrm>
            <a:off x="4306150" y="4423607"/>
            <a:ext cx="98814" cy="622728"/>
            <a:chOff x="4737834" y="5000139"/>
            <a:chExt cx="98814" cy="622728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DFA1FF56-49C0-272E-8591-91C5179DA2AF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0F3EC943-E598-8240-79AB-A059C4070490}"/>
                </a:ext>
              </a:extLst>
            </p:cNvPr>
            <p:cNvSpPr/>
            <p:nvPr/>
          </p:nvSpPr>
          <p:spPr>
            <a:xfrm>
              <a:off x="4738263" y="552448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942D115-83E0-E656-27A2-5810D83789A0}"/>
              </a:ext>
            </a:extLst>
          </p:cNvPr>
          <p:cNvGrpSpPr/>
          <p:nvPr/>
        </p:nvGrpSpPr>
        <p:grpSpPr>
          <a:xfrm rot="5400000">
            <a:off x="7923503" y="2968919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D41BC29-B9C2-5A2D-05DE-56147670ADC8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BBB7C1C8-9362-52DC-067C-B18115CB2DBB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D24CC8A8-9606-8EFD-7BFE-720450B267BB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1E933913-1221-4182-8D8E-560CC13D104A}"/>
                </a:ext>
              </a:extLst>
            </p:cNvPr>
            <p:cNvSpPr/>
            <p:nvPr/>
          </p:nvSpPr>
          <p:spPr>
            <a:xfrm rot="5400000">
              <a:off x="9303032" y="3951223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62AB633-0A36-0BEF-EE59-0547C647962C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7772737A-78FC-1EDD-3837-77E021754C29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9C00B874-86C3-1FF5-01F5-F87B5461D1E3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737A9A3-30E6-C664-19C3-0863BE25EFC9}"/>
              </a:ext>
            </a:extLst>
          </p:cNvPr>
          <p:cNvGrpSpPr/>
          <p:nvPr/>
        </p:nvGrpSpPr>
        <p:grpSpPr>
          <a:xfrm rot="5400000">
            <a:off x="7590815" y="3912781"/>
            <a:ext cx="98814" cy="625909"/>
            <a:chOff x="4737834" y="4985852"/>
            <a:chExt cx="98814" cy="625909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301EE475-A3FA-BA85-CC83-81CD2B25C58C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04FE692A-E5D3-EEC2-625A-ABB2DEED2C8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C70C4D9-05E7-DFB8-C534-56CFF3939A43}"/>
              </a:ext>
            </a:extLst>
          </p:cNvPr>
          <p:cNvSpPr/>
          <p:nvPr/>
        </p:nvSpPr>
        <p:spPr>
          <a:xfrm flipV="1">
            <a:off x="8502658" y="2893435"/>
            <a:ext cx="98385" cy="8170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048622-7E23-1174-6B6A-1B0F59DA3BD1}"/>
              </a:ext>
            </a:extLst>
          </p:cNvPr>
          <p:cNvSpPr txBox="1"/>
          <p:nvPr/>
        </p:nvSpPr>
        <p:spPr>
          <a:xfrm>
            <a:off x="5681019" y="6360830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9024AF7-510A-6E0A-1FA9-8AC82202D1BE}"/>
              </a:ext>
            </a:extLst>
          </p:cNvPr>
          <p:cNvCxnSpPr>
            <a:cxnSpLocks/>
          </p:cNvCxnSpPr>
          <p:nvPr/>
        </p:nvCxnSpPr>
        <p:spPr>
          <a:xfrm flipV="1">
            <a:off x="5948186" y="5702080"/>
            <a:ext cx="0" cy="698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47EE66B-9EB2-5949-A5FC-EAC56ADCCF52}"/>
              </a:ext>
            </a:extLst>
          </p:cNvPr>
          <p:cNvSpPr txBox="1"/>
          <p:nvPr/>
        </p:nvSpPr>
        <p:spPr>
          <a:xfrm>
            <a:off x="3614820" y="6230288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6F3E57FD-3AE9-B169-9B39-4F0A3A8FA44C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E79C17FA-61D7-5652-312C-9419415D9E2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658E4C0-DEDA-693B-312D-B6F7A20A8EA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42F88D5-B52F-22F8-B4B2-942A7D2660F6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AA34B4B-8C03-0064-86D5-94D59F06A9B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AA63FA69-9B49-BD24-2E84-45B9FE67499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7EE5ACB-2671-4F6B-4528-DB0B156535DC}"/>
              </a:ext>
            </a:extLst>
          </p:cNvPr>
          <p:cNvSpPr/>
          <p:nvPr/>
        </p:nvSpPr>
        <p:spPr>
          <a:xfrm rot="10800000" flipV="1">
            <a:off x="4334929" y="3081658"/>
            <a:ext cx="98385" cy="64788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1D779FC-F880-7320-1FE2-BE5E81DF808C}"/>
              </a:ext>
            </a:extLst>
          </p:cNvPr>
          <p:cNvGrpSpPr/>
          <p:nvPr/>
        </p:nvGrpSpPr>
        <p:grpSpPr>
          <a:xfrm>
            <a:off x="6547618" y="4494276"/>
            <a:ext cx="98891" cy="1209788"/>
            <a:chOff x="4737834" y="4900127"/>
            <a:chExt cx="98891" cy="1209788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45B19191-1A3D-AEF0-C663-D94CAF128CA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41D1D19-8986-C310-8702-7C53B4D6C56B}"/>
                </a:ext>
              </a:extLst>
            </p:cNvPr>
            <p:cNvSpPr/>
            <p:nvPr/>
          </p:nvSpPr>
          <p:spPr>
            <a:xfrm>
              <a:off x="4738263" y="5453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2961873-05FC-97A7-43CD-7CFFCD9DEBB3}"/>
                </a:ext>
              </a:extLst>
            </p:cNvPr>
            <p:cNvSpPr/>
            <p:nvPr/>
          </p:nvSpPr>
          <p:spPr>
            <a:xfrm>
              <a:off x="4738340" y="601153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DA3D5F7-BEB0-F8C8-5182-5BDDE57CD2B2}"/>
              </a:ext>
            </a:extLst>
          </p:cNvPr>
          <p:cNvSpPr/>
          <p:nvPr/>
        </p:nvSpPr>
        <p:spPr>
          <a:xfrm flipV="1">
            <a:off x="9493258" y="3629024"/>
            <a:ext cx="98385" cy="6753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9803B299-4285-99E2-EA4D-A698BE57535C}"/>
              </a:ext>
            </a:extLst>
          </p:cNvPr>
          <p:cNvGrpSpPr/>
          <p:nvPr/>
        </p:nvGrpSpPr>
        <p:grpSpPr>
          <a:xfrm>
            <a:off x="4540783" y="4492292"/>
            <a:ext cx="98891" cy="1209788"/>
            <a:chOff x="4737834" y="4900127"/>
            <a:chExt cx="98891" cy="1209788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DA51221C-3B80-1CC3-553C-55DFACFF673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068579EA-89F9-32A5-FBC3-146522E7DB26}"/>
                </a:ext>
              </a:extLst>
            </p:cNvPr>
            <p:cNvSpPr/>
            <p:nvPr/>
          </p:nvSpPr>
          <p:spPr>
            <a:xfrm>
              <a:off x="4738263" y="5453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977BFB29-12A1-A002-319C-9032A7231AE8}"/>
                </a:ext>
              </a:extLst>
            </p:cNvPr>
            <p:cNvSpPr/>
            <p:nvPr/>
          </p:nvSpPr>
          <p:spPr>
            <a:xfrm>
              <a:off x="4738340" y="601153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37995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67183-AB0F-1A00-C17F-FCF5142A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4EB138-8278-31E3-79CC-51BD864532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1752" y="1100524"/>
            <a:ext cx="7879348" cy="53482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F6E7F7-6E3A-FE02-F3DA-52B449BFCC51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F6E7F7-6E3A-FE02-F3DA-52B449BFC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E82194B-D036-4D32-482A-22285A80D89A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E5D9920-62E7-6BD5-F11D-CE1C631A6374}"/>
              </a:ext>
            </a:extLst>
          </p:cNvPr>
          <p:cNvSpPr/>
          <p:nvPr/>
        </p:nvSpPr>
        <p:spPr>
          <a:xfrm rot="5400000">
            <a:off x="5549685" y="4943226"/>
            <a:ext cx="102820" cy="194231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E9A5E-5537-F6A9-A72B-6976A504E85D}"/>
              </a:ext>
            </a:extLst>
          </p:cNvPr>
          <p:cNvSpPr txBox="1"/>
          <p:nvPr/>
        </p:nvSpPr>
        <p:spPr>
          <a:xfrm>
            <a:off x="4680522" y="395401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DD41EE-7353-5726-D864-4DD47B25CF1B}"/>
              </a:ext>
            </a:extLst>
          </p:cNvPr>
          <p:cNvSpPr txBox="1"/>
          <p:nvPr/>
        </p:nvSpPr>
        <p:spPr>
          <a:xfrm>
            <a:off x="91346" y="1307452"/>
            <a:ext cx="1872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필요할 수 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F64B391-4A07-D184-AECE-83485CBC0E2A}"/>
              </a:ext>
            </a:extLst>
          </p:cNvPr>
          <p:cNvGrpSpPr/>
          <p:nvPr/>
        </p:nvGrpSpPr>
        <p:grpSpPr>
          <a:xfrm rot="5400000">
            <a:off x="7590815" y="3912781"/>
            <a:ext cx="98814" cy="625909"/>
            <a:chOff x="4737834" y="4985852"/>
            <a:chExt cx="98814" cy="625909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1552CEF1-1D72-E6BB-EA4C-6605E7632C47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F66EE765-D1B0-5D79-BFEC-49FE11A4D0F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Box 13">
            <a:extLst>
              <a:ext uri="{FF2B5EF4-FFF2-40B4-BE49-F238E27FC236}">
                <a16:creationId xmlns:a16="http://schemas.microsoft.com/office/drawing/2014/main" id="{9FB1DFEE-02A5-703D-FE8A-7E7776BDC9CF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E2633D2-D658-4DDF-889E-49A98E1A69B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8453CC2-D8D3-00A6-D63B-C57B529BBA3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4A813C7-AF76-9683-706C-98712D4F7FC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EF876CE-4CB8-A977-C1F7-9B4C5879B7A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0C1D21BD-9045-5995-D1E2-8C2228FF139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662EC64-8759-D1DF-759C-B35F4EC7309A}"/>
              </a:ext>
            </a:extLst>
          </p:cNvPr>
          <p:cNvGrpSpPr/>
          <p:nvPr/>
        </p:nvGrpSpPr>
        <p:grpSpPr>
          <a:xfrm>
            <a:off x="6547618" y="4494276"/>
            <a:ext cx="98891" cy="1209788"/>
            <a:chOff x="4737834" y="4900127"/>
            <a:chExt cx="98891" cy="1209788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B18A180-4553-15AB-C1A5-51C7B23CC98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898C2A2-6959-60EC-A7DA-DE78DAB8ECE8}"/>
                </a:ext>
              </a:extLst>
            </p:cNvPr>
            <p:cNvSpPr/>
            <p:nvPr/>
          </p:nvSpPr>
          <p:spPr>
            <a:xfrm>
              <a:off x="4738263" y="5453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D9B0F4A9-D819-E0C6-3ADF-BEAF9FEF736A}"/>
                </a:ext>
              </a:extLst>
            </p:cNvPr>
            <p:cNvSpPr/>
            <p:nvPr/>
          </p:nvSpPr>
          <p:spPr>
            <a:xfrm>
              <a:off x="4738340" y="601153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E1E1466-252F-6570-FE1C-FF492914A2BB}"/>
              </a:ext>
            </a:extLst>
          </p:cNvPr>
          <p:cNvGrpSpPr/>
          <p:nvPr/>
        </p:nvGrpSpPr>
        <p:grpSpPr>
          <a:xfrm>
            <a:off x="4540783" y="4492292"/>
            <a:ext cx="98891" cy="1209788"/>
            <a:chOff x="4737834" y="4900127"/>
            <a:chExt cx="98891" cy="1209788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E7F69433-E014-D1F1-9DBD-901DD56F8AD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76809DE2-0DC5-F474-0517-C1E8775AC628}"/>
                </a:ext>
              </a:extLst>
            </p:cNvPr>
            <p:cNvSpPr/>
            <p:nvPr/>
          </p:nvSpPr>
          <p:spPr>
            <a:xfrm>
              <a:off x="4738263" y="54538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4BA9385C-A23C-2C8D-F739-F33EA4574613}"/>
                </a:ext>
              </a:extLst>
            </p:cNvPr>
            <p:cNvSpPr/>
            <p:nvPr/>
          </p:nvSpPr>
          <p:spPr>
            <a:xfrm>
              <a:off x="4738340" y="601153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별: 꼭짓점 4개 5">
            <a:extLst>
              <a:ext uri="{FF2B5EF4-FFF2-40B4-BE49-F238E27FC236}">
                <a16:creationId xmlns:a16="http://schemas.microsoft.com/office/drawing/2014/main" id="{6A3F08EC-5EB4-70E9-09EC-088890E9F5D1}"/>
              </a:ext>
            </a:extLst>
          </p:cNvPr>
          <p:cNvSpPr/>
          <p:nvPr/>
        </p:nvSpPr>
        <p:spPr>
          <a:xfrm>
            <a:off x="5319088" y="478857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ADC127-9117-1EA7-8F7A-C2B62158AD53}"/>
              </a:ext>
            </a:extLst>
          </p:cNvPr>
          <p:cNvSpPr txBox="1"/>
          <p:nvPr/>
        </p:nvSpPr>
        <p:spPr>
          <a:xfrm>
            <a:off x="4761717" y="6418070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EC8F87-3E1C-8647-A539-986913C5D97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-22612" y="4708917"/>
            <a:ext cx="2236971" cy="1554480"/>
          </a:xfrm>
          <a:prstGeom prst="rect">
            <a:avLst/>
          </a:prstGeom>
        </p:spPr>
      </p:pic>
      <p:pic>
        <p:nvPicPr>
          <p:cNvPr id="7" name="그림 6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D8C0B6-0688-F4AA-EC49-F0E64B8390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36" y="2829105"/>
            <a:ext cx="1757580" cy="144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9133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67183-AB0F-1A00-C17F-FCF5142A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4EB138-8278-31E3-79CC-51BD864532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1752" y="1100524"/>
            <a:ext cx="7879348" cy="53482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F6E7F7-6E3A-FE02-F3DA-52B449BFCC51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F6E7F7-6E3A-FE02-F3DA-52B449BFC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E82194B-D036-4D32-482A-22285A80D89A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DD41EE-7353-5726-D864-4DD47B25CF1B}"/>
              </a:ext>
            </a:extLst>
          </p:cNvPr>
          <p:cNvSpPr txBox="1"/>
          <p:nvPr/>
        </p:nvSpPr>
        <p:spPr>
          <a:xfrm>
            <a:off x="91346" y="1307452"/>
            <a:ext cx="1872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필요할 수 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9FB1DFEE-02A5-703D-FE8A-7E7776BDC9CF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E2633D2-D658-4DDF-889E-49A98E1A69B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8453CC2-D8D3-00A6-D63B-C57B529BBA3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4A813C7-AF76-9683-706C-98712D4F7FC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EF876CE-4CB8-A977-C1F7-9B4C5879B7A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0C1D21BD-9045-5995-D1E2-8C2228FF139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6" name="별: 꼭짓점 4개 5">
            <a:extLst>
              <a:ext uri="{FF2B5EF4-FFF2-40B4-BE49-F238E27FC236}">
                <a16:creationId xmlns:a16="http://schemas.microsoft.com/office/drawing/2014/main" id="{6A3F08EC-5EB4-70E9-09EC-088890E9F5D1}"/>
              </a:ext>
            </a:extLst>
          </p:cNvPr>
          <p:cNvSpPr/>
          <p:nvPr/>
        </p:nvSpPr>
        <p:spPr>
          <a:xfrm>
            <a:off x="5319088" y="478857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ADC127-9117-1EA7-8F7A-C2B62158AD53}"/>
              </a:ext>
            </a:extLst>
          </p:cNvPr>
          <p:cNvSpPr txBox="1"/>
          <p:nvPr/>
        </p:nvSpPr>
        <p:spPr>
          <a:xfrm>
            <a:off x="4761717" y="6418070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EC8F87-3E1C-8647-A539-986913C5D97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-22612" y="4708917"/>
            <a:ext cx="2236971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6216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67183-AB0F-1A00-C17F-FCF5142A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4EB138-8278-31E3-79CC-51BD864532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1752" y="1100524"/>
            <a:ext cx="7879348" cy="53482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F6E7F7-6E3A-FE02-F3DA-52B449BFCC51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F6E7F7-6E3A-FE02-F3DA-52B449BFC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E82194B-D036-4D32-482A-22285A80D89A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84A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DD41EE-7353-5726-D864-4DD47B25CF1B}"/>
              </a:ext>
            </a:extLst>
          </p:cNvPr>
          <p:cNvSpPr txBox="1"/>
          <p:nvPr/>
        </p:nvSpPr>
        <p:spPr>
          <a:xfrm>
            <a:off x="91346" y="1307452"/>
            <a:ext cx="1872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필요할 수 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9FB1DFEE-02A5-703D-FE8A-7E7776BDC9CF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E2633D2-D658-4DDF-889E-49A98E1A69B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8453CC2-D8D3-00A6-D63B-C57B529BBA3C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4A813C7-AF76-9683-706C-98712D4F7FC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EF876CE-4CB8-A977-C1F7-9B4C5879B7A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0C1D21BD-9045-5995-D1E2-8C2228FF139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6" name="별: 꼭짓점 4개 5">
            <a:extLst>
              <a:ext uri="{FF2B5EF4-FFF2-40B4-BE49-F238E27FC236}">
                <a16:creationId xmlns:a16="http://schemas.microsoft.com/office/drawing/2014/main" id="{6A3F08EC-5EB4-70E9-09EC-088890E9F5D1}"/>
              </a:ext>
            </a:extLst>
          </p:cNvPr>
          <p:cNvSpPr/>
          <p:nvPr/>
        </p:nvSpPr>
        <p:spPr>
          <a:xfrm>
            <a:off x="5319088" y="478857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ADC127-9117-1EA7-8F7A-C2B62158AD53}"/>
              </a:ext>
            </a:extLst>
          </p:cNvPr>
          <p:cNvSpPr txBox="1"/>
          <p:nvPr/>
        </p:nvSpPr>
        <p:spPr>
          <a:xfrm>
            <a:off x="4761717" y="6418070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EC8F87-3E1C-8647-A539-986913C5D97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-22612" y="4708917"/>
            <a:ext cx="2236971" cy="155448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D840DA4D-B20F-BB94-FE6F-FEFFCBBD28E8}"/>
              </a:ext>
            </a:extLst>
          </p:cNvPr>
          <p:cNvGrpSpPr/>
          <p:nvPr/>
        </p:nvGrpSpPr>
        <p:grpSpPr>
          <a:xfrm>
            <a:off x="0" y="3228953"/>
            <a:ext cx="2153752" cy="1204197"/>
            <a:chOff x="149488" y="3169907"/>
            <a:chExt cx="2153752" cy="120419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4DF2193-8831-1AA7-5813-AA88AF205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6EEBEAC-B927-430E-945D-5C9027ED53DC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err="1"/>
                <a:t>코타라</a:t>
              </a:r>
              <a:endParaRPr lang="ko-KR" altLang="en-US" sz="1400" b="1"/>
            </a:p>
          </p:txBody>
        </p:sp>
      </p:grpSp>
    </p:spTree>
    <p:extLst>
      <p:ext uri="{BB962C8B-B14F-4D97-AF65-F5344CB8AC3E}">
        <p14:creationId xmlns:p14="http://schemas.microsoft.com/office/powerpoint/2010/main" val="3638032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F539F-F46F-3B21-A928-44733B41E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5ECF3A-078C-FB82-FDC0-06CF0C1CA1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82173" y="1220408"/>
            <a:ext cx="8238127" cy="56375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7055AE-0FC7-D302-9B4B-3CE715919848}"/>
                  </a:ext>
                </a:extLst>
              </p:cNvPr>
              <p:cNvSpPr txBox="1"/>
              <p:nvPr/>
            </p:nvSpPr>
            <p:spPr>
              <a:xfrm>
                <a:off x="10262354" y="258858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7055AE-0FC7-D302-9B4B-3CE715919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2354" y="258858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41D1184-F4FB-3A26-96D2-CA3FDADD50F2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E4650E-7399-6778-C0E5-9FA4B4A2EDCF}"/>
              </a:ext>
            </a:extLst>
          </p:cNvPr>
          <p:cNvSpPr/>
          <p:nvPr/>
        </p:nvSpPr>
        <p:spPr>
          <a:xfrm rot="10800000">
            <a:off x="9391585" y="3610020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6CB375B-C150-3080-5123-49DE37B374BE}"/>
              </a:ext>
            </a:extLst>
          </p:cNvPr>
          <p:cNvSpPr/>
          <p:nvPr/>
        </p:nvSpPr>
        <p:spPr>
          <a:xfrm>
            <a:off x="7678715" y="396272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3C2D45A-8229-71B1-68C4-F3ACA7749617}"/>
              </a:ext>
            </a:extLst>
          </p:cNvPr>
          <p:cNvSpPr/>
          <p:nvPr/>
        </p:nvSpPr>
        <p:spPr>
          <a:xfrm>
            <a:off x="7847652" y="411481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609C11-779B-02DB-0532-F16321E343A3}"/>
              </a:ext>
            </a:extLst>
          </p:cNvPr>
          <p:cNvSpPr txBox="1"/>
          <p:nvPr/>
        </p:nvSpPr>
        <p:spPr>
          <a:xfrm>
            <a:off x="6271848" y="3722774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22EEDA7-E7CD-856F-BB9C-ACC38DB4FD8F}"/>
              </a:ext>
            </a:extLst>
          </p:cNvPr>
          <p:cNvSpPr/>
          <p:nvPr/>
        </p:nvSpPr>
        <p:spPr>
          <a:xfrm rot="16200000" flipV="1">
            <a:off x="5588425" y="2474077"/>
            <a:ext cx="85684" cy="648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E57024F-B3C2-6B32-60DB-88D2F1C4CE13}"/>
              </a:ext>
            </a:extLst>
          </p:cNvPr>
          <p:cNvSpPr/>
          <p:nvPr/>
        </p:nvSpPr>
        <p:spPr>
          <a:xfrm flipV="1">
            <a:off x="4167726" y="2563526"/>
            <a:ext cx="90238" cy="8654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885D023-0B3C-3747-07F7-1A50301CEC91}"/>
              </a:ext>
            </a:extLst>
          </p:cNvPr>
          <p:cNvGrpSpPr/>
          <p:nvPr/>
        </p:nvGrpSpPr>
        <p:grpSpPr>
          <a:xfrm rot="5400000">
            <a:off x="4167517" y="3673980"/>
            <a:ext cx="98802" cy="498116"/>
            <a:chOff x="4737846" y="5113645"/>
            <a:chExt cx="98802" cy="498116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B6652702-C871-ACE1-0BA8-0D23405D1BA8}"/>
                </a:ext>
              </a:extLst>
            </p:cNvPr>
            <p:cNvSpPr/>
            <p:nvPr/>
          </p:nvSpPr>
          <p:spPr>
            <a:xfrm>
              <a:off x="4737846" y="51136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FF638CC-016E-A778-2CD6-F5DEC98C767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D1A9B43-7CB5-FD00-0615-1BAB6EB1E8FB}"/>
              </a:ext>
            </a:extLst>
          </p:cNvPr>
          <p:cNvSpPr/>
          <p:nvPr/>
        </p:nvSpPr>
        <p:spPr>
          <a:xfrm rot="16200000" flipV="1">
            <a:off x="6078102" y="1459075"/>
            <a:ext cx="86723" cy="74282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ECBAB3-D84D-2E65-BBF3-9448E0A92328}"/>
              </a:ext>
            </a:extLst>
          </p:cNvPr>
          <p:cNvSpPr txBox="1"/>
          <p:nvPr/>
        </p:nvSpPr>
        <p:spPr>
          <a:xfrm>
            <a:off x="9698973" y="402594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DA2B3B6-C921-D7D6-56FF-A012CB3F0A4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B191EE1B-9EB0-228E-CDD5-2903C7A68D7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CE6DE512-5110-E76F-2E99-6CFF7DD66E4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81172C3B-1A3B-6A50-7742-7087DD46EBC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EF74CBBA-266B-0C95-F7C8-6DBFFEC41149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97E48DDB-670B-2AD2-A8A5-E734710C9AD5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FA46F4B3-7A8D-469B-3FA2-9B46F892D98E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3A8BDC6-B8A6-7284-9158-57B3E9C9134E}"/>
              </a:ext>
            </a:extLst>
          </p:cNvPr>
          <p:cNvGrpSpPr/>
          <p:nvPr/>
        </p:nvGrpSpPr>
        <p:grpSpPr>
          <a:xfrm rot="5400000">
            <a:off x="8452254" y="2868144"/>
            <a:ext cx="98905" cy="1397898"/>
            <a:chOff x="4737864" y="4695342"/>
            <a:chExt cx="98905" cy="1397898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E302BFD-34B5-A82E-66A5-21558703C607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D65F80F-DBD5-43C1-D058-09C130E62D88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86BD4819-3FC7-EE21-031C-64589C9D109A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9EA6149-74C4-189D-492D-A47D39967413}"/>
              </a:ext>
            </a:extLst>
          </p:cNvPr>
          <p:cNvSpPr txBox="1"/>
          <p:nvPr/>
        </p:nvSpPr>
        <p:spPr>
          <a:xfrm>
            <a:off x="7634866" y="5832252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3537F63C-C219-DEB7-5D02-CA430CDBA51A}"/>
              </a:ext>
            </a:extLst>
          </p:cNvPr>
          <p:cNvCxnSpPr>
            <a:cxnSpLocks/>
          </p:cNvCxnSpPr>
          <p:nvPr/>
        </p:nvCxnSpPr>
        <p:spPr>
          <a:xfrm flipH="1" flipV="1">
            <a:off x="7725590" y="5664574"/>
            <a:ext cx="61950" cy="207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EFE5DA6D-9F55-262C-8454-409EA6BAB377}"/>
              </a:ext>
            </a:extLst>
          </p:cNvPr>
          <p:cNvCxnSpPr>
            <a:cxnSpLocks/>
          </p:cNvCxnSpPr>
          <p:nvPr/>
        </p:nvCxnSpPr>
        <p:spPr>
          <a:xfrm flipH="1">
            <a:off x="8917283" y="4221235"/>
            <a:ext cx="8966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C08F0270-C5C4-1004-0629-FB3D131E2345}"/>
              </a:ext>
            </a:extLst>
          </p:cNvPr>
          <p:cNvGrpSpPr/>
          <p:nvPr/>
        </p:nvGrpSpPr>
        <p:grpSpPr>
          <a:xfrm rot="5400000">
            <a:off x="8310002" y="4916692"/>
            <a:ext cx="98905" cy="1397898"/>
            <a:chOff x="4737864" y="4695342"/>
            <a:chExt cx="98905" cy="1397898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1D712C0D-AA52-841B-3D51-54BDEABEFD82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8539F608-7661-D9A4-3333-60F0B4933DC1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24EAFCCE-8C2F-F63F-A62E-8F68D01AC836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17016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CA249-E64E-795D-B1A6-F06B14872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EBB4365-0740-B186-3A47-D874DE433E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82173" y="1220408"/>
            <a:ext cx="8238127" cy="56375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14FBEB-6D07-CF8A-3EDB-8111C5F60385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14FBEB-6D07-CF8A-3EDB-8111C5F60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D5573C0-F31E-0894-E79A-DEAEEDB3F25D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396325-0AF6-162C-0A0F-95B4F259A2E8}"/>
              </a:ext>
            </a:extLst>
          </p:cNvPr>
          <p:cNvSpPr/>
          <p:nvPr/>
        </p:nvSpPr>
        <p:spPr>
          <a:xfrm rot="5400000">
            <a:off x="8320816" y="2915361"/>
            <a:ext cx="90478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4A5D6C-136C-03B1-6F80-2E2E560C140F}"/>
              </a:ext>
            </a:extLst>
          </p:cNvPr>
          <p:cNvSpPr txBox="1"/>
          <p:nvPr/>
        </p:nvSpPr>
        <p:spPr>
          <a:xfrm>
            <a:off x="7365301" y="265793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1A75303-6378-6155-1AAB-0B531BD03164}"/>
              </a:ext>
            </a:extLst>
          </p:cNvPr>
          <p:cNvSpPr/>
          <p:nvPr/>
        </p:nvSpPr>
        <p:spPr>
          <a:xfrm rot="10800000">
            <a:off x="9391585" y="3610020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BC372AE-81AA-CB3B-9393-FFF3E1193B05}"/>
              </a:ext>
            </a:extLst>
          </p:cNvPr>
          <p:cNvSpPr/>
          <p:nvPr/>
        </p:nvSpPr>
        <p:spPr>
          <a:xfrm>
            <a:off x="7678715" y="396272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3A3EB04-6019-2AEA-6932-87A82F0BDB67}"/>
              </a:ext>
            </a:extLst>
          </p:cNvPr>
          <p:cNvSpPr/>
          <p:nvPr/>
        </p:nvSpPr>
        <p:spPr>
          <a:xfrm>
            <a:off x="7847652" y="411481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F0A3A-2268-2B52-3875-BBCBF51CB006}"/>
              </a:ext>
            </a:extLst>
          </p:cNvPr>
          <p:cNvSpPr txBox="1"/>
          <p:nvPr/>
        </p:nvSpPr>
        <p:spPr>
          <a:xfrm>
            <a:off x="6271848" y="3722774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BD68B3A-729C-469A-D4AE-118F3EDDEB28}"/>
              </a:ext>
            </a:extLst>
          </p:cNvPr>
          <p:cNvGrpSpPr/>
          <p:nvPr/>
        </p:nvGrpSpPr>
        <p:grpSpPr>
          <a:xfrm rot="5400000">
            <a:off x="8109007" y="3046158"/>
            <a:ext cx="98800" cy="573521"/>
            <a:chOff x="4737848" y="5038240"/>
            <a:chExt cx="98800" cy="573521"/>
          </a:xfrm>
          <a:solidFill>
            <a:srgbClr val="00B0F0"/>
          </a:solidFill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992F8AE0-E293-D8A0-4B98-C7ABA6A82E2C}"/>
                </a:ext>
              </a:extLst>
            </p:cNvPr>
            <p:cNvSpPr/>
            <p:nvPr/>
          </p:nvSpPr>
          <p:spPr>
            <a:xfrm>
              <a:off x="4737848" y="503824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CA28E51-0204-B985-6F58-BFFC86E1444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AE7359B-0409-AE69-CB51-CF8C2F52CF5C}"/>
              </a:ext>
            </a:extLst>
          </p:cNvPr>
          <p:cNvGrpSpPr/>
          <p:nvPr/>
        </p:nvGrpSpPr>
        <p:grpSpPr>
          <a:xfrm>
            <a:off x="4354968" y="2733046"/>
            <a:ext cx="436263" cy="542991"/>
            <a:chOff x="9191246" y="3797098"/>
            <a:chExt cx="436263" cy="542991"/>
          </a:xfrm>
          <a:solidFill>
            <a:srgbClr val="CC0000"/>
          </a:solidFill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77D2DD66-54C9-AB21-7C32-06C478AA8D47}"/>
                </a:ext>
              </a:extLst>
            </p:cNvPr>
            <p:cNvGrpSpPr/>
            <p:nvPr/>
          </p:nvGrpSpPr>
          <p:grpSpPr>
            <a:xfrm>
              <a:off x="9528695" y="3799905"/>
              <a:ext cx="98814" cy="540184"/>
              <a:chOff x="464258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7256A489-BEAE-E065-77D7-70018DB1D89B}"/>
                  </a:ext>
                </a:extLst>
              </p:cNvPr>
              <p:cNvSpPr/>
              <p:nvPr/>
            </p:nvSpPr>
            <p:spPr>
              <a:xfrm>
                <a:off x="464258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51A29C16-EC2A-69BD-DC60-8C87E86DDDC6}"/>
                  </a:ext>
                </a:extLst>
              </p:cNvPr>
              <p:cNvSpPr/>
              <p:nvPr/>
            </p:nvSpPr>
            <p:spPr>
              <a:xfrm>
                <a:off x="464301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별: 꼭짓점 7개 17">
              <a:extLst>
                <a:ext uri="{FF2B5EF4-FFF2-40B4-BE49-F238E27FC236}">
                  <a16:creationId xmlns:a16="http://schemas.microsoft.com/office/drawing/2014/main" id="{D86538BE-006A-D89E-B8B1-73DEF5932697}"/>
                </a:ext>
              </a:extLst>
            </p:cNvPr>
            <p:cNvSpPr/>
            <p:nvPr/>
          </p:nvSpPr>
          <p:spPr>
            <a:xfrm rot="5400000">
              <a:off x="9283187" y="396074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E3D5CBBD-2FA4-0B46-49CB-4D5DA35EA024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9D90E2BB-A12A-5F26-1ADE-0B2B77473358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27E5EA55-5BFC-8EE4-56FC-78554C3CF312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5AACDA7-A74A-1A2E-4023-F0FE47D96DB9}"/>
              </a:ext>
            </a:extLst>
          </p:cNvPr>
          <p:cNvSpPr/>
          <p:nvPr/>
        </p:nvSpPr>
        <p:spPr>
          <a:xfrm rot="16200000" flipV="1">
            <a:off x="5568843" y="2474077"/>
            <a:ext cx="85684" cy="648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AEA18D0-8497-88AD-08EC-B272B8A6DE1A}"/>
              </a:ext>
            </a:extLst>
          </p:cNvPr>
          <p:cNvSpPr/>
          <p:nvPr/>
        </p:nvSpPr>
        <p:spPr>
          <a:xfrm flipV="1">
            <a:off x="4167726" y="2563526"/>
            <a:ext cx="98384" cy="8654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A9993AC-0AFD-BF82-549D-531DD6257C2C}"/>
              </a:ext>
            </a:extLst>
          </p:cNvPr>
          <p:cNvGrpSpPr/>
          <p:nvPr/>
        </p:nvGrpSpPr>
        <p:grpSpPr>
          <a:xfrm rot="5400000">
            <a:off x="4167517" y="3673980"/>
            <a:ext cx="98802" cy="498116"/>
            <a:chOff x="4737846" y="5113645"/>
            <a:chExt cx="98802" cy="498116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21E8ECDB-1153-A499-9954-8155AE60042B}"/>
                </a:ext>
              </a:extLst>
            </p:cNvPr>
            <p:cNvSpPr/>
            <p:nvPr/>
          </p:nvSpPr>
          <p:spPr>
            <a:xfrm>
              <a:off x="4737846" y="51136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C14DA1D2-4FEF-EA92-83A3-072BB0A0950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C6670DA-C200-D61C-EA8F-2763948D2A3E}"/>
              </a:ext>
            </a:extLst>
          </p:cNvPr>
          <p:cNvSpPr/>
          <p:nvPr/>
        </p:nvSpPr>
        <p:spPr>
          <a:xfrm rot="16200000" flipV="1">
            <a:off x="6078102" y="1459075"/>
            <a:ext cx="86723" cy="74282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722308-294D-951B-BA7C-A45FA661733B}"/>
              </a:ext>
            </a:extLst>
          </p:cNvPr>
          <p:cNvSpPr txBox="1"/>
          <p:nvPr/>
        </p:nvSpPr>
        <p:spPr>
          <a:xfrm>
            <a:off x="9698973" y="402594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DE4D4A9-332B-CD76-F20D-1C755D52DAB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8C47F411-72A8-94CD-3E2B-8B10EC3232F1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7C5B368A-29AD-3A4A-1860-CB9C9A362E8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21D58774-AA8B-BA4D-DF36-3AF855FDAEF8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FF65B09E-D49B-985F-8159-84EAA8EAF0E5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C01D694-45F4-B31D-04E6-03629405D358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AD82B415-00DB-E416-B1DE-4555182D65D6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3B5634C0-8FAB-0EF8-193D-4CD1E39F0DCC}"/>
              </a:ext>
            </a:extLst>
          </p:cNvPr>
          <p:cNvGrpSpPr/>
          <p:nvPr/>
        </p:nvGrpSpPr>
        <p:grpSpPr>
          <a:xfrm rot="5400000">
            <a:off x="8452254" y="2868144"/>
            <a:ext cx="98905" cy="1397898"/>
            <a:chOff x="4737864" y="4695342"/>
            <a:chExt cx="98905" cy="1397898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26407894-FD70-E171-A625-A20EA8813DB2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5A5C04B9-3514-1A5D-DD61-B681C2599557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CBA5480-D77B-7296-42B0-40DF1A1276A2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E384C03-1FDA-2282-6596-A9E78C2A9A1B}"/>
              </a:ext>
            </a:extLst>
          </p:cNvPr>
          <p:cNvSpPr txBox="1"/>
          <p:nvPr/>
        </p:nvSpPr>
        <p:spPr>
          <a:xfrm>
            <a:off x="7634866" y="5832252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B0FC7C4-6880-75BB-D08F-455BCA669E13}"/>
              </a:ext>
            </a:extLst>
          </p:cNvPr>
          <p:cNvCxnSpPr>
            <a:cxnSpLocks/>
          </p:cNvCxnSpPr>
          <p:nvPr/>
        </p:nvCxnSpPr>
        <p:spPr>
          <a:xfrm flipH="1" flipV="1">
            <a:off x="7725590" y="5664574"/>
            <a:ext cx="61950" cy="207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C643D850-1232-7199-6C62-0061C21FB3A3}"/>
              </a:ext>
            </a:extLst>
          </p:cNvPr>
          <p:cNvCxnSpPr>
            <a:cxnSpLocks/>
          </p:cNvCxnSpPr>
          <p:nvPr/>
        </p:nvCxnSpPr>
        <p:spPr>
          <a:xfrm flipH="1">
            <a:off x="8917283" y="4221235"/>
            <a:ext cx="8966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8AD698CB-2C58-C965-7346-593994B2181C}"/>
              </a:ext>
            </a:extLst>
          </p:cNvPr>
          <p:cNvGrpSpPr/>
          <p:nvPr/>
        </p:nvGrpSpPr>
        <p:grpSpPr>
          <a:xfrm rot="5400000">
            <a:off x="8310002" y="4916692"/>
            <a:ext cx="98905" cy="1397898"/>
            <a:chOff x="4737864" y="4695342"/>
            <a:chExt cx="98905" cy="1397898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9616A73E-A037-EA6F-52E5-CFD935A35CFE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C24247D0-0B7B-4140-A4F3-E7AECBD31F1C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280F973F-8F75-FC22-A30A-852932AE9737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26248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066F6-07FD-1B72-2E06-7EDCFC1A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8184D7-D7BB-604E-94E0-E407484A488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82173" y="1220408"/>
            <a:ext cx="8238127" cy="56375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0D45B1-4DFF-EB03-7ECB-DC5C88A8C9B0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0D45B1-4DFF-EB03-7ECB-DC5C88A8C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63CD1D7-D9CD-5850-9F8F-922FAE0C66FA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7D3299-DD09-41E9-76C7-0734EE7A7641}"/>
              </a:ext>
            </a:extLst>
          </p:cNvPr>
          <p:cNvSpPr/>
          <p:nvPr/>
        </p:nvSpPr>
        <p:spPr>
          <a:xfrm rot="5400000">
            <a:off x="8320816" y="2915361"/>
            <a:ext cx="90478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AC4024-5CBD-5D0F-5C00-7D258AEB09A4}"/>
              </a:ext>
            </a:extLst>
          </p:cNvPr>
          <p:cNvSpPr txBox="1"/>
          <p:nvPr/>
        </p:nvSpPr>
        <p:spPr>
          <a:xfrm>
            <a:off x="7365301" y="265793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A96D57D-4363-F43C-EF00-06107DD79592}"/>
              </a:ext>
            </a:extLst>
          </p:cNvPr>
          <p:cNvSpPr/>
          <p:nvPr/>
        </p:nvSpPr>
        <p:spPr>
          <a:xfrm rot="10800000">
            <a:off x="9391585" y="3610020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C4A264C-0A20-4CE6-65B5-01F54D1A758E}"/>
              </a:ext>
            </a:extLst>
          </p:cNvPr>
          <p:cNvSpPr/>
          <p:nvPr/>
        </p:nvSpPr>
        <p:spPr>
          <a:xfrm>
            <a:off x="7678715" y="396272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7D0A14D-84D1-D462-E39A-EA736F2D1728}"/>
              </a:ext>
            </a:extLst>
          </p:cNvPr>
          <p:cNvSpPr/>
          <p:nvPr/>
        </p:nvSpPr>
        <p:spPr>
          <a:xfrm>
            <a:off x="7847652" y="411481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5BBB2A-291E-E7C7-736D-36965FB09E8D}"/>
              </a:ext>
            </a:extLst>
          </p:cNvPr>
          <p:cNvSpPr txBox="1"/>
          <p:nvPr/>
        </p:nvSpPr>
        <p:spPr>
          <a:xfrm>
            <a:off x="6271848" y="3722774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  <a:p>
            <a:pPr algn="ctr"/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17B25937-2A10-05C7-E12A-19575ECDF34C}"/>
              </a:ext>
            </a:extLst>
          </p:cNvPr>
          <p:cNvSpPr/>
          <p:nvPr/>
        </p:nvSpPr>
        <p:spPr>
          <a:xfrm>
            <a:off x="8027080" y="429814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A41AA2F-04AE-E39E-8FBF-E31A5581E6CE}"/>
              </a:ext>
            </a:extLst>
          </p:cNvPr>
          <p:cNvGrpSpPr/>
          <p:nvPr/>
        </p:nvGrpSpPr>
        <p:grpSpPr>
          <a:xfrm rot="5400000">
            <a:off x="8109007" y="3046158"/>
            <a:ext cx="98800" cy="573521"/>
            <a:chOff x="4737848" y="5038240"/>
            <a:chExt cx="98800" cy="573521"/>
          </a:xfrm>
          <a:solidFill>
            <a:srgbClr val="00B0F0"/>
          </a:solidFill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24A7356-C5BD-4C3B-D6E8-989E5682E9E5}"/>
                </a:ext>
              </a:extLst>
            </p:cNvPr>
            <p:cNvSpPr/>
            <p:nvPr/>
          </p:nvSpPr>
          <p:spPr>
            <a:xfrm>
              <a:off x="4737848" y="503824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83A8584-F423-B118-073B-5CA20B48DF73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D14BC2B-011A-E8E4-1B8E-90C851935777}"/>
              </a:ext>
            </a:extLst>
          </p:cNvPr>
          <p:cNvGrpSpPr/>
          <p:nvPr/>
        </p:nvGrpSpPr>
        <p:grpSpPr>
          <a:xfrm>
            <a:off x="4354968" y="2733046"/>
            <a:ext cx="436263" cy="542991"/>
            <a:chOff x="9191246" y="3797098"/>
            <a:chExt cx="436263" cy="542991"/>
          </a:xfrm>
          <a:solidFill>
            <a:srgbClr val="CC0000"/>
          </a:solidFill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0BD3C940-4FCB-FD0C-DB41-857446EFB3A8}"/>
                </a:ext>
              </a:extLst>
            </p:cNvPr>
            <p:cNvGrpSpPr/>
            <p:nvPr/>
          </p:nvGrpSpPr>
          <p:grpSpPr>
            <a:xfrm>
              <a:off x="9528695" y="3799905"/>
              <a:ext cx="98814" cy="540184"/>
              <a:chOff x="464258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8CFAD0CF-CB65-F833-C916-900FEFD3A92A}"/>
                  </a:ext>
                </a:extLst>
              </p:cNvPr>
              <p:cNvSpPr/>
              <p:nvPr/>
            </p:nvSpPr>
            <p:spPr>
              <a:xfrm>
                <a:off x="464258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9DD7ED69-2E7F-46D4-E9EE-93C1DAF26122}"/>
                  </a:ext>
                </a:extLst>
              </p:cNvPr>
              <p:cNvSpPr/>
              <p:nvPr/>
            </p:nvSpPr>
            <p:spPr>
              <a:xfrm>
                <a:off x="464301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별: 꼭짓점 7개 17">
              <a:extLst>
                <a:ext uri="{FF2B5EF4-FFF2-40B4-BE49-F238E27FC236}">
                  <a16:creationId xmlns:a16="http://schemas.microsoft.com/office/drawing/2014/main" id="{EB97098C-05E5-1A06-76FE-B93D0314B0F0}"/>
                </a:ext>
              </a:extLst>
            </p:cNvPr>
            <p:cNvSpPr/>
            <p:nvPr/>
          </p:nvSpPr>
          <p:spPr>
            <a:xfrm rot="5400000">
              <a:off x="9283187" y="396074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45233989-ABBE-5F10-4D22-1B241F9DB4F4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BB60A01C-FEF4-BB02-098E-C4C2C1E3A44D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50722F18-FB29-87BF-48B7-B52863E4A281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D54EE27-94F6-B6D3-F4C0-B97C467F3504}"/>
              </a:ext>
            </a:extLst>
          </p:cNvPr>
          <p:cNvSpPr/>
          <p:nvPr/>
        </p:nvSpPr>
        <p:spPr>
          <a:xfrm rot="16200000" flipV="1">
            <a:off x="5566905" y="2490915"/>
            <a:ext cx="85684" cy="648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DB53E5C-3197-B6FE-E930-6657D233E9B3}"/>
              </a:ext>
            </a:extLst>
          </p:cNvPr>
          <p:cNvSpPr/>
          <p:nvPr/>
        </p:nvSpPr>
        <p:spPr>
          <a:xfrm flipV="1">
            <a:off x="4167725" y="2563526"/>
            <a:ext cx="98385" cy="9047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E8FC94A-0228-D918-B3E9-5F083CD6889E}"/>
              </a:ext>
            </a:extLst>
          </p:cNvPr>
          <p:cNvGrpSpPr/>
          <p:nvPr/>
        </p:nvGrpSpPr>
        <p:grpSpPr>
          <a:xfrm rot="5400000">
            <a:off x="4167517" y="3673980"/>
            <a:ext cx="98802" cy="498116"/>
            <a:chOff x="4737846" y="5113645"/>
            <a:chExt cx="98802" cy="498116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EF6F2FF-EAB3-8E6C-28C3-C9AE61449637}"/>
                </a:ext>
              </a:extLst>
            </p:cNvPr>
            <p:cNvSpPr/>
            <p:nvPr/>
          </p:nvSpPr>
          <p:spPr>
            <a:xfrm>
              <a:off x="4737846" y="51136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892F6AF-7A54-8213-FBFA-6B5C1B943BF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C47AE62-6289-734D-C566-AFEBB4562034}"/>
              </a:ext>
            </a:extLst>
          </p:cNvPr>
          <p:cNvSpPr/>
          <p:nvPr/>
        </p:nvSpPr>
        <p:spPr>
          <a:xfrm rot="16200000" flipV="1">
            <a:off x="6078102" y="1459075"/>
            <a:ext cx="86723" cy="74282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88066F-CD6D-728A-ECC2-A260F6F64BB4}"/>
              </a:ext>
            </a:extLst>
          </p:cNvPr>
          <p:cNvSpPr txBox="1"/>
          <p:nvPr/>
        </p:nvSpPr>
        <p:spPr>
          <a:xfrm>
            <a:off x="9698973" y="4025943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21FCD1-E17C-ACA0-1D76-4E39575EA5C0}"/>
              </a:ext>
            </a:extLst>
          </p:cNvPr>
          <p:cNvSpPr txBox="1"/>
          <p:nvPr/>
        </p:nvSpPr>
        <p:spPr>
          <a:xfrm>
            <a:off x="9704444" y="4764100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4DA1435-D3EB-578C-9572-0F8EFAC2B36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F6113797-6E20-0A3D-007A-7B8C500F82D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CF12578D-37FA-29FA-A4E7-0D32832E0AE1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BD087E01-5629-20D6-73A3-ACC7A912455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12489128-B50B-ED83-4A8E-11C7CCBF5A2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ECA7DFD-856D-725F-D519-7CFF65B53919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917DEA0F-3B01-687A-2582-6C0D9DAD7715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398DB2E6-82BB-5DC0-80FE-D6B2FE94B75C}"/>
              </a:ext>
            </a:extLst>
          </p:cNvPr>
          <p:cNvGrpSpPr/>
          <p:nvPr/>
        </p:nvGrpSpPr>
        <p:grpSpPr>
          <a:xfrm rot="5400000">
            <a:off x="8452254" y="2868144"/>
            <a:ext cx="98905" cy="1397898"/>
            <a:chOff x="4737864" y="4695342"/>
            <a:chExt cx="98905" cy="1397898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1AD9FA3-D713-1B58-3A47-E259D5785140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46674949-6A45-54B3-960B-2396C3FD86A0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45657ED7-715A-D9CE-21FF-B7C2AF58202D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E1ECB87-E174-E549-91BB-4DD75BA8AD5C}"/>
              </a:ext>
            </a:extLst>
          </p:cNvPr>
          <p:cNvSpPr txBox="1"/>
          <p:nvPr/>
        </p:nvSpPr>
        <p:spPr>
          <a:xfrm>
            <a:off x="7634866" y="5832252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194526A6-CBD1-B3BD-C649-48EADE31F88C}"/>
              </a:ext>
            </a:extLst>
          </p:cNvPr>
          <p:cNvCxnSpPr>
            <a:cxnSpLocks/>
          </p:cNvCxnSpPr>
          <p:nvPr/>
        </p:nvCxnSpPr>
        <p:spPr>
          <a:xfrm flipH="1" flipV="1">
            <a:off x="7725590" y="5664574"/>
            <a:ext cx="61950" cy="207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1CB514E8-1B51-E516-A711-EB093776E8B3}"/>
              </a:ext>
            </a:extLst>
          </p:cNvPr>
          <p:cNvCxnSpPr>
            <a:cxnSpLocks/>
          </p:cNvCxnSpPr>
          <p:nvPr/>
        </p:nvCxnSpPr>
        <p:spPr>
          <a:xfrm flipH="1">
            <a:off x="8917283" y="4221235"/>
            <a:ext cx="8966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D57883F-68C4-A431-27FB-9EE23A6DB561}"/>
              </a:ext>
            </a:extLst>
          </p:cNvPr>
          <p:cNvGrpSpPr/>
          <p:nvPr/>
        </p:nvGrpSpPr>
        <p:grpSpPr>
          <a:xfrm rot="5400000">
            <a:off x="8310002" y="4916692"/>
            <a:ext cx="98905" cy="1397898"/>
            <a:chOff x="4737864" y="4695342"/>
            <a:chExt cx="98905" cy="1397898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2EC4CCB8-98DC-F9E8-B6D4-27892A9CA2AE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29B868A8-AA65-6384-E438-10C8F08C0E5E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25B2DF9F-B220-F564-8CB3-E58703E8B5BC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32757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6C23DCA-1550-C640-627B-01A14DA83751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82173" y="1220408"/>
            <a:ext cx="8238127" cy="56375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676E41-6684-7575-7D0D-3A1743B73330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676E41-6684-7575-7D0D-3A1743B73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807AC5C-716C-9D11-A22E-1E22AD093AE1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84B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1CA831-8A2E-8029-C665-F4BBDFBD5891}"/>
              </a:ext>
            </a:extLst>
          </p:cNvPr>
          <p:cNvSpPr/>
          <p:nvPr/>
        </p:nvSpPr>
        <p:spPr>
          <a:xfrm rot="10800000">
            <a:off x="9391585" y="3610020"/>
            <a:ext cx="102820" cy="1969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4E0EE04-07F1-A956-83AE-6BBE7D7A9115}"/>
              </a:ext>
            </a:extLst>
          </p:cNvPr>
          <p:cNvSpPr/>
          <p:nvPr/>
        </p:nvSpPr>
        <p:spPr>
          <a:xfrm>
            <a:off x="7847651" y="4114813"/>
            <a:ext cx="1254619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E8E412-32FE-5764-0B1A-8E5F5C69472B}"/>
              </a:ext>
            </a:extLst>
          </p:cNvPr>
          <p:cNvSpPr txBox="1"/>
          <p:nvPr/>
        </p:nvSpPr>
        <p:spPr>
          <a:xfrm>
            <a:off x="6271848" y="3722774"/>
            <a:ext cx="1115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endParaRPr lang="en-US" altLang="ko-KR" sz="1000" b="1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EB3057-DF03-9B75-3468-EDAD732847F5}"/>
              </a:ext>
            </a:extLst>
          </p:cNvPr>
          <p:cNvSpPr/>
          <p:nvPr/>
        </p:nvSpPr>
        <p:spPr>
          <a:xfrm rot="16200000" flipV="1">
            <a:off x="5588425" y="2474077"/>
            <a:ext cx="85684" cy="648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919EFA-C9AD-C318-5479-D97BBAC76A36}"/>
              </a:ext>
            </a:extLst>
          </p:cNvPr>
          <p:cNvSpPr/>
          <p:nvPr/>
        </p:nvSpPr>
        <p:spPr>
          <a:xfrm flipV="1">
            <a:off x="4167726" y="2563526"/>
            <a:ext cx="90238" cy="8654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717FDCE-3FF9-3E12-0992-79B750E1C47C}"/>
              </a:ext>
            </a:extLst>
          </p:cNvPr>
          <p:cNvGrpSpPr/>
          <p:nvPr/>
        </p:nvGrpSpPr>
        <p:grpSpPr>
          <a:xfrm rot="5400000">
            <a:off x="4167517" y="3673980"/>
            <a:ext cx="98802" cy="498116"/>
            <a:chOff x="4737846" y="5113645"/>
            <a:chExt cx="98802" cy="498116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226E818-E7A6-F7FD-77B3-69C9623E42B0}"/>
                </a:ext>
              </a:extLst>
            </p:cNvPr>
            <p:cNvSpPr/>
            <p:nvPr/>
          </p:nvSpPr>
          <p:spPr>
            <a:xfrm>
              <a:off x="4737846" y="511364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D7F9B69D-3E48-A9FF-32DD-953F76517D0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A6B6460-8F79-6CD8-7E96-68F0CD3E5242}"/>
              </a:ext>
            </a:extLst>
          </p:cNvPr>
          <p:cNvSpPr/>
          <p:nvPr/>
        </p:nvSpPr>
        <p:spPr>
          <a:xfrm rot="16200000" flipV="1">
            <a:off x="6078102" y="1459075"/>
            <a:ext cx="86723" cy="74282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D534218-C8B5-4CEF-1D19-E789D469A57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F22897D-4C84-7E35-D210-76FFC998B94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80107DE9-A0E1-BD32-B885-2F7BDD5FBAF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C4D0690D-A239-19F8-9BBF-0103D9BCE19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TextBox 11">
              <a:extLst>
                <a:ext uri="{FF2B5EF4-FFF2-40B4-BE49-F238E27FC236}">
                  <a16:creationId xmlns:a16="http://schemas.microsoft.com/office/drawing/2014/main" id="{3E3EEF6C-10C8-D324-5B8C-17087F797E2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7FECD04-30F6-ACF9-C424-D898C3F2320F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필요할 수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81CE446A-7764-643E-95F7-B29D566E7666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03BB471-B283-964B-ED1B-CA8480A24DA5}"/>
              </a:ext>
            </a:extLst>
          </p:cNvPr>
          <p:cNvGrpSpPr/>
          <p:nvPr/>
        </p:nvGrpSpPr>
        <p:grpSpPr>
          <a:xfrm rot="5400000">
            <a:off x="8452254" y="2868144"/>
            <a:ext cx="98905" cy="1397898"/>
            <a:chOff x="4737864" y="4695342"/>
            <a:chExt cx="98905" cy="1397898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9D023511-0D17-AFE0-F8BB-DE2D6769F648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67B16AA8-8213-98E9-D3C9-EC9AAECB5148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6302B5BA-10B0-E285-2D57-44C87F10B6D3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912297A-9391-6689-5D49-AA903FDDE8BD}"/>
              </a:ext>
            </a:extLst>
          </p:cNvPr>
          <p:cNvSpPr txBox="1"/>
          <p:nvPr/>
        </p:nvSpPr>
        <p:spPr>
          <a:xfrm>
            <a:off x="7634866" y="5832252"/>
            <a:ext cx="194476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 err="1">
                <a:solidFill>
                  <a:srgbClr val="FF0000"/>
                </a:solidFill>
                <a:highlight>
                  <a:srgbClr val="FFFF00"/>
                </a:highlight>
              </a:rPr>
              <a:t>매입등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050" b="1">
                <a:solidFill>
                  <a:srgbClr val="FF0000"/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개를 </a:t>
            </a:r>
            <a:endParaRPr lang="en-US" altLang="ko-KR" sz="1050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1050" b="1">
                <a:solidFill>
                  <a:srgbClr val="FF0000"/>
                </a:solidFill>
                <a:highlight>
                  <a:srgbClr val="FFFF00"/>
                </a:highlight>
              </a:rPr>
              <a:t>커튼박스 조명으로 변경 가능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8719DB2-1D71-6BFD-DDDB-7CD3717D0143}"/>
              </a:ext>
            </a:extLst>
          </p:cNvPr>
          <p:cNvCxnSpPr>
            <a:cxnSpLocks/>
          </p:cNvCxnSpPr>
          <p:nvPr/>
        </p:nvCxnSpPr>
        <p:spPr>
          <a:xfrm flipH="1" flipV="1">
            <a:off x="7725590" y="5664574"/>
            <a:ext cx="61950" cy="207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3E0B336-59A1-9CD2-8DAD-0845BBACB075}"/>
              </a:ext>
            </a:extLst>
          </p:cNvPr>
          <p:cNvGrpSpPr/>
          <p:nvPr/>
        </p:nvGrpSpPr>
        <p:grpSpPr>
          <a:xfrm rot="5400000">
            <a:off x="8310002" y="4916692"/>
            <a:ext cx="98905" cy="1397898"/>
            <a:chOff x="4737864" y="4695342"/>
            <a:chExt cx="98905" cy="1397898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DA1C5143-159B-30C1-6A56-3882099D82E9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B252BC5B-F0E1-1D10-20DA-9C995216B30D}"/>
                </a:ext>
              </a:extLst>
            </p:cNvPr>
            <p:cNvSpPr/>
            <p:nvPr/>
          </p:nvSpPr>
          <p:spPr>
            <a:xfrm>
              <a:off x="4738338" y="534192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F1E7887C-BE5B-23AB-E6BA-D8EA7977A996}"/>
                </a:ext>
              </a:extLst>
            </p:cNvPr>
            <p:cNvSpPr/>
            <p:nvPr/>
          </p:nvSpPr>
          <p:spPr>
            <a:xfrm>
              <a:off x="4738384" y="599485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5" name="별: 꼭짓점 4개 34">
            <a:extLst>
              <a:ext uri="{FF2B5EF4-FFF2-40B4-BE49-F238E27FC236}">
                <a16:creationId xmlns:a16="http://schemas.microsoft.com/office/drawing/2014/main" id="{7DEE234B-25E4-4C60-78B7-B2B4B2B2241A}"/>
              </a:ext>
            </a:extLst>
          </p:cNvPr>
          <p:cNvSpPr/>
          <p:nvPr/>
        </p:nvSpPr>
        <p:spPr>
          <a:xfrm>
            <a:off x="8027080" y="429814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016A75-5278-908D-388C-4272B779494E}"/>
              </a:ext>
            </a:extLst>
          </p:cNvPr>
          <p:cNvSpPr txBox="1"/>
          <p:nvPr/>
        </p:nvSpPr>
        <p:spPr>
          <a:xfrm>
            <a:off x="10068230" y="2743864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r>
              <a:rPr lang="en-US" altLang="ko-KR" sz="1000" b="1">
                <a:highlight>
                  <a:srgbClr val="FFFF00"/>
                </a:highlight>
              </a:rPr>
              <a:t>-</a:t>
            </a:r>
            <a:r>
              <a:rPr lang="ko-KR" altLang="en-US" sz="1000" b="1" err="1">
                <a:highlight>
                  <a:srgbClr val="FFFF00"/>
                </a:highlight>
              </a:rPr>
              <a:t>코타라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1</a:t>
            </a:r>
            <a:r>
              <a:rPr lang="ko-KR" altLang="en-US" sz="1000" b="1">
                <a:highlight>
                  <a:srgbClr val="FFFF00"/>
                </a:highlight>
              </a:rPr>
              <a:t>줄 추가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89B9C428-82E1-2F0D-2161-13D3C31E9E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854156" y="5066822"/>
            <a:ext cx="2236971" cy="1554480"/>
          </a:xfrm>
          <a:prstGeom prst="rect">
            <a:avLst/>
          </a:prstGeom>
        </p:spPr>
      </p:pic>
      <p:grpSp>
        <p:nvGrpSpPr>
          <p:cNvPr id="39" name="그룹 38">
            <a:extLst>
              <a:ext uri="{FF2B5EF4-FFF2-40B4-BE49-F238E27FC236}">
                <a16:creationId xmlns:a16="http://schemas.microsoft.com/office/drawing/2014/main" id="{08B72A39-AB22-FAA9-5538-4926D1274385}"/>
              </a:ext>
            </a:extLst>
          </p:cNvPr>
          <p:cNvGrpSpPr/>
          <p:nvPr/>
        </p:nvGrpSpPr>
        <p:grpSpPr>
          <a:xfrm>
            <a:off x="9952827" y="3610020"/>
            <a:ext cx="2153752" cy="1204197"/>
            <a:chOff x="149488" y="3169907"/>
            <a:chExt cx="2153752" cy="1204197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9F0DC460-0AA0-B02D-69C7-681ED5862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488" y="3169907"/>
              <a:ext cx="2153752" cy="1203311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CE48C38-B1E2-547B-765F-0B61A3A2BF32}"/>
                </a:ext>
              </a:extLst>
            </p:cNvPr>
            <p:cNvSpPr txBox="1">
              <a:spLocks/>
            </p:cNvSpPr>
            <p:nvPr/>
          </p:nvSpPr>
          <p:spPr>
            <a:xfrm>
              <a:off x="243433" y="406632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err="1"/>
                <a:t>코타라</a:t>
              </a:r>
              <a:endParaRPr lang="ko-KR" altLang="en-US" sz="1400" b="1"/>
            </a:p>
          </p:txBody>
        </p:sp>
      </p:grpSp>
      <p:pic>
        <p:nvPicPr>
          <p:cNvPr id="43" name="그림 42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29B0EF-087B-BCB9-E81E-B050606A2F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3" y="3305866"/>
            <a:ext cx="1778731" cy="14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825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8AFD3-2C78-38F2-EFAC-4500F522E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6841ECB-3791-A641-48D6-B15646003EA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2462" y="1206501"/>
            <a:ext cx="8929959" cy="51819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4B91B1-2F4F-A65A-1A6E-FD7AE0919E0D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𝟏𝟎𝟑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4B91B1-2F4F-A65A-1A6E-FD7AE0919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187670F-7022-5D56-30BC-A8B4A9A97833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103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60C3C8-A499-1BCF-385F-AF693A88087C}"/>
              </a:ext>
            </a:extLst>
          </p:cNvPr>
          <p:cNvSpPr/>
          <p:nvPr/>
        </p:nvSpPr>
        <p:spPr>
          <a:xfrm rot="5400000">
            <a:off x="5539665" y="4520772"/>
            <a:ext cx="102820" cy="259575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165BD57-1C67-0B90-5564-C0B653CD0881}"/>
              </a:ext>
            </a:extLst>
          </p:cNvPr>
          <p:cNvSpPr/>
          <p:nvPr/>
        </p:nvSpPr>
        <p:spPr>
          <a:xfrm>
            <a:off x="4989989" y="425887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9FCF6E8-4732-E173-6139-B188B7C8D162}"/>
              </a:ext>
            </a:extLst>
          </p:cNvPr>
          <p:cNvSpPr/>
          <p:nvPr/>
        </p:nvSpPr>
        <p:spPr>
          <a:xfrm>
            <a:off x="5158926" y="441096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B4902-3A41-1E10-0AA2-5CCA263D7A01}"/>
              </a:ext>
            </a:extLst>
          </p:cNvPr>
          <p:cNvSpPr txBox="1"/>
          <p:nvPr/>
        </p:nvSpPr>
        <p:spPr>
          <a:xfrm>
            <a:off x="4627370" y="38099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73B6A0-3E7A-FA99-561B-219ADA8C7355}"/>
              </a:ext>
            </a:extLst>
          </p:cNvPr>
          <p:cNvSpPr txBox="1"/>
          <p:nvPr/>
        </p:nvSpPr>
        <p:spPr>
          <a:xfrm>
            <a:off x="91346" y="1307452"/>
            <a:ext cx="1872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필요할 수 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F6C87B4-BE05-F0A9-7D49-423DDB498875}"/>
              </a:ext>
            </a:extLst>
          </p:cNvPr>
          <p:cNvGrpSpPr/>
          <p:nvPr/>
        </p:nvGrpSpPr>
        <p:grpSpPr>
          <a:xfrm rot="5400000">
            <a:off x="8014112" y="3764655"/>
            <a:ext cx="98814" cy="625909"/>
            <a:chOff x="4737834" y="4985852"/>
            <a:chExt cx="98814" cy="625909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440126D4-E06C-0952-09A9-71248C4F48F2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8F8E1C9-028C-CD1B-9B0B-313B05372BC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3D40A3C-1B14-0CE0-CAE2-BC4E97271B6A}"/>
              </a:ext>
            </a:extLst>
          </p:cNvPr>
          <p:cNvSpPr/>
          <p:nvPr/>
        </p:nvSpPr>
        <p:spPr>
          <a:xfrm flipV="1">
            <a:off x="8965285" y="2771482"/>
            <a:ext cx="98385" cy="9322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ECB616-A219-3215-711F-3D7255817B65}"/>
              </a:ext>
            </a:extLst>
          </p:cNvPr>
          <p:cNvSpPr txBox="1"/>
          <p:nvPr/>
        </p:nvSpPr>
        <p:spPr>
          <a:xfrm>
            <a:off x="4334819" y="634240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C0F9928-D71D-28AA-B424-5612A18703A6}"/>
              </a:ext>
            </a:extLst>
          </p:cNvPr>
          <p:cNvCxnSpPr>
            <a:cxnSpLocks/>
          </p:cNvCxnSpPr>
          <p:nvPr/>
        </p:nvCxnSpPr>
        <p:spPr>
          <a:xfrm flipV="1">
            <a:off x="5827230" y="5534009"/>
            <a:ext cx="0" cy="854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13">
            <a:extLst>
              <a:ext uri="{FF2B5EF4-FFF2-40B4-BE49-F238E27FC236}">
                <a16:creationId xmlns:a16="http://schemas.microsoft.com/office/drawing/2014/main" id="{DA323CB5-0B92-9C18-E0A9-F726A49C1F4B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DBA56CE-BABF-6D2A-AAED-9E17F15015B6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8DFD1F45-346E-C6DA-E74B-45ACDC2A58D8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D84620E-E1DC-A2C9-9CE3-25E0A83ABAB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A3B8520-A4F8-1ACE-BA27-36D82EB6BA24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221B8D9A-6B82-F8A4-8B04-AF183C576156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2C79349-DABA-9597-00C6-D645F18917C2}"/>
              </a:ext>
            </a:extLst>
          </p:cNvPr>
          <p:cNvSpPr/>
          <p:nvPr/>
        </p:nvSpPr>
        <p:spPr>
          <a:xfrm rot="10800000" flipV="1">
            <a:off x="2309927" y="3009900"/>
            <a:ext cx="98385" cy="62498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F8CB2FB4-0942-A2C3-8FFC-484E3E614271}"/>
              </a:ext>
            </a:extLst>
          </p:cNvPr>
          <p:cNvGrpSpPr/>
          <p:nvPr/>
        </p:nvGrpSpPr>
        <p:grpSpPr>
          <a:xfrm>
            <a:off x="6897722" y="4375441"/>
            <a:ext cx="98891" cy="1207407"/>
            <a:chOff x="4737834" y="4900127"/>
            <a:chExt cx="98891" cy="1207407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B7BFA58F-08E5-1302-7C61-D7A8B1E7210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1A53670A-3FA9-A613-C315-52721E6B49F1}"/>
                </a:ext>
              </a:extLst>
            </p:cNvPr>
            <p:cNvSpPr/>
            <p:nvPr/>
          </p:nvSpPr>
          <p:spPr>
            <a:xfrm>
              <a:off x="4738263" y="5453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B65C2BFC-72DD-2BCD-4FE1-13FE1CAD6280}"/>
                </a:ext>
              </a:extLst>
            </p:cNvPr>
            <p:cNvSpPr/>
            <p:nvPr/>
          </p:nvSpPr>
          <p:spPr>
            <a:xfrm>
              <a:off x="4738340" y="600914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F3AF10D-7454-F451-4C6B-683B715447C2}"/>
              </a:ext>
            </a:extLst>
          </p:cNvPr>
          <p:cNvGrpSpPr/>
          <p:nvPr/>
        </p:nvGrpSpPr>
        <p:grpSpPr>
          <a:xfrm>
            <a:off x="4187045" y="4358688"/>
            <a:ext cx="98891" cy="1207407"/>
            <a:chOff x="4737834" y="4900127"/>
            <a:chExt cx="98891" cy="1207407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952E9307-ACA3-78BE-F57B-331083B0AE97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1DC75BCA-CBE1-49FC-162F-5730FF517507}"/>
                </a:ext>
              </a:extLst>
            </p:cNvPr>
            <p:cNvSpPr/>
            <p:nvPr/>
          </p:nvSpPr>
          <p:spPr>
            <a:xfrm>
              <a:off x="4738263" y="5453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EB917016-B2FF-51E6-6AB6-7933916B224F}"/>
                </a:ext>
              </a:extLst>
            </p:cNvPr>
            <p:cNvSpPr/>
            <p:nvPr/>
          </p:nvSpPr>
          <p:spPr>
            <a:xfrm>
              <a:off x="4738340" y="600914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9193009-0FF2-AE45-E14D-E564103AC49A}"/>
              </a:ext>
            </a:extLst>
          </p:cNvPr>
          <p:cNvSpPr/>
          <p:nvPr/>
        </p:nvSpPr>
        <p:spPr>
          <a:xfrm flipV="1">
            <a:off x="9927590" y="3501890"/>
            <a:ext cx="98385" cy="6519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1452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AC639-4CB1-6A2B-5CF9-0013A61BF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E26D5F-0F44-8D39-ECA0-9D028D612B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2462" y="1206501"/>
            <a:ext cx="8929959" cy="51819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15EE57-B8FE-F7D5-9781-53C8E31FFF53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𝟏𝟎𝟑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15EE57-B8FE-F7D5-9781-53C8E31FF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8445410-E24A-E1BF-3C60-155EBB6735F4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103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FC9C2F-6594-5437-A2D4-3DAB71F581A8}"/>
              </a:ext>
            </a:extLst>
          </p:cNvPr>
          <p:cNvSpPr/>
          <p:nvPr/>
        </p:nvSpPr>
        <p:spPr>
          <a:xfrm>
            <a:off x="2909888" y="5153524"/>
            <a:ext cx="113991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2349C0-9AFF-909D-2B26-5D0A5173ED64}"/>
              </a:ext>
            </a:extLst>
          </p:cNvPr>
          <p:cNvSpPr txBox="1"/>
          <p:nvPr/>
        </p:nvSpPr>
        <p:spPr>
          <a:xfrm>
            <a:off x="2463681" y="4491072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009D00-9485-D2F0-228C-AD2319A12978}"/>
              </a:ext>
            </a:extLst>
          </p:cNvPr>
          <p:cNvSpPr/>
          <p:nvPr/>
        </p:nvSpPr>
        <p:spPr>
          <a:xfrm rot="5400000">
            <a:off x="5539665" y="4520772"/>
            <a:ext cx="102820" cy="259575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F2CF0F5-B620-1AF7-784D-7F33D316A46B}"/>
              </a:ext>
            </a:extLst>
          </p:cNvPr>
          <p:cNvSpPr/>
          <p:nvPr/>
        </p:nvSpPr>
        <p:spPr>
          <a:xfrm>
            <a:off x="4989989" y="425887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4671470-F28C-D673-41C7-A478045D8CB7}"/>
              </a:ext>
            </a:extLst>
          </p:cNvPr>
          <p:cNvSpPr/>
          <p:nvPr/>
        </p:nvSpPr>
        <p:spPr>
          <a:xfrm>
            <a:off x="5158926" y="441096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BA0EA-347A-1C29-76FD-419346F11563}"/>
              </a:ext>
            </a:extLst>
          </p:cNvPr>
          <p:cNvSpPr txBox="1"/>
          <p:nvPr/>
        </p:nvSpPr>
        <p:spPr>
          <a:xfrm>
            <a:off x="4627370" y="38099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16BAB-F837-7270-81E8-319B8841BB73}"/>
              </a:ext>
            </a:extLst>
          </p:cNvPr>
          <p:cNvSpPr txBox="1"/>
          <p:nvPr/>
        </p:nvSpPr>
        <p:spPr>
          <a:xfrm>
            <a:off x="91346" y="1307452"/>
            <a:ext cx="1872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필요할 수 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3E167BA-8C17-F6E8-FACA-283AD198B620}"/>
              </a:ext>
            </a:extLst>
          </p:cNvPr>
          <p:cNvGrpSpPr/>
          <p:nvPr/>
        </p:nvGrpSpPr>
        <p:grpSpPr>
          <a:xfrm>
            <a:off x="3960451" y="4358688"/>
            <a:ext cx="98814" cy="577488"/>
            <a:chOff x="4737834" y="5000139"/>
            <a:chExt cx="98814" cy="577488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9CF13EB4-C81B-EA5C-1EE0-8AB5839E55D8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78303D72-A80A-0688-A6C0-462157FE5177}"/>
                </a:ext>
              </a:extLst>
            </p:cNvPr>
            <p:cNvSpPr/>
            <p:nvPr/>
          </p:nvSpPr>
          <p:spPr>
            <a:xfrm>
              <a:off x="4738263" y="547924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EA0BFC8-B90D-7CC8-8F39-11D6495FBE53}"/>
              </a:ext>
            </a:extLst>
          </p:cNvPr>
          <p:cNvGrpSpPr/>
          <p:nvPr/>
        </p:nvGrpSpPr>
        <p:grpSpPr>
          <a:xfrm>
            <a:off x="8453956" y="2954564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2F817D7-C09F-9A1E-851F-F28D0B30039F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EDFB2C97-02C3-E85C-781C-3EC9488DDAC0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DD99A76B-6CC9-B747-EA6F-65DFA9015EBB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83E099E6-0DB6-E205-D483-D6F4544D9B95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17BB9A2-6522-5366-B090-9080C8A197A1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1272F664-0E1E-2B32-05CD-89830B936144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1EA3C015-E452-CECC-EDD5-F11950E5E81E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EAFE16D-7903-60AF-EB4C-81129575D390}"/>
              </a:ext>
            </a:extLst>
          </p:cNvPr>
          <p:cNvGrpSpPr/>
          <p:nvPr/>
        </p:nvGrpSpPr>
        <p:grpSpPr>
          <a:xfrm rot="5400000">
            <a:off x="8014112" y="3764655"/>
            <a:ext cx="98814" cy="625909"/>
            <a:chOff x="4737834" y="4985852"/>
            <a:chExt cx="98814" cy="625909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71496209-1060-7750-87F3-06B165E20629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7B376A6B-5F8A-3DCE-8828-863D27374BA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26B53B8-5640-8CD3-673D-ECC0373BF860}"/>
              </a:ext>
            </a:extLst>
          </p:cNvPr>
          <p:cNvSpPr/>
          <p:nvPr/>
        </p:nvSpPr>
        <p:spPr>
          <a:xfrm flipV="1">
            <a:off x="8965285" y="2771482"/>
            <a:ext cx="98385" cy="863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5ED3E63-6F7B-F170-546C-99D4B0516E95}"/>
              </a:ext>
            </a:extLst>
          </p:cNvPr>
          <p:cNvCxnSpPr>
            <a:cxnSpLocks/>
          </p:cNvCxnSpPr>
          <p:nvPr/>
        </p:nvCxnSpPr>
        <p:spPr>
          <a:xfrm flipV="1">
            <a:off x="5827230" y="5534009"/>
            <a:ext cx="0" cy="854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13">
            <a:extLst>
              <a:ext uri="{FF2B5EF4-FFF2-40B4-BE49-F238E27FC236}">
                <a16:creationId xmlns:a16="http://schemas.microsoft.com/office/drawing/2014/main" id="{391895F8-2F54-D6F5-36C6-589EC7C81EF7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A379254-583C-126F-BD8F-D3CF382613F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3A8329F2-ED26-D147-3842-D7EA0178ED7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3DC1C30F-33AF-6F78-9D83-4CA67B36FF9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7B2DBA0-CC96-EE51-8EDF-62F677CAEDB9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83BC286E-535F-7E2A-B010-4674713F936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A023EBE-F1DC-47D2-36B3-674A9F775193}"/>
              </a:ext>
            </a:extLst>
          </p:cNvPr>
          <p:cNvSpPr/>
          <p:nvPr/>
        </p:nvSpPr>
        <p:spPr>
          <a:xfrm rot="10800000" flipV="1">
            <a:off x="2309927" y="3009900"/>
            <a:ext cx="98385" cy="62498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09F386F-A510-619D-8A13-30A2E345DB14}"/>
              </a:ext>
            </a:extLst>
          </p:cNvPr>
          <p:cNvGrpSpPr/>
          <p:nvPr/>
        </p:nvGrpSpPr>
        <p:grpSpPr>
          <a:xfrm>
            <a:off x="6897722" y="4375441"/>
            <a:ext cx="98891" cy="1207407"/>
            <a:chOff x="4737834" y="4900127"/>
            <a:chExt cx="98891" cy="1207407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947F3A3E-ABBF-CB33-0682-96562A467DB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17437CB-8AC6-E508-6AC0-28BF3648580E}"/>
                </a:ext>
              </a:extLst>
            </p:cNvPr>
            <p:cNvSpPr/>
            <p:nvPr/>
          </p:nvSpPr>
          <p:spPr>
            <a:xfrm>
              <a:off x="4738263" y="5453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C9FE0B6-5DD6-4236-8969-38966CC080F2}"/>
                </a:ext>
              </a:extLst>
            </p:cNvPr>
            <p:cNvSpPr/>
            <p:nvPr/>
          </p:nvSpPr>
          <p:spPr>
            <a:xfrm>
              <a:off x="4738340" y="600914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9DF9108-FBC0-E4E1-F6AA-955F79692F20}"/>
              </a:ext>
            </a:extLst>
          </p:cNvPr>
          <p:cNvGrpSpPr/>
          <p:nvPr/>
        </p:nvGrpSpPr>
        <p:grpSpPr>
          <a:xfrm>
            <a:off x="4187045" y="4358688"/>
            <a:ext cx="98891" cy="1207407"/>
            <a:chOff x="4737834" y="4900127"/>
            <a:chExt cx="98891" cy="1207407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4E4A3CD4-0FF7-C6B4-3E5C-B0A6E44469B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89FBBEA1-5138-1FA6-02A9-B3891D6C5411}"/>
                </a:ext>
              </a:extLst>
            </p:cNvPr>
            <p:cNvSpPr/>
            <p:nvPr/>
          </p:nvSpPr>
          <p:spPr>
            <a:xfrm>
              <a:off x="4738263" y="5453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B593E47A-938C-B610-0398-DB8C7E31C613}"/>
                </a:ext>
              </a:extLst>
            </p:cNvPr>
            <p:cNvSpPr/>
            <p:nvPr/>
          </p:nvSpPr>
          <p:spPr>
            <a:xfrm>
              <a:off x="4738340" y="600914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46CA3A5-0CD0-DC0C-965A-A7123FE4B15A}"/>
              </a:ext>
            </a:extLst>
          </p:cNvPr>
          <p:cNvSpPr/>
          <p:nvPr/>
        </p:nvSpPr>
        <p:spPr>
          <a:xfrm flipV="1">
            <a:off x="9927590" y="3501890"/>
            <a:ext cx="98385" cy="6519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77ED73-6B49-9020-43D3-F6B42F685467}"/>
              </a:ext>
            </a:extLst>
          </p:cNvPr>
          <p:cNvSpPr txBox="1"/>
          <p:nvPr/>
        </p:nvSpPr>
        <p:spPr>
          <a:xfrm>
            <a:off x="4334819" y="634240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055003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6EC40-6F7B-9439-C0BF-1B43CA2A6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0894AE-C1C3-787F-AD57-83A9ABE32A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2462" y="1206501"/>
            <a:ext cx="8929959" cy="51819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83A383-BA88-6083-07F8-9F78D742F1FD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𝟏𝟎𝟑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83A383-BA88-6083-07F8-9F78D742F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71BF0B9-EA85-5DB9-C4FB-AA3D9D8DD3F3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103</a:t>
            </a:r>
            <a:r>
              <a:rPr lang="ko-KR" altLang="en-US" sz="2000" b="1"/>
              <a:t>타입 간접 프리미엄 </a:t>
            </a:r>
            <a:r>
              <a:rPr lang="en-US" altLang="ko-KR" sz="2000" b="1"/>
              <a:t>SET + </a:t>
            </a:r>
            <a:r>
              <a:rPr lang="ko-KR" altLang="en-US" sz="2000" b="1" err="1"/>
              <a:t>실링팬</a:t>
            </a:r>
            <a:r>
              <a:rPr lang="ko-KR" altLang="en-US" sz="2000" b="1"/>
              <a:t> 우물두줄</a:t>
            </a:r>
            <a:endParaRPr lang="en-US" altLang="ko-KR" sz="2000" b="1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3777CE-EC75-C23C-1707-7C1F15851743}"/>
              </a:ext>
            </a:extLst>
          </p:cNvPr>
          <p:cNvSpPr/>
          <p:nvPr/>
        </p:nvSpPr>
        <p:spPr>
          <a:xfrm>
            <a:off x="2909888" y="5153524"/>
            <a:ext cx="113991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872D77-A232-181C-23AB-EAE7FFF900E5}"/>
              </a:ext>
            </a:extLst>
          </p:cNvPr>
          <p:cNvSpPr txBox="1"/>
          <p:nvPr/>
        </p:nvSpPr>
        <p:spPr>
          <a:xfrm>
            <a:off x="2463681" y="4491072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err="1"/>
              <a:t>무선리모컨</a:t>
            </a:r>
            <a:endParaRPr lang="en-US" altLang="ko-KR" sz="1000" b="1"/>
          </a:p>
          <a:p>
            <a:pPr algn="ctr"/>
            <a:r>
              <a:rPr lang="en-US" altLang="ko-KR" sz="1000" b="1"/>
              <a:t>1</a:t>
            </a:r>
            <a:r>
              <a:rPr lang="ko-KR" altLang="en-US" sz="1000" b="1"/>
              <a:t>구</a:t>
            </a:r>
            <a:r>
              <a:rPr lang="en-US" altLang="ko-KR" sz="1000" b="1"/>
              <a:t>(3</a:t>
            </a:r>
            <a:r>
              <a:rPr lang="ko-KR" altLang="en-US" sz="1000" b="1"/>
              <a:t>채널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A4F1CCA-4E99-1FBD-B11E-B18BD997A1D4}"/>
              </a:ext>
            </a:extLst>
          </p:cNvPr>
          <p:cNvSpPr/>
          <p:nvPr/>
        </p:nvSpPr>
        <p:spPr>
          <a:xfrm rot="5400000">
            <a:off x="5539665" y="4520772"/>
            <a:ext cx="102820" cy="259575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EE772F8-FDFC-1709-5862-5A76F03D7D5C}"/>
              </a:ext>
            </a:extLst>
          </p:cNvPr>
          <p:cNvSpPr/>
          <p:nvPr/>
        </p:nvSpPr>
        <p:spPr>
          <a:xfrm>
            <a:off x="4989989" y="4258876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FC7B998-4C1D-706B-F765-27DDE06A51DC}"/>
              </a:ext>
            </a:extLst>
          </p:cNvPr>
          <p:cNvSpPr/>
          <p:nvPr/>
        </p:nvSpPr>
        <p:spPr>
          <a:xfrm>
            <a:off x="5158926" y="4410963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B9B52D-49BC-3D48-9213-67E58CA4220B}"/>
              </a:ext>
            </a:extLst>
          </p:cNvPr>
          <p:cNvSpPr txBox="1"/>
          <p:nvPr/>
        </p:nvSpPr>
        <p:spPr>
          <a:xfrm>
            <a:off x="4627370" y="380995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+</a:t>
            </a:r>
            <a:r>
              <a:rPr lang="ko-KR" altLang="en-US" sz="1000" b="1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94816-8FCE-EEB2-24A5-2632E94F5160}"/>
              </a:ext>
            </a:extLst>
          </p:cNvPr>
          <p:cNvSpPr txBox="1"/>
          <p:nvPr/>
        </p:nvSpPr>
        <p:spPr>
          <a:xfrm>
            <a:off x="91346" y="1307452"/>
            <a:ext cx="1872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필요할 수 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15C1CEA-1B95-40FB-09A9-ADF332E889C1}"/>
              </a:ext>
            </a:extLst>
          </p:cNvPr>
          <p:cNvSpPr/>
          <p:nvPr/>
        </p:nvSpPr>
        <p:spPr>
          <a:xfrm>
            <a:off x="5338354" y="459429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A31439C-A59C-8412-3B74-8BA1B7589609}"/>
              </a:ext>
            </a:extLst>
          </p:cNvPr>
          <p:cNvGrpSpPr/>
          <p:nvPr/>
        </p:nvGrpSpPr>
        <p:grpSpPr>
          <a:xfrm>
            <a:off x="3960451" y="4358688"/>
            <a:ext cx="98814" cy="577488"/>
            <a:chOff x="4737834" y="5000139"/>
            <a:chExt cx="98814" cy="577488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B021ED3-3A34-AA03-7B3D-E062078DCEA5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05C308F-0B7C-FF5B-A9EE-1063DB091E15}"/>
                </a:ext>
              </a:extLst>
            </p:cNvPr>
            <p:cNvSpPr/>
            <p:nvPr/>
          </p:nvSpPr>
          <p:spPr>
            <a:xfrm>
              <a:off x="4738263" y="547924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63A5307-1CCB-1F2C-1CB2-87A88D59F94F}"/>
              </a:ext>
            </a:extLst>
          </p:cNvPr>
          <p:cNvGrpSpPr/>
          <p:nvPr/>
        </p:nvGrpSpPr>
        <p:grpSpPr>
          <a:xfrm>
            <a:off x="8453956" y="2954564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A41AEAF1-5F85-ACE0-217F-31AE5916830A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281B8E3A-2632-47BD-8357-44FF0B53B6AA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9EAD36C7-5EB4-C3C9-E7EC-F637C6E20339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D046D5CC-069C-3065-4116-FB0685216FB5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EDEA8AA8-DD0D-C568-843E-D255A55C73A7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1BFFDF4A-8145-EA07-D8DB-EDEB5BDFA4A1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01DAEE0C-DF09-E848-6E4B-1AF31839F6AC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BA6AE88-4254-BD93-E82B-E5DDB1FFD2EC}"/>
              </a:ext>
            </a:extLst>
          </p:cNvPr>
          <p:cNvGrpSpPr/>
          <p:nvPr/>
        </p:nvGrpSpPr>
        <p:grpSpPr>
          <a:xfrm rot="5400000">
            <a:off x="8014112" y="3764655"/>
            <a:ext cx="98814" cy="625909"/>
            <a:chOff x="4737834" y="4985852"/>
            <a:chExt cx="98814" cy="625909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08EB169E-E74B-757A-E988-64EBB927B347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095FBF73-901E-7BCB-6E20-34599D991545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FC2C8EB-EB95-A651-77ED-899B024E1B47}"/>
              </a:ext>
            </a:extLst>
          </p:cNvPr>
          <p:cNvSpPr/>
          <p:nvPr/>
        </p:nvSpPr>
        <p:spPr>
          <a:xfrm flipV="1">
            <a:off x="8965285" y="2771483"/>
            <a:ext cx="98385" cy="8170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755882-833E-4D47-E0C4-95D31183A909}"/>
              </a:ext>
            </a:extLst>
          </p:cNvPr>
          <p:cNvSpPr txBox="1"/>
          <p:nvPr/>
        </p:nvSpPr>
        <p:spPr>
          <a:xfrm>
            <a:off x="5496869" y="6342404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highlight>
                  <a:srgbClr val="FFFF00"/>
                </a:highlight>
              </a:rPr>
              <a:t>우물은 두가지 </a:t>
            </a:r>
            <a:r>
              <a:rPr lang="ko-KR" altLang="en-US" sz="1000" err="1">
                <a:highlight>
                  <a:srgbClr val="FFFF00"/>
                </a:highlight>
              </a:rPr>
              <a:t>타입중</a:t>
            </a:r>
            <a:r>
              <a:rPr lang="ko-KR" altLang="en-US" sz="1000">
                <a:highlight>
                  <a:srgbClr val="FFFF00"/>
                </a:highlight>
              </a:rPr>
              <a:t> 선택 가능합니다</a:t>
            </a:r>
            <a:r>
              <a:rPr lang="en-US" altLang="ko-KR" sz="100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>
                <a:highlight>
                  <a:srgbClr val="FFFF00"/>
                </a:highlight>
              </a:rPr>
              <a:t>. </a:t>
            </a:r>
            <a:endParaRPr lang="ko-KR" altLang="en-US" sz="100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CFC28625-B85A-F625-DF0A-8B6CF18B62A6}"/>
              </a:ext>
            </a:extLst>
          </p:cNvPr>
          <p:cNvCxnSpPr>
            <a:cxnSpLocks/>
          </p:cNvCxnSpPr>
          <p:nvPr/>
        </p:nvCxnSpPr>
        <p:spPr>
          <a:xfrm flipV="1">
            <a:off x="5827230" y="5534009"/>
            <a:ext cx="0" cy="854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32730E3-D752-2A30-351F-39094469DAFF}"/>
              </a:ext>
            </a:extLst>
          </p:cNvPr>
          <p:cNvSpPr txBox="1"/>
          <p:nvPr/>
        </p:nvSpPr>
        <p:spPr>
          <a:xfrm>
            <a:off x="3387639" y="6182676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>
                <a:highlight>
                  <a:srgbClr val="FFFF00"/>
                </a:highlight>
              </a:rPr>
            </a:br>
            <a:r>
              <a:rPr lang="ko-KR" altLang="en-US" sz="1000" b="1">
                <a:highlight>
                  <a:srgbClr val="FFFF00"/>
                </a:highlight>
              </a:rPr>
              <a:t>우물조명 </a:t>
            </a:r>
            <a:r>
              <a:rPr lang="en-US" altLang="ko-KR" sz="1000" b="1">
                <a:highlight>
                  <a:srgbClr val="FFFF00"/>
                </a:highlight>
              </a:rPr>
              <a:t>2</a:t>
            </a:r>
            <a:r>
              <a:rPr lang="ko-KR" altLang="en-US" sz="1000" b="1">
                <a:highlight>
                  <a:srgbClr val="FFFF00"/>
                </a:highlight>
              </a:rPr>
              <a:t>줄 </a:t>
            </a:r>
            <a:r>
              <a:rPr lang="ko-KR" altLang="en-US" sz="1000" b="1" err="1">
                <a:highlight>
                  <a:srgbClr val="FFFF00"/>
                </a:highlight>
              </a:rPr>
              <a:t>전구색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 err="1">
                <a:highlight>
                  <a:srgbClr val="FFFF00"/>
                </a:highlight>
              </a:rPr>
              <a:t>주백색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DD267482-2E0A-6705-CFEA-FC8DD7F996FB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429F9E4-16E3-8802-C604-7865228D299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DF3D7E77-3881-5547-EB91-9E1DD24DED7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D5F1DEA-7BD9-6C3D-B17F-C10F55125DF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09B52D4-8538-1AA7-CBA7-78051BB89484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E715C1FE-4749-E0E1-C529-D08600597F2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1EF5A1C-DE45-B755-FE8B-7A7C5AEAF50C}"/>
              </a:ext>
            </a:extLst>
          </p:cNvPr>
          <p:cNvSpPr/>
          <p:nvPr/>
        </p:nvSpPr>
        <p:spPr>
          <a:xfrm rot="10800000" flipV="1">
            <a:off x="2309927" y="3009900"/>
            <a:ext cx="98385" cy="62498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CF0A377A-1116-D3A4-A81C-896BF7B2BF1D}"/>
              </a:ext>
            </a:extLst>
          </p:cNvPr>
          <p:cNvGrpSpPr/>
          <p:nvPr/>
        </p:nvGrpSpPr>
        <p:grpSpPr>
          <a:xfrm>
            <a:off x="6897722" y="4375441"/>
            <a:ext cx="98891" cy="1207407"/>
            <a:chOff x="4737834" y="4900127"/>
            <a:chExt cx="98891" cy="1207407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AE95BBCF-577E-7311-29FA-F23FB24447B8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CC2D975-33CE-6A63-B31C-51CC6FDDCC2B}"/>
                </a:ext>
              </a:extLst>
            </p:cNvPr>
            <p:cNvSpPr/>
            <p:nvPr/>
          </p:nvSpPr>
          <p:spPr>
            <a:xfrm>
              <a:off x="4738263" y="5453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0DC2E5E0-B6C9-A0AE-8F78-72D150D200E1}"/>
                </a:ext>
              </a:extLst>
            </p:cNvPr>
            <p:cNvSpPr/>
            <p:nvPr/>
          </p:nvSpPr>
          <p:spPr>
            <a:xfrm>
              <a:off x="4738340" y="600914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6E9E8DE-7E6F-F3BD-53A6-BA01F65453C0}"/>
              </a:ext>
            </a:extLst>
          </p:cNvPr>
          <p:cNvGrpSpPr/>
          <p:nvPr/>
        </p:nvGrpSpPr>
        <p:grpSpPr>
          <a:xfrm>
            <a:off x="4187045" y="4358688"/>
            <a:ext cx="98891" cy="1207407"/>
            <a:chOff x="4737834" y="4900127"/>
            <a:chExt cx="98891" cy="1207407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2C76F872-797F-DF13-EE87-0731B34B1015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3E11CEBB-F9C4-7128-85BA-F3E7DE4785BB}"/>
                </a:ext>
              </a:extLst>
            </p:cNvPr>
            <p:cNvSpPr/>
            <p:nvPr/>
          </p:nvSpPr>
          <p:spPr>
            <a:xfrm>
              <a:off x="4738263" y="5453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F30FC8DB-5428-7E23-3511-AD61B257309A}"/>
                </a:ext>
              </a:extLst>
            </p:cNvPr>
            <p:cNvSpPr/>
            <p:nvPr/>
          </p:nvSpPr>
          <p:spPr>
            <a:xfrm>
              <a:off x="4738340" y="600914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8BD61E9-1F8C-0F85-9DBA-22AAE3E5631B}"/>
              </a:ext>
            </a:extLst>
          </p:cNvPr>
          <p:cNvSpPr/>
          <p:nvPr/>
        </p:nvSpPr>
        <p:spPr>
          <a:xfrm flipV="1">
            <a:off x="9927590" y="3501890"/>
            <a:ext cx="98385" cy="6519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0033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DDB9310-0331-88F5-E114-B7521C714563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2462" y="1206501"/>
            <a:ext cx="8929959" cy="51819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1F1ECC-3F30-ED62-FFC6-B221AB4C1191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𝟏𝟎𝟑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1F1ECC-3F30-ED62-FFC6-B221AB4C1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6273084-CC74-7718-AF69-907628160813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/>
              <a:t>103</a:t>
            </a:r>
            <a:r>
              <a:rPr lang="ko-KR" altLang="en-US" sz="2000" b="1"/>
              <a:t>타입 간접</a:t>
            </a:r>
            <a:r>
              <a:rPr lang="en-US" altLang="ko-KR" sz="2000" b="1"/>
              <a:t>A /</a:t>
            </a:r>
            <a:r>
              <a:rPr lang="ko-KR" altLang="en-US" sz="2000" b="1"/>
              <a:t>간접</a:t>
            </a:r>
            <a:r>
              <a:rPr lang="en-US" altLang="ko-KR" sz="2000" b="1"/>
              <a:t> </a:t>
            </a:r>
            <a:r>
              <a:rPr lang="ko-KR" altLang="en-US" sz="2000" b="1"/>
              <a:t>센서 </a:t>
            </a:r>
            <a:r>
              <a:rPr lang="en-US" altLang="ko-KR" sz="2000" b="1"/>
              <a:t>SET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490EA6-08B0-D8AB-9B56-A188A1DA514A}"/>
              </a:ext>
            </a:extLst>
          </p:cNvPr>
          <p:cNvSpPr/>
          <p:nvPr/>
        </p:nvSpPr>
        <p:spPr>
          <a:xfrm rot="5400000">
            <a:off x="5539665" y="4520772"/>
            <a:ext cx="102820" cy="259575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C32885-7243-FA8B-4E6D-9FB7A633B38D}"/>
              </a:ext>
            </a:extLst>
          </p:cNvPr>
          <p:cNvSpPr txBox="1"/>
          <p:nvPr/>
        </p:nvSpPr>
        <p:spPr>
          <a:xfrm>
            <a:off x="4645209" y="3918102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/>
              <a:t>전자식스위치</a:t>
            </a:r>
            <a:r>
              <a:rPr lang="en-US" altLang="ko-KR" sz="1000" b="1"/>
              <a:t>(</a:t>
            </a:r>
            <a:r>
              <a:rPr lang="ko-KR" altLang="en-US" sz="1000" b="1"/>
              <a:t>블랙</a:t>
            </a:r>
            <a:r>
              <a:rPr lang="en-US" altLang="ko-KR" sz="1000" b="1"/>
              <a:t>)</a:t>
            </a:r>
            <a:endParaRPr lang="ko-KR" altLang="en-US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34A00-FF3C-47B9-C01B-535DAFD606C5}"/>
              </a:ext>
            </a:extLst>
          </p:cNvPr>
          <p:cNvSpPr txBox="1"/>
          <p:nvPr/>
        </p:nvSpPr>
        <p:spPr>
          <a:xfrm>
            <a:off x="91346" y="1307452"/>
            <a:ext cx="1872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solidFill>
                  <a:srgbClr val="FF0000"/>
                </a:solidFill>
              </a:rPr>
              <a:t>**</a:t>
            </a:r>
            <a:r>
              <a:rPr lang="ko-KR" altLang="en-US" sz="80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err="1">
                <a:solidFill>
                  <a:srgbClr val="FF0000"/>
                </a:solidFill>
              </a:rPr>
              <a:t>타공이</a:t>
            </a:r>
            <a:r>
              <a:rPr lang="ko-KR" altLang="en-US" sz="800">
                <a:solidFill>
                  <a:srgbClr val="FF0000"/>
                </a:solidFill>
              </a:rPr>
              <a:t>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필요할 수 있으며</a:t>
            </a:r>
            <a:r>
              <a:rPr lang="en-US" altLang="ko-KR" sz="800">
                <a:solidFill>
                  <a:srgbClr val="FF0000"/>
                </a:solidFill>
              </a:rPr>
              <a:t> </a:t>
            </a:r>
            <a:r>
              <a:rPr lang="ko-KR" altLang="en-US" sz="800">
                <a:solidFill>
                  <a:srgbClr val="FF0000"/>
                </a:solidFill>
              </a:rPr>
              <a:t>공스피커로 </a:t>
            </a:r>
            <a:endParaRPr lang="en-US" altLang="ko-KR" sz="800">
              <a:solidFill>
                <a:srgbClr val="FF0000"/>
              </a:solidFill>
            </a:endParaRPr>
          </a:p>
          <a:p>
            <a:r>
              <a:rPr lang="ko-KR" altLang="en-US" sz="800">
                <a:solidFill>
                  <a:srgbClr val="FF0000"/>
                </a:solidFill>
              </a:rPr>
              <a:t>마감 될 수도 있음</a:t>
            </a:r>
            <a:endParaRPr lang="en-US" altLang="ko-KR" sz="800">
              <a:solidFill>
                <a:srgbClr val="FF0000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159971-7C68-E8E3-B6DF-967A7E1764AC}"/>
              </a:ext>
            </a:extLst>
          </p:cNvPr>
          <p:cNvGrpSpPr/>
          <p:nvPr/>
        </p:nvGrpSpPr>
        <p:grpSpPr>
          <a:xfrm rot="5400000">
            <a:off x="8014112" y="3764655"/>
            <a:ext cx="98814" cy="625909"/>
            <a:chOff x="4737834" y="4985852"/>
            <a:chExt cx="98814" cy="625909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9422888D-161B-869E-B540-FB4D90DBA69D}"/>
                </a:ext>
              </a:extLst>
            </p:cNvPr>
            <p:cNvSpPr/>
            <p:nvPr/>
          </p:nvSpPr>
          <p:spPr>
            <a:xfrm>
              <a:off x="4737834" y="498585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547C707D-3EF0-0BDC-E20F-AF48A7C348F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13">
            <a:extLst>
              <a:ext uri="{FF2B5EF4-FFF2-40B4-BE49-F238E27FC236}">
                <a16:creationId xmlns:a16="http://schemas.microsoft.com/office/drawing/2014/main" id="{B07C300A-EE38-C3C0-A2DC-6299DF829D67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/>
              <a:t>욕실 </a:t>
            </a:r>
            <a:r>
              <a:rPr lang="ko-KR" altLang="en-US" sz="800" b="1" err="1"/>
              <a:t>휴젠트여부에</a:t>
            </a:r>
            <a:r>
              <a:rPr lang="ko-KR" altLang="en-US" sz="800" b="1"/>
              <a:t> 대하여</a:t>
            </a:r>
            <a:endParaRPr lang="en-US" altLang="ko-KR" sz="800" b="1"/>
          </a:p>
          <a:p>
            <a:r>
              <a:rPr lang="ko-KR" altLang="en-US" sz="800" b="1"/>
              <a:t>기사분이 현장에서 파악하여</a:t>
            </a:r>
            <a:endParaRPr lang="en-US" altLang="ko-KR" sz="800" b="1"/>
          </a:p>
          <a:p>
            <a:r>
              <a:rPr lang="ko-KR" altLang="en-US" sz="800" b="1"/>
              <a:t>센서위치를 적용해드립니다</a:t>
            </a:r>
            <a:r>
              <a:rPr lang="en-US" altLang="ko-KR" sz="800" b="1"/>
              <a:t>.</a:t>
            </a:r>
            <a:endParaRPr lang="ko-KR" altLang="en-US" sz="800" b="1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EE95A0F-1C38-3294-A2C5-8CBF0BAF34AF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0A244B5-ACFF-D815-FACE-6B1F8DF4437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C94BC683-DD5B-E766-EEF9-249CFA9698A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49E91DB2-5D61-910E-C2FE-CA6EF6F57B2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DA7DAA2B-259C-606E-7041-4672DA7E489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간접조명 </a:t>
              </a:r>
              <a:r>
                <a:rPr lang="en-US" altLang="ko-KR" sz="700"/>
                <a:t>A SET</a:t>
              </a:r>
            </a:p>
            <a:p>
              <a:endParaRPr lang="en-US" altLang="ko-KR" sz="700"/>
            </a:p>
            <a:p>
              <a:r>
                <a:rPr lang="ko-KR" altLang="en-US" sz="700"/>
                <a:t>간접조명 센서 </a:t>
              </a:r>
              <a:r>
                <a:rPr lang="en-US" altLang="ko-KR" sz="700"/>
                <a:t>SET</a:t>
              </a:r>
            </a:p>
            <a:p>
              <a:endParaRPr lang="en-US" altLang="ko-KR" sz="700"/>
            </a:p>
            <a:p>
              <a:r>
                <a:rPr lang="ko-KR" altLang="en-US" sz="700"/>
                <a:t>우물천장간접조명 및 커튼박수 추가</a:t>
              </a:r>
              <a:r>
                <a:rPr lang="en-US" altLang="ko-KR" sz="700"/>
                <a:t>(</a:t>
              </a:r>
              <a:r>
                <a:rPr lang="ko-KR" altLang="en-US" sz="700"/>
                <a:t>별도 추가</a:t>
              </a:r>
              <a:r>
                <a:rPr lang="en-US" altLang="ko-KR" sz="700"/>
                <a:t>)</a:t>
              </a:r>
            </a:p>
            <a:p>
              <a:endParaRPr lang="en-US" altLang="ko-KR" sz="700"/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14F4502-539D-CF69-2488-F1F60E820114}"/>
              </a:ext>
            </a:extLst>
          </p:cNvPr>
          <p:cNvSpPr/>
          <p:nvPr/>
        </p:nvSpPr>
        <p:spPr>
          <a:xfrm rot="10800000" flipV="1">
            <a:off x="2309927" y="3009900"/>
            <a:ext cx="98385" cy="62498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967F4B9-2010-14BB-7A9C-77FDA02717C3}"/>
              </a:ext>
            </a:extLst>
          </p:cNvPr>
          <p:cNvGrpSpPr/>
          <p:nvPr/>
        </p:nvGrpSpPr>
        <p:grpSpPr>
          <a:xfrm>
            <a:off x="6897722" y="4375441"/>
            <a:ext cx="98891" cy="1207407"/>
            <a:chOff x="4737834" y="4900127"/>
            <a:chExt cx="98891" cy="1207407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526A194B-A805-716D-0D93-8B7203DC032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55174A0E-23BE-6C9E-0D35-1731CF333491}"/>
                </a:ext>
              </a:extLst>
            </p:cNvPr>
            <p:cNvSpPr/>
            <p:nvPr/>
          </p:nvSpPr>
          <p:spPr>
            <a:xfrm>
              <a:off x="4738263" y="5453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510E73F8-755C-8046-5ADA-A7473433E862}"/>
                </a:ext>
              </a:extLst>
            </p:cNvPr>
            <p:cNvSpPr/>
            <p:nvPr/>
          </p:nvSpPr>
          <p:spPr>
            <a:xfrm>
              <a:off x="4738340" y="600914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BB37C63-39CA-050C-3AA2-177B74622A36}"/>
              </a:ext>
            </a:extLst>
          </p:cNvPr>
          <p:cNvGrpSpPr/>
          <p:nvPr/>
        </p:nvGrpSpPr>
        <p:grpSpPr>
          <a:xfrm>
            <a:off x="4187045" y="4358688"/>
            <a:ext cx="98891" cy="1207407"/>
            <a:chOff x="4737834" y="4900127"/>
            <a:chExt cx="98891" cy="1207407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F30563F6-0773-E26C-417D-6E236662C02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0325519-EA30-B1D6-1F3A-43498734B30B}"/>
                </a:ext>
              </a:extLst>
            </p:cNvPr>
            <p:cNvSpPr/>
            <p:nvPr/>
          </p:nvSpPr>
          <p:spPr>
            <a:xfrm>
              <a:off x="4738263" y="545384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DC96B33-C33C-E890-DD07-5DC6B7A4DCB5}"/>
                </a:ext>
              </a:extLst>
            </p:cNvPr>
            <p:cNvSpPr/>
            <p:nvPr/>
          </p:nvSpPr>
          <p:spPr>
            <a:xfrm>
              <a:off x="4738340" y="6009149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4B1E858-6D93-3635-C23E-D1493AEA0C07}"/>
              </a:ext>
            </a:extLst>
          </p:cNvPr>
          <p:cNvSpPr/>
          <p:nvPr/>
        </p:nvSpPr>
        <p:spPr>
          <a:xfrm flipV="1">
            <a:off x="9927590" y="3501890"/>
            <a:ext cx="98385" cy="6519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별: 꼭짓점 4개 32">
            <a:extLst>
              <a:ext uri="{FF2B5EF4-FFF2-40B4-BE49-F238E27FC236}">
                <a16:creationId xmlns:a16="http://schemas.microsoft.com/office/drawing/2014/main" id="{ADB3065D-E4A0-F000-2407-E3AD36CD8716}"/>
              </a:ext>
            </a:extLst>
          </p:cNvPr>
          <p:cNvSpPr/>
          <p:nvPr/>
        </p:nvSpPr>
        <p:spPr>
          <a:xfrm>
            <a:off x="5338354" y="459429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D755A9-599B-0A64-7986-7ADC3B7E460C}"/>
              </a:ext>
            </a:extLst>
          </p:cNvPr>
          <p:cNvSpPr txBox="1"/>
          <p:nvPr/>
        </p:nvSpPr>
        <p:spPr>
          <a:xfrm>
            <a:off x="4981314" y="6391139"/>
            <a:ext cx="22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err="1">
                <a:highlight>
                  <a:srgbClr val="FFFF00"/>
                </a:highlight>
              </a:rPr>
              <a:t>실링팬</a:t>
            </a:r>
            <a:r>
              <a:rPr lang="ko-KR" altLang="en-US" sz="1000" b="1">
                <a:highlight>
                  <a:srgbClr val="FFFF00"/>
                </a:highlight>
              </a:rPr>
              <a:t> </a:t>
            </a:r>
            <a:r>
              <a:rPr lang="ko-KR" altLang="en-US" sz="1000" b="1" err="1">
                <a:highlight>
                  <a:srgbClr val="FFFF00"/>
                </a:highlight>
              </a:rPr>
              <a:t>루씨에어</a:t>
            </a:r>
            <a:endParaRPr lang="en-US" altLang="ko-KR" sz="1000" b="1">
              <a:highlight>
                <a:srgbClr val="FFFF00"/>
              </a:highlight>
            </a:endParaRPr>
          </a:p>
          <a:p>
            <a:r>
              <a:rPr lang="ko-KR" altLang="en-US" sz="1000" b="1">
                <a:highlight>
                  <a:srgbClr val="FFFF00"/>
                </a:highlight>
              </a:rPr>
              <a:t>설치</a:t>
            </a:r>
            <a:r>
              <a:rPr lang="en-US" altLang="ko-KR" sz="1000" b="1">
                <a:highlight>
                  <a:srgbClr val="FFFF00"/>
                </a:highlight>
              </a:rPr>
              <a:t>+</a:t>
            </a:r>
            <a:r>
              <a:rPr lang="ko-KR" altLang="en-US" sz="1000" b="1">
                <a:highlight>
                  <a:srgbClr val="FFFF00"/>
                </a:highlight>
              </a:rPr>
              <a:t>보강</a:t>
            </a:r>
            <a:endParaRPr lang="en-US" altLang="ko-KR" sz="1000" b="1">
              <a:highlight>
                <a:srgbClr val="FFFF00"/>
              </a:highlight>
            </a:endParaRPr>
          </a:p>
        </p:txBody>
      </p:sp>
      <p:pic>
        <p:nvPicPr>
          <p:cNvPr id="37" name="그림 36" descr="텍스트, 스크린샷, 정보기기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4C71B6-4D86-ED68-F9A8-2685382F5A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813" y="2676495"/>
            <a:ext cx="1778731" cy="146667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5DDA43F4-11B3-5185-1A8A-845C7E7F28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0" b="-1"/>
          <a:stretch>
            <a:fillRect/>
          </a:stretch>
        </p:blipFill>
        <p:spPr>
          <a:xfrm>
            <a:off x="-435397" y="4507021"/>
            <a:ext cx="2236971" cy="1554480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575CFB7F-B0B6-84F8-8749-61C4E64BAA85}"/>
              </a:ext>
            </a:extLst>
          </p:cNvPr>
          <p:cNvGrpSpPr/>
          <p:nvPr/>
        </p:nvGrpSpPr>
        <p:grpSpPr>
          <a:xfrm>
            <a:off x="6224669" y="2789637"/>
            <a:ext cx="771438" cy="620194"/>
            <a:chOff x="-12144" y="332433"/>
            <a:chExt cx="771438" cy="620194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2D6383A-B812-ED99-4BBD-C693327489DC}"/>
                </a:ext>
              </a:extLst>
            </p:cNvPr>
            <p:cNvSpPr txBox="1"/>
            <p:nvPr/>
          </p:nvSpPr>
          <p:spPr>
            <a:xfrm>
              <a:off x="-12144" y="534080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/>
                <a:t>서비스 조명 </a:t>
              </a:r>
              <a:r>
                <a:rPr lang="en-US" altLang="ko-KR" sz="600" b="1"/>
                <a:t>2EA</a:t>
              </a:r>
              <a:endParaRPr lang="ko-KR" altLang="en-US" sz="600" b="1"/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A2BB6A37-0226-5F0F-2C20-0ADB9167EAFB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E07A898D-17A1-B3D1-3357-F3FAD8AF4513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D801A51E-310B-AEC6-9ECD-4AABF65C035E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08273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33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lastModifiedBy>위서현</cp:lastModifiedBy>
  <cp:revision>1</cp:revision>
  <dcterms:created xsi:type="dcterms:W3CDTF">2026-06-24T02:13:11Z</dcterms:created>
  <dcterms:modified xsi:type="dcterms:W3CDTF">2026-09-28T03:08:59Z</dcterms:modified>
</cp:coreProperties>
</file>