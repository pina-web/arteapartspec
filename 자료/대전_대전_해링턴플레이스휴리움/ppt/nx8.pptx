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424" r:id="rId27"/>
    <p:sldId id="431" r:id="rId28"/>
    <p:sldId id="432" r:id="rId29"/>
    <p:sldId id="425" r:id="rId30"/>
    <p:sldId id="433" r:id="rId31"/>
    <p:sldId id="434" r:id="rId32"/>
    <p:sldId id="426" r:id="rId33"/>
    <p:sldId id="435" r:id="rId34"/>
    <p:sldId id="436" r:id="rId35"/>
    <p:sldId id="427" r:id="rId36"/>
    <p:sldId id="437" r:id="rId37"/>
    <p:sldId id="438" r:id="rId38"/>
    <p:sldId id="428" r:id="rId39"/>
    <p:sldId id="439" r:id="rId40"/>
    <p:sldId id="440" r:id="rId41"/>
    <p:sldId id="429" r:id="rId42"/>
    <p:sldId id="441" r:id="rId43"/>
    <p:sldId id="442" r:id="rId44"/>
    <p:sldId id="430" r:id="rId45"/>
    <p:sldId id="443" r:id="rId46"/>
    <p:sldId id="444" r:id="rId4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59A" id="{A764C493-83C0-4C54-AE24-6192AB9E46D1}">
          <p14:sldIdLst>
            <p14:sldId id="424"/>
            <p14:sldId id="431"/>
            <p14:sldId id="432"/>
          </p14:sldIdLst>
        </p14:section>
        <p14:section name="59B" id="{AC98CAFB-51C2-4865-96B6-E39E2FD3D3ED}">
          <p14:sldIdLst>
            <p14:sldId id="425"/>
            <p14:sldId id="433"/>
            <p14:sldId id="434"/>
          </p14:sldIdLst>
        </p14:section>
        <p14:section name="59C" id="{CDC06013-187C-429C-9FF7-A93635F6D225}">
          <p14:sldIdLst>
            <p14:sldId id="426"/>
            <p14:sldId id="435"/>
            <p14:sldId id="436"/>
          </p14:sldIdLst>
        </p14:section>
        <p14:section name="74A" id="{05D72AAB-40B5-4E3C-AE4A-A3DDBABF106E}">
          <p14:sldIdLst>
            <p14:sldId id="427"/>
            <p14:sldId id="437"/>
            <p14:sldId id="438"/>
          </p14:sldIdLst>
        </p14:section>
        <p14:section name="74B" id="{BCEBDFE3-840E-454C-8062-FC77278A64B8}">
          <p14:sldIdLst>
            <p14:sldId id="428"/>
            <p14:sldId id="439"/>
            <p14:sldId id="440"/>
          </p14:sldIdLst>
        </p14:section>
        <p14:section name="84A" id="{D23F715F-A5A0-4071-8D75-70E6926ABAA7}">
          <p14:sldIdLst>
            <p14:sldId id="429"/>
            <p14:sldId id="441"/>
            <p14:sldId id="442"/>
          </p14:sldIdLst>
        </p14:section>
        <p14:section name="84T" id="{7C1640DE-0808-4896-A49D-9ABE48C35C01}">
          <p14:sldIdLst>
            <p14:sldId id="430"/>
            <p14:sldId id="443"/>
            <p14:sldId id="4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CC0000"/>
    <a:srgbClr val="FF505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Relationship Id="rId5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임경희" userId="d3c220e7-e035-449f-b99a-e10ecd4543b8" providerId="ADAL" clId="{BDED6405-E444-4FCF-B584-CE91287E8C78}"/>
    <pc:docChg chg="modSld">
      <pc:chgData name="임경희" userId="d3c220e7-e035-449f-b99a-e10ecd4543b8" providerId="ADAL" clId="{BDED6405-E444-4FCF-B584-CE91287E8C78}" dt="2025-04-11T01:01:18.797" v="0" actId="1076"/>
      <pc:docMkLst>
        <pc:docMk/>
      </pc:docMkLst>
      <pc:sldChg chg="modSp mod">
        <pc:chgData name="임경희" userId="d3c220e7-e035-449f-b99a-e10ecd4543b8" providerId="ADAL" clId="{BDED6405-E444-4FCF-B584-CE91287E8C78}" dt="2025-04-11T01:01:18.797" v="0" actId="1076"/>
        <pc:sldMkLst>
          <pc:docMk/>
          <pc:sldMk cId="2615922674" sldId="435"/>
        </pc:sldMkLst>
        <pc:spChg chg="mod">
          <ac:chgData name="임경희" userId="d3c220e7-e035-449f-b99a-e10ecd4543b8" providerId="ADAL" clId="{BDED6405-E444-4FCF-B584-CE91287E8C78}" dt="2025-04-11T01:01:18.797" v="0" actId="1076"/>
          <ac:spMkLst>
            <pc:docMk/>
            <pc:sldMk cId="2615922674" sldId="435"/>
            <ac:spMk id="53" creationId="{50265AD2-877C-B5E6-A948-36CA826CEF1C}"/>
          </ac:spMkLst>
        </pc:spChg>
      </pc:sldChg>
    </pc:docChg>
  </pc:docChgLst>
  <pc:docChgLst>
    <pc:chgData name="김병욱" userId="ce2315ba-dfc8-46e4-b6a1-9910caa687ba" providerId="ADAL" clId="{C82B31A8-5E97-497E-8687-90521DFCC065}"/>
    <pc:docChg chg="undo custSel modSld">
      <pc:chgData name="김병욱" userId="ce2315ba-dfc8-46e4-b6a1-9910caa687ba" providerId="ADAL" clId="{C82B31A8-5E97-497E-8687-90521DFCC065}" dt="2024-11-06T08:53:07.017" v="112"/>
      <pc:docMkLst>
        <pc:docMk/>
      </pc:docMkLst>
      <pc:sldChg chg="modSp mod">
        <pc:chgData name="김병욱" userId="ce2315ba-dfc8-46e4-b6a1-9910caa687ba" providerId="ADAL" clId="{C82B31A8-5E97-497E-8687-90521DFCC065}" dt="2024-10-29T01:44:22.405" v="19" actId="14100"/>
        <pc:sldMkLst>
          <pc:docMk/>
          <pc:sldMk cId="1825727504" sldId="326"/>
        </pc:sldMkLst>
      </pc:sldChg>
      <pc:sldChg chg="addSp delSp modSp mod">
        <pc:chgData name="김병욱" userId="ce2315ba-dfc8-46e4-b6a1-9910caa687ba" providerId="ADAL" clId="{C82B31A8-5E97-497E-8687-90521DFCC065}" dt="2024-11-06T08:53:07.017" v="112"/>
        <pc:sldMkLst>
          <pc:docMk/>
          <pc:sldMk cId="1814470369" sldId="422"/>
        </pc:sldMkLst>
      </pc:sldChg>
    </pc:docChg>
  </pc:docChgLst>
  <pc:docChgLst>
    <pc:chgData name="김병욱" userId="ce2315ba-dfc8-46e4-b6a1-9910caa687ba" providerId="ADAL" clId="{C929003A-B017-4525-B1D0-D6BDF6F4784F}"/>
    <pc:docChg chg="undo custSel addSld delSld modSld addSection delSection modSection">
      <pc:chgData name="김병욱" userId="ce2315ba-dfc8-46e4-b6a1-9910caa687ba" providerId="ADAL" clId="{C929003A-B017-4525-B1D0-D6BDF6F4784F}" dt="2024-12-12T06:54:51.152" v="2021" actId="47"/>
      <pc:docMkLst>
        <pc:docMk/>
      </pc:docMkLst>
      <pc:sldChg chg="modSp mod">
        <pc:chgData name="김병욱" userId="ce2315ba-dfc8-46e4-b6a1-9910caa687ba" providerId="ADAL" clId="{C929003A-B017-4525-B1D0-D6BDF6F4784F}" dt="2024-12-12T03:47:28.324" v="44" actId="20577"/>
        <pc:sldMkLst>
          <pc:docMk/>
          <pc:sldMk cId="1864480258" sldId="257"/>
        </pc:sldMkLst>
      </pc:sldChg>
      <pc:sldChg chg="del">
        <pc:chgData name="김병욱" userId="ce2315ba-dfc8-46e4-b6a1-9910caa687ba" providerId="ADAL" clId="{C929003A-B017-4525-B1D0-D6BDF6F4784F}" dt="2024-12-12T03:47:36.029" v="46" actId="47"/>
        <pc:sldMkLst>
          <pc:docMk/>
          <pc:sldMk cId="208803472" sldId="325"/>
        </pc:sldMkLst>
      </pc:sldChg>
      <pc:sldChg chg="del">
        <pc:chgData name="김병욱" userId="ce2315ba-dfc8-46e4-b6a1-9910caa687ba" providerId="ADAL" clId="{C929003A-B017-4525-B1D0-D6BDF6F4784F}" dt="2024-12-12T03:47:36.029" v="46" actId="47"/>
        <pc:sldMkLst>
          <pc:docMk/>
          <pc:sldMk cId="1825727504" sldId="326"/>
        </pc:sldMkLst>
      </pc:sldChg>
      <pc:sldChg chg="del">
        <pc:chgData name="김병욱" userId="ce2315ba-dfc8-46e4-b6a1-9910caa687ba" providerId="ADAL" clId="{C929003A-B017-4525-B1D0-D6BDF6F4784F}" dt="2024-12-12T03:47:36.029" v="46" actId="47"/>
        <pc:sldMkLst>
          <pc:docMk/>
          <pc:sldMk cId="2925632334" sldId="327"/>
        </pc:sldMkLst>
      </pc:sldChg>
      <pc:sldChg chg="del">
        <pc:chgData name="김병욱" userId="ce2315ba-dfc8-46e4-b6a1-9910caa687ba" providerId="ADAL" clId="{C929003A-B017-4525-B1D0-D6BDF6F4784F}" dt="2024-12-12T03:47:36.029" v="46" actId="47"/>
        <pc:sldMkLst>
          <pc:docMk/>
          <pc:sldMk cId="724289286" sldId="328"/>
        </pc:sldMkLst>
      </pc:sldChg>
      <pc:sldChg chg="del">
        <pc:chgData name="김병욱" userId="ce2315ba-dfc8-46e4-b6a1-9910caa687ba" providerId="ADAL" clId="{C929003A-B017-4525-B1D0-D6BDF6F4784F}" dt="2024-12-12T03:47:36.029" v="46" actId="47"/>
        <pc:sldMkLst>
          <pc:docMk/>
          <pc:sldMk cId="1815903552" sldId="330"/>
        </pc:sldMkLst>
      </pc:sldChg>
      <pc:sldChg chg="del">
        <pc:chgData name="김병욱" userId="ce2315ba-dfc8-46e4-b6a1-9910caa687ba" providerId="ADAL" clId="{C929003A-B017-4525-B1D0-D6BDF6F4784F}" dt="2024-12-12T03:47:36.029" v="46" actId="47"/>
        <pc:sldMkLst>
          <pc:docMk/>
          <pc:sldMk cId="580913729" sldId="331"/>
        </pc:sldMkLst>
      </pc:sldChg>
      <pc:sldChg chg="del">
        <pc:chgData name="김병욱" userId="ce2315ba-dfc8-46e4-b6a1-9910caa687ba" providerId="ADAL" clId="{C929003A-B017-4525-B1D0-D6BDF6F4784F}" dt="2024-12-12T03:47:36.029" v="46" actId="47"/>
        <pc:sldMkLst>
          <pc:docMk/>
          <pc:sldMk cId="3551816371" sldId="332"/>
        </pc:sldMkLst>
      </pc:sldChg>
      <pc:sldChg chg="del">
        <pc:chgData name="김병욱" userId="ce2315ba-dfc8-46e4-b6a1-9910caa687ba" providerId="ADAL" clId="{C929003A-B017-4525-B1D0-D6BDF6F4784F}" dt="2024-12-12T03:47:36.029" v="46" actId="47"/>
        <pc:sldMkLst>
          <pc:docMk/>
          <pc:sldMk cId="496533388" sldId="333"/>
        </pc:sldMkLst>
      </pc:sldChg>
      <pc:sldChg chg="del">
        <pc:chgData name="김병욱" userId="ce2315ba-dfc8-46e4-b6a1-9910caa687ba" providerId="ADAL" clId="{C929003A-B017-4525-B1D0-D6BDF6F4784F}" dt="2024-12-12T03:47:36.029" v="46" actId="47"/>
        <pc:sldMkLst>
          <pc:docMk/>
          <pc:sldMk cId="3291443906" sldId="342"/>
        </pc:sldMkLst>
      </pc:sldChg>
      <pc:sldChg chg="del">
        <pc:chgData name="김병욱" userId="ce2315ba-dfc8-46e4-b6a1-9910caa687ba" providerId="ADAL" clId="{C929003A-B017-4525-B1D0-D6BDF6F4784F}" dt="2024-12-12T03:47:32.560" v="45" actId="47"/>
        <pc:sldMkLst>
          <pc:docMk/>
          <pc:sldMk cId="3858513551" sldId="353"/>
        </pc:sldMkLst>
      </pc:sldChg>
      <pc:sldChg chg="del">
        <pc:chgData name="김병욱" userId="ce2315ba-dfc8-46e4-b6a1-9910caa687ba" providerId="ADAL" clId="{C929003A-B017-4525-B1D0-D6BDF6F4784F}" dt="2024-12-12T03:47:32.560" v="45" actId="47"/>
        <pc:sldMkLst>
          <pc:docMk/>
          <pc:sldMk cId="15686714" sldId="354"/>
        </pc:sldMkLst>
      </pc:sldChg>
      <pc:sldChg chg="del">
        <pc:chgData name="김병욱" userId="ce2315ba-dfc8-46e4-b6a1-9910caa687ba" providerId="ADAL" clId="{C929003A-B017-4525-B1D0-D6BDF6F4784F}" dt="2024-12-12T03:47:36.029" v="46" actId="47"/>
        <pc:sldMkLst>
          <pc:docMk/>
          <pc:sldMk cId="237006733" sldId="403"/>
        </pc:sldMkLst>
      </pc:sldChg>
      <pc:sldChg chg="del">
        <pc:chgData name="김병욱" userId="ce2315ba-dfc8-46e4-b6a1-9910caa687ba" providerId="ADAL" clId="{C929003A-B017-4525-B1D0-D6BDF6F4784F}" dt="2024-12-12T03:47:36.029" v="46" actId="47"/>
        <pc:sldMkLst>
          <pc:docMk/>
          <pc:sldMk cId="1183158221" sldId="404"/>
        </pc:sldMkLst>
      </pc:sldChg>
      <pc:sldChg chg="del">
        <pc:chgData name="김병욱" userId="ce2315ba-dfc8-46e4-b6a1-9910caa687ba" providerId="ADAL" clId="{C929003A-B017-4525-B1D0-D6BDF6F4784F}" dt="2024-12-12T03:47:32.560" v="45" actId="47"/>
        <pc:sldMkLst>
          <pc:docMk/>
          <pc:sldMk cId="302571309" sldId="414"/>
        </pc:sldMkLst>
      </pc:sldChg>
      <pc:sldChg chg="del">
        <pc:chgData name="김병욱" userId="ce2315ba-dfc8-46e4-b6a1-9910caa687ba" providerId="ADAL" clId="{C929003A-B017-4525-B1D0-D6BDF6F4784F}" dt="2024-12-12T03:47:36.029" v="46" actId="47"/>
        <pc:sldMkLst>
          <pc:docMk/>
          <pc:sldMk cId="628142396" sldId="416"/>
        </pc:sldMkLst>
      </pc:sldChg>
      <pc:sldChg chg="del">
        <pc:chgData name="김병욱" userId="ce2315ba-dfc8-46e4-b6a1-9910caa687ba" providerId="ADAL" clId="{C929003A-B017-4525-B1D0-D6BDF6F4784F}" dt="2024-12-12T05:18:33.539" v="1752" actId="47"/>
        <pc:sldMkLst>
          <pc:docMk/>
          <pc:sldMk cId="3665709775" sldId="420"/>
        </pc:sldMkLst>
      </pc:sldChg>
      <pc:sldChg chg="del">
        <pc:chgData name="김병욱" userId="ce2315ba-dfc8-46e4-b6a1-9910caa687ba" providerId="ADAL" clId="{C929003A-B017-4525-B1D0-D6BDF6F4784F}" dt="2024-12-12T05:18:33.539" v="1752" actId="47"/>
        <pc:sldMkLst>
          <pc:docMk/>
          <pc:sldMk cId="3828798220" sldId="421"/>
        </pc:sldMkLst>
      </pc:sldChg>
      <pc:sldChg chg="del">
        <pc:chgData name="김병욱" userId="ce2315ba-dfc8-46e4-b6a1-9910caa687ba" providerId="ADAL" clId="{C929003A-B017-4525-B1D0-D6BDF6F4784F}" dt="2024-12-12T05:18:33.539" v="1752" actId="47"/>
        <pc:sldMkLst>
          <pc:docMk/>
          <pc:sldMk cId="1814470369" sldId="422"/>
        </pc:sldMkLst>
      </pc:sldChg>
      <pc:sldChg chg="addSp delSp modSp new mod">
        <pc:chgData name="김병욱" userId="ce2315ba-dfc8-46e4-b6a1-9910caa687ba" providerId="ADAL" clId="{C929003A-B017-4525-B1D0-D6BDF6F4784F}" dt="2024-12-12T05:47:28.300" v="1793" actId="1076"/>
        <pc:sldMkLst>
          <pc:docMk/>
          <pc:sldMk cId="832217585" sldId="423"/>
        </pc:sldMkLst>
      </pc:sldChg>
      <pc:sldChg chg="addSp delSp modSp add mod">
        <pc:chgData name="김병욱" userId="ce2315ba-dfc8-46e4-b6a1-9910caa687ba" providerId="ADAL" clId="{C929003A-B017-4525-B1D0-D6BDF6F4784F}" dt="2024-12-12T03:54:33.243" v="339" actId="1035"/>
        <pc:sldMkLst>
          <pc:docMk/>
          <pc:sldMk cId="3159679539" sldId="424"/>
        </pc:sldMkLst>
      </pc:sldChg>
      <pc:sldChg chg="addSp delSp modSp add mod">
        <pc:chgData name="김병욱" userId="ce2315ba-dfc8-46e4-b6a1-9910caa687ba" providerId="ADAL" clId="{C929003A-B017-4525-B1D0-D6BDF6F4784F}" dt="2024-12-12T03:57:25.448" v="578" actId="1036"/>
        <pc:sldMkLst>
          <pc:docMk/>
          <pc:sldMk cId="1181809973" sldId="425"/>
        </pc:sldMkLst>
      </pc:sldChg>
      <pc:sldChg chg="addSp delSp modSp add mod">
        <pc:chgData name="김병욱" userId="ce2315ba-dfc8-46e4-b6a1-9910caa687ba" providerId="ADAL" clId="{C929003A-B017-4525-B1D0-D6BDF6F4784F}" dt="2024-12-12T04:00:20.901" v="863" actId="1035"/>
        <pc:sldMkLst>
          <pc:docMk/>
          <pc:sldMk cId="2720976546" sldId="426"/>
        </pc:sldMkLst>
      </pc:sldChg>
      <pc:sldChg chg="addSp delSp modSp add mod">
        <pc:chgData name="김병욱" userId="ce2315ba-dfc8-46e4-b6a1-9910caa687ba" providerId="ADAL" clId="{C929003A-B017-4525-B1D0-D6BDF6F4784F}" dt="2024-12-12T05:08:28.963" v="1020" actId="1036"/>
        <pc:sldMkLst>
          <pc:docMk/>
          <pc:sldMk cId="3757498706" sldId="427"/>
        </pc:sldMkLst>
      </pc:sldChg>
      <pc:sldChg chg="addSp delSp modSp add mod">
        <pc:chgData name="김병욱" userId="ce2315ba-dfc8-46e4-b6a1-9910caa687ba" providerId="ADAL" clId="{C929003A-B017-4525-B1D0-D6BDF6F4784F}" dt="2024-12-12T05:11:32.565" v="1323" actId="1035"/>
        <pc:sldMkLst>
          <pc:docMk/>
          <pc:sldMk cId="848624446" sldId="428"/>
        </pc:sldMkLst>
      </pc:sldChg>
      <pc:sldChg chg="addSp delSp modSp add mod">
        <pc:chgData name="김병욱" userId="ce2315ba-dfc8-46e4-b6a1-9910caa687ba" providerId="ADAL" clId="{C929003A-B017-4525-B1D0-D6BDF6F4784F}" dt="2024-12-12T05:54:59.489" v="1955" actId="11529"/>
        <pc:sldMkLst>
          <pc:docMk/>
          <pc:sldMk cId="3586784267" sldId="429"/>
        </pc:sldMkLst>
      </pc:sldChg>
      <pc:sldChg chg="addSp delSp modSp add mod">
        <pc:chgData name="김병욱" userId="ce2315ba-dfc8-46e4-b6a1-9910caa687ba" providerId="ADAL" clId="{C929003A-B017-4525-B1D0-D6BDF6F4784F}" dt="2024-12-12T05:18:20.399" v="1751" actId="1035"/>
        <pc:sldMkLst>
          <pc:docMk/>
          <pc:sldMk cId="1451606774" sldId="430"/>
        </pc:sldMkLst>
      </pc:sldChg>
      <pc:sldChg chg="delSp modSp add mod">
        <pc:chgData name="김병욱" userId="ce2315ba-dfc8-46e4-b6a1-9910caa687ba" providerId="ADAL" clId="{C929003A-B017-4525-B1D0-D6BDF6F4784F}" dt="2024-12-12T03:54:11.692" v="289" actId="20577"/>
        <pc:sldMkLst>
          <pc:docMk/>
          <pc:sldMk cId="3454457343" sldId="431"/>
        </pc:sldMkLst>
      </pc:sldChg>
      <pc:sldChg chg="add">
        <pc:chgData name="김병욱" userId="ce2315ba-dfc8-46e4-b6a1-9910caa687ba" providerId="ADAL" clId="{C929003A-B017-4525-B1D0-D6BDF6F4784F}" dt="2024-12-12T03:54:04.760" v="284"/>
        <pc:sldMkLst>
          <pc:docMk/>
          <pc:sldMk cId="3343679990" sldId="432"/>
        </pc:sldMkLst>
      </pc:sldChg>
      <pc:sldChg chg="delSp modSp add mod">
        <pc:chgData name="김병욱" userId="ce2315ba-dfc8-46e4-b6a1-9910caa687ba" providerId="ADAL" clId="{C929003A-B017-4525-B1D0-D6BDF6F4784F}" dt="2024-12-12T03:57:03.093" v="520" actId="20577"/>
        <pc:sldMkLst>
          <pc:docMk/>
          <pc:sldMk cId="2624671069" sldId="433"/>
        </pc:sldMkLst>
      </pc:sldChg>
      <pc:sldChg chg="add">
        <pc:chgData name="김병욱" userId="ce2315ba-dfc8-46e4-b6a1-9910caa687ba" providerId="ADAL" clId="{C929003A-B017-4525-B1D0-D6BDF6F4784F}" dt="2024-12-12T03:56:56.461" v="517"/>
        <pc:sldMkLst>
          <pc:docMk/>
          <pc:sldMk cId="1146416057" sldId="434"/>
        </pc:sldMkLst>
      </pc:sldChg>
      <pc:sldChg chg="delSp modSp add mod">
        <pc:chgData name="김병욱" userId="ce2315ba-dfc8-46e4-b6a1-9910caa687ba" providerId="ADAL" clId="{C929003A-B017-4525-B1D0-D6BDF6F4784F}" dt="2024-12-12T03:59:55.993" v="808" actId="20577"/>
        <pc:sldMkLst>
          <pc:docMk/>
          <pc:sldMk cId="2615922674" sldId="435"/>
        </pc:sldMkLst>
      </pc:sldChg>
      <pc:sldChg chg="add">
        <pc:chgData name="김병욱" userId="ce2315ba-dfc8-46e4-b6a1-9910caa687ba" providerId="ADAL" clId="{C929003A-B017-4525-B1D0-D6BDF6F4784F}" dt="2024-12-12T03:59:48.530" v="803"/>
        <pc:sldMkLst>
          <pc:docMk/>
          <pc:sldMk cId="1529677448" sldId="436"/>
        </pc:sldMkLst>
      </pc:sldChg>
      <pc:sldChg chg="delSp modSp add mod">
        <pc:chgData name="김병욱" userId="ce2315ba-dfc8-46e4-b6a1-9910caa687ba" providerId="ADAL" clId="{C929003A-B017-4525-B1D0-D6BDF6F4784F}" dt="2024-12-12T05:08:08.232" v="969" actId="20577"/>
        <pc:sldMkLst>
          <pc:docMk/>
          <pc:sldMk cId="4150532412" sldId="437"/>
        </pc:sldMkLst>
      </pc:sldChg>
      <pc:sldChg chg="add">
        <pc:chgData name="김병욱" userId="ce2315ba-dfc8-46e4-b6a1-9910caa687ba" providerId="ADAL" clId="{C929003A-B017-4525-B1D0-D6BDF6F4784F}" dt="2024-12-12T05:08:02.642" v="966"/>
        <pc:sldMkLst>
          <pc:docMk/>
          <pc:sldMk cId="2596912013" sldId="438"/>
        </pc:sldMkLst>
      </pc:sldChg>
      <pc:sldChg chg="delSp modSp add mod">
        <pc:chgData name="김병욱" userId="ce2315ba-dfc8-46e4-b6a1-9910caa687ba" providerId="ADAL" clId="{C929003A-B017-4525-B1D0-D6BDF6F4784F}" dt="2024-12-12T05:11:09.092" v="1271" actId="20577"/>
        <pc:sldMkLst>
          <pc:docMk/>
          <pc:sldMk cId="2717875687" sldId="439"/>
        </pc:sldMkLst>
      </pc:sldChg>
      <pc:sldChg chg="add">
        <pc:chgData name="김병욱" userId="ce2315ba-dfc8-46e4-b6a1-9910caa687ba" providerId="ADAL" clId="{C929003A-B017-4525-B1D0-D6BDF6F4784F}" dt="2024-12-12T05:10:58.938" v="1268"/>
        <pc:sldMkLst>
          <pc:docMk/>
          <pc:sldMk cId="1293935186" sldId="440"/>
        </pc:sldMkLst>
      </pc:sldChg>
      <pc:sldChg chg="addSp delSp modSp add mod">
        <pc:chgData name="김병욱" userId="ce2315ba-dfc8-46e4-b6a1-9910caa687ba" providerId="ADAL" clId="{C929003A-B017-4525-B1D0-D6BDF6F4784F}" dt="2024-12-12T05:55:15.268" v="1957"/>
        <pc:sldMkLst>
          <pc:docMk/>
          <pc:sldMk cId="3640734015" sldId="441"/>
        </pc:sldMkLst>
      </pc:sldChg>
      <pc:sldChg chg="addSp delSp modSp add mod">
        <pc:chgData name="김병욱" userId="ce2315ba-dfc8-46e4-b6a1-9910caa687ba" providerId="ADAL" clId="{C929003A-B017-4525-B1D0-D6BDF6F4784F}" dt="2024-12-12T05:55:23.591" v="1959"/>
        <pc:sldMkLst>
          <pc:docMk/>
          <pc:sldMk cId="1140616492" sldId="442"/>
        </pc:sldMkLst>
      </pc:sldChg>
      <pc:sldChg chg="delSp modSp add mod">
        <pc:chgData name="김병욱" userId="ce2315ba-dfc8-46e4-b6a1-9910caa687ba" providerId="ADAL" clId="{C929003A-B017-4525-B1D0-D6BDF6F4784F}" dt="2024-12-12T05:17:49.820" v="1693" actId="20577"/>
        <pc:sldMkLst>
          <pc:docMk/>
          <pc:sldMk cId="922631730" sldId="443"/>
        </pc:sldMkLst>
      </pc:sldChg>
      <pc:sldChg chg="add">
        <pc:chgData name="김병욱" userId="ce2315ba-dfc8-46e4-b6a1-9910caa687ba" providerId="ADAL" clId="{C929003A-B017-4525-B1D0-D6BDF6F4784F}" dt="2024-12-12T05:17:44.423" v="1690"/>
        <pc:sldMkLst>
          <pc:docMk/>
          <pc:sldMk cId="1946056255" sldId="444"/>
        </pc:sldMkLst>
      </pc:sldChg>
      <pc:sldChg chg="addSp modSp add mod">
        <pc:chgData name="김병욱" userId="ce2315ba-dfc8-46e4-b6a1-9910caa687ba" providerId="ADAL" clId="{C929003A-B017-4525-B1D0-D6BDF6F4784F}" dt="2024-12-12T05:48:33.973" v="1828" actId="255"/>
        <pc:sldMkLst>
          <pc:docMk/>
          <pc:sldMk cId="4232863231" sldId="445"/>
        </pc:sldMkLst>
      </pc:sldChg>
      <pc:sldChg chg="addSp modSp add mod">
        <pc:chgData name="김병욱" userId="ce2315ba-dfc8-46e4-b6a1-9910caa687ba" providerId="ADAL" clId="{C929003A-B017-4525-B1D0-D6BDF6F4784F}" dt="2024-12-12T05:50:53.588" v="1847" actId="1076"/>
        <pc:sldMkLst>
          <pc:docMk/>
          <pc:sldMk cId="224370236" sldId="446"/>
        </pc:sldMkLst>
      </pc:sldChg>
      <pc:sldChg chg="addSp modSp add mod">
        <pc:chgData name="김병욱" userId="ce2315ba-dfc8-46e4-b6a1-9910caa687ba" providerId="ADAL" clId="{C929003A-B017-4525-B1D0-D6BDF6F4784F}" dt="2024-12-12T05:52:14.947" v="1862" actId="1076"/>
        <pc:sldMkLst>
          <pc:docMk/>
          <pc:sldMk cId="2168650344" sldId="447"/>
        </pc:sldMkLst>
      </pc:sldChg>
      <pc:sldChg chg="addSp modSp add mod">
        <pc:chgData name="김병욱" userId="ce2315ba-dfc8-46e4-b6a1-9910caa687ba" providerId="ADAL" clId="{C929003A-B017-4525-B1D0-D6BDF6F4784F}" dt="2024-12-12T05:56:39.366" v="1972" actId="20577"/>
        <pc:sldMkLst>
          <pc:docMk/>
          <pc:sldMk cId="443205291" sldId="448"/>
        </pc:sldMkLst>
      </pc:sldChg>
      <pc:sldChg chg="addSp modSp add mod">
        <pc:chgData name="김병욱" userId="ce2315ba-dfc8-46e4-b6a1-9910caa687ba" providerId="ADAL" clId="{C929003A-B017-4525-B1D0-D6BDF6F4784F}" dt="2024-12-12T06:06:33.993" v="2019" actId="1037"/>
        <pc:sldMkLst>
          <pc:docMk/>
          <pc:sldMk cId="750569605" sldId="449"/>
        </pc:sldMkLst>
      </pc:sldChg>
      <pc:sldChg chg="add del">
        <pc:chgData name="김병욱" userId="ce2315ba-dfc8-46e4-b6a1-9910caa687ba" providerId="ADAL" clId="{C929003A-B017-4525-B1D0-D6BDF6F4784F}" dt="2024-12-12T06:54:50.049" v="2020" actId="47"/>
        <pc:sldMkLst>
          <pc:docMk/>
          <pc:sldMk cId="390770035" sldId="450"/>
        </pc:sldMkLst>
      </pc:sldChg>
      <pc:sldChg chg="add del">
        <pc:chgData name="김병욱" userId="ce2315ba-dfc8-46e4-b6a1-9910caa687ba" providerId="ADAL" clId="{C929003A-B017-4525-B1D0-D6BDF6F4784F}" dt="2024-12-12T06:54:51.152" v="2021" actId="47"/>
        <pc:sldMkLst>
          <pc:docMk/>
          <pc:sldMk cId="2252703078" sldId="451"/>
        </pc:sldMkLst>
      </pc:sldChg>
    </pc:docChg>
  </pc:docChgLst>
  <pc:docChgLst>
    <pc:chgData name="김병욱" userId="ce2315ba-dfc8-46e4-b6a1-9910caa687ba" providerId="ADAL" clId="{7373719F-9B6E-49D3-B9E6-5A76C9D29AB8}"/>
    <pc:docChg chg="custSel addSld delSld modSld addSection delSection modSection">
      <pc:chgData name="김병욱" userId="ce2315ba-dfc8-46e4-b6a1-9910caa687ba" providerId="ADAL" clId="{7373719F-9B6E-49D3-B9E6-5A76C9D29AB8}" dt="2024-09-03T03:12:56.435" v="255" actId="47"/>
      <pc:docMkLst>
        <pc:docMk/>
      </pc:docMkLst>
      <pc:sldChg chg="addSp delSp modSp mod">
        <pc:chgData name="김병욱" userId="ce2315ba-dfc8-46e4-b6a1-9910caa687ba" providerId="ADAL" clId="{7373719F-9B6E-49D3-B9E6-5A76C9D29AB8}" dt="2024-08-09T09:21:57.544" v="245"/>
        <pc:sldMkLst>
          <pc:docMk/>
          <pc:sldMk cId="1183158221" sldId="404"/>
        </pc:sldMkLst>
      </pc:sldChg>
      <pc:sldChg chg="addSp delSp modSp mod">
        <pc:chgData name="김병욱" userId="ce2315ba-dfc8-46e4-b6a1-9910caa687ba" providerId="ADAL" clId="{7373719F-9B6E-49D3-B9E6-5A76C9D29AB8}" dt="2024-08-09T08:09:21.788" v="243"/>
        <pc:sldMkLst>
          <pc:docMk/>
          <pc:sldMk cId="3665709775" sldId="420"/>
        </pc:sldMkLst>
      </pc:sldChg>
      <pc:sldChg chg="modSp mod">
        <pc:chgData name="김병욱" userId="ce2315ba-dfc8-46e4-b6a1-9910caa687ba" providerId="ADAL" clId="{7373719F-9B6E-49D3-B9E6-5A76C9D29AB8}" dt="2024-08-09T08:08:26.034" v="239" actId="1038"/>
        <pc:sldMkLst>
          <pc:docMk/>
          <pc:sldMk cId="3828798220" sldId="421"/>
        </pc:sldMkLst>
      </pc:sldChg>
      <pc:sldChg chg="addSp delSp modSp mod">
        <pc:chgData name="김병욱" userId="ce2315ba-dfc8-46e4-b6a1-9910caa687ba" providerId="ADAL" clId="{7373719F-9B6E-49D3-B9E6-5A76C9D29AB8}" dt="2024-08-09T08:09:18.983" v="241"/>
        <pc:sldMkLst>
          <pc:docMk/>
          <pc:sldMk cId="1814470369" sldId="422"/>
        </pc:sldMkLst>
      </pc:sldChg>
      <pc:sldChg chg="addSp delSp modSp new del mod">
        <pc:chgData name="김병욱" userId="ce2315ba-dfc8-46e4-b6a1-9910caa687ba" providerId="ADAL" clId="{7373719F-9B6E-49D3-B9E6-5A76C9D29AB8}" dt="2024-09-03T03:12:56.435" v="255" actId="47"/>
        <pc:sldMkLst>
          <pc:docMk/>
          <pc:sldMk cId="3270180091" sldId="423"/>
        </pc:sldMkLst>
      </pc:sldChg>
    </pc:docChg>
  </pc:docChgLst>
  <pc:docChgLst>
    <pc:chgData name="김병욱" userId="ce2315ba-dfc8-46e4-b6a1-9910caa687ba" providerId="ADAL" clId="{F677753F-8E4F-43E1-AC81-213F19BE0AE2}"/>
    <pc:docChg chg="modSld">
      <pc:chgData name="김병욱" userId="ce2315ba-dfc8-46e4-b6a1-9910caa687ba" providerId="ADAL" clId="{F677753F-8E4F-43E1-AC81-213F19BE0AE2}" dt="2024-09-30T09:22:24.243" v="15" actId="1037"/>
      <pc:docMkLst>
        <pc:docMk/>
      </pc:docMkLst>
      <pc:sldChg chg="modSp mod">
        <pc:chgData name="김병욱" userId="ce2315ba-dfc8-46e4-b6a1-9910caa687ba" providerId="ADAL" clId="{F677753F-8E4F-43E1-AC81-213F19BE0AE2}" dt="2024-09-30T09:22:17.116" v="10" actId="1038"/>
        <pc:sldMkLst>
          <pc:docMk/>
          <pc:sldMk cId="3665709775" sldId="420"/>
        </pc:sldMkLst>
      </pc:sldChg>
      <pc:sldChg chg="modSp mod">
        <pc:chgData name="김병욱" userId="ce2315ba-dfc8-46e4-b6a1-9910caa687ba" providerId="ADAL" clId="{F677753F-8E4F-43E1-AC81-213F19BE0AE2}" dt="2024-09-30T09:22:24.243" v="15" actId="1037"/>
        <pc:sldMkLst>
          <pc:docMk/>
          <pc:sldMk cId="3828798220" sldId="421"/>
        </pc:sldMkLst>
      </pc:sldChg>
      <pc:sldChg chg="modSp mod">
        <pc:chgData name="김병욱" userId="ce2315ba-dfc8-46e4-b6a1-9910caa687ba" providerId="ADAL" clId="{F677753F-8E4F-43E1-AC81-213F19BE0AE2}" dt="2024-09-30T09:22:20.674" v="12" actId="1037"/>
        <pc:sldMkLst>
          <pc:docMk/>
          <pc:sldMk cId="1814470369" sldId="422"/>
        </pc:sldMkLst>
      </pc:sldChg>
    </pc:docChg>
  </pc:docChgLst>
  <pc:docChgLst>
    <pc:chgData name="이강현" userId="b3e55247-d1b4-4ab0-9520-8f6f773020a8" providerId="ADAL" clId="{F7796707-755D-4269-914E-7DA718BA50EC}"/>
    <pc:docChg chg="undo custSel addSld delSld modSld sldOrd modSection">
      <pc:chgData name="이강현" userId="b3e55247-d1b4-4ab0-9520-8f6f773020a8" providerId="ADAL" clId="{F7796707-755D-4269-914E-7DA718BA50EC}" dt="2025-01-23T08:52:34.019" v="1302"/>
      <pc:docMkLst>
        <pc:docMk/>
      </pc:docMkLst>
      <pc:sldChg chg="addSp delSp modSp mod">
        <pc:chgData name="이강현" userId="b3e55247-d1b4-4ab0-9520-8f6f773020a8" providerId="ADAL" clId="{F7796707-755D-4269-914E-7DA718BA50EC}" dt="2025-01-23T08:50:24.860" v="1268" actId="478"/>
        <pc:sldMkLst>
          <pc:docMk/>
          <pc:sldMk cId="255795989" sldId="380"/>
        </pc:sldMkLst>
      </pc:sldChg>
      <pc:sldChg chg="addSp delSp modSp new mod">
        <pc:chgData name="이강현" userId="b3e55247-d1b4-4ab0-9520-8f6f773020a8" providerId="ADAL" clId="{F7796707-755D-4269-914E-7DA718BA50EC}" dt="2025-01-23T08:29:39.264" v="938" actId="1076"/>
        <pc:sldMkLst>
          <pc:docMk/>
          <pc:sldMk cId="3780090949" sldId="450"/>
        </pc:sldMkLst>
        <pc:spChg chg="add mod">
          <ac:chgData name="이강현" userId="b3e55247-d1b4-4ab0-9520-8f6f773020a8" providerId="ADAL" clId="{F7796707-755D-4269-914E-7DA718BA50EC}" dt="2025-01-23T05:30:10.810" v="1"/>
          <ac:spMkLst>
            <pc:docMk/>
            <pc:sldMk cId="3780090949" sldId="450"/>
            <ac:spMk id="5" creationId="{6C3E9822-5491-76D3-7698-0D83AB05B1AD}"/>
          </ac:spMkLst>
        </pc:spChg>
        <pc:spChg chg="add mod">
          <ac:chgData name="이강현" userId="b3e55247-d1b4-4ab0-9520-8f6f773020a8" providerId="ADAL" clId="{F7796707-755D-4269-914E-7DA718BA50EC}" dt="2025-01-23T08:15:44.005" v="695" actId="20577"/>
          <ac:spMkLst>
            <pc:docMk/>
            <pc:sldMk cId="3780090949" sldId="450"/>
            <ac:spMk id="6" creationId="{7727470C-4E4F-73D9-AA4A-2F17F886FD33}"/>
          </ac:spMkLst>
        </pc:spChg>
        <pc:spChg chg="add del mod">
          <ac:chgData name="이강현" userId="b3e55247-d1b4-4ab0-9520-8f6f773020a8" providerId="ADAL" clId="{F7796707-755D-4269-914E-7DA718BA50EC}" dt="2025-01-23T08:13:36.302" v="668" actId="478"/>
          <ac:spMkLst>
            <pc:docMk/>
            <pc:sldMk cId="3780090949" sldId="450"/>
            <ac:spMk id="8" creationId="{EC3DECEA-7ED4-EC37-23F2-904C9CC122E3}"/>
          </ac:spMkLst>
        </pc:spChg>
        <pc:spChg chg="add mod">
          <ac:chgData name="이강현" userId="b3e55247-d1b4-4ab0-9520-8f6f773020a8" providerId="ADAL" clId="{F7796707-755D-4269-914E-7DA718BA50EC}" dt="2025-01-23T07:59:07.781" v="183" actId="1076"/>
          <ac:spMkLst>
            <pc:docMk/>
            <pc:sldMk cId="3780090949" sldId="450"/>
            <ac:spMk id="9" creationId="{477480DF-F8C3-6E0F-5082-248116C7228B}"/>
          </ac:spMkLst>
        </pc:spChg>
        <pc:spChg chg="add del mod">
          <ac:chgData name="이강현" userId="b3e55247-d1b4-4ab0-9520-8f6f773020a8" providerId="ADAL" clId="{F7796707-755D-4269-914E-7DA718BA50EC}" dt="2025-01-23T08:13:36.302" v="668" actId="478"/>
          <ac:spMkLst>
            <pc:docMk/>
            <pc:sldMk cId="3780090949" sldId="450"/>
            <ac:spMk id="10" creationId="{EED3117F-E971-7A0A-DD48-62610321DE12}"/>
          </ac:spMkLst>
        </pc:spChg>
        <pc:spChg chg="add del mod">
          <ac:chgData name="이강현" userId="b3e55247-d1b4-4ab0-9520-8f6f773020a8" providerId="ADAL" clId="{F7796707-755D-4269-914E-7DA718BA50EC}" dt="2025-01-23T08:13:36.302" v="668" actId="478"/>
          <ac:spMkLst>
            <pc:docMk/>
            <pc:sldMk cId="3780090949" sldId="450"/>
            <ac:spMk id="11" creationId="{58B3DB7E-40D6-5958-F33C-47B2C544655A}"/>
          </ac:spMkLst>
        </pc:spChg>
        <pc:spChg chg="add mod">
          <ac:chgData name="이강현" userId="b3e55247-d1b4-4ab0-9520-8f6f773020a8" providerId="ADAL" clId="{F7796707-755D-4269-914E-7DA718BA50EC}" dt="2025-01-23T08:01:38.130" v="205" actId="1076"/>
          <ac:spMkLst>
            <pc:docMk/>
            <pc:sldMk cId="3780090949" sldId="450"/>
            <ac:spMk id="12" creationId="{C07FC8C5-5077-8F60-FC60-13EE67383C08}"/>
          </ac:spMkLst>
        </pc:spChg>
        <pc:spChg chg="add mod">
          <ac:chgData name="이강현" userId="b3e55247-d1b4-4ab0-9520-8f6f773020a8" providerId="ADAL" clId="{F7796707-755D-4269-914E-7DA718BA50EC}" dt="2025-01-23T08:07:39.157" v="477" actId="1076"/>
          <ac:spMkLst>
            <pc:docMk/>
            <pc:sldMk cId="3780090949" sldId="450"/>
            <ac:spMk id="15" creationId="{925B4196-C177-7561-67AB-49274D03E857}"/>
          </ac:spMkLst>
        </pc:spChg>
        <pc:spChg chg="add mod">
          <ac:chgData name="이강현" userId="b3e55247-d1b4-4ab0-9520-8f6f773020a8" providerId="ADAL" clId="{F7796707-755D-4269-914E-7DA718BA50EC}" dt="2025-01-23T08:07:45.526" v="480" actId="1076"/>
          <ac:spMkLst>
            <pc:docMk/>
            <pc:sldMk cId="3780090949" sldId="450"/>
            <ac:spMk id="16" creationId="{AB8004DA-3F31-3087-3F15-44D9F4DD2DC2}"/>
          </ac:spMkLst>
        </pc:spChg>
        <pc:spChg chg="add del mod">
          <ac:chgData name="이강현" userId="b3e55247-d1b4-4ab0-9520-8f6f773020a8" providerId="ADAL" clId="{F7796707-755D-4269-914E-7DA718BA50EC}" dt="2025-01-23T08:13:36.302" v="668" actId="478"/>
          <ac:spMkLst>
            <pc:docMk/>
            <pc:sldMk cId="3780090949" sldId="450"/>
            <ac:spMk id="17" creationId="{D0FF3E8E-E8F9-C9E1-3CAB-80A55F3E816A}"/>
          </ac:spMkLst>
        </pc:spChg>
        <pc:spChg chg="add del mod">
          <ac:chgData name="이강현" userId="b3e55247-d1b4-4ab0-9520-8f6f773020a8" providerId="ADAL" clId="{F7796707-755D-4269-914E-7DA718BA50EC}" dt="2025-01-23T08:13:36.302" v="668" actId="478"/>
          <ac:spMkLst>
            <pc:docMk/>
            <pc:sldMk cId="3780090949" sldId="450"/>
            <ac:spMk id="18" creationId="{26319E09-120F-3CDB-722A-4A4DD4C7E71A}"/>
          </ac:spMkLst>
        </pc:spChg>
        <pc:spChg chg="add del mod">
          <ac:chgData name="이강현" userId="b3e55247-d1b4-4ab0-9520-8f6f773020a8" providerId="ADAL" clId="{F7796707-755D-4269-914E-7DA718BA50EC}" dt="2025-01-23T08:13:36.302" v="668" actId="478"/>
          <ac:spMkLst>
            <pc:docMk/>
            <pc:sldMk cId="3780090949" sldId="450"/>
            <ac:spMk id="19" creationId="{0FFBC974-7282-065B-35E2-DA253FECB3B6}"/>
          </ac:spMkLst>
        </pc:spChg>
        <pc:spChg chg="add del mod">
          <ac:chgData name="이강현" userId="b3e55247-d1b4-4ab0-9520-8f6f773020a8" providerId="ADAL" clId="{F7796707-755D-4269-914E-7DA718BA50EC}" dt="2025-01-23T08:13:36.302" v="668" actId="478"/>
          <ac:spMkLst>
            <pc:docMk/>
            <pc:sldMk cId="3780090949" sldId="450"/>
            <ac:spMk id="20" creationId="{AAF93D08-121B-856F-CA62-3D5E5B5225CD}"/>
          </ac:spMkLst>
        </pc:spChg>
        <pc:spChg chg="add del mod">
          <ac:chgData name="이강현" userId="b3e55247-d1b4-4ab0-9520-8f6f773020a8" providerId="ADAL" clId="{F7796707-755D-4269-914E-7DA718BA50EC}" dt="2025-01-23T08:13:36.302" v="668" actId="478"/>
          <ac:spMkLst>
            <pc:docMk/>
            <pc:sldMk cId="3780090949" sldId="450"/>
            <ac:spMk id="21" creationId="{C47542DC-7D0A-7C4C-31CD-FA670B8F6A53}"/>
          </ac:spMkLst>
        </pc:spChg>
        <pc:spChg chg="add mod">
          <ac:chgData name="이강현" userId="b3e55247-d1b4-4ab0-9520-8f6f773020a8" providerId="ADAL" clId="{F7796707-755D-4269-914E-7DA718BA50EC}" dt="2025-01-23T08:08:12.210" v="496" actId="1076"/>
          <ac:spMkLst>
            <pc:docMk/>
            <pc:sldMk cId="3780090949" sldId="450"/>
            <ac:spMk id="22" creationId="{AA4F79D0-73D4-194F-1A4F-48B8A27DB888}"/>
          </ac:spMkLst>
        </pc:spChg>
        <pc:spChg chg="add mod">
          <ac:chgData name="이강현" userId="b3e55247-d1b4-4ab0-9520-8f6f773020a8" providerId="ADAL" clId="{F7796707-755D-4269-914E-7DA718BA50EC}" dt="2025-01-23T08:08:14.713" v="498" actId="1076"/>
          <ac:spMkLst>
            <pc:docMk/>
            <pc:sldMk cId="3780090949" sldId="450"/>
            <ac:spMk id="23" creationId="{AC4113CF-5492-C1C5-FB66-C5757C072456}"/>
          </ac:spMkLst>
        </pc:spChg>
        <pc:spChg chg="add mod">
          <ac:chgData name="이강현" userId="b3e55247-d1b4-4ab0-9520-8f6f773020a8" providerId="ADAL" clId="{F7796707-755D-4269-914E-7DA718BA50EC}" dt="2025-01-23T08:08:25.842" v="500" actId="1076"/>
          <ac:spMkLst>
            <pc:docMk/>
            <pc:sldMk cId="3780090949" sldId="450"/>
            <ac:spMk id="24" creationId="{867ECD44-3A4B-E257-4900-50923FDA540C}"/>
          </ac:spMkLst>
        </pc:spChg>
        <pc:spChg chg="add del mod">
          <ac:chgData name="이강현" userId="b3e55247-d1b4-4ab0-9520-8f6f773020a8" providerId="ADAL" clId="{F7796707-755D-4269-914E-7DA718BA50EC}" dt="2025-01-23T08:13:36.302" v="668" actId="478"/>
          <ac:spMkLst>
            <pc:docMk/>
            <pc:sldMk cId="3780090949" sldId="450"/>
            <ac:spMk id="25" creationId="{3A1FF4F6-FA14-1974-0E58-9A579853C95D}"/>
          </ac:spMkLst>
        </pc:spChg>
        <pc:spChg chg="add mod">
          <ac:chgData name="이강현" userId="b3e55247-d1b4-4ab0-9520-8f6f773020a8" providerId="ADAL" clId="{F7796707-755D-4269-914E-7DA718BA50EC}" dt="2025-01-23T08:24:19.578" v="867" actId="1076"/>
          <ac:spMkLst>
            <pc:docMk/>
            <pc:sldMk cId="3780090949" sldId="450"/>
            <ac:spMk id="28" creationId="{0242B4E4-A593-DB25-C2B6-B115FC900C39}"/>
          </ac:spMkLst>
        </pc:spChg>
        <pc:spChg chg="add del mod">
          <ac:chgData name="이강현" userId="b3e55247-d1b4-4ab0-9520-8f6f773020a8" providerId="ADAL" clId="{F7796707-755D-4269-914E-7DA718BA50EC}" dt="2025-01-23T08:13:36.302" v="668" actId="478"/>
          <ac:spMkLst>
            <pc:docMk/>
            <pc:sldMk cId="3780090949" sldId="450"/>
            <ac:spMk id="29" creationId="{7DA71796-F829-6381-AE64-F222652AD825}"/>
          </ac:spMkLst>
        </pc:spChg>
        <pc:spChg chg="add mod">
          <ac:chgData name="이강현" userId="b3e55247-d1b4-4ab0-9520-8f6f773020a8" providerId="ADAL" clId="{F7796707-755D-4269-914E-7DA718BA50EC}" dt="2025-01-23T08:24:15.574" v="865" actId="20577"/>
          <ac:spMkLst>
            <pc:docMk/>
            <pc:sldMk cId="3780090949" sldId="450"/>
            <ac:spMk id="31" creationId="{4CA041DA-AD9B-2308-0CB2-5A0DEF55E87D}"/>
          </ac:spMkLst>
        </pc:spChg>
        <pc:spChg chg="add mod">
          <ac:chgData name="이강현" userId="b3e55247-d1b4-4ab0-9520-8f6f773020a8" providerId="ADAL" clId="{F7796707-755D-4269-914E-7DA718BA50EC}" dt="2025-01-23T08:29:39.264" v="938" actId="1076"/>
          <ac:spMkLst>
            <pc:docMk/>
            <pc:sldMk cId="3780090949" sldId="450"/>
            <ac:spMk id="35" creationId="{6FF79868-9F7E-CD0C-F6FB-77E9C22A2A13}"/>
          </ac:spMkLst>
        </pc:spChg>
        <pc:picChg chg="add mod ord">
          <ac:chgData name="이강현" userId="b3e55247-d1b4-4ab0-9520-8f6f773020a8" providerId="ADAL" clId="{F7796707-755D-4269-914E-7DA718BA50EC}" dt="2025-01-23T08:24:03.936" v="860" actId="167"/>
          <ac:picMkLst>
            <pc:docMk/>
            <pc:sldMk cId="3780090949" sldId="450"/>
            <ac:picMk id="33" creationId="{220A292B-436E-9420-4038-BB455A3F5C68}"/>
          </ac:picMkLst>
        </pc:picChg>
        <pc:cxnChg chg="add">
          <ac:chgData name="이강현" userId="b3e55247-d1b4-4ab0-9520-8f6f773020a8" providerId="ADAL" clId="{F7796707-755D-4269-914E-7DA718BA50EC}" dt="2025-01-23T08:08:53.009" v="560" actId="11529"/>
          <ac:cxnSpMkLst>
            <pc:docMk/>
            <pc:sldMk cId="3780090949" sldId="450"/>
            <ac:cxnSpMk id="27" creationId="{3F52BC48-89AD-43B1-0D89-44938EA29969}"/>
          </ac:cxnSpMkLst>
        </pc:cxnChg>
      </pc:sldChg>
      <pc:sldChg chg="addSp delSp modSp add mod">
        <pc:chgData name="이강현" userId="b3e55247-d1b4-4ab0-9520-8f6f773020a8" providerId="ADAL" clId="{F7796707-755D-4269-914E-7DA718BA50EC}" dt="2025-01-23T08:32:02.684" v="991" actId="1076"/>
        <pc:sldMkLst>
          <pc:docMk/>
          <pc:sldMk cId="3748067900" sldId="451"/>
        </pc:sldMkLst>
        <pc:spChg chg="add mod">
          <ac:chgData name="이강현" userId="b3e55247-d1b4-4ab0-9520-8f6f773020a8" providerId="ADAL" clId="{F7796707-755D-4269-914E-7DA718BA50EC}" dt="2025-01-23T05:30:33.124" v="17"/>
          <ac:spMkLst>
            <pc:docMk/>
            <pc:sldMk cId="3748067900" sldId="451"/>
            <ac:spMk id="3" creationId="{83676619-6284-BD36-21C2-49A095C8A174}"/>
          </ac:spMkLst>
        </pc:spChg>
        <pc:spChg chg="add mod">
          <ac:chgData name="이강현" userId="b3e55247-d1b4-4ab0-9520-8f6f773020a8" providerId="ADAL" clId="{F7796707-755D-4269-914E-7DA718BA50EC}" dt="2025-01-23T08:32:02.684" v="991" actId="1076"/>
          <ac:spMkLst>
            <pc:docMk/>
            <pc:sldMk cId="3748067900" sldId="451"/>
            <ac:spMk id="4" creationId="{D7832900-2667-470B-A71B-C4F128350BAA}"/>
          </ac:spMkLst>
        </pc:spChg>
        <pc:spChg chg="add mod">
          <ac:chgData name="이강현" userId="b3e55247-d1b4-4ab0-9520-8f6f773020a8" providerId="ADAL" clId="{F7796707-755D-4269-914E-7DA718BA50EC}" dt="2025-01-23T08:15:38.535" v="692" actId="20577"/>
          <ac:spMkLst>
            <pc:docMk/>
            <pc:sldMk cId="3748067900" sldId="451"/>
            <ac:spMk id="7" creationId="{3B476A29-0C8E-7D40-D433-F1AA2C370A03}"/>
          </ac:spMkLst>
        </pc:spChg>
        <pc:spChg chg="add mod">
          <ac:chgData name="이강현" userId="b3e55247-d1b4-4ab0-9520-8f6f773020a8" providerId="ADAL" clId="{F7796707-755D-4269-914E-7DA718BA50EC}" dt="2025-01-23T08:11:45.373" v="630" actId="20577"/>
          <ac:spMkLst>
            <pc:docMk/>
            <pc:sldMk cId="3748067900" sldId="451"/>
            <ac:spMk id="8" creationId="{979D224B-F4D7-EA38-81EE-99F2221A29DA}"/>
          </ac:spMkLst>
        </pc:spChg>
        <pc:spChg chg="mod">
          <ac:chgData name="이강현" userId="b3e55247-d1b4-4ab0-9520-8f6f773020a8" providerId="ADAL" clId="{F7796707-755D-4269-914E-7DA718BA50EC}" dt="2025-01-23T08:11:19.962" v="612" actId="1037"/>
          <ac:spMkLst>
            <pc:docMk/>
            <pc:sldMk cId="3748067900" sldId="451"/>
            <ac:spMk id="9" creationId="{D81B7DDD-0A0D-7209-2772-FE957D88C8C4}"/>
          </ac:spMkLst>
        </pc:spChg>
        <pc:spChg chg="add mod">
          <ac:chgData name="이강현" userId="b3e55247-d1b4-4ab0-9520-8f6f773020a8" providerId="ADAL" clId="{F7796707-755D-4269-914E-7DA718BA50EC}" dt="2025-01-23T08:11:34.595" v="619" actId="1076"/>
          <ac:spMkLst>
            <pc:docMk/>
            <pc:sldMk cId="3748067900" sldId="451"/>
            <ac:spMk id="11" creationId="{0B4AD085-2535-2C20-8221-2AC5F92FF9AE}"/>
          </ac:spMkLst>
        </pc:spChg>
        <pc:spChg chg="mod">
          <ac:chgData name="이강현" userId="b3e55247-d1b4-4ab0-9520-8f6f773020a8" providerId="ADAL" clId="{F7796707-755D-4269-914E-7DA718BA50EC}" dt="2025-01-23T08:10:47.883" v="578" actId="20577"/>
          <ac:spMkLst>
            <pc:docMk/>
            <pc:sldMk cId="3748067900" sldId="451"/>
            <ac:spMk id="12" creationId="{FDECA27D-2E24-30D7-4C55-D77278B85537}"/>
          </ac:spMkLst>
        </pc:spChg>
        <pc:spChg chg="mod">
          <ac:chgData name="이강현" userId="b3e55247-d1b4-4ab0-9520-8f6f773020a8" providerId="ADAL" clId="{F7796707-755D-4269-914E-7DA718BA50EC}" dt="2025-01-23T08:12:39.266" v="649" actId="1076"/>
          <ac:spMkLst>
            <pc:docMk/>
            <pc:sldMk cId="3748067900" sldId="451"/>
            <ac:spMk id="13" creationId="{34591965-ACC0-0DB0-2F87-C3A352A081ED}"/>
          </ac:spMkLst>
        </pc:spChg>
        <pc:spChg chg="add mod">
          <ac:chgData name="이강현" userId="b3e55247-d1b4-4ab0-9520-8f6f773020a8" providerId="ADAL" clId="{F7796707-755D-4269-914E-7DA718BA50EC}" dt="2025-01-23T08:12:42.653" v="651" actId="1076"/>
          <ac:spMkLst>
            <pc:docMk/>
            <pc:sldMk cId="3748067900" sldId="451"/>
            <ac:spMk id="14" creationId="{5800771C-5268-1E7D-F80A-4632C841AE3D}"/>
          </ac:spMkLst>
        </pc:spChg>
        <pc:spChg chg="mod">
          <ac:chgData name="이강현" userId="b3e55247-d1b4-4ab0-9520-8f6f773020a8" providerId="ADAL" clId="{F7796707-755D-4269-914E-7DA718BA50EC}" dt="2025-01-23T08:12:22.186" v="642" actId="1076"/>
          <ac:spMkLst>
            <pc:docMk/>
            <pc:sldMk cId="3748067900" sldId="451"/>
            <ac:spMk id="15" creationId="{BB3E95D9-D2AE-2DDC-E287-CE8C587043FC}"/>
          </ac:spMkLst>
        </pc:spChg>
        <pc:spChg chg="mod">
          <ac:chgData name="이강현" userId="b3e55247-d1b4-4ab0-9520-8f6f773020a8" providerId="ADAL" clId="{F7796707-755D-4269-914E-7DA718BA50EC}" dt="2025-01-23T08:12:18.417" v="641" actId="1076"/>
          <ac:spMkLst>
            <pc:docMk/>
            <pc:sldMk cId="3748067900" sldId="451"/>
            <ac:spMk id="16" creationId="{442B249C-F23E-50E7-9E37-FA0A42BE5D72}"/>
          </ac:spMkLst>
        </pc:spChg>
        <pc:spChg chg="mod">
          <ac:chgData name="이강현" userId="b3e55247-d1b4-4ab0-9520-8f6f773020a8" providerId="ADAL" clId="{F7796707-755D-4269-914E-7DA718BA50EC}" dt="2025-01-23T08:12:05.144" v="637" actId="1076"/>
          <ac:spMkLst>
            <pc:docMk/>
            <pc:sldMk cId="3748067900" sldId="451"/>
            <ac:spMk id="17" creationId="{892A05CC-BB60-263B-9D9E-285D79922369}"/>
          </ac:spMkLst>
        </pc:spChg>
        <pc:spChg chg="mod">
          <ac:chgData name="이강현" userId="b3e55247-d1b4-4ab0-9520-8f6f773020a8" providerId="ADAL" clId="{F7796707-755D-4269-914E-7DA718BA50EC}" dt="2025-01-23T08:12:07.745" v="638" actId="1076"/>
          <ac:spMkLst>
            <pc:docMk/>
            <pc:sldMk cId="3748067900" sldId="451"/>
            <ac:spMk id="18" creationId="{B8B91E0B-DD78-0F8A-BF93-BAFE542BFBB2}"/>
          </ac:spMkLst>
        </pc:spChg>
        <pc:spChg chg="mod">
          <ac:chgData name="이강현" userId="b3e55247-d1b4-4ab0-9520-8f6f773020a8" providerId="ADAL" clId="{F7796707-755D-4269-914E-7DA718BA50EC}" dt="2025-01-23T08:12:02.166" v="636" actId="1076"/>
          <ac:spMkLst>
            <pc:docMk/>
            <pc:sldMk cId="3748067900" sldId="451"/>
            <ac:spMk id="19" creationId="{1C92F436-BBF6-2947-D8CF-0B23EB5B38DA}"/>
          </ac:spMkLst>
        </pc:spChg>
        <pc:spChg chg="add mod">
          <ac:chgData name="이강현" userId="b3e55247-d1b4-4ab0-9520-8f6f773020a8" providerId="ADAL" clId="{F7796707-755D-4269-914E-7DA718BA50EC}" dt="2025-01-23T08:12:12.031" v="639" actId="1076"/>
          <ac:spMkLst>
            <pc:docMk/>
            <pc:sldMk cId="3748067900" sldId="451"/>
            <ac:spMk id="20" creationId="{05A3C2FE-0BD8-1314-4E7A-57455EA28419}"/>
          </ac:spMkLst>
        </pc:spChg>
        <pc:spChg chg="add mod">
          <ac:chgData name="이강현" userId="b3e55247-d1b4-4ab0-9520-8f6f773020a8" providerId="ADAL" clId="{F7796707-755D-4269-914E-7DA718BA50EC}" dt="2025-01-23T08:12:14.537" v="640" actId="1076"/>
          <ac:spMkLst>
            <pc:docMk/>
            <pc:sldMk cId="3748067900" sldId="451"/>
            <ac:spMk id="21" creationId="{1D513D9B-CD9A-5BFF-0177-8BEA0861FAC6}"/>
          </ac:spMkLst>
        </pc:spChg>
        <pc:spChg chg="add mod">
          <ac:chgData name="이강현" userId="b3e55247-d1b4-4ab0-9520-8f6f773020a8" providerId="ADAL" clId="{F7796707-755D-4269-914E-7DA718BA50EC}" dt="2025-01-23T08:11:51.677" v="632" actId="1076"/>
          <ac:spMkLst>
            <pc:docMk/>
            <pc:sldMk cId="3748067900" sldId="451"/>
            <ac:spMk id="22" creationId="{C2B44197-54E5-CD26-66A9-65125F1591AE}"/>
          </ac:spMkLst>
        </pc:spChg>
        <pc:spChg chg="add mod">
          <ac:chgData name="이강현" userId="b3e55247-d1b4-4ab0-9520-8f6f773020a8" providerId="ADAL" clId="{F7796707-755D-4269-914E-7DA718BA50EC}" dt="2025-01-23T08:11:53.486" v="633" actId="1076"/>
          <ac:spMkLst>
            <pc:docMk/>
            <pc:sldMk cId="3748067900" sldId="451"/>
            <ac:spMk id="23" creationId="{6206C32A-96C4-BC39-5E9E-C44122F85267}"/>
          </ac:spMkLst>
        </pc:spChg>
        <pc:spChg chg="add mod">
          <ac:chgData name="이강현" userId="b3e55247-d1b4-4ab0-9520-8f6f773020a8" providerId="ADAL" clId="{F7796707-755D-4269-914E-7DA718BA50EC}" dt="2025-01-23T08:12:35.411" v="648" actId="1076"/>
          <ac:spMkLst>
            <pc:docMk/>
            <pc:sldMk cId="3748067900" sldId="451"/>
            <ac:spMk id="25" creationId="{BA84EDE6-3520-4EE1-91D3-A04FB8A8EEAE}"/>
          </ac:spMkLst>
        </pc:spChg>
        <pc:spChg chg="add mod">
          <ac:chgData name="이강현" userId="b3e55247-d1b4-4ab0-9520-8f6f773020a8" providerId="ADAL" clId="{F7796707-755D-4269-914E-7DA718BA50EC}" dt="2025-01-23T08:12:32.194" v="646" actId="1076"/>
          <ac:spMkLst>
            <pc:docMk/>
            <pc:sldMk cId="3748067900" sldId="451"/>
            <ac:spMk id="26" creationId="{DA2292C6-8720-114B-C230-4AEAF9A4F49A}"/>
          </ac:spMkLst>
        </pc:spChg>
        <pc:spChg chg="add mod">
          <ac:chgData name="이강현" userId="b3e55247-d1b4-4ab0-9520-8f6f773020a8" providerId="ADAL" clId="{F7796707-755D-4269-914E-7DA718BA50EC}" dt="2025-01-23T08:23:54.712" v="857" actId="20577"/>
          <ac:spMkLst>
            <pc:docMk/>
            <pc:sldMk cId="3748067900" sldId="451"/>
            <ac:spMk id="30" creationId="{97C4A1A1-0C91-8E21-F507-7D7242AB6600}"/>
          </ac:spMkLst>
        </pc:spChg>
        <pc:spChg chg="add mod">
          <ac:chgData name="이강현" userId="b3e55247-d1b4-4ab0-9520-8f6f773020a8" providerId="ADAL" clId="{F7796707-755D-4269-914E-7DA718BA50EC}" dt="2025-01-23T08:23:50.522" v="853" actId="20577"/>
          <ac:spMkLst>
            <pc:docMk/>
            <pc:sldMk cId="3748067900" sldId="451"/>
            <ac:spMk id="31" creationId="{3C930A55-9044-134F-EFA6-32032CD23259}"/>
          </ac:spMkLst>
        </pc:spChg>
        <pc:picChg chg="add mod ord">
          <ac:chgData name="이강현" userId="b3e55247-d1b4-4ab0-9520-8f6f773020a8" providerId="ADAL" clId="{F7796707-755D-4269-914E-7DA718BA50EC}" dt="2025-01-23T08:30:35.710" v="943" actId="167"/>
          <ac:picMkLst>
            <pc:docMk/>
            <pc:sldMk cId="3748067900" sldId="451"/>
            <ac:picMk id="2" creationId="{C5247537-ABAC-A599-CF95-890093E5FA13}"/>
          </ac:picMkLst>
        </pc:picChg>
        <pc:cxnChg chg="mod">
          <ac:chgData name="이강현" userId="b3e55247-d1b4-4ab0-9520-8f6f773020a8" providerId="ADAL" clId="{F7796707-755D-4269-914E-7DA718BA50EC}" dt="2025-01-23T08:11:57.424" v="635" actId="14100"/>
          <ac:cxnSpMkLst>
            <pc:docMk/>
            <pc:sldMk cId="3748067900" sldId="451"/>
            <ac:cxnSpMk id="24" creationId="{CFF093CD-3FAC-B3EF-2C42-09BDC46F51FE}"/>
          </ac:cxnSpMkLst>
        </pc:cxnChg>
      </pc:sldChg>
      <pc:sldChg chg="add del">
        <pc:chgData name="이강현" userId="b3e55247-d1b4-4ab0-9520-8f6f773020a8" providerId="ADAL" clId="{F7796707-755D-4269-914E-7DA718BA50EC}" dt="2025-01-23T05:30:18.415" v="8"/>
        <pc:sldMkLst>
          <pc:docMk/>
          <pc:sldMk cId="1081767422" sldId="452"/>
        </pc:sldMkLst>
      </pc:sldChg>
      <pc:sldChg chg="addSp delSp modSp add mod">
        <pc:chgData name="이강현" userId="b3e55247-d1b4-4ab0-9520-8f6f773020a8" providerId="ADAL" clId="{F7796707-755D-4269-914E-7DA718BA50EC}" dt="2025-01-23T08:51:44.894" v="1296"/>
        <pc:sldMkLst>
          <pc:docMk/>
          <pc:sldMk cId="2119637017" sldId="452"/>
        </pc:sldMkLst>
        <pc:spChg chg="add mod">
          <ac:chgData name="이강현" userId="b3e55247-d1b4-4ab0-9520-8f6f773020a8" providerId="ADAL" clId="{F7796707-755D-4269-914E-7DA718BA50EC}" dt="2025-01-23T05:30:49.830" v="18"/>
          <ac:spMkLst>
            <pc:docMk/>
            <pc:sldMk cId="2119637017" sldId="452"/>
            <ac:spMk id="3" creationId="{E47267AC-24EB-4B26-8379-8469DADD8B76}"/>
          </ac:spMkLst>
        </pc:spChg>
        <pc:spChg chg="add mod">
          <ac:chgData name="이강현" userId="b3e55247-d1b4-4ab0-9520-8f6f773020a8" providerId="ADAL" clId="{F7796707-755D-4269-914E-7DA718BA50EC}" dt="2025-01-23T08:15:40.751" v="693" actId="20577"/>
          <ac:spMkLst>
            <pc:docMk/>
            <pc:sldMk cId="2119637017" sldId="452"/>
            <ac:spMk id="26" creationId="{FAA2E77B-13B9-C54E-2020-7CD37B35DC1B}"/>
          </ac:spMkLst>
        </pc:spChg>
        <pc:spChg chg="add mod">
          <ac:chgData name="이강현" userId="b3e55247-d1b4-4ab0-9520-8f6f773020a8" providerId="ADAL" clId="{F7796707-755D-4269-914E-7DA718BA50EC}" dt="2025-01-23T08:15:16.555" v="691" actId="20577"/>
          <ac:spMkLst>
            <pc:docMk/>
            <pc:sldMk cId="2119637017" sldId="452"/>
            <ac:spMk id="27" creationId="{2B9C10D5-9160-F619-5276-3B01F228EBA3}"/>
          </ac:spMkLst>
        </pc:spChg>
        <pc:spChg chg="mod">
          <ac:chgData name="이강현" userId="b3e55247-d1b4-4ab0-9520-8f6f773020a8" providerId="ADAL" clId="{F7796707-755D-4269-914E-7DA718BA50EC}" dt="2025-01-23T08:15:12.778" v="687" actId="20577"/>
          <ac:spMkLst>
            <pc:docMk/>
            <pc:sldMk cId="2119637017" sldId="452"/>
            <ac:spMk id="29" creationId="{E80FDD41-3257-C5E7-AEEE-5CF3CAADA78D}"/>
          </ac:spMkLst>
        </pc:spChg>
        <pc:spChg chg="add mod">
          <ac:chgData name="이강현" userId="b3e55247-d1b4-4ab0-9520-8f6f773020a8" providerId="ADAL" clId="{F7796707-755D-4269-914E-7DA718BA50EC}" dt="2025-01-23T08:14:40.655" v="680"/>
          <ac:spMkLst>
            <pc:docMk/>
            <pc:sldMk cId="2119637017" sldId="452"/>
            <ac:spMk id="30" creationId="{7A3F0721-B7EA-FE3F-A7F8-82AF038617F6}"/>
          </ac:spMkLst>
        </pc:spChg>
        <pc:spChg chg="add mod">
          <ac:chgData name="이강현" userId="b3e55247-d1b4-4ab0-9520-8f6f773020a8" providerId="ADAL" clId="{F7796707-755D-4269-914E-7DA718BA50EC}" dt="2025-01-23T08:14:40.655" v="680"/>
          <ac:spMkLst>
            <pc:docMk/>
            <pc:sldMk cId="2119637017" sldId="452"/>
            <ac:spMk id="32" creationId="{4B65385E-9613-1256-D4C7-C5AFA22EFDB5}"/>
          </ac:spMkLst>
        </pc:spChg>
        <pc:spChg chg="add mod">
          <ac:chgData name="이강현" userId="b3e55247-d1b4-4ab0-9520-8f6f773020a8" providerId="ADAL" clId="{F7796707-755D-4269-914E-7DA718BA50EC}" dt="2025-01-23T08:14:40.655" v="680"/>
          <ac:spMkLst>
            <pc:docMk/>
            <pc:sldMk cId="2119637017" sldId="452"/>
            <ac:spMk id="33" creationId="{3F410EBE-92DD-66F4-71A4-CFF8D5CBA752}"/>
          </ac:spMkLst>
        </pc:spChg>
        <pc:spChg chg="add mod">
          <ac:chgData name="이강현" userId="b3e55247-d1b4-4ab0-9520-8f6f773020a8" providerId="ADAL" clId="{F7796707-755D-4269-914E-7DA718BA50EC}" dt="2025-01-23T08:14:40.655" v="680"/>
          <ac:spMkLst>
            <pc:docMk/>
            <pc:sldMk cId="2119637017" sldId="452"/>
            <ac:spMk id="35" creationId="{B7BFB9EE-E730-6370-72C7-50C1B576652B}"/>
          </ac:spMkLst>
        </pc:spChg>
        <pc:spChg chg="add mod">
          <ac:chgData name="이강현" userId="b3e55247-d1b4-4ab0-9520-8f6f773020a8" providerId="ADAL" clId="{F7796707-755D-4269-914E-7DA718BA50EC}" dt="2025-01-23T08:14:40.655" v="680"/>
          <ac:spMkLst>
            <pc:docMk/>
            <pc:sldMk cId="2119637017" sldId="452"/>
            <ac:spMk id="36" creationId="{62F2BA73-59CA-9C69-D9BF-E831DBB5AEA6}"/>
          </ac:spMkLst>
        </pc:spChg>
        <pc:spChg chg="add mod">
          <ac:chgData name="이강현" userId="b3e55247-d1b4-4ab0-9520-8f6f773020a8" providerId="ADAL" clId="{F7796707-755D-4269-914E-7DA718BA50EC}" dt="2025-01-23T08:14:40.655" v="680"/>
          <ac:spMkLst>
            <pc:docMk/>
            <pc:sldMk cId="2119637017" sldId="452"/>
            <ac:spMk id="39" creationId="{85393304-BB5A-AA20-4AA8-1B2B8EE67351}"/>
          </ac:spMkLst>
        </pc:spChg>
        <pc:spChg chg="add mod">
          <ac:chgData name="이강현" userId="b3e55247-d1b4-4ab0-9520-8f6f773020a8" providerId="ADAL" clId="{F7796707-755D-4269-914E-7DA718BA50EC}" dt="2025-01-23T08:14:40.655" v="680"/>
          <ac:spMkLst>
            <pc:docMk/>
            <pc:sldMk cId="2119637017" sldId="452"/>
            <ac:spMk id="43" creationId="{73C9B48E-CEB0-C259-1FD4-D2238350F75A}"/>
          </ac:spMkLst>
        </pc:spChg>
        <pc:spChg chg="add mod">
          <ac:chgData name="이강현" userId="b3e55247-d1b4-4ab0-9520-8f6f773020a8" providerId="ADAL" clId="{F7796707-755D-4269-914E-7DA718BA50EC}" dt="2025-01-23T08:14:40.655" v="680"/>
          <ac:spMkLst>
            <pc:docMk/>
            <pc:sldMk cId="2119637017" sldId="452"/>
            <ac:spMk id="44" creationId="{04048414-7293-40EF-10DC-D08CCE38F08F}"/>
          </ac:spMkLst>
        </pc:spChg>
        <pc:spChg chg="add mod">
          <ac:chgData name="이강현" userId="b3e55247-d1b4-4ab0-9520-8f6f773020a8" providerId="ADAL" clId="{F7796707-755D-4269-914E-7DA718BA50EC}" dt="2025-01-23T08:23:34.034" v="847" actId="20577"/>
          <ac:spMkLst>
            <pc:docMk/>
            <pc:sldMk cId="2119637017" sldId="452"/>
            <ac:spMk id="45" creationId="{F08B978C-C9CF-ACAB-B795-8C5F942EC222}"/>
          </ac:spMkLst>
        </pc:spChg>
        <pc:spChg chg="add mod">
          <ac:chgData name="이강현" userId="b3e55247-d1b4-4ab0-9520-8f6f773020a8" providerId="ADAL" clId="{F7796707-755D-4269-914E-7DA718BA50EC}" dt="2025-01-23T08:23:30.870" v="843" actId="20577"/>
          <ac:spMkLst>
            <pc:docMk/>
            <pc:sldMk cId="2119637017" sldId="452"/>
            <ac:spMk id="46" creationId="{19417A4A-B498-8198-54E1-A69E2E8583EE}"/>
          </ac:spMkLst>
        </pc:spChg>
        <pc:picChg chg="add mod">
          <ac:chgData name="이강현" userId="b3e55247-d1b4-4ab0-9520-8f6f773020a8" providerId="ADAL" clId="{F7796707-755D-4269-914E-7DA718BA50EC}" dt="2025-01-23T08:14:28.934" v="678"/>
          <ac:picMkLst>
            <pc:docMk/>
            <pc:sldMk cId="2119637017" sldId="452"/>
            <ac:picMk id="25" creationId="{1CC6565B-E6E9-D541-E277-4BA2C4F3B188}"/>
          </ac:picMkLst>
        </pc:picChg>
      </pc:sldChg>
      <pc:sldChg chg="addSp delSp modSp add mod">
        <pc:chgData name="이강현" userId="b3e55247-d1b4-4ab0-9520-8f6f773020a8" providerId="ADAL" clId="{F7796707-755D-4269-914E-7DA718BA50EC}" dt="2025-01-23T08:30:46.587" v="944" actId="478"/>
        <pc:sldMkLst>
          <pc:docMk/>
          <pc:sldMk cId="1500761525" sldId="453"/>
        </pc:sldMkLst>
        <pc:spChg chg="add mod">
          <ac:chgData name="이강현" userId="b3e55247-d1b4-4ab0-9520-8f6f773020a8" providerId="ADAL" clId="{F7796707-755D-4269-914E-7DA718BA50EC}" dt="2025-01-23T05:31:00.246" v="19"/>
          <ac:spMkLst>
            <pc:docMk/>
            <pc:sldMk cId="1500761525" sldId="453"/>
            <ac:spMk id="3" creationId="{2108CF39-FC7F-3AAC-7375-A27D49AD0461}"/>
          </ac:spMkLst>
        </pc:spChg>
        <pc:spChg chg="add mod">
          <ac:chgData name="이강현" userId="b3e55247-d1b4-4ab0-9520-8f6f773020a8" providerId="ADAL" clId="{F7796707-755D-4269-914E-7DA718BA50EC}" dt="2025-01-23T08:16:05.359" v="743" actId="20577"/>
          <ac:spMkLst>
            <pc:docMk/>
            <pc:sldMk cId="1500761525" sldId="453"/>
            <ac:spMk id="6" creationId="{AE5B4CA5-74F9-9AB8-C220-420D849F7DD9}"/>
          </ac:spMkLst>
        </pc:spChg>
        <pc:spChg chg="add mod">
          <ac:chgData name="이강현" userId="b3e55247-d1b4-4ab0-9520-8f6f773020a8" providerId="ADAL" clId="{F7796707-755D-4269-914E-7DA718BA50EC}" dt="2025-01-23T08:21:09.109" v="805" actId="20577"/>
          <ac:spMkLst>
            <pc:docMk/>
            <pc:sldMk cId="1500761525" sldId="453"/>
            <ac:spMk id="7" creationId="{FF09A08C-24CD-853F-9FFD-8AC19AC9F4FA}"/>
          </ac:spMkLst>
        </pc:spChg>
        <pc:spChg chg="mod">
          <ac:chgData name="이강현" userId="b3e55247-d1b4-4ab0-9520-8f6f773020a8" providerId="ADAL" clId="{F7796707-755D-4269-914E-7DA718BA50EC}" dt="2025-01-23T08:21:17.413" v="810" actId="1076"/>
          <ac:spMkLst>
            <pc:docMk/>
            <pc:sldMk cId="1500761525" sldId="453"/>
            <ac:spMk id="8" creationId="{C758DB5F-6DD8-5FFD-79D3-771507C30F47}"/>
          </ac:spMkLst>
        </pc:spChg>
        <pc:spChg chg="add mod">
          <ac:chgData name="이강현" userId="b3e55247-d1b4-4ab0-9520-8f6f773020a8" providerId="ADAL" clId="{F7796707-755D-4269-914E-7DA718BA50EC}" dt="2025-01-23T08:21:23.140" v="815" actId="20577"/>
          <ac:spMkLst>
            <pc:docMk/>
            <pc:sldMk cId="1500761525" sldId="453"/>
            <ac:spMk id="9" creationId="{F5F9D0AC-4F3E-1A5C-3DEA-B3DCFCA82C88}"/>
          </ac:spMkLst>
        </pc:spChg>
        <pc:spChg chg="add mod">
          <ac:chgData name="이강현" userId="b3e55247-d1b4-4ab0-9520-8f6f773020a8" providerId="ADAL" clId="{F7796707-755D-4269-914E-7DA718BA50EC}" dt="2025-01-23T08:21:02.667" v="800" actId="20577"/>
          <ac:spMkLst>
            <pc:docMk/>
            <pc:sldMk cId="1500761525" sldId="453"/>
            <ac:spMk id="10" creationId="{2B2799E7-5DA6-1A9F-722E-D8B7C7442D39}"/>
          </ac:spMkLst>
        </pc:spChg>
        <pc:spChg chg="add mod">
          <ac:chgData name="이강현" userId="b3e55247-d1b4-4ab0-9520-8f6f773020a8" providerId="ADAL" clId="{F7796707-755D-4269-914E-7DA718BA50EC}" dt="2025-01-23T08:21:36.480" v="822" actId="1036"/>
          <ac:spMkLst>
            <pc:docMk/>
            <pc:sldMk cId="1500761525" sldId="453"/>
            <ac:spMk id="11" creationId="{AF85DB4D-FB7F-8041-7056-7F1B635F3276}"/>
          </ac:spMkLst>
        </pc:spChg>
        <pc:spChg chg="mod">
          <ac:chgData name="이강현" userId="b3e55247-d1b4-4ab0-9520-8f6f773020a8" providerId="ADAL" clId="{F7796707-755D-4269-914E-7DA718BA50EC}" dt="2025-01-23T08:19:49.618" v="752" actId="1076"/>
          <ac:spMkLst>
            <pc:docMk/>
            <pc:sldMk cId="1500761525" sldId="453"/>
            <ac:spMk id="12" creationId="{39F73FEA-4200-BF46-130E-0AF3E07242B6}"/>
          </ac:spMkLst>
        </pc:spChg>
        <pc:spChg chg="add mod">
          <ac:chgData name="이강현" userId="b3e55247-d1b4-4ab0-9520-8f6f773020a8" providerId="ADAL" clId="{F7796707-755D-4269-914E-7DA718BA50EC}" dt="2025-01-23T08:19:52.243" v="753" actId="1076"/>
          <ac:spMkLst>
            <pc:docMk/>
            <pc:sldMk cId="1500761525" sldId="453"/>
            <ac:spMk id="13" creationId="{866BBFDE-B28A-DD1F-88B0-BB5AE188509B}"/>
          </ac:spMkLst>
        </pc:spChg>
        <pc:spChg chg="mod">
          <ac:chgData name="이강현" userId="b3e55247-d1b4-4ab0-9520-8f6f773020a8" providerId="ADAL" clId="{F7796707-755D-4269-914E-7DA718BA50EC}" dt="2025-01-23T08:19:54.587" v="754" actId="1076"/>
          <ac:spMkLst>
            <pc:docMk/>
            <pc:sldMk cId="1500761525" sldId="453"/>
            <ac:spMk id="14" creationId="{66375E18-476A-23EF-3C97-5D51F242CF33}"/>
          </ac:spMkLst>
        </pc:spChg>
        <pc:spChg chg="add mod">
          <ac:chgData name="이강현" userId="b3e55247-d1b4-4ab0-9520-8f6f773020a8" providerId="ADAL" clId="{F7796707-755D-4269-914E-7DA718BA50EC}" dt="2025-01-23T08:19:56.836" v="755" actId="1076"/>
          <ac:spMkLst>
            <pc:docMk/>
            <pc:sldMk cId="1500761525" sldId="453"/>
            <ac:spMk id="15" creationId="{210020EF-05DA-926E-5541-8C46CE00F611}"/>
          </ac:spMkLst>
        </pc:spChg>
        <pc:spChg chg="mod">
          <ac:chgData name="이강현" userId="b3e55247-d1b4-4ab0-9520-8f6f773020a8" providerId="ADAL" clId="{F7796707-755D-4269-914E-7DA718BA50EC}" dt="2025-01-23T08:20:00.496" v="756" actId="1076"/>
          <ac:spMkLst>
            <pc:docMk/>
            <pc:sldMk cId="1500761525" sldId="453"/>
            <ac:spMk id="16" creationId="{A9C8C48F-AC1D-2350-BF1D-45AADB397894}"/>
          </ac:spMkLst>
        </pc:spChg>
        <pc:spChg chg="add mod">
          <ac:chgData name="이강현" userId="b3e55247-d1b4-4ab0-9520-8f6f773020a8" providerId="ADAL" clId="{F7796707-755D-4269-914E-7DA718BA50EC}" dt="2025-01-23T08:20:09.902" v="758" actId="1076"/>
          <ac:spMkLst>
            <pc:docMk/>
            <pc:sldMk cId="1500761525" sldId="453"/>
            <ac:spMk id="19" creationId="{808E8FA9-65F1-D0DF-1FA2-3481223C6815}"/>
          </ac:spMkLst>
        </pc:spChg>
        <pc:spChg chg="mod">
          <ac:chgData name="이강현" userId="b3e55247-d1b4-4ab0-9520-8f6f773020a8" providerId="ADAL" clId="{F7796707-755D-4269-914E-7DA718BA50EC}" dt="2025-01-23T08:20:07.172" v="757" actId="1076"/>
          <ac:spMkLst>
            <pc:docMk/>
            <pc:sldMk cId="1500761525" sldId="453"/>
            <ac:spMk id="20" creationId="{EA49C0D4-C78B-F8EC-F390-2DEC59299639}"/>
          </ac:spMkLst>
        </pc:spChg>
        <pc:spChg chg="add mod">
          <ac:chgData name="이강현" userId="b3e55247-d1b4-4ab0-9520-8f6f773020a8" providerId="ADAL" clId="{F7796707-755D-4269-914E-7DA718BA50EC}" dt="2025-01-23T08:19:40.106" v="748" actId="1076"/>
          <ac:spMkLst>
            <pc:docMk/>
            <pc:sldMk cId="1500761525" sldId="453"/>
            <ac:spMk id="21" creationId="{2456DCB1-97D8-C1C3-2AE3-41E8B43F3708}"/>
          </ac:spMkLst>
        </pc:spChg>
        <pc:spChg chg="add mod">
          <ac:chgData name="이강현" userId="b3e55247-d1b4-4ab0-9520-8f6f773020a8" providerId="ADAL" clId="{F7796707-755D-4269-914E-7DA718BA50EC}" dt="2025-01-23T08:19:42.245" v="749" actId="1076"/>
          <ac:spMkLst>
            <pc:docMk/>
            <pc:sldMk cId="1500761525" sldId="453"/>
            <ac:spMk id="22" creationId="{8334D369-6F13-E8AA-6090-1DE3D5FDEFBE}"/>
          </ac:spMkLst>
        </pc:spChg>
        <pc:spChg chg="add mod">
          <ac:chgData name="이강현" userId="b3e55247-d1b4-4ab0-9520-8f6f773020a8" providerId="ADAL" clId="{F7796707-755D-4269-914E-7DA718BA50EC}" dt="2025-01-23T08:20:52.235" v="795" actId="1076"/>
          <ac:spMkLst>
            <pc:docMk/>
            <pc:sldMk cId="1500761525" sldId="453"/>
            <ac:spMk id="28" creationId="{63FE0118-FB1E-8A17-E7D5-88E762DA4496}"/>
          </ac:spMkLst>
        </pc:spChg>
        <pc:spChg chg="add mod">
          <ac:chgData name="이강현" userId="b3e55247-d1b4-4ab0-9520-8f6f773020a8" providerId="ADAL" clId="{F7796707-755D-4269-914E-7DA718BA50EC}" dt="2025-01-23T08:22:01.444" v="829" actId="1076"/>
          <ac:spMkLst>
            <pc:docMk/>
            <pc:sldMk cId="1500761525" sldId="453"/>
            <ac:spMk id="29" creationId="{8F3B7A78-BDDC-5DE6-2071-A369A514110D}"/>
          </ac:spMkLst>
        </pc:spChg>
        <pc:spChg chg="add mod">
          <ac:chgData name="이강현" userId="b3e55247-d1b4-4ab0-9520-8f6f773020a8" providerId="ADAL" clId="{F7796707-755D-4269-914E-7DA718BA50EC}" dt="2025-01-23T08:22:34.210" v="837" actId="1076"/>
          <ac:spMkLst>
            <pc:docMk/>
            <pc:sldMk cId="1500761525" sldId="453"/>
            <ac:spMk id="30" creationId="{D9274C38-6064-669C-8938-D96C6A282E97}"/>
          </ac:spMkLst>
        </pc:spChg>
        <pc:picChg chg="add mod">
          <ac:chgData name="이강현" userId="b3e55247-d1b4-4ab0-9520-8f6f773020a8" providerId="ADAL" clId="{F7796707-755D-4269-914E-7DA718BA50EC}" dt="2025-01-23T05:31:00.246" v="19"/>
          <ac:picMkLst>
            <pc:docMk/>
            <pc:sldMk cId="1500761525" sldId="453"/>
            <ac:picMk id="2" creationId="{AD423D6C-4CB1-8454-D866-F1E2C3ED8CF8}"/>
          </ac:picMkLst>
        </pc:picChg>
        <pc:cxnChg chg="mod">
          <ac:chgData name="이강현" userId="b3e55247-d1b4-4ab0-9520-8f6f773020a8" providerId="ADAL" clId="{F7796707-755D-4269-914E-7DA718BA50EC}" dt="2025-01-23T08:19:46.936" v="751" actId="14100"/>
          <ac:cxnSpMkLst>
            <pc:docMk/>
            <pc:sldMk cId="1500761525" sldId="453"/>
            <ac:cxnSpMk id="23" creationId="{5FA32EEF-22D0-FAB6-463B-B2DF09EB19BA}"/>
          </ac:cxnSpMkLst>
        </pc:cxnChg>
      </pc:sldChg>
      <pc:sldChg chg="add del">
        <pc:chgData name="이강현" userId="b3e55247-d1b4-4ab0-9520-8f6f773020a8" providerId="ADAL" clId="{F7796707-755D-4269-914E-7DA718BA50EC}" dt="2025-01-23T05:30:18.161" v="7"/>
        <pc:sldMkLst>
          <pc:docMk/>
          <pc:sldMk cId="2013496060" sldId="453"/>
        </pc:sldMkLst>
      </pc:sldChg>
      <pc:sldChg chg="addSp delSp modSp add mod">
        <pc:chgData name="이강현" userId="b3e55247-d1b4-4ab0-9520-8f6f773020a8" providerId="ADAL" clId="{F7796707-755D-4269-914E-7DA718BA50EC}" dt="2025-01-23T08:34:56.311" v="1051" actId="14100"/>
        <pc:sldMkLst>
          <pc:docMk/>
          <pc:sldMk cId="3417273653" sldId="454"/>
        </pc:sldMkLst>
        <pc:spChg chg="add mod">
          <ac:chgData name="이강현" userId="b3e55247-d1b4-4ab0-9520-8f6f773020a8" providerId="ADAL" clId="{F7796707-755D-4269-914E-7DA718BA50EC}" dt="2025-01-23T05:31:09.692" v="20"/>
          <ac:spMkLst>
            <pc:docMk/>
            <pc:sldMk cId="3417273653" sldId="454"/>
            <ac:spMk id="3" creationId="{3FF7EB85-51F6-10A7-8523-2FE14F860084}"/>
          </ac:spMkLst>
        </pc:spChg>
        <pc:spChg chg="add mod">
          <ac:chgData name="이강현" userId="b3e55247-d1b4-4ab0-9520-8f6f773020a8" providerId="ADAL" clId="{F7796707-755D-4269-914E-7DA718BA50EC}" dt="2025-01-23T08:31:33.387" v="986" actId="20577"/>
          <ac:spMkLst>
            <pc:docMk/>
            <pc:sldMk cId="3417273653" sldId="454"/>
            <ac:spMk id="4" creationId="{B0CEA2DD-B47D-F07B-68BB-9E15A5C9CAE9}"/>
          </ac:spMkLst>
        </pc:spChg>
        <pc:spChg chg="mod">
          <ac:chgData name="이강현" userId="b3e55247-d1b4-4ab0-9520-8f6f773020a8" providerId="ADAL" clId="{F7796707-755D-4269-914E-7DA718BA50EC}" dt="2025-01-23T08:33:18.291" v="1012"/>
          <ac:spMkLst>
            <pc:docMk/>
            <pc:sldMk cId="3417273653" sldId="454"/>
            <ac:spMk id="5" creationId="{DD60CBE7-4C0E-B414-1965-FF95AE97C817}"/>
          </ac:spMkLst>
        </pc:spChg>
        <pc:spChg chg="mod">
          <ac:chgData name="이강현" userId="b3e55247-d1b4-4ab0-9520-8f6f773020a8" providerId="ADAL" clId="{F7796707-755D-4269-914E-7DA718BA50EC}" dt="2025-01-23T08:33:32.544" v="1024"/>
          <ac:spMkLst>
            <pc:docMk/>
            <pc:sldMk cId="3417273653" sldId="454"/>
            <ac:spMk id="6" creationId="{8C581510-CC28-D784-4773-C8A63C5D8095}"/>
          </ac:spMkLst>
        </pc:spChg>
        <pc:spChg chg="mod">
          <ac:chgData name="이강현" userId="b3e55247-d1b4-4ab0-9520-8f6f773020a8" providerId="ADAL" clId="{F7796707-755D-4269-914E-7DA718BA50EC}" dt="2025-01-23T08:33:13.913" v="1006"/>
          <ac:spMkLst>
            <pc:docMk/>
            <pc:sldMk cId="3417273653" sldId="454"/>
            <ac:spMk id="7" creationId="{5C92ACA8-20E7-CCE1-C0B5-AFFEC379631F}"/>
          </ac:spMkLst>
        </pc:spChg>
        <pc:spChg chg="add mod">
          <ac:chgData name="이강현" userId="b3e55247-d1b4-4ab0-9520-8f6f773020a8" providerId="ADAL" clId="{F7796707-755D-4269-914E-7DA718BA50EC}" dt="2025-01-23T08:33:22.571" v="1018"/>
          <ac:spMkLst>
            <pc:docMk/>
            <pc:sldMk cId="3417273653" sldId="454"/>
            <ac:spMk id="8" creationId="{011059EA-9188-6831-2ECB-5535CA55C84C}"/>
          </ac:spMkLst>
        </pc:spChg>
        <pc:spChg chg="mod">
          <ac:chgData name="이강현" userId="b3e55247-d1b4-4ab0-9520-8f6f773020a8" providerId="ADAL" clId="{F7796707-755D-4269-914E-7DA718BA50EC}" dt="2025-01-23T08:32:47.959" v="992" actId="1076"/>
          <ac:spMkLst>
            <pc:docMk/>
            <pc:sldMk cId="3417273653" sldId="454"/>
            <ac:spMk id="9" creationId="{B258FFB0-613E-F1A8-3EA3-7B4A52B9C55E}"/>
          </ac:spMkLst>
        </pc:spChg>
        <pc:spChg chg="add mod">
          <ac:chgData name="이강현" userId="b3e55247-d1b4-4ab0-9520-8f6f773020a8" providerId="ADAL" clId="{F7796707-755D-4269-914E-7DA718BA50EC}" dt="2025-01-23T08:32:50.252" v="994" actId="1076"/>
          <ac:spMkLst>
            <pc:docMk/>
            <pc:sldMk cId="3417273653" sldId="454"/>
            <ac:spMk id="10" creationId="{D723A068-12B7-F9EB-D192-CACBFD9BF483}"/>
          </ac:spMkLst>
        </pc:spChg>
        <pc:spChg chg="mod">
          <ac:chgData name="이강현" userId="b3e55247-d1b4-4ab0-9520-8f6f773020a8" providerId="ADAL" clId="{F7796707-755D-4269-914E-7DA718BA50EC}" dt="2025-01-23T08:33:00.434" v="999" actId="1076"/>
          <ac:spMkLst>
            <pc:docMk/>
            <pc:sldMk cId="3417273653" sldId="454"/>
            <ac:spMk id="11" creationId="{8F901F92-B656-D099-629D-41E47D341223}"/>
          </ac:spMkLst>
        </pc:spChg>
        <pc:spChg chg="add mod">
          <ac:chgData name="이강현" userId="b3e55247-d1b4-4ab0-9520-8f6f773020a8" providerId="ADAL" clId="{F7796707-755D-4269-914E-7DA718BA50EC}" dt="2025-01-23T08:32:58.245" v="998" actId="1076"/>
          <ac:spMkLst>
            <pc:docMk/>
            <pc:sldMk cId="3417273653" sldId="454"/>
            <ac:spMk id="12" creationId="{A4516408-420E-99B0-7C00-C963060552D3}"/>
          </ac:spMkLst>
        </pc:spChg>
        <pc:spChg chg="mod">
          <ac:chgData name="이강현" userId="b3e55247-d1b4-4ab0-9520-8f6f773020a8" providerId="ADAL" clId="{F7796707-755D-4269-914E-7DA718BA50EC}" dt="2025-01-23T08:33:06.794" v="1000" actId="1076"/>
          <ac:spMkLst>
            <pc:docMk/>
            <pc:sldMk cId="3417273653" sldId="454"/>
            <ac:spMk id="13" creationId="{4BE447C9-3D50-B1E7-4F97-59DD6B61DCD5}"/>
          </ac:spMkLst>
        </pc:spChg>
        <pc:spChg chg="mod">
          <ac:chgData name="이강현" userId="b3e55247-d1b4-4ab0-9520-8f6f773020a8" providerId="ADAL" clId="{F7796707-755D-4269-914E-7DA718BA50EC}" dt="2025-01-23T08:32:52.784" v="995" actId="1076"/>
          <ac:spMkLst>
            <pc:docMk/>
            <pc:sldMk cId="3417273653" sldId="454"/>
            <ac:spMk id="14" creationId="{5632E1EE-F8DB-8754-545C-F29CF9383109}"/>
          </ac:spMkLst>
        </pc:spChg>
        <pc:spChg chg="mod">
          <ac:chgData name="이강현" userId="b3e55247-d1b4-4ab0-9520-8f6f773020a8" providerId="ADAL" clId="{F7796707-755D-4269-914E-7DA718BA50EC}" dt="2025-01-23T08:31:41.269" v="988" actId="1076"/>
          <ac:spMkLst>
            <pc:docMk/>
            <pc:sldMk cId="3417273653" sldId="454"/>
            <ac:spMk id="15" creationId="{2E01452C-3D78-0E2F-5AD8-FA0036A17310}"/>
          </ac:spMkLst>
        </pc:spChg>
        <pc:spChg chg="add mod">
          <ac:chgData name="이강현" userId="b3e55247-d1b4-4ab0-9520-8f6f773020a8" providerId="ADAL" clId="{F7796707-755D-4269-914E-7DA718BA50EC}" dt="2025-01-23T08:30:05.609" v="941"/>
          <ac:spMkLst>
            <pc:docMk/>
            <pc:sldMk cId="3417273653" sldId="454"/>
            <ac:spMk id="18" creationId="{E57209BA-EC29-9299-93C4-DDA27602E2BE}"/>
          </ac:spMkLst>
        </pc:spChg>
        <pc:spChg chg="mod">
          <ac:chgData name="이강현" userId="b3e55247-d1b4-4ab0-9520-8f6f773020a8" providerId="ADAL" clId="{F7796707-755D-4269-914E-7DA718BA50EC}" dt="2025-01-23T08:34:49.936" v="1049" actId="1076"/>
          <ac:spMkLst>
            <pc:docMk/>
            <pc:sldMk cId="3417273653" sldId="454"/>
            <ac:spMk id="19" creationId="{E54B7E2D-8161-B3EB-7B76-D182D22B07E1}"/>
          </ac:spMkLst>
        </pc:spChg>
        <pc:spChg chg="add mod">
          <ac:chgData name="이강현" userId="b3e55247-d1b4-4ab0-9520-8f6f773020a8" providerId="ADAL" clId="{F7796707-755D-4269-914E-7DA718BA50EC}" dt="2025-01-23T08:33:51.886" v="1038" actId="1076"/>
          <ac:spMkLst>
            <pc:docMk/>
            <pc:sldMk cId="3417273653" sldId="454"/>
            <ac:spMk id="22" creationId="{3B479742-C721-609A-F405-DBC42C423378}"/>
          </ac:spMkLst>
        </pc:spChg>
        <pc:spChg chg="mod">
          <ac:chgData name="이강현" userId="b3e55247-d1b4-4ab0-9520-8f6f773020a8" providerId="ADAL" clId="{F7796707-755D-4269-914E-7DA718BA50EC}" dt="2025-01-23T08:33:44.471" v="1036"/>
          <ac:spMkLst>
            <pc:docMk/>
            <pc:sldMk cId="3417273653" sldId="454"/>
            <ac:spMk id="23" creationId="{DB79BE2A-FD27-808F-9322-E6E71077F039}"/>
          </ac:spMkLst>
        </pc:spChg>
        <pc:spChg chg="add mod">
          <ac:chgData name="이강현" userId="b3e55247-d1b4-4ab0-9520-8f6f773020a8" providerId="ADAL" clId="{F7796707-755D-4269-914E-7DA718BA50EC}" dt="2025-01-23T08:33:39.732" v="1030"/>
          <ac:spMkLst>
            <pc:docMk/>
            <pc:sldMk cId="3417273653" sldId="454"/>
            <ac:spMk id="24" creationId="{791AB350-AFB5-B933-17C6-9EF694E2C489}"/>
          </ac:spMkLst>
        </pc:spChg>
        <pc:spChg chg="add mod">
          <ac:chgData name="이강현" userId="b3e55247-d1b4-4ab0-9520-8f6f773020a8" providerId="ADAL" clId="{F7796707-755D-4269-914E-7DA718BA50EC}" dt="2025-01-23T08:34:00.223" v="1043" actId="1076"/>
          <ac:spMkLst>
            <pc:docMk/>
            <pc:sldMk cId="3417273653" sldId="454"/>
            <ac:spMk id="26" creationId="{081D1C03-5B0F-CE67-C496-CE51F4E6F449}"/>
          </ac:spMkLst>
        </pc:spChg>
        <pc:spChg chg="add mod">
          <ac:chgData name="이강현" userId="b3e55247-d1b4-4ab0-9520-8f6f773020a8" providerId="ADAL" clId="{F7796707-755D-4269-914E-7DA718BA50EC}" dt="2025-01-23T08:34:01.824" v="1044" actId="1076"/>
          <ac:spMkLst>
            <pc:docMk/>
            <pc:sldMk cId="3417273653" sldId="454"/>
            <ac:spMk id="27" creationId="{61533621-7E21-0285-4FE4-F6800B1D07AD}"/>
          </ac:spMkLst>
        </pc:spChg>
        <pc:spChg chg="add mod">
          <ac:chgData name="이강현" userId="b3e55247-d1b4-4ab0-9520-8f6f773020a8" providerId="ADAL" clId="{F7796707-755D-4269-914E-7DA718BA50EC}" dt="2025-01-23T08:34:44.462" v="1047" actId="1076"/>
          <ac:spMkLst>
            <pc:docMk/>
            <pc:sldMk cId="3417273653" sldId="454"/>
            <ac:spMk id="28" creationId="{17651F1D-8B9B-988B-C696-CEF5E1459F55}"/>
          </ac:spMkLst>
        </pc:spChg>
        <pc:picChg chg="add mod ord">
          <ac:chgData name="이강현" userId="b3e55247-d1b4-4ab0-9520-8f6f773020a8" providerId="ADAL" clId="{F7796707-755D-4269-914E-7DA718BA50EC}" dt="2025-01-23T08:31:35.722" v="987" actId="167"/>
          <ac:picMkLst>
            <pc:docMk/>
            <pc:sldMk cId="3417273653" sldId="454"/>
            <ac:picMk id="25" creationId="{18D5F59B-7C2F-E0F0-E2FA-1A67C983753D}"/>
          </ac:picMkLst>
        </pc:picChg>
        <pc:cxnChg chg="mod">
          <ac:chgData name="이강현" userId="b3e55247-d1b4-4ab0-9520-8f6f773020a8" providerId="ADAL" clId="{F7796707-755D-4269-914E-7DA718BA50EC}" dt="2025-01-23T08:34:56.311" v="1051" actId="14100"/>
          <ac:cxnSpMkLst>
            <pc:docMk/>
            <pc:sldMk cId="3417273653" sldId="454"/>
            <ac:cxnSpMk id="20" creationId="{315ADF90-CBA5-E906-3506-DC9ED1C2E175}"/>
          </ac:cxnSpMkLst>
        </pc:cxnChg>
      </pc:sldChg>
      <pc:sldChg chg="addSp delSp modSp add mod">
        <pc:chgData name="이강현" userId="b3e55247-d1b4-4ab0-9520-8f6f773020a8" providerId="ADAL" clId="{F7796707-755D-4269-914E-7DA718BA50EC}" dt="2025-01-23T08:42:19.967" v="1263" actId="1076"/>
        <pc:sldMkLst>
          <pc:docMk/>
          <pc:sldMk cId="3716150444" sldId="455"/>
        </pc:sldMkLst>
        <pc:spChg chg="add mod">
          <ac:chgData name="이강현" userId="b3e55247-d1b4-4ab0-9520-8f6f773020a8" providerId="ADAL" clId="{F7796707-755D-4269-914E-7DA718BA50EC}" dt="2025-01-23T05:31:18.033" v="21"/>
          <ac:spMkLst>
            <pc:docMk/>
            <pc:sldMk cId="3716150444" sldId="455"/>
            <ac:spMk id="3" creationId="{89E5960D-08D6-3A5B-CAD0-CF0695278307}"/>
          </ac:spMkLst>
        </pc:spChg>
        <pc:spChg chg="mod">
          <ac:chgData name="이강현" userId="b3e55247-d1b4-4ab0-9520-8f6f773020a8" providerId="ADAL" clId="{F7796707-755D-4269-914E-7DA718BA50EC}" dt="2025-01-23T08:35:27.590" v="1086"/>
          <ac:spMkLst>
            <pc:docMk/>
            <pc:sldMk cId="3716150444" sldId="455"/>
            <ac:spMk id="4" creationId="{C523B5E4-E423-4F7C-D389-94197020A34F}"/>
          </ac:spMkLst>
        </pc:spChg>
        <pc:spChg chg="mod">
          <ac:chgData name="이강현" userId="b3e55247-d1b4-4ab0-9520-8f6f773020a8" providerId="ADAL" clId="{F7796707-755D-4269-914E-7DA718BA50EC}" dt="2025-01-23T08:38:51.573" v="1180" actId="1076"/>
          <ac:spMkLst>
            <pc:docMk/>
            <pc:sldMk cId="3716150444" sldId="455"/>
            <ac:spMk id="5" creationId="{0B94B5E2-7E34-7610-89F0-586340BEF00D}"/>
          </ac:spMkLst>
        </pc:spChg>
        <pc:spChg chg="mod">
          <ac:chgData name="이강현" userId="b3e55247-d1b4-4ab0-9520-8f6f773020a8" providerId="ADAL" clId="{F7796707-755D-4269-914E-7DA718BA50EC}" dt="2025-01-23T08:37:06.735" v="1150"/>
          <ac:spMkLst>
            <pc:docMk/>
            <pc:sldMk cId="3716150444" sldId="455"/>
            <ac:spMk id="6" creationId="{43B8ADB5-C22B-F3A6-1AB9-EA958716C2BA}"/>
          </ac:spMkLst>
        </pc:spChg>
        <pc:spChg chg="add mod">
          <ac:chgData name="이강현" userId="b3e55247-d1b4-4ab0-9520-8f6f773020a8" providerId="ADAL" clId="{F7796707-755D-4269-914E-7DA718BA50EC}" dt="2025-01-23T08:37:59.781" v="1179" actId="1076"/>
          <ac:spMkLst>
            <pc:docMk/>
            <pc:sldMk cId="3716150444" sldId="455"/>
            <ac:spMk id="7" creationId="{6091B522-9AD2-4F9B-B1B5-6C135503FEC3}"/>
          </ac:spMkLst>
        </pc:spChg>
        <pc:spChg chg="add mod">
          <ac:chgData name="이강현" userId="b3e55247-d1b4-4ab0-9520-8f6f773020a8" providerId="ADAL" clId="{F7796707-755D-4269-914E-7DA718BA50EC}" dt="2025-01-23T08:37:00.504" v="1144"/>
          <ac:spMkLst>
            <pc:docMk/>
            <pc:sldMk cId="3716150444" sldId="455"/>
            <ac:spMk id="8" creationId="{9A31B02A-423B-B6B5-98B9-8DFCB849B41C}"/>
          </ac:spMkLst>
        </pc:spChg>
        <pc:spChg chg="mod">
          <ac:chgData name="이강현" userId="b3e55247-d1b4-4ab0-9520-8f6f773020a8" providerId="ADAL" clId="{F7796707-755D-4269-914E-7DA718BA50EC}" dt="2025-01-23T08:36:12.288" v="1110" actId="1035"/>
          <ac:spMkLst>
            <pc:docMk/>
            <pc:sldMk cId="3716150444" sldId="455"/>
            <ac:spMk id="9" creationId="{349F29B9-DDD7-FE54-8AD7-FF34A3900440}"/>
          </ac:spMkLst>
        </pc:spChg>
        <pc:spChg chg="mod">
          <ac:chgData name="이강현" userId="b3e55247-d1b4-4ab0-9520-8f6f773020a8" providerId="ADAL" clId="{F7796707-755D-4269-914E-7DA718BA50EC}" dt="2025-01-23T08:36:04.926" v="1101" actId="14100"/>
          <ac:spMkLst>
            <pc:docMk/>
            <pc:sldMk cId="3716150444" sldId="455"/>
            <ac:spMk id="10" creationId="{70D9B935-B7C9-D4A7-D30B-76D1B617DA84}"/>
          </ac:spMkLst>
        </pc:spChg>
        <pc:spChg chg="add mod">
          <ac:chgData name="이강현" userId="b3e55247-d1b4-4ab0-9520-8f6f773020a8" providerId="ADAL" clId="{F7796707-755D-4269-914E-7DA718BA50EC}" dt="2025-01-23T08:35:55.503" v="1096" actId="1076"/>
          <ac:spMkLst>
            <pc:docMk/>
            <pc:sldMk cId="3716150444" sldId="455"/>
            <ac:spMk id="11" creationId="{285152D4-91E2-B966-DF8F-DF3EF9E122B3}"/>
          </ac:spMkLst>
        </pc:spChg>
        <pc:spChg chg="mod">
          <ac:chgData name="이강현" userId="b3e55247-d1b4-4ab0-9520-8f6f773020a8" providerId="ADAL" clId="{F7796707-755D-4269-914E-7DA718BA50EC}" dt="2025-01-23T08:36:15.013" v="1113" actId="1038"/>
          <ac:spMkLst>
            <pc:docMk/>
            <pc:sldMk cId="3716150444" sldId="455"/>
            <ac:spMk id="12" creationId="{A1DA3704-01B0-5675-5980-59A401675EAC}"/>
          </ac:spMkLst>
        </pc:spChg>
        <pc:spChg chg="add mod">
          <ac:chgData name="이강현" userId="b3e55247-d1b4-4ab0-9520-8f6f773020a8" providerId="ADAL" clId="{F7796707-755D-4269-914E-7DA718BA50EC}" dt="2025-01-23T08:36:02.062" v="1098" actId="1076"/>
          <ac:spMkLst>
            <pc:docMk/>
            <pc:sldMk cId="3716150444" sldId="455"/>
            <ac:spMk id="14" creationId="{15C841C5-EF49-F2BC-FAF7-A4EF0AC96C1B}"/>
          </ac:spMkLst>
        </pc:spChg>
        <pc:spChg chg="mod">
          <ac:chgData name="이강현" userId="b3e55247-d1b4-4ab0-9520-8f6f773020a8" providerId="ADAL" clId="{F7796707-755D-4269-914E-7DA718BA50EC}" dt="2025-01-23T08:37:41.809" v="1165" actId="1076"/>
          <ac:spMkLst>
            <pc:docMk/>
            <pc:sldMk cId="3716150444" sldId="455"/>
            <ac:spMk id="15" creationId="{0F29424F-F646-50C5-B5C7-A55387D151B1}"/>
          </ac:spMkLst>
        </pc:spChg>
        <pc:spChg chg="add mod">
          <ac:chgData name="이강현" userId="b3e55247-d1b4-4ab0-9520-8f6f773020a8" providerId="ADAL" clId="{F7796707-755D-4269-914E-7DA718BA50EC}" dt="2025-01-23T08:37:39.228" v="1164" actId="1076"/>
          <ac:spMkLst>
            <pc:docMk/>
            <pc:sldMk cId="3716150444" sldId="455"/>
            <ac:spMk id="17" creationId="{D7BE9354-407B-5EEF-3AFA-314490C92098}"/>
          </ac:spMkLst>
        </pc:spChg>
        <pc:spChg chg="add mod">
          <ac:chgData name="이강현" userId="b3e55247-d1b4-4ab0-9520-8f6f773020a8" providerId="ADAL" clId="{F7796707-755D-4269-914E-7DA718BA50EC}" dt="2025-01-23T08:36:17.366" v="1114" actId="1076"/>
          <ac:spMkLst>
            <pc:docMk/>
            <pc:sldMk cId="3716150444" sldId="455"/>
            <ac:spMk id="18" creationId="{AAC18B74-1812-BAD5-BF73-FD8D6E0ABA43}"/>
          </ac:spMkLst>
        </pc:spChg>
        <pc:spChg chg="mod">
          <ac:chgData name="이강현" userId="b3e55247-d1b4-4ab0-9520-8f6f773020a8" providerId="ADAL" clId="{F7796707-755D-4269-914E-7DA718BA50EC}" dt="2025-01-23T08:35:50.110" v="1095" actId="1076"/>
          <ac:spMkLst>
            <pc:docMk/>
            <pc:sldMk cId="3716150444" sldId="455"/>
            <ac:spMk id="19" creationId="{EEAC8D27-5F80-3DAA-6AB2-6A4573A17168}"/>
          </ac:spMkLst>
        </pc:spChg>
        <pc:spChg chg="add mod">
          <ac:chgData name="이강현" userId="b3e55247-d1b4-4ab0-9520-8f6f773020a8" providerId="ADAL" clId="{F7796707-755D-4269-914E-7DA718BA50EC}" dt="2025-01-23T08:37:17.392" v="1156" actId="1076"/>
          <ac:spMkLst>
            <pc:docMk/>
            <pc:sldMk cId="3716150444" sldId="455"/>
            <ac:spMk id="22" creationId="{B767C8D5-ECC8-180A-6509-5C485BA34873}"/>
          </ac:spMkLst>
        </pc:spChg>
        <pc:spChg chg="mod">
          <ac:chgData name="이강현" userId="b3e55247-d1b4-4ab0-9520-8f6f773020a8" providerId="ADAL" clId="{F7796707-755D-4269-914E-7DA718BA50EC}" dt="2025-01-23T08:37:13.571" v="1154" actId="1076"/>
          <ac:spMkLst>
            <pc:docMk/>
            <pc:sldMk cId="3716150444" sldId="455"/>
            <ac:spMk id="23" creationId="{969C330B-CF10-CB38-D150-B6BB1537ED14}"/>
          </ac:spMkLst>
        </pc:spChg>
        <pc:spChg chg="mod">
          <ac:chgData name="이강현" userId="b3e55247-d1b4-4ab0-9520-8f6f773020a8" providerId="ADAL" clId="{F7796707-755D-4269-914E-7DA718BA50EC}" dt="2025-01-23T08:36:47.276" v="1128" actId="6549"/>
          <ac:spMkLst>
            <pc:docMk/>
            <pc:sldMk cId="3716150444" sldId="455"/>
            <ac:spMk id="24" creationId="{9E481C39-527E-7287-4B7B-D8EA2A4B95E0}"/>
          </ac:spMkLst>
        </pc:spChg>
        <pc:spChg chg="add mod">
          <ac:chgData name="이강현" userId="b3e55247-d1b4-4ab0-9520-8f6f773020a8" providerId="ADAL" clId="{F7796707-755D-4269-914E-7DA718BA50EC}" dt="2025-01-23T08:37:23.491" v="1158" actId="1076"/>
          <ac:spMkLst>
            <pc:docMk/>
            <pc:sldMk cId="3716150444" sldId="455"/>
            <ac:spMk id="26" creationId="{92E0E16D-0AF9-1B19-6315-8268EF14A719}"/>
          </ac:spMkLst>
        </pc:spChg>
        <pc:spChg chg="add mod">
          <ac:chgData name="이강현" userId="b3e55247-d1b4-4ab0-9520-8f6f773020a8" providerId="ADAL" clId="{F7796707-755D-4269-914E-7DA718BA50EC}" dt="2025-01-23T08:37:26.438" v="1160" actId="1076"/>
          <ac:spMkLst>
            <pc:docMk/>
            <pc:sldMk cId="3716150444" sldId="455"/>
            <ac:spMk id="27" creationId="{64BD2E61-322D-2669-DC00-F695FA57B8CD}"/>
          </ac:spMkLst>
        </pc:spChg>
        <pc:spChg chg="add mod">
          <ac:chgData name="이강현" userId="b3e55247-d1b4-4ab0-9520-8f6f773020a8" providerId="ADAL" clId="{F7796707-755D-4269-914E-7DA718BA50EC}" dt="2025-01-23T08:42:19.967" v="1263" actId="1076"/>
          <ac:spMkLst>
            <pc:docMk/>
            <pc:sldMk cId="3716150444" sldId="455"/>
            <ac:spMk id="28" creationId="{FB177D46-A1C6-F062-B631-235EBD9E9621}"/>
          </ac:spMkLst>
        </pc:spChg>
        <pc:picChg chg="add mod">
          <ac:chgData name="이강현" userId="b3e55247-d1b4-4ab0-9520-8f6f773020a8" providerId="ADAL" clId="{F7796707-755D-4269-914E-7DA718BA50EC}" dt="2025-01-23T05:31:18.033" v="21"/>
          <ac:picMkLst>
            <pc:docMk/>
            <pc:sldMk cId="3716150444" sldId="455"/>
            <ac:picMk id="2" creationId="{80AF1EBF-A68F-789D-E814-8FC189EAD883}"/>
          </ac:picMkLst>
        </pc:picChg>
        <pc:cxnChg chg="mod">
          <ac:chgData name="이강현" userId="b3e55247-d1b4-4ab0-9520-8f6f773020a8" providerId="ADAL" clId="{F7796707-755D-4269-914E-7DA718BA50EC}" dt="2025-01-23T08:36:19.578" v="1115" actId="14100"/>
          <ac:cxnSpMkLst>
            <pc:docMk/>
            <pc:sldMk cId="3716150444" sldId="455"/>
            <ac:cxnSpMk id="20" creationId="{D75E95DF-987F-27BE-0637-E45B072E2429}"/>
          </ac:cxnSpMkLst>
        </pc:cxnChg>
      </pc:sldChg>
      <pc:sldChg chg="addSp delSp modSp add mod">
        <pc:chgData name="이강현" userId="b3e55247-d1b4-4ab0-9520-8f6f773020a8" providerId="ADAL" clId="{F7796707-755D-4269-914E-7DA718BA50EC}" dt="2025-01-23T08:45:37.010" v="1267" actId="1076"/>
        <pc:sldMkLst>
          <pc:docMk/>
          <pc:sldMk cId="1377390016" sldId="456"/>
        </pc:sldMkLst>
        <pc:spChg chg="add mod">
          <ac:chgData name="이강현" userId="b3e55247-d1b4-4ab0-9520-8f6f773020a8" providerId="ADAL" clId="{F7796707-755D-4269-914E-7DA718BA50EC}" dt="2025-01-23T05:31:31.034" v="22"/>
          <ac:spMkLst>
            <pc:docMk/>
            <pc:sldMk cId="1377390016" sldId="456"/>
            <ac:spMk id="3" creationId="{D9F66F69-1B1B-62D3-9FF2-41E6DE3301B9}"/>
          </ac:spMkLst>
        </pc:spChg>
        <pc:spChg chg="mod">
          <ac:chgData name="이강현" userId="b3e55247-d1b4-4ab0-9520-8f6f773020a8" providerId="ADAL" clId="{F7796707-755D-4269-914E-7DA718BA50EC}" dt="2025-01-23T08:40:18.656" v="1197" actId="1076"/>
          <ac:spMkLst>
            <pc:docMk/>
            <pc:sldMk cId="1377390016" sldId="456"/>
            <ac:spMk id="6" creationId="{5886D85E-9C3D-F4DD-33FD-64B8724C096D}"/>
          </ac:spMkLst>
        </pc:spChg>
        <pc:spChg chg="add mod">
          <ac:chgData name="이강현" userId="b3e55247-d1b4-4ab0-9520-8f6f773020a8" providerId="ADAL" clId="{F7796707-755D-4269-914E-7DA718BA50EC}" dt="2025-01-23T08:41:13.006" v="1232" actId="1076"/>
          <ac:spMkLst>
            <pc:docMk/>
            <pc:sldMk cId="1377390016" sldId="456"/>
            <ac:spMk id="7" creationId="{24EC609B-9E02-D788-1FF3-BEC9CE3CCECC}"/>
          </ac:spMkLst>
        </pc:spChg>
        <pc:spChg chg="add mod">
          <ac:chgData name="이강현" userId="b3e55247-d1b4-4ab0-9520-8f6f773020a8" providerId="ADAL" clId="{F7796707-755D-4269-914E-7DA718BA50EC}" dt="2025-01-23T08:40:05.810" v="1187"/>
          <ac:spMkLst>
            <pc:docMk/>
            <pc:sldMk cId="1377390016" sldId="456"/>
            <ac:spMk id="8" creationId="{4ED9FB92-D7FE-CFB8-3409-2E5DDEB93021}"/>
          </ac:spMkLst>
        </pc:spChg>
        <pc:spChg chg="add mod">
          <ac:chgData name="이강현" userId="b3e55247-d1b4-4ab0-9520-8f6f773020a8" providerId="ADAL" clId="{F7796707-755D-4269-914E-7DA718BA50EC}" dt="2025-01-23T08:40:33.248" v="1207" actId="1076"/>
          <ac:spMkLst>
            <pc:docMk/>
            <pc:sldMk cId="1377390016" sldId="456"/>
            <ac:spMk id="10" creationId="{5A58111B-5BE4-CB0C-C445-F59538013D7C}"/>
          </ac:spMkLst>
        </pc:spChg>
        <pc:spChg chg="add mod">
          <ac:chgData name="이강현" userId="b3e55247-d1b4-4ab0-9520-8f6f773020a8" providerId="ADAL" clId="{F7796707-755D-4269-914E-7DA718BA50EC}" dt="2025-01-23T08:40:27.073" v="1204" actId="1076"/>
          <ac:spMkLst>
            <pc:docMk/>
            <pc:sldMk cId="1377390016" sldId="456"/>
            <ac:spMk id="11" creationId="{AB63B0D3-E5D4-2157-FCAD-266C13CC6853}"/>
          </ac:spMkLst>
        </pc:spChg>
        <pc:spChg chg="add mod">
          <ac:chgData name="이강현" userId="b3e55247-d1b4-4ab0-9520-8f6f773020a8" providerId="ADAL" clId="{F7796707-755D-4269-914E-7DA718BA50EC}" dt="2025-01-23T08:40:47.692" v="1217" actId="1076"/>
          <ac:spMkLst>
            <pc:docMk/>
            <pc:sldMk cId="1377390016" sldId="456"/>
            <ac:spMk id="19" creationId="{0DA6B2AF-B000-FAA0-6B43-4333BB5B0FFD}"/>
          </ac:spMkLst>
        </pc:spChg>
        <pc:spChg chg="add mod">
          <ac:chgData name="이강현" userId="b3e55247-d1b4-4ab0-9520-8f6f773020a8" providerId="ADAL" clId="{F7796707-755D-4269-914E-7DA718BA50EC}" dt="2025-01-23T08:40:53.564" v="1219" actId="1076"/>
          <ac:spMkLst>
            <pc:docMk/>
            <pc:sldMk cId="1377390016" sldId="456"/>
            <ac:spMk id="20" creationId="{F497BFD0-57DB-4D2F-6FEC-55304F6CC0B1}"/>
          </ac:spMkLst>
        </pc:spChg>
        <pc:spChg chg="add mod">
          <ac:chgData name="이강현" userId="b3e55247-d1b4-4ab0-9520-8f6f773020a8" providerId="ADAL" clId="{F7796707-755D-4269-914E-7DA718BA50EC}" dt="2025-01-23T08:45:37.010" v="1267" actId="1076"/>
          <ac:spMkLst>
            <pc:docMk/>
            <pc:sldMk cId="1377390016" sldId="456"/>
            <ac:spMk id="24" creationId="{21CFD727-E3D5-4761-4AE9-BB662FAC165A}"/>
          </ac:spMkLst>
        </pc:spChg>
        <pc:spChg chg="mod">
          <ac:chgData name="이강현" userId="b3e55247-d1b4-4ab0-9520-8f6f773020a8" providerId="ADAL" clId="{F7796707-755D-4269-914E-7DA718BA50EC}" dt="2025-01-23T08:41:46.327" v="1249"/>
          <ac:spMkLst>
            <pc:docMk/>
            <pc:sldMk cId="1377390016" sldId="456"/>
            <ac:spMk id="25" creationId="{D95EB929-74C8-7D89-ADAD-444902719161}"/>
          </ac:spMkLst>
        </pc:spChg>
        <pc:spChg chg="add mod">
          <ac:chgData name="이강현" userId="b3e55247-d1b4-4ab0-9520-8f6f773020a8" providerId="ADAL" clId="{F7796707-755D-4269-914E-7DA718BA50EC}" dt="2025-01-23T08:40:23.632" v="1203"/>
          <ac:spMkLst>
            <pc:docMk/>
            <pc:sldMk cId="1377390016" sldId="456"/>
            <ac:spMk id="26" creationId="{D845FF40-5CD3-7A25-1769-C8AFB95B0DE0}"/>
          </ac:spMkLst>
        </pc:spChg>
        <pc:picChg chg="add del mod">
          <ac:chgData name="이강현" userId="b3e55247-d1b4-4ab0-9520-8f6f773020a8" providerId="ADAL" clId="{F7796707-755D-4269-914E-7DA718BA50EC}" dt="2025-01-23T08:40:44.354" v="1215" actId="478"/>
          <ac:picMkLst>
            <pc:docMk/>
            <pc:sldMk cId="1377390016" sldId="456"/>
            <ac:picMk id="2" creationId="{5F47F337-2557-28B7-B10C-697AA3804B97}"/>
          </ac:picMkLst>
        </pc:picChg>
        <pc:cxnChg chg="mod">
          <ac:chgData name="이강현" userId="b3e55247-d1b4-4ab0-9520-8f6f773020a8" providerId="ADAL" clId="{F7796707-755D-4269-914E-7DA718BA50EC}" dt="2025-01-23T08:40:57.764" v="1221" actId="14100"/>
          <ac:cxnSpMkLst>
            <pc:docMk/>
            <pc:sldMk cId="1377390016" sldId="456"/>
            <ac:cxnSpMk id="21" creationId="{C2D62BDE-DEE3-526A-85CC-48587F0183F8}"/>
          </ac:cxnSpMkLst>
        </pc:cxnChg>
      </pc:sldChg>
      <pc:sldChg chg="addSp delSp modSp new mod">
        <pc:chgData name="이강현" userId="b3e55247-d1b4-4ab0-9520-8f6f773020a8" providerId="ADAL" clId="{F7796707-755D-4269-914E-7DA718BA50EC}" dt="2025-01-23T08:51:22.972" v="1294" actId="167"/>
        <pc:sldMkLst>
          <pc:docMk/>
          <pc:sldMk cId="3012978088" sldId="457"/>
        </pc:sldMkLst>
        <pc:spChg chg="add mod">
          <ac:chgData name="이강현" userId="b3e55247-d1b4-4ab0-9520-8f6f773020a8" providerId="ADAL" clId="{F7796707-755D-4269-914E-7DA718BA50EC}" dt="2025-01-23T08:51:15.864" v="1292"/>
          <ac:spMkLst>
            <pc:docMk/>
            <pc:sldMk cId="3012978088" sldId="457"/>
            <ac:spMk id="4" creationId="{E9DB5929-37D0-2584-5CD4-236F0B06D545}"/>
          </ac:spMkLst>
        </pc:spChg>
        <pc:spChg chg="add mod">
          <ac:chgData name="이강현" userId="b3e55247-d1b4-4ab0-9520-8f6f773020a8" providerId="ADAL" clId="{F7796707-755D-4269-914E-7DA718BA50EC}" dt="2025-01-23T08:51:15.864" v="1292"/>
          <ac:spMkLst>
            <pc:docMk/>
            <pc:sldMk cId="3012978088" sldId="457"/>
            <ac:spMk id="5" creationId="{8A4B5514-BDE3-1B13-7017-C93491F63766}"/>
          </ac:spMkLst>
        </pc:spChg>
        <pc:spChg chg="add mod">
          <ac:chgData name="이강현" userId="b3e55247-d1b4-4ab0-9520-8f6f773020a8" providerId="ADAL" clId="{F7796707-755D-4269-914E-7DA718BA50EC}" dt="2025-01-23T08:51:15.864" v="1292"/>
          <ac:spMkLst>
            <pc:docMk/>
            <pc:sldMk cId="3012978088" sldId="457"/>
            <ac:spMk id="6" creationId="{E0F30CE8-E426-2E3C-19E2-9205BF3B965A}"/>
          </ac:spMkLst>
        </pc:spChg>
        <pc:spChg chg="add mod">
          <ac:chgData name="이강현" userId="b3e55247-d1b4-4ab0-9520-8f6f773020a8" providerId="ADAL" clId="{F7796707-755D-4269-914E-7DA718BA50EC}" dt="2025-01-23T08:51:15.864" v="1292"/>
          <ac:spMkLst>
            <pc:docMk/>
            <pc:sldMk cId="3012978088" sldId="457"/>
            <ac:spMk id="7" creationId="{A52C56D7-4924-480E-AFED-690EA6BF3AF4}"/>
          </ac:spMkLst>
        </pc:spChg>
        <pc:spChg chg="add mod">
          <ac:chgData name="이강현" userId="b3e55247-d1b4-4ab0-9520-8f6f773020a8" providerId="ADAL" clId="{F7796707-755D-4269-914E-7DA718BA50EC}" dt="2025-01-23T08:51:15.864" v="1292"/>
          <ac:spMkLst>
            <pc:docMk/>
            <pc:sldMk cId="3012978088" sldId="457"/>
            <ac:spMk id="8" creationId="{1C1FE7D0-B505-C8C0-B8DE-730E99AD1236}"/>
          </ac:spMkLst>
        </pc:spChg>
        <pc:spChg chg="add mod">
          <ac:chgData name="이강현" userId="b3e55247-d1b4-4ab0-9520-8f6f773020a8" providerId="ADAL" clId="{F7796707-755D-4269-914E-7DA718BA50EC}" dt="2025-01-23T08:51:15.864" v="1292"/>
          <ac:spMkLst>
            <pc:docMk/>
            <pc:sldMk cId="3012978088" sldId="457"/>
            <ac:spMk id="9" creationId="{5C9F5BB1-B720-7AAA-0AFD-4C23F0367560}"/>
          </ac:spMkLst>
        </pc:spChg>
        <pc:spChg chg="add mod">
          <ac:chgData name="이강현" userId="b3e55247-d1b4-4ab0-9520-8f6f773020a8" providerId="ADAL" clId="{F7796707-755D-4269-914E-7DA718BA50EC}" dt="2025-01-23T08:51:15.864" v="1292"/>
          <ac:spMkLst>
            <pc:docMk/>
            <pc:sldMk cId="3012978088" sldId="457"/>
            <ac:spMk id="10" creationId="{644732C0-9FFB-84D8-B09A-D564C60433CE}"/>
          </ac:spMkLst>
        </pc:spChg>
        <pc:spChg chg="add mod ord">
          <ac:chgData name="이강현" userId="b3e55247-d1b4-4ab0-9520-8f6f773020a8" providerId="ADAL" clId="{F7796707-755D-4269-914E-7DA718BA50EC}" dt="2025-01-23T08:51:22.972" v="1294" actId="167"/>
          <ac:spMkLst>
            <pc:docMk/>
            <pc:sldMk cId="3012978088" sldId="457"/>
            <ac:spMk id="12" creationId="{ED3860FE-1A03-DD6B-5724-39185D5AFFD1}"/>
          </ac:spMkLst>
        </pc:spChg>
        <pc:picChg chg="add mod ord">
          <ac:chgData name="이강현" userId="b3e55247-d1b4-4ab0-9520-8f6f773020a8" providerId="ADAL" clId="{F7796707-755D-4269-914E-7DA718BA50EC}" dt="2025-01-23T08:51:22.972" v="1294" actId="167"/>
          <ac:picMkLst>
            <pc:docMk/>
            <pc:sldMk cId="3012978088" sldId="457"/>
            <ac:picMk id="11" creationId="{BB80600F-2593-B251-0A4C-5BFB420AC53E}"/>
          </ac:picMkLst>
        </pc:picChg>
      </pc:sldChg>
      <pc:sldChg chg="add del">
        <pc:chgData name="이강현" userId="b3e55247-d1b4-4ab0-9520-8f6f773020a8" providerId="ADAL" clId="{F7796707-755D-4269-914E-7DA718BA50EC}" dt="2025-01-23T08:45:13.231" v="1264" actId="47"/>
        <pc:sldMkLst>
          <pc:docMk/>
          <pc:sldMk cId="3433806122" sldId="457"/>
        </pc:sldMkLst>
      </pc:sldChg>
      <pc:sldChg chg="add del">
        <pc:chgData name="이강현" userId="b3e55247-d1b4-4ab0-9520-8f6f773020a8" providerId="ADAL" clId="{F7796707-755D-4269-914E-7DA718BA50EC}" dt="2025-01-23T08:50:33.343" v="1270"/>
        <pc:sldMkLst>
          <pc:docMk/>
          <pc:sldMk cId="3782417006" sldId="457"/>
        </pc:sldMkLst>
      </pc:sldChg>
      <pc:sldChg chg="addSp modSp add ord">
        <pc:chgData name="이강현" userId="b3e55247-d1b4-4ab0-9520-8f6f773020a8" providerId="ADAL" clId="{F7796707-755D-4269-914E-7DA718BA50EC}" dt="2025-01-23T08:51:34.452" v="1295"/>
        <pc:sldMkLst>
          <pc:docMk/>
          <pc:sldMk cId="4211605846" sldId="458"/>
        </pc:sldMkLst>
        <pc:spChg chg="add mod">
          <ac:chgData name="이강현" userId="b3e55247-d1b4-4ab0-9520-8f6f773020a8" providerId="ADAL" clId="{F7796707-755D-4269-914E-7DA718BA50EC}" dt="2025-01-23T08:51:34.452" v="1295"/>
          <ac:spMkLst>
            <pc:docMk/>
            <pc:sldMk cId="4211605846" sldId="458"/>
            <ac:spMk id="3" creationId="{7F38257B-964C-BC06-CD50-270D884009EC}"/>
          </ac:spMkLst>
        </pc:spChg>
        <pc:spChg chg="add mod">
          <ac:chgData name="이강현" userId="b3e55247-d1b4-4ab0-9520-8f6f773020a8" providerId="ADAL" clId="{F7796707-755D-4269-914E-7DA718BA50EC}" dt="2025-01-23T08:51:34.452" v="1295"/>
          <ac:spMkLst>
            <pc:docMk/>
            <pc:sldMk cId="4211605846" sldId="458"/>
            <ac:spMk id="4" creationId="{893A816C-A0AE-D638-9BF7-990E014BDD37}"/>
          </ac:spMkLst>
        </pc:spChg>
        <pc:spChg chg="add mod">
          <ac:chgData name="이강현" userId="b3e55247-d1b4-4ab0-9520-8f6f773020a8" providerId="ADAL" clId="{F7796707-755D-4269-914E-7DA718BA50EC}" dt="2025-01-23T08:51:34.452" v="1295"/>
          <ac:spMkLst>
            <pc:docMk/>
            <pc:sldMk cId="4211605846" sldId="458"/>
            <ac:spMk id="5" creationId="{DB7B26D7-46ED-13AC-5F1F-BAC39C51996C}"/>
          </ac:spMkLst>
        </pc:spChg>
        <pc:spChg chg="add mod">
          <ac:chgData name="이강현" userId="b3e55247-d1b4-4ab0-9520-8f6f773020a8" providerId="ADAL" clId="{F7796707-755D-4269-914E-7DA718BA50EC}" dt="2025-01-23T08:51:34.452" v="1295"/>
          <ac:spMkLst>
            <pc:docMk/>
            <pc:sldMk cId="4211605846" sldId="458"/>
            <ac:spMk id="6" creationId="{27548110-498B-CE6F-9EE8-7256081ACA79}"/>
          </ac:spMkLst>
        </pc:spChg>
        <pc:spChg chg="add mod">
          <ac:chgData name="이강현" userId="b3e55247-d1b4-4ab0-9520-8f6f773020a8" providerId="ADAL" clId="{F7796707-755D-4269-914E-7DA718BA50EC}" dt="2025-01-23T08:51:34.452" v="1295"/>
          <ac:spMkLst>
            <pc:docMk/>
            <pc:sldMk cId="4211605846" sldId="458"/>
            <ac:spMk id="7" creationId="{C4A5580A-89AF-8F83-27DB-01F8FAD14BD4}"/>
          </ac:spMkLst>
        </pc:spChg>
        <pc:spChg chg="add mod">
          <ac:chgData name="이강현" userId="b3e55247-d1b4-4ab0-9520-8f6f773020a8" providerId="ADAL" clId="{F7796707-755D-4269-914E-7DA718BA50EC}" dt="2025-01-23T08:51:34.452" v="1295"/>
          <ac:spMkLst>
            <pc:docMk/>
            <pc:sldMk cId="4211605846" sldId="458"/>
            <ac:spMk id="8" creationId="{1E666800-21CC-9BD1-494A-12948025D8B5}"/>
          </ac:spMkLst>
        </pc:spChg>
        <pc:spChg chg="add mod">
          <ac:chgData name="이강현" userId="b3e55247-d1b4-4ab0-9520-8f6f773020a8" providerId="ADAL" clId="{F7796707-755D-4269-914E-7DA718BA50EC}" dt="2025-01-23T08:51:34.452" v="1295"/>
          <ac:spMkLst>
            <pc:docMk/>
            <pc:sldMk cId="4211605846" sldId="458"/>
            <ac:spMk id="9" creationId="{E787ED93-39C1-C27E-3B8A-C9E47E1275BD}"/>
          </ac:spMkLst>
        </pc:spChg>
        <pc:picChg chg="add mod">
          <ac:chgData name="이강현" userId="b3e55247-d1b4-4ab0-9520-8f6f773020a8" providerId="ADAL" clId="{F7796707-755D-4269-914E-7DA718BA50EC}" dt="2025-01-23T08:51:34.452" v="1295"/>
          <ac:picMkLst>
            <pc:docMk/>
            <pc:sldMk cId="4211605846" sldId="458"/>
            <ac:picMk id="2" creationId="{51BC7831-E398-5B72-8719-BB4C0036915F}"/>
          </ac:picMkLst>
        </pc:picChg>
      </pc:sldChg>
      <pc:sldChg chg="addSp modSp add ord">
        <pc:chgData name="이강현" userId="b3e55247-d1b4-4ab0-9520-8f6f773020a8" providerId="ADAL" clId="{F7796707-755D-4269-914E-7DA718BA50EC}" dt="2025-01-23T08:51:52.603" v="1298"/>
        <pc:sldMkLst>
          <pc:docMk/>
          <pc:sldMk cId="2530290190" sldId="459"/>
        </pc:sldMkLst>
        <pc:spChg chg="add mod">
          <ac:chgData name="이강현" userId="b3e55247-d1b4-4ab0-9520-8f6f773020a8" providerId="ADAL" clId="{F7796707-755D-4269-914E-7DA718BA50EC}" dt="2025-01-23T08:51:52.603" v="1298"/>
          <ac:spMkLst>
            <pc:docMk/>
            <pc:sldMk cId="2530290190" sldId="459"/>
            <ac:spMk id="10" creationId="{89C2148A-1116-1A43-5889-E62DF1631C01}"/>
          </ac:spMkLst>
        </pc:spChg>
        <pc:spChg chg="add mod">
          <ac:chgData name="이강현" userId="b3e55247-d1b4-4ab0-9520-8f6f773020a8" providerId="ADAL" clId="{F7796707-755D-4269-914E-7DA718BA50EC}" dt="2025-01-23T08:51:52.603" v="1298"/>
          <ac:spMkLst>
            <pc:docMk/>
            <pc:sldMk cId="2530290190" sldId="459"/>
            <ac:spMk id="12" creationId="{37228932-171C-A4D3-C11D-5A5D31BDF0CA}"/>
          </ac:spMkLst>
        </pc:spChg>
        <pc:spChg chg="add mod">
          <ac:chgData name="이강현" userId="b3e55247-d1b4-4ab0-9520-8f6f773020a8" providerId="ADAL" clId="{F7796707-755D-4269-914E-7DA718BA50EC}" dt="2025-01-23T08:51:52.603" v="1298"/>
          <ac:spMkLst>
            <pc:docMk/>
            <pc:sldMk cId="2530290190" sldId="459"/>
            <ac:spMk id="13" creationId="{98DB6F56-4966-A6F0-6F23-B0EA9A4CAF6F}"/>
          </ac:spMkLst>
        </pc:spChg>
        <pc:spChg chg="add mod">
          <ac:chgData name="이강현" userId="b3e55247-d1b4-4ab0-9520-8f6f773020a8" providerId="ADAL" clId="{F7796707-755D-4269-914E-7DA718BA50EC}" dt="2025-01-23T08:51:52.603" v="1298"/>
          <ac:spMkLst>
            <pc:docMk/>
            <pc:sldMk cId="2530290190" sldId="459"/>
            <ac:spMk id="14" creationId="{6E468247-2B59-4DE1-1641-069D6F4DF756}"/>
          </ac:spMkLst>
        </pc:spChg>
        <pc:spChg chg="add mod">
          <ac:chgData name="이강현" userId="b3e55247-d1b4-4ab0-9520-8f6f773020a8" providerId="ADAL" clId="{F7796707-755D-4269-914E-7DA718BA50EC}" dt="2025-01-23T08:51:52.603" v="1298"/>
          <ac:spMkLst>
            <pc:docMk/>
            <pc:sldMk cId="2530290190" sldId="459"/>
            <ac:spMk id="15" creationId="{FD38DD35-87B6-59F2-731A-A11C724F6319}"/>
          </ac:spMkLst>
        </pc:spChg>
        <pc:spChg chg="add mod">
          <ac:chgData name="이강현" userId="b3e55247-d1b4-4ab0-9520-8f6f773020a8" providerId="ADAL" clId="{F7796707-755D-4269-914E-7DA718BA50EC}" dt="2025-01-23T08:51:52.603" v="1298"/>
          <ac:spMkLst>
            <pc:docMk/>
            <pc:sldMk cId="2530290190" sldId="459"/>
            <ac:spMk id="16" creationId="{A1A668CB-3F02-BAE4-A747-F4F198AA0750}"/>
          </ac:spMkLst>
        </pc:spChg>
        <pc:spChg chg="add mod">
          <ac:chgData name="이강현" userId="b3e55247-d1b4-4ab0-9520-8f6f773020a8" providerId="ADAL" clId="{F7796707-755D-4269-914E-7DA718BA50EC}" dt="2025-01-23T08:51:52.603" v="1298"/>
          <ac:spMkLst>
            <pc:docMk/>
            <pc:sldMk cId="2530290190" sldId="459"/>
            <ac:spMk id="17" creationId="{718F0731-7ED3-7F1D-D3E7-34126B7A131F}"/>
          </ac:spMkLst>
        </pc:spChg>
        <pc:picChg chg="add mod">
          <ac:chgData name="이강현" userId="b3e55247-d1b4-4ab0-9520-8f6f773020a8" providerId="ADAL" clId="{F7796707-755D-4269-914E-7DA718BA50EC}" dt="2025-01-23T08:51:52.603" v="1298"/>
          <ac:picMkLst>
            <pc:docMk/>
            <pc:sldMk cId="2530290190" sldId="459"/>
            <ac:picMk id="11" creationId="{4D039148-B05B-64B8-F997-3F99892D375A}"/>
          </ac:picMkLst>
        </pc:picChg>
      </pc:sldChg>
      <pc:sldChg chg="addSp modSp add ord">
        <pc:chgData name="이강현" userId="b3e55247-d1b4-4ab0-9520-8f6f773020a8" providerId="ADAL" clId="{F7796707-755D-4269-914E-7DA718BA50EC}" dt="2025-01-23T08:52:15.825" v="1300"/>
        <pc:sldMkLst>
          <pc:docMk/>
          <pc:sldMk cId="862283588" sldId="460"/>
        </pc:sldMkLst>
        <pc:spChg chg="add mod">
          <ac:chgData name="이강현" userId="b3e55247-d1b4-4ab0-9520-8f6f773020a8" providerId="ADAL" clId="{F7796707-755D-4269-914E-7DA718BA50EC}" dt="2025-01-23T08:52:15.825" v="1300"/>
          <ac:spMkLst>
            <pc:docMk/>
            <pc:sldMk cId="862283588" sldId="460"/>
            <ac:spMk id="3" creationId="{F599AE94-7357-4AED-B999-C6F400733912}"/>
          </ac:spMkLst>
        </pc:spChg>
        <pc:spChg chg="add mod">
          <ac:chgData name="이강현" userId="b3e55247-d1b4-4ab0-9520-8f6f773020a8" providerId="ADAL" clId="{F7796707-755D-4269-914E-7DA718BA50EC}" dt="2025-01-23T08:52:15.825" v="1300"/>
          <ac:spMkLst>
            <pc:docMk/>
            <pc:sldMk cId="862283588" sldId="460"/>
            <ac:spMk id="4" creationId="{36FF48B1-2D9F-6D6B-C4F6-78E020B7924A}"/>
          </ac:spMkLst>
        </pc:spChg>
        <pc:spChg chg="add mod">
          <ac:chgData name="이강현" userId="b3e55247-d1b4-4ab0-9520-8f6f773020a8" providerId="ADAL" clId="{F7796707-755D-4269-914E-7DA718BA50EC}" dt="2025-01-23T08:52:15.825" v="1300"/>
          <ac:spMkLst>
            <pc:docMk/>
            <pc:sldMk cId="862283588" sldId="460"/>
            <ac:spMk id="5" creationId="{72687901-899F-1446-040E-86236A05F76A}"/>
          </ac:spMkLst>
        </pc:spChg>
        <pc:spChg chg="add mod">
          <ac:chgData name="이강현" userId="b3e55247-d1b4-4ab0-9520-8f6f773020a8" providerId="ADAL" clId="{F7796707-755D-4269-914E-7DA718BA50EC}" dt="2025-01-23T08:52:15.825" v="1300"/>
          <ac:spMkLst>
            <pc:docMk/>
            <pc:sldMk cId="862283588" sldId="460"/>
            <ac:spMk id="6" creationId="{ECEB8702-1275-11DF-B42D-6FCDC6361D0B}"/>
          </ac:spMkLst>
        </pc:spChg>
        <pc:spChg chg="add mod">
          <ac:chgData name="이강현" userId="b3e55247-d1b4-4ab0-9520-8f6f773020a8" providerId="ADAL" clId="{F7796707-755D-4269-914E-7DA718BA50EC}" dt="2025-01-23T08:52:15.825" v="1300"/>
          <ac:spMkLst>
            <pc:docMk/>
            <pc:sldMk cId="862283588" sldId="460"/>
            <ac:spMk id="7" creationId="{AD20A05E-0373-1A84-3900-8A49BE3509B5}"/>
          </ac:spMkLst>
        </pc:spChg>
        <pc:spChg chg="add mod">
          <ac:chgData name="이강현" userId="b3e55247-d1b4-4ab0-9520-8f6f773020a8" providerId="ADAL" clId="{F7796707-755D-4269-914E-7DA718BA50EC}" dt="2025-01-23T08:52:15.825" v="1300"/>
          <ac:spMkLst>
            <pc:docMk/>
            <pc:sldMk cId="862283588" sldId="460"/>
            <ac:spMk id="8" creationId="{1D70014E-9073-91E9-1F3A-50D42F48B9A1}"/>
          </ac:spMkLst>
        </pc:spChg>
        <pc:spChg chg="add mod">
          <ac:chgData name="이강현" userId="b3e55247-d1b4-4ab0-9520-8f6f773020a8" providerId="ADAL" clId="{F7796707-755D-4269-914E-7DA718BA50EC}" dt="2025-01-23T08:52:15.825" v="1300"/>
          <ac:spMkLst>
            <pc:docMk/>
            <pc:sldMk cId="862283588" sldId="460"/>
            <ac:spMk id="9" creationId="{A9AB0504-B88E-C793-EC72-213133AA8B6D}"/>
          </ac:spMkLst>
        </pc:spChg>
        <pc:picChg chg="add mod">
          <ac:chgData name="이강현" userId="b3e55247-d1b4-4ab0-9520-8f6f773020a8" providerId="ADAL" clId="{F7796707-755D-4269-914E-7DA718BA50EC}" dt="2025-01-23T08:52:15.825" v="1300"/>
          <ac:picMkLst>
            <pc:docMk/>
            <pc:sldMk cId="862283588" sldId="460"/>
            <ac:picMk id="2" creationId="{3A942864-57DB-5E1F-9EC4-A40C4E5CA562}"/>
          </ac:picMkLst>
        </pc:picChg>
      </pc:sldChg>
      <pc:sldChg chg="addSp modSp add">
        <pc:chgData name="이강현" userId="b3e55247-d1b4-4ab0-9520-8f6f773020a8" providerId="ADAL" clId="{F7796707-755D-4269-914E-7DA718BA50EC}" dt="2025-01-23T08:52:06.017" v="1299"/>
        <pc:sldMkLst>
          <pc:docMk/>
          <pc:sldMk cId="1456504884" sldId="461"/>
        </pc:sldMkLst>
        <pc:spChg chg="add mod">
          <ac:chgData name="이강현" userId="b3e55247-d1b4-4ab0-9520-8f6f773020a8" providerId="ADAL" clId="{F7796707-755D-4269-914E-7DA718BA50EC}" dt="2025-01-23T08:52:06.017" v="1299"/>
          <ac:spMkLst>
            <pc:docMk/>
            <pc:sldMk cId="1456504884" sldId="461"/>
            <ac:spMk id="3" creationId="{40A17594-B556-3475-7925-54238183A026}"/>
          </ac:spMkLst>
        </pc:spChg>
        <pc:spChg chg="add mod">
          <ac:chgData name="이강현" userId="b3e55247-d1b4-4ab0-9520-8f6f773020a8" providerId="ADAL" clId="{F7796707-755D-4269-914E-7DA718BA50EC}" dt="2025-01-23T08:52:06.017" v="1299"/>
          <ac:spMkLst>
            <pc:docMk/>
            <pc:sldMk cId="1456504884" sldId="461"/>
            <ac:spMk id="4" creationId="{9667A4BD-4667-6E7C-A829-4D2CA2C14111}"/>
          </ac:spMkLst>
        </pc:spChg>
        <pc:spChg chg="add mod">
          <ac:chgData name="이강현" userId="b3e55247-d1b4-4ab0-9520-8f6f773020a8" providerId="ADAL" clId="{F7796707-755D-4269-914E-7DA718BA50EC}" dt="2025-01-23T08:52:06.017" v="1299"/>
          <ac:spMkLst>
            <pc:docMk/>
            <pc:sldMk cId="1456504884" sldId="461"/>
            <ac:spMk id="5" creationId="{8896619C-CD6A-E334-6DC0-A7F4AEFD1BD7}"/>
          </ac:spMkLst>
        </pc:spChg>
        <pc:spChg chg="add mod">
          <ac:chgData name="이강현" userId="b3e55247-d1b4-4ab0-9520-8f6f773020a8" providerId="ADAL" clId="{F7796707-755D-4269-914E-7DA718BA50EC}" dt="2025-01-23T08:52:06.017" v="1299"/>
          <ac:spMkLst>
            <pc:docMk/>
            <pc:sldMk cId="1456504884" sldId="461"/>
            <ac:spMk id="6" creationId="{270AB295-E614-0A37-786A-82803AB44B06}"/>
          </ac:spMkLst>
        </pc:spChg>
        <pc:spChg chg="add mod">
          <ac:chgData name="이강현" userId="b3e55247-d1b4-4ab0-9520-8f6f773020a8" providerId="ADAL" clId="{F7796707-755D-4269-914E-7DA718BA50EC}" dt="2025-01-23T08:52:06.017" v="1299"/>
          <ac:spMkLst>
            <pc:docMk/>
            <pc:sldMk cId="1456504884" sldId="461"/>
            <ac:spMk id="7" creationId="{F73346E5-A0A0-A1AA-B934-90D19348210A}"/>
          </ac:spMkLst>
        </pc:spChg>
        <pc:spChg chg="add mod">
          <ac:chgData name="이강현" userId="b3e55247-d1b4-4ab0-9520-8f6f773020a8" providerId="ADAL" clId="{F7796707-755D-4269-914E-7DA718BA50EC}" dt="2025-01-23T08:52:06.017" v="1299"/>
          <ac:spMkLst>
            <pc:docMk/>
            <pc:sldMk cId="1456504884" sldId="461"/>
            <ac:spMk id="8" creationId="{72C1C6A7-784B-92F9-8230-66F64A4BE84E}"/>
          </ac:spMkLst>
        </pc:spChg>
        <pc:spChg chg="add mod">
          <ac:chgData name="이강현" userId="b3e55247-d1b4-4ab0-9520-8f6f773020a8" providerId="ADAL" clId="{F7796707-755D-4269-914E-7DA718BA50EC}" dt="2025-01-23T08:52:06.017" v="1299"/>
          <ac:spMkLst>
            <pc:docMk/>
            <pc:sldMk cId="1456504884" sldId="461"/>
            <ac:spMk id="9" creationId="{E5DEF810-3175-0879-DFF2-843C79339371}"/>
          </ac:spMkLst>
        </pc:spChg>
        <pc:spChg chg="add mod">
          <ac:chgData name="이강현" userId="b3e55247-d1b4-4ab0-9520-8f6f773020a8" providerId="ADAL" clId="{F7796707-755D-4269-914E-7DA718BA50EC}" dt="2025-01-23T08:52:06.017" v="1299"/>
          <ac:spMkLst>
            <pc:docMk/>
            <pc:sldMk cId="1456504884" sldId="461"/>
            <ac:spMk id="10" creationId="{AF868F0B-0A49-2B8B-1FA2-227AB967501E}"/>
          </ac:spMkLst>
        </pc:spChg>
        <pc:picChg chg="add mod">
          <ac:chgData name="이강현" userId="b3e55247-d1b4-4ab0-9520-8f6f773020a8" providerId="ADAL" clId="{F7796707-755D-4269-914E-7DA718BA50EC}" dt="2025-01-23T08:52:06.017" v="1299"/>
          <ac:picMkLst>
            <pc:docMk/>
            <pc:sldMk cId="1456504884" sldId="461"/>
            <ac:picMk id="2" creationId="{EC975283-E402-1AC4-0529-A18194A69316}"/>
          </ac:picMkLst>
        </pc:picChg>
      </pc:sldChg>
      <pc:sldChg chg="addSp modSp add ord">
        <pc:chgData name="이강현" userId="b3e55247-d1b4-4ab0-9520-8f6f773020a8" providerId="ADAL" clId="{F7796707-755D-4269-914E-7DA718BA50EC}" dt="2025-01-23T08:52:26.038" v="1301"/>
        <pc:sldMkLst>
          <pc:docMk/>
          <pc:sldMk cId="3818186107" sldId="462"/>
        </pc:sldMkLst>
        <pc:spChg chg="add mod">
          <ac:chgData name="이강현" userId="b3e55247-d1b4-4ab0-9520-8f6f773020a8" providerId="ADAL" clId="{F7796707-755D-4269-914E-7DA718BA50EC}" dt="2025-01-23T08:52:26.038" v="1301"/>
          <ac:spMkLst>
            <pc:docMk/>
            <pc:sldMk cId="3818186107" sldId="462"/>
            <ac:spMk id="3" creationId="{F1D237EF-3E72-637A-A171-953A6AE0F47A}"/>
          </ac:spMkLst>
        </pc:spChg>
        <pc:spChg chg="add mod">
          <ac:chgData name="이강현" userId="b3e55247-d1b4-4ab0-9520-8f6f773020a8" providerId="ADAL" clId="{F7796707-755D-4269-914E-7DA718BA50EC}" dt="2025-01-23T08:52:26.038" v="1301"/>
          <ac:spMkLst>
            <pc:docMk/>
            <pc:sldMk cId="3818186107" sldId="462"/>
            <ac:spMk id="4" creationId="{756B8AEE-07A9-32A4-8FFC-2BBD25014D49}"/>
          </ac:spMkLst>
        </pc:spChg>
        <pc:spChg chg="add mod">
          <ac:chgData name="이강현" userId="b3e55247-d1b4-4ab0-9520-8f6f773020a8" providerId="ADAL" clId="{F7796707-755D-4269-914E-7DA718BA50EC}" dt="2025-01-23T08:52:26.038" v="1301"/>
          <ac:spMkLst>
            <pc:docMk/>
            <pc:sldMk cId="3818186107" sldId="462"/>
            <ac:spMk id="5" creationId="{D8B4C288-117B-1A8E-60B0-88B8EDB4F65E}"/>
          </ac:spMkLst>
        </pc:spChg>
        <pc:spChg chg="add mod">
          <ac:chgData name="이강현" userId="b3e55247-d1b4-4ab0-9520-8f6f773020a8" providerId="ADAL" clId="{F7796707-755D-4269-914E-7DA718BA50EC}" dt="2025-01-23T08:52:26.038" v="1301"/>
          <ac:spMkLst>
            <pc:docMk/>
            <pc:sldMk cId="3818186107" sldId="462"/>
            <ac:spMk id="6" creationId="{0A5BF58E-A591-5BCF-F86A-4F94D8F11FA4}"/>
          </ac:spMkLst>
        </pc:spChg>
        <pc:spChg chg="add mod">
          <ac:chgData name="이강현" userId="b3e55247-d1b4-4ab0-9520-8f6f773020a8" providerId="ADAL" clId="{F7796707-755D-4269-914E-7DA718BA50EC}" dt="2025-01-23T08:52:26.038" v="1301"/>
          <ac:spMkLst>
            <pc:docMk/>
            <pc:sldMk cId="3818186107" sldId="462"/>
            <ac:spMk id="7" creationId="{825CDCE8-0BCB-AB24-5C86-270D80091352}"/>
          </ac:spMkLst>
        </pc:spChg>
        <pc:spChg chg="add mod">
          <ac:chgData name="이강현" userId="b3e55247-d1b4-4ab0-9520-8f6f773020a8" providerId="ADAL" clId="{F7796707-755D-4269-914E-7DA718BA50EC}" dt="2025-01-23T08:52:26.038" v="1301"/>
          <ac:spMkLst>
            <pc:docMk/>
            <pc:sldMk cId="3818186107" sldId="462"/>
            <ac:spMk id="8" creationId="{22109969-8CDC-80A4-CA90-FB94DF62A127}"/>
          </ac:spMkLst>
        </pc:spChg>
        <pc:spChg chg="add mod">
          <ac:chgData name="이강현" userId="b3e55247-d1b4-4ab0-9520-8f6f773020a8" providerId="ADAL" clId="{F7796707-755D-4269-914E-7DA718BA50EC}" dt="2025-01-23T08:52:26.038" v="1301"/>
          <ac:spMkLst>
            <pc:docMk/>
            <pc:sldMk cId="3818186107" sldId="462"/>
            <ac:spMk id="9" creationId="{95E4E47B-C9B8-C1B7-4893-CA048949662B}"/>
          </ac:spMkLst>
        </pc:spChg>
        <pc:spChg chg="add mod">
          <ac:chgData name="이강현" userId="b3e55247-d1b4-4ab0-9520-8f6f773020a8" providerId="ADAL" clId="{F7796707-755D-4269-914E-7DA718BA50EC}" dt="2025-01-23T08:52:26.038" v="1301"/>
          <ac:spMkLst>
            <pc:docMk/>
            <pc:sldMk cId="3818186107" sldId="462"/>
            <ac:spMk id="10" creationId="{4CC35D12-D618-5B3B-7612-338D1BB4BFCF}"/>
          </ac:spMkLst>
        </pc:spChg>
        <pc:picChg chg="add mod">
          <ac:chgData name="이강현" userId="b3e55247-d1b4-4ab0-9520-8f6f773020a8" providerId="ADAL" clId="{F7796707-755D-4269-914E-7DA718BA50EC}" dt="2025-01-23T08:52:26.038" v="1301"/>
          <ac:picMkLst>
            <pc:docMk/>
            <pc:sldMk cId="3818186107" sldId="462"/>
            <ac:picMk id="2" creationId="{4AD7BC9A-C436-823A-26FE-0ED71671FED3}"/>
          </ac:picMkLst>
        </pc:picChg>
      </pc:sldChg>
      <pc:sldChg chg="addSp modSp add ord">
        <pc:chgData name="이강현" userId="b3e55247-d1b4-4ab0-9520-8f6f773020a8" providerId="ADAL" clId="{F7796707-755D-4269-914E-7DA718BA50EC}" dt="2025-01-23T08:52:34.019" v="1302"/>
        <pc:sldMkLst>
          <pc:docMk/>
          <pc:sldMk cId="2813689190" sldId="463"/>
        </pc:sldMkLst>
        <pc:spChg chg="add mod">
          <ac:chgData name="이강현" userId="b3e55247-d1b4-4ab0-9520-8f6f773020a8" providerId="ADAL" clId="{F7796707-755D-4269-914E-7DA718BA50EC}" dt="2025-01-23T08:52:34.019" v="1302"/>
          <ac:spMkLst>
            <pc:docMk/>
            <pc:sldMk cId="2813689190" sldId="463"/>
            <ac:spMk id="3" creationId="{CF1B9737-A544-598F-84F1-D2A8597C0114}"/>
          </ac:spMkLst>
        </pc:spChg>
        <pc:spChg chg="add mod">
          <ac:chgData name="이강현" userId="b3e55247-d1b4-4ab0-9520-8f6f773020a8" providerId="ADAL" clId="{F7796707-755D-4269-914E-7DA718BA50EC}" dt="2025-01-23T08:52:34.019" v="1302"/>
          <ac:spMkLst>
            <pc:docMk/>
            <pc:sldMk cId="2813689190" sldId="463"/>
            <ac:spMk id="4" creationId="{91AE1B5E-2FEE-16C2-651E-2C7B24A0BCE7}"/>
          </ac:spMkLst>
        </pc:spChg>
        <pc:spChg chg="add mod">
          <ac:chgData name="이강현" userId="b3e55247-d1b4-4ab0-9520-8f6f773020a8" providerId="ADAL" clId="{F7796707-755D-4269-914E-7DA718BA50EC}" dt="2025-01-23T08:52:34.019" v="1302"/>
          <ac:spMkLst>
            <pc:docMk/>
            <pc:sldMk cId="2813689190" sldId="463"/>
            <ac:spMk id="5" creationId="{51DAC076-713B-843A-AD59-4EDCB62D5764}"/>
          </ac:spMkLst>
        </pc:spChg>
        <pc:spChg chg="add mod">
          <ac:chgData name="이강현" userId="b3e55247-d1b4-4ab0-9520-8f6f773020a8" providerId="ADAL" clId="{F7796707-755D-4269-914E-7DA718BA50EC}" dt="2025-01-23T08:52:34.019" v="1302"/>
          <ac:spMkLst>
            <pc:docMk/>
            <pc:sldMk cId="2813689190" sldId="463"/>
            <ac:spMk id="6" creationId="{24F8E987-2573-0945-E962-A6D10729960F}"/>
          </ac:spMkLst>
        </pc:spChg>
        <pc:spChg chg="add mod">
          <ac:chgData name="이강현" userId="b3e55247-d1b4-4ab0-9520-8f6f773020a8" providerId="ADAL" clId="{F7796707-755D-4269-914E-7DA718BA50EC}" dt="2025-01-23T08:52:34.019" v="1302"/>
          <ac:spMkLst>
            <pc:docMk/>
            <pc:sldMk cId="2813689190" sldId="463"/>
            <ac:spMk id="7" creationId="{738176BD-2F1C-469C-6A29-5E0F212FA958}"/>
          </ac:spMkLst>
        </pc:spChg>
        <pc:spChg chg="add mod">
          <ac:chgData name="이강현" userId="b3e55247-d1b4-4ab0-9520-8f6f773020a8" providerId="ADAL" clId="{F7796707-755D-4269-914E-7DA718BA50EC}" dt="2025-01-23T08:52:34.019" v="1302"/>
          <ac:spMkLst>
            <pc:docMk/>
            <pc:sldMk cId="2813689190" sldId="463"/>
            <ac:spMk id="8" creationId="{569452B6-C3AD-CA52-6E07-90BEC5F49BF8}"/>
          </ac:spMkLst>
        </pc:spChg>
        <pc:spChg chg="add mod">
          <ac:chgData name="이강현" userId="b3e55247-d1b4-4ab0-9520-8f6f773020a8" providerId="ADAL" clId="{F7796707-755D-4269-914E-7DA718BA50EC}" dt="2025-01-23T08:52:34.019" v="1302"/>
          <ac:spMkLst>
            <pc:docMk/>
            <pc:sldMk cId="2813689190" sldId="463"/>
            <ac:spMk id="9" creationId="{BB98B4DB-BF20-2AAA-5DDB-81DF8E7D5166}"/>
          </ac:spMkLst>
        </pc:spChg>
        <pc:picChg chg="add mod">
          <ac:chgData name="이강현" userId="b3e55247-d1b4-4ab0-9520-8f6f773020a8" providerId="ADAL" clId="{F7796707-755D-4269-914E-7DA718BA50EC}" dt="2025-01-23T08:52:34.019" v="1302"/>
          <ac:picMkLst>
            <pc:docMk/>
            <pc:sldMk cId="2813689190" sldId="463"/>
            <ac:picMk id="2" creationId="{CAD8AFE2-C7AC-97F5-E769-D57D5EC3714C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01BC60-84CE-471A-8396-C8FB440E2B50}" type="datetimeFigureOut">
              <a:rPr lang="ko-KR" altLang="en-US" smtClean="0"/>
              <a:t>2025-04-11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2B8791-B4AE-492C-982A-092AC6B1F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080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4132D-5CD9-D465-C510-459B7FDB5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DDD24-A952-4CBB-D865-971DBB515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B6EC4E-C9AE-693F-8CA7-2C0B8DA00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01B556-D710-6544-09A8-6649AC2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0C4D62-F90E-9AC4-5391-69ED7EF85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540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59494-CE0D-772A-F500-423740CCD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FC7BF5-EF0A-A762-1FBD-7E2EC24D0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FFCB01-B086-3520-5164-BE32B4D09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DE3226-BE6A-BE74-9BD0-F4F5ACF84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41622E-5100-4B91-B4E6-A0D7F301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855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A0331D-1CAF-B8BE-69AA-8DCC86EBD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4044D0-955B-5AE3-4EB6-E274270E3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0CFB3F-EF0A-95EF-7392-105ED039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81434-14BA-8286-0BCA-03BA9D90C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1667D6-578A-B82E-4C2C-AF91F2F25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064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EB666-5793-B7D8-E829-179CE2B19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FC7233-E8E0-374A-38FB-F46BFC9008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78D50C-BE67-61F9-D3FB-07F3AF077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93CCEF-012C-8FED-CC68-2E1FA774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2025-04-11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6F093B-9F81-AD2C-6CF7-8C903F33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638505-5117-059A-3009-7F1394FC3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271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D3B1E-B3F1-C5BB-A2E8-2BA41AFAB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C972BC-436F-C744-DD4E-58BA81F8F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1EC42A-27B7-0E5E-2798-0D739C43B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C2B7B30-ACC9-5337-78D2-EDC92E4478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6D14B4-F5A5-4F31-D43F-573742C140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E2B852-63E0-EB67-37A9-ED5F8EFEA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2025-04-11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28B91F2-E21F-07D1-A5AA-43F2D8210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E7B14BE-345A-6C28-B0E1-542B83C61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42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7E795A-43BB-F166-8D27-FCD68B92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2B38B6A-8763-ED56-A657-6FEC12462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2025-04-11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1B8EE3-1A3A-96BA-7855-8203D0CEC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513528-DE5D-821D-635E-20889F168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688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A4992FE-8DFC-FB3C-B553-69EE75EF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2025-04-11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FB9B948-D538-6EE7-EAA4-012F1C01D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972F1B-B563-D843-1E58-963BAC85F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618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FBAEC-4883-5453-C61E-24F36ABC7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57C827-72CC-F3FB-9B95-74CA2EBB8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7CC8C4-D7F1-2FAA-F5DD-C131DE8AB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BB4095-E2E7-4281-1B71-A3B1B1070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2025-04-11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FDBA51-0D4C-F789-2477-254AC68F3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D7E012-6B7D-7249-B174-4F6DC687C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933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B0A46F-4E95-47CE-6E1A-F57617186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13C94B0-CB9A-B40C-D2A8-1B0918301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EA6B3E-D67A-6FF8-E931-8BE9D419E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6F33A5-E4E1-848F-48B5-9F50040FB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2025-04-11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6FD7D7-5836-1225-DE02-AE17E8285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4B3E43-DA59-E513-E185-862A10A00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5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8A2858-4E54-98D9-555C-D64B3C22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762B32-58C2-43D5-548E-7CACFF7A5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1C1112-CC9B-920F-0C0A-21561ED89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5A732D-FF7F-70E4-D9A6-F607BDE90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65F61F-B488-E251-2876-128E4801B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333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CA5AA4-11B1-1E56-B08F-5455F2992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F9748C-37F0-E3F1-DA39-A0CC69751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778FF8-4562-0FBE-7553-952AF895F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782703-B494-8D9D-44CF-DA76AA308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47F568-B5AF-2A08-454F-1775CAA15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3842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B4556DE-23F9-1367-598A-47D9BDB41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65D0BE-E00B-D40C-7F2B-1D59A88E7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CCCEF3-7D54-E862-B787-4D2F5AE9A9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E8DB13-AF67-4518-B78E-BF50D1ACDC44}" type="datetimeFigureOut">
              <a:rPr lang="ko-KR" altLang="en-US" smtClean="0"/>
              <a:t>2025-04-11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E3C35C-5096-F814-77ED-79A8AC9663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D27289-7D16-FB21-0008-447BACB9E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97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30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30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30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microsoft.com/office/2007/relationships/hdphoto" Target="../media/hdphoto2.wdp"/><Relationship Id="rId4" Type="http://schemas.openxmlformats.org/officeDocument/2006/relationships/image" Target="../media/image3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microsoft.com/office/2007/relationships/hdphoto" Target="../media/hdphoto2.wdp"/><Relationship Id="rId4" Type="http://schemas.openxmlformats.org/officeDocument/2006/relationships/image" Target="../media/image32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microsoft.com/office/2007/relationships/hdphoto" Target="../media/hdphoto2.wdp"/><Relationship Id="rId4" Type="http://schemas.openxmlformats.org/officeDocument/2006/relationships/image" Target="../media/image32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microsoft.com/office/2007/relationships/hdphoto" Target="../media/hdphoto3.wdp"/><Relationship Id="rId4" Type="http://schemas.openxmlformats.org/officeDocument/2006/relationships/image" Target="../media/image34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microsoft.com/office/2007/relationships/hdphoto" Target="../media/hdphoto3.wdp"/><Relationship Id="rId4" Type="http://schemas.openxmlformats.org/officeDocument/2006/relationships/image" Target="../media/image4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microsoft.com/office/2007/relationships/hdphoto" Target="../media/hdphoto3.wdp"/><Relationship Id="rId4" Type="http://schemas.openxmlformats.org/officeDocument/2006/relationships/image" Target="../media/image34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microsoft.com/office/2007/relationships/hdphoto" Target="../media/hdphoto4.wdp"/><Relationship Id="rId4" Type="http://schemas.openxmlformats.org/officeDocument/2006/relationships/image" Target="../media/image36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microsoft.com/office/2007/relationships/hdphoto" Target="../media/hdphoto4.wdp"/><Relationship Id="rId4" Type="http://schemas.openxmlformats.org/officeDocument/2006/relationships/image" Target="../media/image36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microsoft.com/office/2007/relationships/hdphoto" Target="../media/hdphoto4.wdp"/><Relationship Id="rId4" Type="http://schemas.openxmlformats.org/officeDocument/2006/relationships/image" Target="../media/image36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microsoft.com/office/2007/relationships/hdphoto" Target="../media/hdphoto5.wdp"/><Relationship Id="rId4" Type="http://schemas.openxmlformats.org/officeDocument/2006/relationships/image" Target="../media/image38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microsoft.com/office/2007/relationships/hdphoto" Target="../media/hdphoto5.wdp"/><Relationship Id="rId4" Type="http://schemas.openxmlformats.org/officeDocument/2006/relationships/image" Target="../media/image38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microsoft.com/office/2007/relationships/hdphoto" Target="../media/hdphoto5.wdp"/><Relationship Id="rId4" Type="http://schemas.openxmlformats.org/officeDocument/2006/relationships/image" Target="../media/image38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microsoft.com/office/2007/relationships/hdphoto" Target="../media/hdphoto6.wdp"/><Relationship Id="rId4" Type="http://schemas.openxmlformats.org/officeDocument/2006/relationships/image" Target="../media/image40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microsoft.com/office/2007/relationships/hdphoto" Target="../media/hdphoto6.wdp"/><Relationship Id="rId4" Type="http://schemas.openxmlformats.org/officeDocument/2006/relationships/image" Target="../media/image40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microsoft.com/office/2007/relationships/hdphoto" Target="../media/hdphoto6.wdp"/><Relationship Id="rId4" Type="http://schemas.openxmlformats.org/officeDocument/2006/relationships/image" Target="../media/image40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microsoft.com/office/2007/relationships/hdphoto" Target="../media/hdphoto7.wdp"/><Relationship Id="rId4" Type="http://schemas.openxmlformats.org/officeDocument/2006/relationships/image" Target="../media/image42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microsoft.com/office/2007/relationships/hdphoto" Target="../media/hdphoto7.wdp"/><Relationship Id="rId4" Type="http://schemas.openxmlformats.org/officeDocument/2006/relationships/image" Target="../media/image42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microsoft.com/office/2007/relationships/hdphoto" Target="../media/hdphoto7.wdp"/><Relationship Id="rId4" Type="http://schemas.openxmlformats.org/officeDocument/2006/relationships/image" Target="../media/image420.png"/></Relationships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261BF-DBB2-53D1-B2CB-D4E4F5CB1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ACB0FBB3-BB29-5108-14E3-7F587A30CFA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172" y="473915"/>
            <a:ext cx="8069656" cy="59101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96DEE57-8154-D131-7028-3AE9A86050D6}"/>
                  </a:ext>
                </a:extLst>
              </p:cNvPr>
              <p:cNvSpPr txBox="1"/>
              <p:nvPr/>
            </p:nvSpPr>
            <p:spPr>
              <a:xfrm>
                <a:off x="10287145" y="751209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96DEE57-8154-D131-7028-3AE9A8605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751209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C4D4C7C8-769B-853A-7914-289BBA280F09}"/>
              </a:ext>
            </a:extLst>
          </p:cNvPr>
          <p:cNvSpPr txBox="1"/>
          <p:nvPr/>
        </p:nvSpPr>
        <p:spPr>
          <a:xfrm>
            <a:off x="2110930" y="106545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59A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A/</a:t>
            </a:r>
            <a:r>
              <a:rPr lang="ko-KR" altLang="en-US" sz="2000" b="1" dirty="0"/>
              <a:t>간접 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AD779AA-A7AB-A4BB-3393-39115D8972F0}"/>
              </a:ext>
            </a:extLst>
          </p:cNvPr>
          <p:cNvSpPr/>
          <p:nvPr/>
        </p:nvSpPr>
        <p:spPr>
          <a:xfrm rot="5400000">
            <a:off x="5491827" y="5079430"/>
            <a:ext cx="102820" cy="193896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4AD0A7AF-10BB-5144-3D43-F8E64F6B9FFD}"/>
              </a:ext>
            </a:extLst>
          </p:cNvPr>
          <p:cNvSpPr/>
          <p:nvPr/>
        </p:nvSpPr>
        <p:spPr>
          <a:xfrm>
            <a:off x="4707167" y="4072592"/>
            <a:ext cx="1706162" cy="168387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BAF58868-6587-C161-8B88-BA808E7F2839}"/>
              </a:ext>
            </a:extLst>
          </p:cNvPr>
          <p:cNvSpPr/>
          <p:nvPr/>
        </p:nvSpPr>
        <p:spPr>
          <a:xfrm>
            <a:off x="4938551" y="4276406"/>
            <a:ext cx="1250446" cy="1281526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A5197ED-640B-619E-5CAE-9CBD35627898}"/>
              </a:ext>
            </a:extLst>
          </p:cNvPr>
          <p:cNvSpPr txBox="1"/>
          <p:nvPr/>
        </p:nvSpPr>
        <p:spPr>
          <a:xfrm>
            <a:off x="4672400" y="3616884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6E32618-3B7C-F0F3-EA5E-9913036F544D}"/>
              </a:ext>
            </a:extLst>
          </p:cNvPr>
          <p:cNvSpPr txBox="1"/>
          <p:nvPr/>
        </p:nvSpPr>
        <p:spPr>
          <a:xfrm>
            <a:off x="-1458" y="664143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E5DEC04-94BA-58BE-645A-D247AA7C6E01}"/>
              </a:ext>
            </a:extLst>
          </p:cNvPr>
          <p:cNvSpPr txBox="1"/>
          <p:nvPr/>
        </p:nvSpPr>
        <p:spPr>
          <a:xfrm>
            <a:off x="-2156" y="98278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5DD6CF03-7BCD-24C0-7C8D-8FC1793AEC47}"/>
              </a:ext>
            </a:extLst>
          </p:cNvPr>
          <p:cNvGrpSpPr/>
          <p:nvPr/>
        </p:nvGrpSpPr>
        <p:grpSpPr>
          <a:xfrm>
            <a:off x="4502475" y="4239902"/>
            <a:ext cx="98891" cy="1331233"/>
            <a:chOff x="4737834" y="4900127"/>
            <a:chExt cx="98891" cy="1331233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7DB3E220-BB33-F272-BE35-F18478E1D26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B63DD218-7D5F-CEAF-C0F7-5BCD1C97126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A52DF2F4-3628-C9D1-F6C6-8853BE1E26E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9D1CBCA-CB58-229D-5A19-9339A6C4D090}"/>
              </a:ext>
            </a:extLst>
          </p:cNvPr>
          <p:cNvGrpSpPr/>
          <p:nvPr/>
        </p:nvGrpSpPr>
        <p:grpSpPr>
          <a:xfrm>
            <a:off x="6523432" y="4235400"/>
            <a:ext cx="98891" cy="1331233"/>
            <a:chOff x="4737834" y="4900127"/>
            <a:chExt cx="98891" cy="1331233"/>
          </a:xfrm>
        </p:grpSpPr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B4206C15-3C84-DB18-32EC-7A0B3D1D79D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D40E0222-572B-4B62-A147-D41A963E5B5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27E00292-87C4-A288-452E-2EDE8D34DC3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E8B05732-3640-A166-B8FB-A01345D891CD}"/>
              </a:ext>
            </a:extLst>
          </p:cNvPr>
          <p:cNvSpPr/>
          <p:nvPr/>
        </p:nvSpPr>
        <p:spPr>
          <a:xfrm flipV="1">
            <a:off x="4324675" y="2384581"/>
            <a:ext cx="98384" cy="8015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BF75D485-4ADA-86F6-6777-D800DC1B7A32}"/>
              </a:ext>
            </a:extLst>
          </p:cNvPr>
          <p:cNvSpPr/>
          <p:nvPr/>
        </p:nvSpPr>
        <p:spPr>
          <a:xfrm flipV="1">
            <a:off x="9660365" y="3004806"/>
            <a:ext cx="98384" cy="9313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0140A279-94C2-FFF8-C676-C55C2F2E076F}"/>
              </a:ext>
            </a:extLst>
          </p:cNvPr>
          <p:cNvGrpSpPr/>
          <p:nvPr/>
        </p:nvGrpSpPr>
        <p:grpSpPr>
          <a:xfrm rot="5400000">
            <a:off x="7618476" y="3485406"/>
            <a:ext cx="98814" cy="711634"/>
            <a:chOff x="4737834" y="4900127"/>
            <a:chExt cx="98814" cy="711634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4B93B76B-5990-FE31-C730-ACF38DB8B138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44424A75-30DA-5C17-D289-3A2C9C5B8D5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63D41B07-C8B8-D0EA-7B60-F1191BE66F31}"/>
              </a:ext>
            </a:extLst>
          </p:cNvPr>
          <p:cNvSpPr/>
          <p:nvPr/>
        </p:nvSpPr>
        <p:spPr>
          <a:xfrm flipV="1">
            <a:off x="8593540" y="2306477"/>
            <a:ext cx="98385" cy="82248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E2203B2-FC09-212F-5DD5-FB1009A4B39D}"/>
              </a:ext>
            </a:extLst>
          </p:cNvPr>
          <p:cNvSpPr txBox="1"/>
          <p:nvPr/>
        </p:nvSpPr>
        <p:spPr>
          <a:xfrm>
            <a:off x="5304534" y="631674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3A1D8AFD-2BAA-3DDE-A5AD-5BDED334857D}"/>
              </a:ext>
            </a:extLst>
          </p:cNvPr>
          <p:cNvCxnSpPr>
            <a:cxnSpLocks/>
            <a:stCxn id="148" idx="0"/>
            <a:endCxn id="107" idx="2"/>
          </p:cNvCxnSpPr>
          <p:nvPr/>
        </p:nvCxnSpPr>
        <p:spPr>
          <a:xfrm flipH="1" flipV="1">
            <a:off x="5560248" y="5756462"/>
            <a:ext cx="966736" cy="560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15F261B2-1618-0C26-D905-A8DE60813184}"/>
              </a:ext>
            </a:extLst>
          </p:cNvPr>
          <p:cNvGrpSpPr/>
          <p:nvPr/>
        </p:nvGrpSpPr>
        <p:grpSpPr>
          <a:xfrm>
            <a:off x="76071" y="67986"/>
            <a:ext cx="4526606" cy="630942"/>
            <a:chOff x="209306" y="114311"/>
            <a:chExt cx="3888132" cy="630942"/>
          </a:xfrm>
        </p:grpSpPr>
        <p:sp>
          <p:nvSpPr>
            <p:cNvPr id="157" name="타원 156">
              <a:extLst>
                <a:ext uri="{FF2B5EF4-FFF2-40B4-BE49-F238E27FC236}">
                  <a16:creationId xmlns:a16="http://schemas.microsoft.com/office/drawing/2014/main" id="{5BC2CA13-083D-93BD-0347-15A2306CEE3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A7DED012-F378-EBF7-DC09-7D7E330F6B8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C83F4EA8-90F5-A9FE-813E-BCC0767B0918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952657D1-FA7B-B032-9C7A-29247203E8B1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596795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D69F3-9609-8EAC-A614-C14A99923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22994E7C-E6B8-4B15-1B9D-33B65E82858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172" y="473915"/>
            <a:ext cx="8069656" cy="59101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1B59894-D997-2871-379E-9AE8D14F8A2F}"/>
                  </a:ext>
                </a:extLst>
              </p:cNvPr>
              <p:cNvSpPr txBox="1"/>
              <p:nvPr/>
            </p:nvSpPr>
            <p:spPr>
              <a:xfrm>
                <a:off x="10287145" y="751209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1B59894-D997-2871-379E-9AE8D14F8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751209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6EBABC55-A7A9-FAAD-2291-3B5D0A80D76C}"/>
              </a:ext>
            </a:extLst>
          </p:cNvPr>
          <p:cNvSpPr txBox="1"/>
          <p:nvPr/>
        </p:nvSpPr>
        <p:spPr>
          <a:xfrm>
            <a:off x="2110930" y="106545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59A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F6737305-4288-2772-8CF0-4699FC40C1B7}"/>
              </a:ext>
            </a:extLst>
          </p:cNvPr>
          <p:cNvSpPr/>
          <p:nvPr/>
        </p:nvSpPr>
        <p:spPr>
          <a:xfrm>
            <a:off x="2624687" y="5159242"/>
            <a:ext cx="1590126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FDFD654-F650-6AFB-2798-72EC1DC0D265}"/>
              </a:ext>
            </a:extLst>
          </p:cNvPr>
          <p:cNvSpPr txBox="1"/>
          <p:nvPr/>
        </p:nvSpPr>
        <p:spPr>
          <a:xfrm>
            <a:off x="2728588" y="4334115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682A3426-0424-4ABD-2ED6-0FB72750CC2B}"/>
              </a:ext>
            </a:extLst>
          </p:cNvPr>
          <p:cNvSpPr/>
          <p:nvPr/>
        </p:nvSpPr>
        <p:spPr>
          <a:xfrm rot="5400000">
            <a:off x="5491827" y="5079430"/>
            <a:ext cx="102820" cy="193896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D2D71910-C1BD-7A5F-47BA-44B7B5009B97}"/>
              </a:ext>
            </a:extLst>
          </p:cNvPr>
          <p:cNvSpPr/>
          <p:nvPr/>
        </p:nvSpPr>
        <p:spPr>
          <a:xfrm>
            <a:off x="4707167" y="4072592"/>
            <a:ext cx="1706162" cy="168387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BF466F13-913D-3B62-A92B-5ECF299EBAD3}"/>
              </a:ext>
            </a:extLst>
          </p:cNvPr>
          <p:cNvSpPr/>
          <p:nvPr/>
        </p:nvSpPr>
        <p:spPr>
          <a:xfrm>
            <a:off x="4938551" y="4276406"/>
            <a:ext cx="1250446" cy="1281526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B6E0F22-65FF-F840-025E-D7C90C98E074}"/>
              </a:ext>
            </a:extLst>
          </p:cNvPr>
          <p:cNvSpPr txBox="1"/>
          <p:nvPr/>
        </p:nvSpPr>
        <p:spPr>
          <a:xfrm>
            <a:off x="4672400" y="3616884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3FA43B9C-E9FE-7B34-A5F6-D48AA98899BA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CE93C11C-76D7-F5DF-09EF-5B2972D65019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8FF1ADF8-B573-E84F-2F3A-E7B8006E5E25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596178CE-7F0B-4D44-4885-BDB62F249701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DC8AD723-D1FC-71C5-3F01-B404140B21E7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타원 117">
                  <a:extLst>
                    <a:ext uri="{FF2B5EF4-FFF2-40B4-BE49-F238E27FC236}">
                      <a16:creationId xmlns:a16="http://schemas.microsoft.com/office/drawing/2014/main" id="{80CA656E-A48F-0D78-CE9D-163C51A02778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DA999853-308B-E598-5869-9990B7D99B42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 dirty="0"/>
                    <a:t>간접조명 </a:t>
                  </a:r>
                  <a:r>
                    <a:rPr lang="en-US" altLang="ko-KR" sz="700" dirty="0"/>
                    <a:t>A 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간접조명 센서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우물천장간접조명 및 커튼박수 추가</a:t>
                  </a:r>
                  <a:r>
                    <a:rPr lang="en-US" altLang="ko-KR" sz="700" dirty="0"/>
                    <a:t>(</a:t>
                  </a:r>
                  <a:r>
                    <a:rPr lang="ko-KR" altLang="en-US" sz="700" dirty="0"/>
                    <a:t>별도 추가</a:t>
                  </a:r>
                  <a:r>
                    <a:rPr lang="en-US" altLang="ko-KR" sz="700" dirty="0"/>
                    <a:t>)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 err="1"/>
                    <a:t>현관상부</a:t>
                  </a:r>
                  <a:r>
                    <a:rPr lang="ko-KR" altLang="en-US" sz="700" dirty="0"/>
                    <a:t> </a:t>
                  </a:r>
                  <a:r>
                    <a:rPr lang="ko-KR" altLang="en-US" sz="700" dirty="0" err="1"/>
                    <a:t>매입등</a:t>
                  </a:r>
                  <a:r>
                    <a:rPr lang="ko-KR" altLang="en-US" sz="700" dirty="0"/>
                    <a:t> 및 </a:t>
                  </a:r>
                  <a:r>
                    <a:rPr lang="ko-KR" altLang="en-US" sz="700" dirty="0" err="1"/>
                    <a:t>현관상부센서등</a:t>
                  </a:r>
                  <a:r>
                    <a:rPr lang="ko-KR" altLang="en-US" sz="700" dirty="0"/>
                    <a:t> 현관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방 간접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en-US" altLang="ko-KR" sz="700" dirty="0"/>
                    <a:t>SET </a:t>
                  </a:r>
                  <a:r>
                    <a:rPr lang="ko-KR" altLang="en-US" sz="700" dirty="0"/>
                    <a:t>이 외의 상품</a:t>
                  </a:r>
                  <a:endParaRPr lang="en-US" altLang="ko-KR" sz="700" dirty="0"/>
                </a:p>
              </p:txBody>
            </p:sp>
          </p:grp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2A2EFEE9-CEEE-3848-61BD-7E3D25075B89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3AD59D07-3090-53D2-CBC0-65CF932ACCF4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85263BDC-CCBE-6C03-BFCE-264F5EF28BE4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5688435C-1365-A802-9330-5B2F8DE0620C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E422495-56D4-65E9-10D0-841AE82BFF04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3DA17E9A-389F-3D70-0BE4-554321761191}"/>
              </a:ext>
            </a:extLst>
          </p:cNvPr>
          <p:cNvGrpSpPr/>
          <p:nvPr/>
        </p:nvGrpSpPr>
        <p:grpSpPr>
          <a:xfrm>
            <a:off x="4502475" y="4239902"/>
            <a:ext cx="98891" cy="1331233"/>
            <a:chOff x="4737834" y="4900127"/>
            <a:chExt cx="98891" cy="1331233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EE65687C-7543-6EB4-CEA5-F30D1838170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0380D857-5215-0FFE-FEF4-02E9908619A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2B44D21C-4068-2C68-00FB-4FAF62B9E22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5445C694-2226-91D7-A0B0-4FA6A95F79A4}"/>
              </a:ext>
            </a:extLst>
          </p:cNvPr>
          <p:cNvGrpSpPr/>
          <p:nvPr/>
        </p:nvGrpSpPr>
        <p:grpSpPr>
          <a:xfrm>
            <a:off x="6523432" y="4235400"/>
            <a:ext cx="98891" cy="1331233"/>
            <a:chOff x="4737834" y="4900127"/>
            <a:chExt cx="98891" cy="1331233"/>
          </a:xfrm>
        </p:grpSpPr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0AEDF1C3-367D-EFB4-3D63-DC47B5DE3E6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EC9F8313-F128-5226-6BCC-6A4D59A793F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96DC010D-D8D9-F59A-BDF6-32035EDF1C16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7231456D-6E80-A6A5-0924-BA07C80AE26F}"/>
              </a:ext>
            </a:extLst>
          </p:cNvPr>
          <p:cNvGrpSpPr/>
          <p:nvPr/>
        </p:nvGrpSpPr>
        <p:grpSpPr>
          <a:xfrm>
            <a:off x="4299660" y="3941648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7A9C56CA-0FA8-B35E-5BEB-B1C6EBE16AE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6FAB326F-2BF0-AF70-6E5E-16590A3E78C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51F3994F-99B7-DDE3-59AD-B7E8419F4971}"/>
              </a:ext>
            </a:extLst>
          </p:cNvPr>
          <p:cNvGrpSpPr/>
          <p:nvPr/>
        </p:nvGrpSpPr>
        <p:grpSpPr>
          <a:xfrm>
            <a:off x="9022659" y="3220329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217E6611-1AAB-E30E-7712-EE727A3958F5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DFA995C2-D512-781F-A837-EDDBA6381D7E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17A0087E-4F5B-447D-93CC-63F8E379651C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6" name="별: 꼭짓점 7개 135">
              <a:extLst>
                <a:ext uri="{FF2B5EF4-FFF2-40B4-BE49-F238E27FC236}">
                  <a16:creationId xmlns:a16="http://schemas.microsoft.com/office/drawing/2014/main" id="{9183E678-61C0-18B2-488D-E1C369CAFA13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CE2F78C1-A069-6B64-F446-DC31F4B08A7E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38" name="타원 137">
                <a:extLst>
                  <a:ext uri="{FF2B5EF4-FFF2-40B4-BE49-F238E27FC236}">
                    <a16:creationId xmlns:a16="http://schemas.microsoft.com/office/drawing/2014/main" id="{2FDC45C7-5741-B73F-5FC9-08D2798FF43C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5BEC8A41-E177-70A0-D06F-26202DA873ED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BA0A1551-7352-E271-7524-7FB9C048479B}"/>
              </a:ext>
            </a:extLst>
          </p:cNvPr>
          <p:cNvSpPr/>
          <p:nvPr/>
        </p:nvSpPr>
        <p:spPr>
          <a:xfrm flipV="1">
            <a:off x="4324675" y="2384581"/>
            <a:ext cx="98384" cy="8015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C1D2E394-F443-66FF-9F81-91111D01A515}"/>
              </a:ext>
            </a:extLst>
          </p:cNvPr>
          <p:cNvSpPr/>
          <p:nvPr/>
        </p:nvSpPr>
        <p:spPr>
          <a:xfrm flipV="1">
            <a:off x="9660365" y="3004806"/>
            <a:ext cx="98384" cy="9313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7171CB19-0AA1-BC63-B9A7-4B2292E43B3E}"/>
              </a:ext>
            </a:extLst>
          </p:cNvPr>
          <p:cNvGrpSpPr/>
          <p:nvPr/>
        </p:nvGrpSpPr>
        <p:grpSpPr>
          <a:xfrm rot="5400000">
            <a:off x="7618476" y="3485406"/>
            <a:ext cx="98814" cy="711634"/>
            <a:chOff x="4737834" y="4900127"/>
            <a:chExt cx="98814" cy="711634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A2C46446-F12C-DA43-81DC-ED1F6ECCBC5F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415B9930-3F5D-82E7-6BA4-FBCDF71E116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60130654-4E8C-D727-389B-1AE830870F5B}"/>
              </a:ext>
            </a:extLst>
          </p:cNvPr>
          <p:cNvSpPr/>
          <p:nvPr/>
        </p:nvSpPr>
        <p:spPr>
          <a:xfrm flipV="1">
            <a:off x="8593540" y="2306477"/>
            <a:ext cx="98385" cy="82248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0DCCD6B-C703-C3F0-7E5D-EBD4FFBD31F5}"/>
              </a:ext>
            </a:extLst>
          </p:cNvPr>
          <p:cNvSpPr txBox="1"/>
          <p:nvPr/>
        </p:nvSpPr>
        <p:spPr>
          <a:xfrm>
            <a:off x="5304534" y="631674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9AB99562-856E-87CB-89B1-2FD940193C95}"/>
              </a:ext>
            </a:extLst>
          </p:cNvPr>
          <p:cNvCxnSpPr>
            <a:cxnSpLocks/>
            <a:stCxn id="148" idx="0"/>
            <a:endCxn id="107" idx="2"/>
          </p:cNvCxnSpPr>
          <p:nvPr/>
        </p:nvCxnSpPr>
        <p:spPr>
          <a:xfrm flipH="1" flipV="1">
            <a:off x="5560248" y="5756462"/>
            <a:ext cx="966736" cy="560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4573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705E6-CDF3-90F3-1460-9DD8BF355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8C0C8727-B304-EAFB-9677-9BA64F033E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172" y="473915"/>
            <a:ext cx="8069656" cy="59101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3EF7174-9B7B-2797-84F0-1FAFFBBAF5A7}"/>
                  </a:ext>
                </a:extLst>
              </p:cNvPr>
              <p:cNvSpPr txBox="1"/>
              <p:nvPr/>
            </p:nvSpPr>
            <p:spPr>
              <a:xfrm>
                <a:off x="10287145" y="751209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3EF7174-9B7B-2797-84F0-1FAFFBBAF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751209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C0D776FE-BB71-484B-E46B-891879EA0380}"/>
              </a:ext>
            </a:extLst>
          </p:cNvPr>
          <p:cNvSpPr txBox="1"/>
          <p:nvPr/>
        </p:nvSpPr>
        <p:spPr>
          <a:xfrm>
            <a:off x="2110930" y="106545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59A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89119868-6C50-3B39-20C3-4CC2E0EB930C}"/>
              </a:ext>
            </a:extLst>
          </p:cNvPr>
          <p:cNvSpPr/>
          <p:nvPr/>
        </p:nvSpPr>
        <p:spPr>
          <a:xfrm>
            <a:off x="2624687" y="5159242"/>
            <a:ext cx="1590126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AA6B395-2707-B724-E402-4E375AF78A41}"/>
              </a:ext>
            </a:extLst>
          </p:cNvPr>
          <p:cNvSpPr txBox="1"/>
          <p:nvPr/>
        </p:nvSpPr>
        <p:spPr>
          <a:xfrm>
            <a:off x="2728588" y="4334115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2BD8915D-EF73-B27A-1BA5-306FA070E759}"/>
              </a:ext>
            </a:extLst>
          </p:cNvPr>
          <p:cNvSpPr/>
          <p:nvPr/>
        </p:nvSpPr>
        <p:spPr>
          <a:xfrm rot="5400000">
            <a:off x="5491827" y="5079430"/>
            <a:ext cx="102820" cy="193896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DB33666E-4B5A-994C-7B9F-21CE68B04F18}"/>
              </a:ext>
            </a:extLst>
          </p:cNvPr>
          <p:cNvSpPr/>
          <p:nvPr/>
        </p:nvSpPr>
        <p:spPr>
          <a:xfrm>
            <a:off x="4707167" y="4072592"/>
            <a:ext cx="1706162" cy="168387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D834CD35-5580-7EBE-7C26-168B4CEC2D5A}"/>
              </a:ext>
            </a:extLst>
          </p:cNvPr>
          <p:cNvSpPr/>
          <p:nvPr/>
        </p:nvSpPr>
        <p:spPr>
          <a:xfrm>
            <a:off x="4938551" y="4276406"/>
            <a:ext cx="1250446" cy="1281526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3918648-A1B3-EC64-B8EF-F1552BCF915D}"/>
              </a:ext>
            </a:extLst>
          </p:cNvPr>
          <p:cNvSpPr txBox="1"/>
          <p:nvPr/>
        </p:nvSpPr>
        <p:spPr>
          <a:xfrm>
            <a:off x="4672400" y="3616884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F02FC1B2-3E7B-BDAA-86E6-28CBC472877F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B55CB538-E4B9-1A63-3E5C-2B94DE6EC6A0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D44279AD-2C64-A158-1F93-9293A03F0D92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F22FB4B4-BEF0-6725-0321-DC65B33DC744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7033CBE3-5DD5-03EB-1C1E-6DF83C1BDE79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타원 117">
                  <a:extLst>
                    <a:ext uri="{FF2B5EF4-FFF2-40B4-BE49-F238E27FC236}">
                      <a16:creationId xmlns:a16="http://schemas.microsoft.com/office/drawing/2014/main" id="{C9DA589F-32F8-22F2-7D54-4F303CDABF9C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B6CCE9D7-8D94-E773-8596-027A85CCA00C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 dirty="0"/>
                    <a:t>간접조명 </a:t>
                  </a:r>
                  <a:r>
                    <a:rPr lang="en-US" altLang="ko-KR" sz="700" dirty="0"/>
                    <a:t>A 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간접조명 센서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우물천장간접조명 및 커튼박수 추가</a:t>
                  </a:r>
                  <a:r>
                    <a:rPr lang="en-US" altLang="ko-KR" sz="700" dirty="0"/>
                    <a:t>(</a:t>
                  </a:r>
                  <a:r>
                    <a:rPr lang="ko-KR" altLang="en-US" sz="700" dirty="0"/>
                    <a:t>별도 추가</a:t>
                  </a:r>
                  <a:r>
                    <a:rPr lang="en-US" altLang="ko-KR" sz="700" dirty="0"/>
                    <a:t>)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 err="1"/>
                    <a:t>현관상부</a:t>
                  </a:r>
                  <a:r>
                    <a:rPr lang="ko-KR" altLang="en-US" sz="700" dirty="0"/>
                    <a:t> </a:t>
                  </a:r>
                  <a:r>
                    <a:rPr lang="ko-KR" altLang="en-US" sz="700" dirty="0" err="1"/>
                    <a:t>매입등</a:t>
                  </a:r>
                  <a:r>
                    <a:rPr lang="ko-KR" altLang="en-US" sz="700" dirty="0"/>
                    <a:t> 및 </a:t>
                  </a:r>
                  <a:r>
                    <a:rPr lang="ko-KR" altLang="en-US" sz="700" dirty="0" err="1"/>
                    <a:t>현관상부센서등</a:t>
                  </a:r>
                  <a:r>
                    <a:rPr lang="ko-KR" altLang="en-US" sz="700" dirty="0"/>
                    <a:t> 현관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방 간접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en-US" altLang="ko-KR" sz="700" dirty="0"/>
                    <a:t>SET </a:t>
                  </a:r>
                  <a:r>
                    <a:rPr lang="ko-KR" altLang="en-US" sz="700" dirty="0"/>
                    <a:t>이 외의 상품</a:t>
                  </a:r>
                  <a:endParaRPr lang="en-US" altLang="ko-KR" sz="700" dirty="0"/>
                </a:p>
              </p:txBody>
            </p:sp>
          </p:grp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779F56B6-BA30-06C1-DDBF-EADC67180413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5C1D9C6C-5E16-11C3-2DAA-22443646FB25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7922B671-8FA0-F18B-9F35-869F1DD28494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94AFE32F-D6AC-F24B-43E3-9EEC5BD45FEC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313CC05-53CC-DFA9-C21E-206C8496D761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sp>
        <p:nvSpPr>
          <p:cNvPr id="122" name="별: 꼭짓점 4개 121">
            <a:extLst>
              <a:ext uri="{FF2B5EF4-FFF2-40B4-BE49-F238E27FC236}">
                <a16:creationId xmlns:a16="http://schemas.microsoft.com/office/drawing/2014/main" id="{2B4752E2-C26D-0500-1FDF-1CF8D3E6B199}"/>
              </a:ext>
            </a:extLst>
          </p:cNvPr>
          <p:cNvSpPr/>
          <p:nvPr/>
        </p:nvSpPr>
        <p:spPr>
          <a:xfrm>
            <a:off x="5289329" y="4624492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F5AF3FE2-20C4-DE0C-E146-0414975F8B29}"/>
              </a:ext>
            </a:extLst>
          </p:cNvPr>
          <p:cNvGrpSpPr/>
          <p:nvPr/>
        </p:nvGrpSpPr>
        <p:grpSpPr>
          <a:xfrm>
            <a:off x="4502475" y="4239902"/>
            <a:ext cx="98891" cy="1331233"/>
            <a:chOff x="4737834" y="4900127"/>
            <a:chExt cx="98891" cy="1331233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96508A19-46D9-1DFB-A6E6-FD4F7E52347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39028657-F8A0-F377-07C6-4B1DB2B4305E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401FAFC5-9B54-61BA-5672-6CD2AC22BED5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6E1A5503-FBEF-7EE6-D83C-2E5D80F334CB}"/>
              </a:ext>
            </a:extLst>
          </p:cNvPr>
          <p:cNvGrpSpPr/>
          <p:nvPr/>
        </p:nvGrpSpPr>
        <p:grpSpPr>
          <a:xfrm>
            <a:off x="6523432" y="4235400"/>
            <a:ext cx="98891" cy="1331233"/>
            <a:chOff x="4737834" y="4900127"/>
            <a:chExt cx="98891" cy="1331233"/>
          </a:xfrm>
        </p:grpSpPr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C0AF31CE-6041-E34D-8A3C-D0E23976792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B70800F5-E522-1340-76E5-425417512D2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9429E1C5-F5CE-F469-1B71-2EEC01014C2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3924A31F-5E7B-F893-0FCE-19D883761895}"/>
              </a:ext>
            </a:extLst>
          </p:cNvPr>
          <p:cNvGrpSpPr/>
          <p:nvPr/>
        </p:nvGrpSpPr>
        <p:grpSpPr>
          <a:xfrm>
            <a:off x="4299660" y="3941648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908688AC-B938-7DCA-7716-6725E74DF5D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B37EA758-54B6-601A-52A7-2B8A268C431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2B1E9110-D6B5-53CB-A2E1-8B11856E59EB}"/>
              </a:ext>
            </a:extLst>
          </p:cNvPr>
          <p:cNvGrpSpPr/>
          <p:nvPr/>
        </p:nvGrpSpPr>
        <p:grpSpPr>
          <a:xfrm>
            <a:off x="9022659" y="3220329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CC5AE375-1A53-58D3-341F-8C08923C5AF0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6A8774F8-3150-C007-6C99-A534C7F17AB3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88AE6F6D-CE8C-831F-8042-6FF707DFA86D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6" name="별: 꼭짓점 7개 135">
              <a:extLst>
                <a:ext uri="{FF2B5EF4-FFF2-40B4-BE49-F238E27FC236}">
                  <a16:creationId xmlns:a16="http://schemas.microsoft.com/office/drawing/2014/main" id="{6E0DCA54-96F2-15C9-3789-6AD7EEB064BF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434364CF-CC02-4AD7-D8F2-1BE458013FC3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38" name="타원 137">
                <a:extLst>
                  <a:ext uri="{FF2B5EF4-FFF2-40B4-BE49-F238E27FC236}">
                    <a16:creationId xmlns:a16="http://schemas.microsoft.com/office/drawing/2014/main" id="{17792B7E-510F-245E-1512-CD70B83FE72F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E69BF3F8-5B30-29B2-7677-2158FDEF6235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781F64DD-5707-725D-017A-BE9C6746690A}"/>
              </a:ext>
            </a:extLst>
          </p:cNvPr>
          <p:cNvSpPr/>
          <p:nvPr/>
        </p:nvSpPr>
        <p:spPr>
          <a:xfrm flipV="1">
            <a:off x="4324675" y="2384581"/>
            <a:ext cx="98384" cy="8015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7D01C421-FD67-A08E-06EE-DF4AB19C368F}"/>
              </a:ext>
            </a:extLst>
          </p:cNvPr>
          <p:cNvSpPr/>
          <p:nvPr/>
        </p:nvSpPr>
        <p:spPr>
          <a:xfrm flipV="1">
            <a:off x="9660365" y="3004806"/>
            <a:ext cx="98384" cy="9313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D603A0B5-B7B7-0815-47C1-AE6BDDDE8320}"/>
              </a:ext>
            </a:extLst>
          </p:cNvPr>
          <p:cNvGrpSpPr/>
          <p:nvPr/>
        </p:nvGrpSpPr>
        <p:grpSpPr>
          <a:xfrm rot="5400000">
            <a:off x="7618476" y="3485406"/>
            <a:ext cx="98814" cy="711634"/>
            <a:chOff x="4737834" y="4900127"/>
            <a:chExt cx="98814" cy="711634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BF2A4D63-4980-A639-CCD7-12BC61CD8AC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29C5032A-71D0-27AF-1180-890DE794DCD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112E1CFE-B48A-767A-583D-0520701C9365}"/>
              </a:ext>
            </a:extLst>
          </p:cNvPr>
          <p:cNvSpPr/>
          <p:nvPr/>
        </p:nvSpPr>
        <p:spPr>
          <a:xfrm flipV="1">
            <a:off x="8593540" y="2306477"/>
            <a:ext cx="98385" cy="82248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407B9F0F-A66A-15AF-4391-AD76584AAE56}"/>
              </a:ext>
            </a:extLst>
          </p:cNvPr>
          <p:cNvSpPr txBox="1"/>
          <p:nvPr/>
        </p:nvSpPr>
        <p:spPr>
          <a:xfrm>
            <a:off x="5304534" y="631674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5FF39211-7950-6DDC-C04D-C2786E712E28}"/>
              </a:ext>
            </a:extLst>
          </p:cNvPr>
          <p:cNvCxnSpPr>
            <a:cxnSpLocks/>
            <a:stCxn id="148" idx="0"/>
            <a:endCxn id="107" idx="2"/>
          </p:cNvCxnSpPr>
          <p:nvPr/>
        </p:nvCxnSpPr>
        <p:spPr>
          <a:xfrm flipH="1" flipV="1">
            <a:off x="5560248" y="5756462"/>
            <a:ext cx="966736" cy="560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14B01B71-F326-4EFA-5EFA-E3D2493BE276}"/>
              </a:ext>
            </a:extLst>
          </p:cNvPr>
          <p:cNvSpPr txBox="1"/>
          <p:nvPr/>
        </p:nvSpPr>
        <p:spPr>
          <a:xfrm>
            <a:off x="3407180" y="6227844"/>
            <a:ext cx="32146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436799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3242B-A6DF-7033-6DB6-A7C16A85B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C9CD92DC-2E57-5FD6-F20F-3AD0C0F627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744" y="420869"/>
            <a:ext cx="8214512" cy="60162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9A6D3A92-B813-647C-4BCA-E73F0E9109CA}"/>
                  </a:ext>
                </a:extLst>
              </p:cNvPr>
              <p:cNvSpPr txBox="1"/>
              <p:nvPr/>
            </p:nvSpPr>
            <p:spPr>
              <a:xfrm>
                <a:off x="10287145" y="75121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9A6D3A92-B813-647C-4BCA-E73F0E910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75121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TextBox 151">
            <a:extLst>
              <a:ext uri="{FF2B5EF4-FFF2-40B4-BE49-F238E27FC236}">
                <a16:creationId xmlns:a16="http://schemas.microsoft.com/office/drawing/2014/main" id="{21961CD9-A3D2-5A22-6C78-3A4466B7F3F7}"/>
              </a:ext>
            </a:extLst>
          </p:cNvPr>
          <p:cNvSpPr txBox="1"/>
          <p:nvPr/>
        </p:nvSpPr>
        <p:spPr>
          <a:xfrm>
            <a:off x="2110930" y="10654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59B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A/</a:t>
            </a:r>
            <a:r>
              <a:rPr lang="ko-KR" altLang="en-US" sz="2000" b="1" dirty="0"/>
              <a:t>간접 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CEF8FA0F-5DE8-16D9-9FD9-21D87035BD28}"/>
              </a:ext>
            </a:extLst>
          </p:cNvPr>
          <p:cNvSpPr/>
          <p:nvPr/>
        </p:nvSpPr>
        <p:spPr>
          <a:xfrm rot="10800000">
            <a:off x="9346268" y="2967258"/>
            <a:ext cx="102820" cy="19444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6" name="사각형: 둥근 모서리 155">
            <a:extLst>
              <a:ext uri="{FF2B5EF4-FFF2-40B4-BE49-F238E27FC236}">
                <a16:creationId xmlns:a16="http://schemas.microsoft.com/office/drawing/2014/main" id="{E41884CD-CCD1-A9DB-BFE6-C337A64044BB}"/>
              </a:ext>
            </a:extLst>
          </p:cNvPr>
          <p:cNvSpPr/>
          <p:nvPr/>
        </p:nvSpPr>
        <p:spPr>
          <a:xfrm>
            <a:off x="6870379" y="3087932"/>
            <a:ext cx="2309540" cy="167018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7" name="사각형: 둥근 모서리 156">
            <a:extLst>
              <a:ext uri="{FF2B5EF4-FFF2-40B4-BE49-F238E27FC236}">
                <a16:creationId xmlns:a16="http://schemas.microsoft.com/office/drawing/2014/main" id="{0B8D63B0-A013-CE2D-36A0-D9C14EDF02EC}"/>
              </a:ext>
            </a:extLst>
          </p:cNvPr>
          <p:cNvSpPr/>
          <p:nvPr/>
        </p:nvSpPr>
        <p:spPr>
          <a:xfrm>
            <a:off x="7182345" y="3290111"/>
            <a:ext cx="1692660" cy="127110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0BB56796-EA8E-3525-4232-BE1C243C42A0}"/>
              </a:ext>
            </a:extLst>
          </p:cNvPr>
          <p:cNvSpPr txBox="1"/>
          <p:nvPr/>
        </p:nvSpPr>
        <p:spPr>
          <a:xfrm>
            <a:off x="5280578" y="291987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A47D9F5E-E8C6-3DB9-E721-318B1C4D2AF4}"/>
              </a:ext>
            </a:extLst>
          </p:cNvPr>
          <p:cNvSpPr txBox="1"/>
          <p:nvPr/>
        </p:nvSpPr>
        <p:spPr>
          <a:xfrm>
            <a:off x="-1458" y="6592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3FEBC6B-38BA-5D35-1AD3-783A9451904B}"/>
              </a:ext>
            </a:extLst>
          </p:cNvPr>
          <p:cNvSpPr txBox="1"/>
          <p:nvPr/>
        </p:nvSpPr>
        <p:spPr>
          <a:xfrm>
            <a:off x="-2156" y="9778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B26BAE5C-E8BC-1CB3-7B23-27A7B8E1C3AD}"/>
              </a:ext>
            </a:extLst>
          </p:cNvPr>
          <p:cNvGrpSpPr/>
          <p:nvPr/>
        </p:nvGrpSpPr>
        <p:grpSpPr>
          <a:xfrm rot="5400000">
            <a:off x="8344355" y="4263882"/>
            <a:ext cx="98891" cy="1331233"/>
            <a:chOff x="4737834" y="4900127"/>
            <a:chExt cx="98891" cy="1331233"/>
          </a:xfrm>
        </p:grpSpPr>
        <p:sp>
          <p:nvSpPr>
            <p:cNvPr id="173" name="타원 172">
              <a:extLst>
                <a:ext uri="{FF2B5EF4-FFF2-40B4-BE49-F238E27FC236}">
                  <a16:creationId xmlns:a16="http://schemas.microsoft.com/office/drawing/2014/main" id="{E13CC422-288F-7B0C-A4D8-3142B754D89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5277CCEF-5155-40E0-6E65-3835C2C634E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A033A9BC-23BB-15D4-827A-9D31853BC63F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7CFA47F2-D152-7DAA-88BF-33BEE2A1F243}"/>
              </a:ext>
            </a:extLst>
          </p:cNvPr>
          <p:cNvGrpSpPr/>
          <p:nvPr/>
        </p:nvGrpSpPr>
        <p:grpSpPr>
          <a:xfrm rot="5400000">
            <a:off x="8338478" y="2237443"/>
            <a:ext cx="98891" cy="1331233"/>
            <a:chOff x="4737834" y="4900127"/>
            <a:chExt cx="98891" cy="1331233"/>
          </a:xfrm>
        </p:grpSpPr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7E85B197-F504-22B5-1087-23774D86EB37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96269B5-8540-C48F-8696-1288A030114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8B887BDE-6135-18F0-DF56-4F4242776A7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5F45CED0-519D-45F2-5A32-EC98CF977AA8}"/>
              </a:ext>
            </a:extLst>
          </p:cNvPr>
          <p:cNvSpPr/>
          <p:nvPr/>
        </p:nvSpPr>
        <p:spPr>
          <a:xfrm flipV="1">
            <a:off x="5238449" y="1846082"/>
            <a:ext cx="98384" cy="8280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FE6E16-06C7-40AA-111A-40A33C941159}"/>
              </a:ext>
            </a:extLst>
          </p:cNvPr>
          <p:cNvSpPr/>
          <p:nvPr/>
        </p:nvSpPr>
        <p:spPr>
          <a:xfrm flipV="1">
            <a:off x="4904418" y="1911154"/>
            <a:ext cx="98384" cy="86300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FA2A141C-DED8-114F-2D35-FE31D1A2C8BD}"/>
              </a:ext>
            </a:extLst>
          </p:cNvPr>
          <p:cNvGrpSpPr/>
          <p:nvPr/>
        </p:nvGrpSpPr>
        <p:grpSpPr>
          <a:xfrm rot="5400000">
            <a:off x="5010290" y="3058332"/>
            <a:ext cx="98814" cy="711634"/>
            <a:chOff x="4737834" y="4900127"/>
            <a:chExt cx="98814" cy="711634"/>
          </a:xfrm>
        </p:grpSpPr>
        <p:sp>
          <p:nvSpPr>
            <p:cNvPr id="194" name="타원 193">
              <a:extLst>
                <a:ext uri="{FF2B5EF4-FFF2-40B4-BE49-F238E27FC236}">
                  <a16:creationId xmlns:a16="http://schemas.microsoft.com/office/drawing/2014/main" id="{B6481132-A8F5-B449-8767-669A05348A1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5445B520-59CC-E291-C2BE-67EABCA116E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DF184C81-2006-3975-49C6-4067FCFE199C}"/>
              </a:ext>
            </a:extLst>
          </p:cNvPr>
          <p:cNvSpPr/>
          <p:nvPr/>
        </p:nvSpPr>
        <p:spPr>
          <a:xfrm flipV="1">
            <a:off x="6197264" y="1337023"/>
            <a:ext cx="98385" cy="8180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132589D-637E-63C9-EEC3-F049741154B3}"/>
              </a:ext>
            </a:extLst>
          </p:cNvPr>
          <p:cNvSpPr txBox="1"/>
          <p:nvPr/>
        </p:nvSpPr>
        <p:spPr>
          <a:xfrm>
            <a:off x="8913126" y="507618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827386FE-FAC6-9F07-5966-A4C327E67C7B}"/>
              </a:ext>
            </a:extLst>
          </p:cNvPr>
          <p:cNvCxnSpPr>
            <a:cxnSpLocks/>
            <a:stCxn id="197" idx="0"/>
            <a:endCxn id="156" idx="2"/>
          </p:cNvCxnSpPr>
          <p:nvPr/>
        </p:nvCxnSpPr>
        <p:spPr>
          <a:xfrm flipH="1" flipV="1">
            <a:off x="8025149" y="4758114"/>
            <a:ext cx="2110427" cy="318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F88E2743-D05B-0CB3-61D1-739A63FC6EA1}"/>
              </a:ext>
            </a:extLst>
          </p:cNvPr>
          <p:cNvGrpSpPr/>
          <p:nvPr/>
        </p:nvGrpSpPr>
        <p:grpSpPr>
          <a:xfrm>
            <a:off x="76071" y="67986"/>
            <a:ext cx="4526606" cy="630942"/>
            <a:chOff x="209306" y="114311"/>
            <a:chExt cx="3888132" cy="630942"/>
          </a:xfrm>
        </p:grpSpPr>
        <p:sp>
          <p:nvSpPr>
            <p:cNvPr id="206" name="타원 205">
              <a:extLst>
                <a:ext uri="{FF2B5EF4-FFF2-40B4-BE49-F238E27FC236}">
                  <a16:creationId xmlns:a16="http://schemas.microsoft.com/office/drawing/2014/main" id="{651DD17E-9DED-ED4F-6378-C76A07F511D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7" name="타원 206">
              <a:extLst>
                <a:ext uri="{FF2B5EF4-FFF2-40B4-BE49-F238E27FC236}">
                  <a16:creationId xmlns:a16="http://schemas.microsoft.com/office/drawing/2014/main" id="{A0D4F195-815F-0CD2-2F85-7062710FA38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" name="타원 207">
              <a:extLst>
                <a:ext uri="{FF2B5EF4-FFF2-40B4-BE49-F238E27FC236}">
                  <a16:creationId xmlns:a16="http://schemas.microsoft.com/office/drawing/2014/main" id="{7FDDB484-C006-6819-6356-47E73D67D667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6A698E69-EE1D-FB62-9FC9-7D2D234AC8E4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818099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F0698-D88B-5002-10DC-94D733BC8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3DB76BAD-459B-EFD4-F5AE-F7D534A47A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744" y="420869"/>
            <a:ext cx="8214512" cy="60162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D2B70A5D-8103-8B68-CDA4-7465FBA75438}"/>
                  </a:ext>
                </a:extLst>
              </p:cNvPr>
              <p:cNvSpPr txBox="1"/>
              <p:nvPr/>
            </p:nvSpPr>
            <p:spPr>
              <a:xfrm>
                <a:off x="10287145" y="75121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D2B70A5D-8103-8B68-CDA4-7465FBA75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75121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TextBox 151">
            <a:extLst>
              <a:ext uri="{FF2B5EF4-FFF2-40B4-BE49-F238E27FC236}">
                <a16:creationId xmlns:a16="http://schemas.microsoft.com/office/drawing/2014/main" id="{3D8BE54F-0D26-90BB-F777-36320A4CE5DE}"/>
              </a:ext>
            </a:extLst>
          </p:cNvPr>
          <p:cNvSpPr txBox="1"/>
          <p:nvPr/>
        </p:nvSpPr>
        <p:spPr>
          <a:xfrm>
            <a:off x="2110930" y="10654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59B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37D1FE6E-A619-2811-40B0-EA098309C0EB}"/>
              </a:ext>
            </a:extLst>
          </p:cNvPr>
          <p:cNvSpPr/>
          <p:nvPr/>
        </p:nvSpPr>
        <p:spPr>
          <a:xfrm rot="5400000">
            <a:off x="7945565" y="1768170"/>
            <a:ext cx="1551522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0B32253-980F-8BCC-A24B-4EDE76F17776}"/>
              </a:ext>
            </a:extLst>
          </p:cNvPr>
          <p:cNvSpPr txBox="1"/>
          <p:nvPr/>
        </p:nvSpPr>
        <p:spPr>
          <a:xfrm>
            <a:off x="7355229" y="1748339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F33C9DE9-0FCB-8B43-0FF8-FC0A88801552}"/>
              </a:ext>
            </a:extLst>
          </p:cNvPr>
          <p:cNvSpPr/>
          <p:nvPr/>
        </p:nvSpPr>
        <p:spPr>
          <a:xfrm rot="10800000">
            <a:off x="9346268" y="2967258"/>
            <a:ext cx="102820" cy="19444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6" name="사각형: 둥근 모서리 155">
            <a:extLst>
              <a:ext uri="{FF2B5EF4-FFF2-40B4-BE49-F238E27FC236}">
                <a16:creationId xmlns:a16="http://schemas.microsoft.com/office/drawing/2014/main" id="{9605D2C6-4236-B99D-23ED-5FC5420AFA3C}"/>
              </a:ext>
            </a:extLst>
          </p:cNvPr>
          <p:cNvSpPr/>
          <p:nvPr/>
        </p:nvSpPr>
        <p:spPr>
          <a:xfrm>
            <a:off x="6870379" y="3087932"/>
            <a:ext cx="2309540" cy="167018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7" name="사각형: 둥근 모서리 156">
            <a:extLst>
              <a:ext uri="{FF2B5EF4-FFF2-40B4-BE49-F238E27FC236}">
                <a16:creationId xmlns:a16="http://schemas.microsoft.com/office/drawing/2014/main" id="{4CA1E368-4491-1044-C3B0-ADE1C205DB47}"/>
              </a:ext>
            </a:extLst>
          </p:cNvPr>
          <p:cNvSpPr/>
          <p:nvPr/>
        </p:nvSpPr>
        <p:spPr>
          <a:xfrm>
            <a:off x="7182345" y="3290111"/>
            <a:ext cx="1692660" cy="127110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38B2BCF-335B-177E-45EC-06B1631EB27C}"/>
              </a:ext>
            </a:extLst>
          </p:cNvPr>
          <p:cNvSpPr txBox="1"/>
          <p:nvPr/>
        </p:nvSpPr>
        <p:spPr>
          <a:xfrm>
            <a:off x="5280578" y="291987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58A3CD37-0C2D-1C0C-138C-0115AD459989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FF7F8B7E-65D5-D9CD-CBFF-678A213707C1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162" name="그룹 161">
                <a:extLst>
                  <a:ext uri="{FF2B5EF4-FFF2-40B4-BE49-F238E27FC236}">
                    <a16:creationId xmlns:a16="http://schemas.microsoft.com/office/drawing/2014/main" id="{FCA840A8-F469-365D-5C87-94368628225B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165" name="타원 164">
                  <a:extLst>
                    <a:ext uri="{FF2B5EF4-FFF2-40B4-BE49-F238E27FC236}">
                      <a16:creationId xmlns:a16="http://schemas.microsoft.com/office/drawing/2014/main" id="{78373C7E-B072-8A5E-4845-EA6319A2E7EF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6" name="타원 165">
                  <a:extLst>
                    <a:ext uri="{FF2B5EF4-FFF2-40B4-BE49-F238E27FC236}">
                      <a16:creationId xmlns:a16="http://schemas.microsoft.com/office/drawing/2014/main" id="{F035F282-EF2C-D17B-A182-B34F0DD0C1DA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7" name="타원 166">
                  <a:extLst>
                    <a:ext uri="{FF2B5EF4-FFF2-40B4-BE49-F238E27FC236}">
                      <a16:creationId xmlns:a16="http://schemas.microsoft.com/office/drawing/2014/main" id="{9616D75F-A4A9-1C02-C6DF-FB449E1B1A34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604B717A-20F6-B0FF-1ABD-BA79CD1A8EF4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 dirty="0"/>
                    <a:t>간접조명 </a:t>
                  </a:r>
                  <a:r>
                    <a:rPr lang="en-US" altLang="ko-KR" sz="700" dirty="0"/>
                    <a:t>A 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간접조명 센서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우물천장간접조명 및 커튼박수 추가</a:t>
                  </a:r>
                  <a:r>
                    <a:rPr lang="en-US" altLang="ko-KR" sz="700" dirty="0"/>
                    <a:t>(</a:t>
                  </a:r>
                  <a:r>
                    <a:rPr lang="ko-KR" altLang="en-US" sz="700" dirty="0"/>
                    <a:t>별도 추가</a:t>
                  </a:r>
                  <a:r>
                    <a:rPr lang="en-US" altLang="ko-KR" sz="700" dirty="0"/>
                    <a:t>)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 err="1"/>
                    <a:t>현관상부</a:t>
                  </a:r>
                  <a:r>
                    <a:rPr lang="ko-KR" altLang="en-US" sz="700" dirty="0"/>
                    <a:t> </a:t>
                  </a:r>
                  <a:r>
                    <a:rPr lang="ko-KR" altLang="en-US" sz="700" dirty="0" err="1"/>
                    <a:t>매입등</a:t>
                  </a:r>
                  <a:r>
                    <a:rPr lang="ko-KR" altLang="en-US" sz="700" dirty="0"/>
                    <a:t> 및 </a:t>
                  </a:r>
                  <a:r>
                    <a:rPr lang="ko-KR" altLang="en-US" sz="700" dirty="0" err="1"/>
                    <a:t>현관상부센서등</a:t>
                  </a:r>
                  <a:r>
                    <a:rPr lang="ko-KR" altLang="en-US" sz="700" dirty="0"/>
                    <a:t> 현관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방 간접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en-US" altLang="ko-KR" sz="700" dirty="0"/>
                    <a:t>SET </a:t>
                  </a:r>
                  <a:r>
                    <a:rPr lang="ko-KR" altLang="en-US" sz="700" dirty="0"/>
                    <a:t>이 외의 상품</a:t>
                  </a:r>
                  <a:endParaRPr lang="en-US" altLang="ko-KR" sz="700" dirty="0"/>
                </a:p>
              </p:txBody>
            </p:sp>
          </p:grpSp>
          <p:sp>
            <p:nvSpPr>
              <p:cNvPr id="163" name="타원 162">
                <a:extLst>
                  <a:ext uri="{FF2B5EF4-FFF2-40B4-BE49-F238E27FC236}">
                    <a16:creationId xmlns:a16="http://schemas.microsoft.com/office/drawing/2014/main" id="{130A9ECB-CB9C-3C01-3FF4-F8B17DBC6810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4" name="직사각형 163">
                <a:extLst>
                  <a:ext uri="{FF2B5EF4-FFF2-40B4-BE49-F238E27FC236}">
                    <a16:creationId xmlns:a16="http://schemas.microsoft.com/office/drawing/2014/main" id="{B814B930-7FF6-C643-675F-6D9188B80FFB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8AC3184A-4C89-210A-9FE1-F027CEA1D5A7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1F921EDB-86C6-5FC3-732F-66843651A82E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0D566CE0-B910-C50A-1D53-5021D82E7FC5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F8C3A177-DC59-DF13-5E68-070DA474037F}"/>
              </a:ext>
            </a:extLst>
          </p:cNvPr>
          <p:cNvGrpSpPr/>
          <p:nvPr/>
        </p:nvGrpSpPr>
        <p:grpSpPr>
          <a:xfrm rot="5400000">
            <a:off x="8344355" y="4263882"/>
            <a:ext cx="98891" cy="1331233"/>
            <a:chOff x="4737834" y="4900127"/>
            <a:chExt cx="98891" cy="1331233"/>
          </a:xfrm>
        </p:grpSpPr>
        <p:sp>
          <p:nvSpPr>
            <p:cNvPr id="173" name="타원 172">
              <a:extLst>
                <a:ext uri="{FF2B5EF4-FFF2-40B4-BE49-F238E27FC236}">
                  <a16:creationId xmlns:a16="http://schemas.microsoft.com/office/drawing/2014/main" id="{D5943710-2ECA-FE23-8BCE-05CCAB6F9D2C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9AE404A9-0788-6B43-5705-E6D723F030E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2D7C630B-7E11-476A-507F-4017FEDB656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3F16589F-5ACA-2BE6-4888-5C4892021F27}"/>
              </a:ext>
            </a:extLst>
          </p:cNvPr>
          <p:cNvGrpSpPr/>
          <p:nvPr/>
        </p:nvGrpSpPr>
        <p:grpSpPr>
          <a:xfrm rot="5400000">
            <a:off x="8338478" y="2237443"/>
            <a:ext cx="98891" cy="1331233"/>
            <a:chOff x="4737834" y="4900127"/>
            <a:chExt cx="98891" cy="1331233"/>
          </a:xfrm>
        </p:grpSpPr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BFFC7F26-012E-BB8A-8748-9699F20A52F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D5786E96-8CF9-2B59-B02C-AC2A3A0C666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E47892D7-00E2-6285-5CB0-0A411D035EF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4AF9FFB5-EAC2-E77C-5D2A-E07036913BA7}"/>
              </a:ext>
            </a:extLst>
          </p:cNvPr>
          <p:cNvGrpSpPr/>
          <p:nvPr/>
        </p:nvGrpSpPr>
        <p:grpSpPr>
          <a:xfrm rot="5400000">
            <a:off x="7928083" y="2347807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58BD20E3-2548-9831-52EB-74B78F23087C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2" name="타원 181">
              <a:extLst>
                <a:ext uri="{FF2B5EF4-FFF2-40B4-BE49-F238E27FC236}">
                  <a16:creationId xmlns:a16="http://schemas.microsoft.com/office/drawing/2014/main" id="{20157F9E-5385-1E8D-CB44-AD073E31967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EC7ECB9B-67E4-45D1-8A36-6A6F4222FA92}"/>
              </a:ext>
            </a:extLst>
          </p:cNvPr>
          <p:cNvGrpSpPr/>
          <p:nvPr/>
        </p:nvGrpSpPr>
        <p:grpSpPr>
          <a:xfrm>
            <a:off x="4273154" y="2119228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AD729EF3-9C33-BAF4-7839-DC159D983998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BBDA927F-FF58-E868-645D-68E082C2A4F7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0" name="타원 189">
                <a:extLst>
                  <a:ext uri="{FF2B5EF4-FFF2-40B4-BE49-F238E27FC236}">
                    <a16:creationId xmlns:a16="http://schemas.microsoft.com/office/drawing/2014/main" id="{794F3A65-08A1-111F-ABC8-D9D4800DB8D0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5" name="별: 꼭짓점 7개 184">
              <a:extLst>
                <a:ext uri="{FF2B5EF4-FFF2-40B4-BE49-F238E27FC236}">
                  <a16:creationId xmlns:a16="http://schemas.microsoft.com/office/drawing/2014/main" id="{AB36B53D-1EB5-29FD-70DA-676E53B37EBE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86" name="그룹 185">
              <a:extLst>
                <a:ext uri="{FF2B5EF4-FFF2-40B4-BE49-F238E27FC236}">
                  <a16:creationId xmlns:a16="http://schemas.microsoft.com/office/drawing/2014/main" id="{D4F83536-6836-08BF-A9D9-E082A5F11710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87" name="타원 186">
                <a:extLst>
                  <a:ext uri="{FF2B5EF4-FFF2-40B4-BE49-F238E27FC236}">
                    <a16:creationId xmlns:a16="http://schemas.microsoft.com/office/drawing/2014/main" id="{A0623CD7-D8D6-3593-1E64-DAF153C0D827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12420214-F3D2-B8D1-7155-3859664868A1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57C57B92-61EB-AD90-A88B-699948D222B5}"/>
              </a:ext>
            </a:extLst>
          </p:cNvPr>
          <p:cNvSpPr/>
          <p:nvPr/>
        </p:nvSpPr>
        <p:spPr>
          <a:xfrm flipV="1">
            <a:off x="5238449" y="1846082"/>
            <a:ext cx="98384" cy="8280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62A02AE2-0282-E67A-DF1D-B51925EB9F63}"/>
              </a:ext>
            </a:extLst>
          </p:cNvPr>
          <p:cNvSpPr/>
          <p:nvPr/>
        </p:nvSpPr>
        <p:spPr>
          <a:xfrm flipV="1">
            <a:off x="4904418" y="1911154"/>
            <a:ext cx="98384" cy="86300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DC515EF5-947F-D729-4258-363D805660C5}"/>
              </a:ext>
            </a:extLst>
          </p:cNvPr>
          <p:cNvGrpSpPr/>
          <p:nvPr/>
        </p:nvGrpSpPr>
        <p:grpSpPr>
          <a:xfrm rot="5400000">
            <a:off x="5010290" y="3058332"/>
            <a:ext cx="98814" cy="711634"/>
            <a:chOff x="4737834" y="4900127"/>
            <a:chExt cx="98814" cy="711634"/>
          </a:xfrm>
        </p:grpSpPr>
        <p:sp>
          <p:nvSpPr>
            <p:cNvPr id="194" name="타원 193">
              <a:extLst>
                <a:ext uri="{FF2B5EF4-FFF2-40B4-BE49-F238E27FC236}">
                  <a16:creationId xmlns:a16="http://schemas.microsoft.com/office/drawing/2014/main" id="{C8AB7E53-417A-5C10-054C-B3888660FB7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38EEA02C-57F4-2A82-EE14-D9675673A53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0B783CB9-35BD-2830-8829-72F030027D00}"/>
              </a:ext>
            </a:extLst>
          </p:cNvPr>
          <p:cNvSpPr/>
          <p:nvPr/>
        </p:nvSpPr>
        <p:spPr>
          <a:xfrm flipV="1">
            <a:off x="6197264" y="1337023"/>
            <a:ext cx="98385" cy="8180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6A57290D-CCAD-ABFA-3567-3C007233C723}"/>
              </a:ext>
            </a:extLst>
          </p:cNvPr>
          <p:cNvSpPr txBox="1"/>
          <p:nvPr/>
        </p:nvSpPr>
        <p:spPr>
          <a:xfrm>
            <a:off x="8913126" y="507618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85283084-1E15-7881-5252-8EC06A7728E5}"/>
              </a:ext>
            </a:extLst>
          </p:cNvPr>
          <p:cNvCxnSpPr>
            <a:cxnSpLocks/>
            <a:stCxn id="197" idx="0"/>
            <a:endCxn id="156" idx="2"/>
          </p:cNvCxnSpPr>
          <p:nvPr/>
        </p:nvCxnSpPr>
        <p:spPr>
          <a:xfrm flipH="1" flipV="1">
            <a:off x="8025149" y="4758114"/>
            <a:ext cx="2110427" cy="318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6710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23C37-6D8D-EA97-0336-D231D45D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055FC401-F0CB-4191-2250-BCA5D01236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744" y="420869"/>
            <a:ext cx="8214512" cy="60162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444EC705-F995-1371-2758-1CE5439FCFBF}"/>
                  </a:ext>
                </a:extLst>
              </p:cNvPr>
              <p:cNvSpPr txBox="1"/>
              <p:nvPr/>
            </p:nvSpPr>
            <p:spPr>
              <a:xfrm>
                <a:off x="10287145" y="75121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444EC705-F995-1371-2758-1CE5439FC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75121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TextBox 151">
            <a:extLst>
              <a:ext uri="{FF2B5EF4-FFF2-40B4-BE49-F238E27FC236}">
                <a16:creationId xmlns:a16="http://schemas.microsoft.com/office/drawing/2014/main" id="{65A52F06-02A2-DFC0-5C6B-599FFC3490E3}"/>
              </a:ext>
            </a:extLst>
          </p:cNvPr>
          <p:cNvSpPr txBox="1"/>
          <p:nvPr/>
        </p:nvSpPr>
        <p:spPr>
          <a:xfrm>
            <a:off x="2110930" y="10654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59B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436D0595-D44F-AACD-CC51-EB7B40712BC0}"/>
              </a:ext>
            </a:extLst>
          </p:cNvPr>
          <p:cNvSpPr/>
          <p:nvPr/>
        </p:nvSpPr>
        <p:spPr>
          <a:xfrm rot="5400000">
            <a:off x="7945565" y="1768170"/>
            <a:ext cx="1551522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EF9DC8A2-83D6-D305-3A9F-6C9C88BA472A}"/>
              </a:ext>
            </a:extLst>
          </p:cNvPr>
          <p:cNvSpPr txBox="1"/>
          <p:nvPr/>
        </p:nvSpPr>
        <p:spPr>
          <a:xfrm>
            <a:off x="7355229" y="1748339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93F50E71-69F9-F203-F579-2A3B484A9D3F}"/>
              </a:ext>
            </a:extLst>
          </p:cNvPr>
          <p:cNvSpPr/>
          <p:nvPr/>
        </p:nvSpPr>
        <p:spPr>
          <a:xfrm rot="10800000">
            <a:off x="9346268" y="2967258"/>
            <a:ext cx="102820" cy="19444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6" name="사각형: 둥근 모서리 155">
            <a:extLst>
              <a:ext uri="{FF2B5EF4-FFF2-40B4-BE49-F238E27FC236}">
                <a16:creationId xmlns:a16="http://schemas.microsoft.com/office/drawing/2014/main" id="{DE81E7BC-32CB-577C-5533-DEEF41CE5092}"/>
              </a:ext>
            </a:extLst>
          </p:cNvPr>
          <p:cNvSpPr/>
          <p:nvPr/>
        </p:nvSpPr>
        <p:spPr>
          <a:xfrm>
            <a:off x="6870379" y="3087932"/>
            <a:ext cx="2309540" cy="167018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7" name="사각형: 둥근 모서리 156">
            <a:extLst>
              <a:ext uri="{FF2B5EF4-FFF2-40B4-BE49-F238E27FC236}">
                <a16:creationId xmlns:a16="http://schemas.microsoft.com/office/drawing/2014/main" id="{E6E3ED92-F08F-4E8F-B928-3C3B0B7D6FE8}"/>
              </a:ext>
            </a:extLst>
          </p:cNvPr>
          <p:cNvSpPr/>
          <p:nvPr/>
        </p:nvSpPr>
        <p:spPr>
          <a:xfrm>
            <a:off x="7182345" y="3290111"/>
            <a:ext cx="1692660" cy="127110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E473D3D-BB15-4C77-9A05-2AD9C09535EC}"/>
              </a:ext>
            </a:extLst>
          </p:cNvPr>
          <p:cNvSpPr txBox="1"/>
          <p:nvPr/>
        </p:nvSpPr>
        <p:spPr>
          <a:xfrm>
            <a:off x="5280578" y="291987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CE560347-6588-A456-FA16-9CF4B59DB31F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C809A102-AC8E-3529-F8BD-76AB4658FE47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162" name="그룹 161">
                <a:extLst>
                  <a:ext uri="{FF2B5EF4-FFF2-40B4-BE49-F238E27FC236}">
                    <a16:creationId xmlns:a16="http://schemas.microsoft.com/office/drawing/2014/main" id="{84477649-B9E0-D117-B4BC-6602E1D0BE6C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165" name="타원 164">
                  <a:extLst>
                    <a:ext uri="{FF2B5EF4-FFF2-40B4-BE49-F238E27FC236}">
                      <a16:creationId xmlns:a16="http://schemas.microsoft.com/office/drawing/2014/main" id="{1A2395D7-840D-03AD-EA88-A097F02479EA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6" name="타원 165">
                  <a:extLst>
                    <a:ext uri="{FF2B5EF4-FFF2-40B4-BE49-F238E27FC236}">
                      <a16:creationId xmlns:a16="http://schemas.microsoft.com/office/drawing/2014/main" id="{57DE6DD4-7C2A-24BA-7585-CB0DD4158292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7" name="타원 166">
                  <a:extLst>
                    <a:ext uri="{FF2B5EF4-FFF2-40B4-BE49-F238E27FC236}">
                      <a16:creationId xmlns:a16="http://schemas.microsoft.com/office/drawing/2014/main" id="{DAF17742-32FE-A278-0F78-BAF1A9D66D0E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09261BA4-2559-3ECD-95AD-2459DC5D026A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 dirty="0"/>
                    <a:t>간접조명 </a:t>
                  </a:r>
                  <a:r>
                    <a:rPr lang="en-US" altLang="ko-KR" sz="700" dirty="0"/>
                    <a:t>A 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간접조명 센서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우물천장간접조명 및 커튼박수 추가</a:t>
                  </a:r>
                  <a:r>
                    <a:rPr lang="en-US" altLang="ko-KR" sz="700" dirty="0"/>
                    <a:t>(</a:t>
                  </a:r>
                  <a:r>
                    <a:rPr lang="ko-KR" altLang="en-US" sz="700" dirty="0"/>
                    <a:t>별도 추가</a:t>
                  </a:r>
                  <a:r>
                    <a:rPr lang="en-US" altLang="ko-KR" sz="700" dirty="0"/>
                    <a:t>)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 err="1"/>
                    <a:t>현관상부</a:t>
                  </a:r>
                  <a:r>
                    <a:rPr lang="ko-KR" altLang="en-US" sz="700" dirty="0"/>
                    <a:t> </a:t>
                  </a:r>
                  <a:r>
                    <a:rPr lang="ko-KR" altLang="en-US" sz="700" dirty="0" err="1"/>
                    <a:t>매입등</a:t>
                  </a:r>
                  <a:r>
                    <a:rPr lang="ko-KR" altLang="en-US" sz="700" dirty="0"/>
                    <a:t> 및 </a:t>
                  </a:r>
                  <a:r>
                    <a:rPr lang="ko-KR" altLang="en-US" sz="700" dirty="0" err="1"/>
                    <a:t>현관상부센서등</a:t>
                  </a:r>
                  <a:r>
                    <a:rPr lang="ko-KR" altLang="en-US" sz="700" dirty="0"/>
                    <a:t> 현관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방 간접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en-US" altLang="ko-KR" sz="700" dirty="0"/>
                    <a:t>SET </a:t>
                  </a:r>
                  <a:r>
                    <a:rPr lang="ko-KR" altLang="en-US" sz="700" dirty="0"/>
                    <a:t>이 외의 상품</a:t>
                  </a:r>
                  <a:endParaRPr lang="en-US" altLang="ko-KR" sz="700" dirty="0"/>
                </a:p>
              </p:txBody>
            </p:sp>
          </p:grpSp>
          <p:sp>
            <p:nvSpPr>
              <p:cNvPr id="163" name="타원 162">
                <a:extLst>
                  <a:ext uri="{FF2B5EF4-FFF2-40B4-BE49-F238E27FC236}">
                    <a16:creationId xmlns:a16="http://schemas.microsoft.com/office/drawing/2014/main" id="{F6225160-691A-3396-C45D-E6A2FDEA5EDF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4" name="직사각형 163">
                <a:extLst>
                  <a:ext uri="{FF2B5EF4-FFF2-40B4-BE49-F238E27FC236}">
                    <a16:creationId xmlns:a16="http://schemas.microsoft.com/office/drawing/2014/main" id="{135084FA-47DA-300F-2C21-4CC75C1F328E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17291EBD-F164-B445-73CD-CD1D526D30B7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64C2DFF0-AFE9-5EE9-FC9D-398CB99AF7A5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18561740-3035-11FC-1CAC-050D6DDC2DE1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sp>
        <p:nvSpPr>
          <p:cNvPr id="171" name="별: 꼭짓점 4개 170">
            <a:extLst>
              <a:ext uri="{FF2B5EF4-FFF2-40B4-BE49-F238E27FC236}">
                <a16:creationId xmlns:a16="http://schemas.microsoft.com/office/drawing/2014/main" id="{F3858655-C418-A205-B7D9-4107D17D305D}"/>
              </a:ext>
            </a:extLst>
          </p:cNvPr>
          <p:cNvSpPr/>
          <p:nvPr/>
        </p:nvSpPr>
        <p:spPr>
          <a:xfrm>
            <a:off x="8161630" y="3632988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4460F0A1-874A-ACBE-6D26-397D1E77F037}"/>
              </a:ext>
            </a:extLst>
          </p:cNvPr>
          <p:cNvGrpSpPr/>
          <p:nvPr/>
        </p:nvGrpSpPr>
        <p:grpSpPr>
          <a:xfrm rot="5400000">
            <a:off x="8344355" y="4263882"/>
            <a:ext cx="98891" cy="1331233"/>
            <a:chOff x="4737834" y="4900127"/>
            <a:chExt cx="98891" cy="1331233"/>
          </a:xfrm>
        </p:grpSpPr>
        <p:sp>
          <p:nvSpPr>
            <p:cNvPr id="173" name="타원 172">
              <a:extLst>
                <a:ext uri="{FF2B5EF4-FFF2-40B4-BE49-F238E27FC236}">
                  <a16:creationId xmlns:a16="http://schemas.microsoft.com/office/drawing/2014/main" id="{EE4F9332-F493-6DCB-3DAB-C58B47B691C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E4ADAF71-1B8E-678F-85C7-A1A805509DF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49B1E715-CE57-0796-9A35-09ACEBD9C789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B428944-FAFF-1068-03AD-264EEEB0452A}"/>
              </a:ext>
            </a:extLst>
          </p:cNvPr>
          <p:cNvGrpSpPr/>
          <p:nvPr/>
        </p:nvGrpSpPr>
        <p:grpSpPr>
          <a:xfrm rot="5400000">
            <a:off x="8338478" y="2237443"/>
            <a:ext cx="98891" cy="1331233"/>
            <a:chOff x="4737834" y="4900127"/>
            <a:chExt cx="98891" cy="1331233"/>
          </a:xfrm>
        </p:grpSpPr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D566494B-0F87-866B-CF63-3C9634F99B8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6EF3102C-1240-C50D-34AC-449DCB8E2C5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F5662429-58FB-F86F-5BD1-D66FAA34E0E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C9885036-36F5-7C37-A413-EEA91CD8BC3A}"/>
              </a:ext>
            </a:extLst>
          </p:cNvPr>
          <p:cNvGrpSpPr/>
          <p:nvPr/>
        </p:nvGrpSpPr>
        <p:grpSpPr>
          <a:xfrm rot="5400000">
            <a:off x="7928083" y="2347807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1BEAFD90-BE3E-E805-7D30-6E9C846887C7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2" name="타원 181">
              <a:extLst>
                <a:ext uri="{FF2B5EF4-FFF2-40B4-BE49-F238E27FC236}">
                  <a16:creationId xmlns:a16="http://schemas.microsoft.com/office/drawing/2014/main" id="{2FCD6764-74DE-40C8-6E1D-F6AC8BDBFE7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04582505-39FC-0BD6-2383-51EEEE00BF34}"/>
              </a:ext>
            </a:extLst>
          </p:cNvPr>
          <p:cNvGrpSpPr/>
          <p:nvPr/>
        </p:nvGrpSpPr>
        <p:grpSpPr>
          <a:xfrm>
            <a:off x="4273154" y="2119228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FC678C51-9E9E-9A66-C044-C1B991385FD0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F8FABF77-AE67-7025-A8F6-610F24D039BA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0" name="타원 189">
                <a:extLst>
                  <a:ext uri="{FF2B5EF4-FFF2-40B4-BE49-F238E27FC236}">
                    <a16:creationId xmlns:a16="http://schemas.microsoft.com/office/drawing/2014/main" id="{A1721EF9-6A73-F17D-62BA-85E758BDA506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5" name="별: 꼭짓점 7개 184">
              <a:extLst>
                <a:ext uri="{FF2B5EF4-FFF2-40B4-BE49-F238E27FC236}">
                  <a16:creationId xmlns:a16="http://schemas.microsoft.com/office/drawing/2014/main" id="{105C82E2-CFF9-572D-17B9-28837B499408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86" name="그룹 185">
              <a:extLst>
                <a:ext uri="{FF2B5EF4-FFF2-40B4-BE49-F238E27FC236}">
                  <a16:creationId xmlns:a16="http://schemas.microsoft.com/office/drawing/2014/main" id="{7F85FB03-E12F-8EFF-5B1B-BB931E54FEC0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87" name="타원 186">
                <a:extLst>
                  <a:ext uri="{FF2B5EF4-FFF2-40B4-BE49-F238E27FC236}">
                    <a16:creationId xmlns:a16="http://schemas.microsoft.com/office/drawing/2014/main" id="{7457A342-4026-0CF0-401B-CF52A401DB6C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DA75336F-E582-AF71-9C4C-E49A53B547CA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E1F27E41-9D54-E578-18CE-1A800B39AB2B}"/>
              </a:ext>
            </a:extLst>
          </p:cNvPr>
          <p:cNvSpPr/>
          <p:nvPr/>
        </p:nvSpPr>
        <p:spPr>
          <a:xfrm flipV="1">
            <a:off x="5238449" y="1846082"/>
            <a:ext cx="98384" cy="8280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8BB635A2-FCDF-454D-ED3F-E517813DA938}"/>
              </a:ext>
            </a:extLst>
          </p:cNvPr>
          <p:cNvSpPr/>
          <p:nvPr/>
        </p:nvSpPr>
        <p:spPr>
          <a:xfrm flipV="1">
            <a:off x="4904418" y="1911154"/>
            <a:ext cx="98384" cy="86300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E33F4489-9F56-D60B-B004-6010DD0E85F5}"/>
              </a:ext>
            </a:extLst>
          </p:cNvPr>
          <p:cNvGrpSpPr/>
          <p:nvPr/>
        </p:nvGrpSpPr>
        <p:grpSpPr>
          <a:xfrm rot="5400000">
            <a:off x="5010290" y="3058332"/>
            <a:ext cx="98814" cy="711634"/>
            <a:chOff x="4737834" y="4900127"/>
            <a:chExt cx="98814" cy="711634"/>
          </a:xfrm>
        </p:grpSpPr>
        <p:sp>
          <p:nvSpPr>
            <p:cNvPr id="194" name="타원 193">
              <a:extLst>
                <a:ext uri="{FF2B5EF4-FFF2-40B4-BE49-F238E27FC236}">
                  <a16:creationId xmlns:a16="http://schemas.microsoft.com/office/drawing/2014/main" id="{15FC25ED-A35E-69B2-EF51-782496F217D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0EFB0DC6-DBE1-98A3-29B9-C463343451F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A18536E1-0595-0C35-8940-891B70701A14}"/>
              </a:ext>
            </a:extLst>
          </p:cNvPr>
          <p:cNvSpPr/>
          <p:nvPr/>
        </p:nvSpPr>
        <p:spPr>
          <a:xfrm flipV="1">
            <a:off x="6197264" y="1337023"/>
            <a:ext cx="98385" cy="8180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F9228877-3363-42F7-6BF1-70BA96C320B7}"/>
              </a:ext>
            </a:extLst>
          </p:cNvPr>
          <p:cNvSpPr txBox="1"/>
          <p:nvPr/>
        </p:nvSpPr>
        <p:spPr>
          <a:xfrm>
            <a:off x="8913126" y="507618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A742D31F-DE40-A17D-693E-18F9B6E7A53E}"/>
              </a:ext>
            </a:extLst>
          </p:cNvPr>
          <p:cNvCxnSpPr>
            <a:cxnSpLocks/>
            <a:stCxn id="197" idx="0"/>
            <a:endCxn id="156" idx="2"/>
          </p:cNvCxnSpPr>
          <p:nvPr/>
        </p:nvCxnSpPr>
        <p:spPr>
          <a:xfrm flipH="1" flipV="1">
            <a:off x="8025149" y="4758114"/>
            <a:ext cx="2110427" cy="318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28BC4B8B-70A4-39E1-301B-3C85E3BF75BA}"/>
              </a:ext>
            </a:extLst>
          </p:cNvPr>
          <p:cNvSpPr txBox="1"/>
          <p:nvPr/>
        </p:nvSpPr>
        <p:spPr>
          <a:xfrm>
            <a:off x="8913126" y="5472374"/>
            <a:ext cx="32146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464160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A3799-21DB-592A-EA16-825525916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1B0CF91B-3099-41C3-0CB8-D342D499EA7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102" y="341300"/>
            <a:ext cx="8431796" cy="6175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BB50EBD-6E5F-8039-3B6F-E9DBFB345641}"/>
                  </a:ext>
                </a:extLst>
              </p:cNvPr>
              <p:cNvSpPr txBox="1"/>
              <p:nvPr/>
            </p:nvSpPr>
            <p:spPr>
              <a:xfrm>
                <a:off x="10287145" y="686606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BB50EBD-6E5F-8039-3B6F-E9DBFB345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686606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BBFC9F5B-B338-09EF-CA3F-42A25B71EFA5}"/>
              </a:ext>
            </a:extLst>
          </p:cNvPr>
          <p:cNvSpPr txBox="1"/>
          <p:nvPr/>
        </p:nvSpPr>
        <p:spPr>
          <a:xfrm>
            <a:off x="2110930" y="4194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59C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A/</a:t>
            </a:r>
            <a:r>
              <a:rPr lang="ko-KR" altLang="en-US" sz="2000" b="1" dirty="0"/>
              <a:t>간접 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1C8BCF8-0EDE-1F26-1700-3D6EBE57D866}"/>
              </a:ext>
            </a:extLst>
          </p:cNvPr>
          <p:cNvSpPr/>
          <p:nvPr/>
        </p:nvSpPr>
        <p:spPr>
          <a:xfrm rot="10800000">
            <a:off x="9436128" y="2945227"/>
            <a:ext cx="102820" cy="201412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C4E30854-27EA-D157-F449-69A903C157C6}"/>
              </a:ext>
            </a:extLst>
          </p:cNvPr>
          <p:cNvSpPr/>
          <p:nvPr/>
        </p:nvSpPr>
        <p:spPr>
          <a:xfrm>
            <a:off x="6788360" y="3071927"/>
            <a:ext cx="2444900" cy="1693344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29820661-362E-96C9-7832-E53697E2A33E}"/>
              </a:ext>
            </a:extLst>
          </p:cNvPr>
          <p:cNvSpPr/>
          <p:nvPr/>
        </p:nvSpPr>
        <p:spPr>
          <a:xfrm>
            <a:off x="7118403" y="3276873"/>
            <a:ext cx="1791866" cy="1288736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AF1710-A323-AD7E-5FB2-1A5D15E729DC}"/>
              </a:ext>
            </a:extLst>
          </p:cNvPr>
          <p:cNvSpPr txBox="1"/>
          <p:nvPr/>
        </p:nvSpPr>
        <p:spPr>
          <a:xfrm>
            <a:off x="5240073" y="288918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E6C11C3-E94B-4F91-6785-A211A0687EED}"/>
              </a:ext>
            </a:extLst>
          </p:cNvPr>
          <p:cNvSpPr txBox="1"/>
          <p:nvPr/>
        </p:nvSpPr>
        <p:spPr>
          <a:xfrm>
            <a:off x="-1458" y="6592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E44C04E-6F17-AC85-B44B-194578D18DAB}"/>
              </a:ext>
            </a:extLst>
          </p:cNvPr>
          <p:cNvSpPr txBox="1"/>
          <p:nvPr/>
        </p:nvSpPr>
        <p:spPr>
          <a:xfrm>
            <a:off x="-2156" y="9778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41E75EBA-A069-6469-E025-ED93E39556B4}"/>
              </a:ext>
            </a:extLst>
          </p:cNvPr>
          <p:cNvGrpSpPr/>
          <p:nvPr/>
        </p:nvGrpSpPr>
        <p:grpSpPr>
          <a:xfrm rot="5400000">
            <a:off x="8338183" y="4291406"/>
            <a:ext cx="98891" cy="1331233"/>
            <a:chOff x="4737834" y="4900127"/>
            <a:chExt cx="98891" cy="1331233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82C16F8B-6EAA-CCD3-84AD-206DB021630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6E536C6D-C142-DF2B-3914-C48D1516FE2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1DE410E9-EF02-5939-D36E-635C48DD29C9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089B9140-250F-D876-806B-A37A5185916D}"/>
              </a:ext>
            </a:extLst>
          </p:cNvPr>
          <p:cNvGrpSpPr/>
          <p:nvPr/>
        </p:nvGrpSpPr>
        <p:grpSpPr>
          <a:xfrm rot="5400000">
            <a:off x="8331622" y="2215065"/>
            <a:ext cx="98891" cy="1331233"/>
            <a:chOff x="4737834" y="4900127"/>
            <a:chExt cx="98891" cy="1331233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1B093C98-D7BA-E85A-E266-BD41604CBB3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2E96653F-755C-EE19-6E49-A8343124167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4A6F164D-70AE-2851-0A4B-8104A04470DE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DBDE002-6064-CC3D-46CC-1878B7C58556}"/>
              </a:ext>
            </a:extLst>
          </p:cNvPr>
          <p:cNvSpPr/>
          <p:nvPr/>
        </p:nvSpPr>
        <p:spPr>
          <a:xfrm flipV="1">
            <a:off x="6198731" y="1280330"/>
            <a:ext cx="98384" cy="8342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0C341559-523F-CA10-CDF7-5B426766C7E4}"/>
              </a:ext>
            </a:extLst>
          </p:cNvPr>
          <p:cNvSpPr/>
          <p:nvPr/>
        </p:nvSpPr>
        <p:spPr>
          <a:xfrm flipV="1">
            <a:off x="4876779" y="1872814"/>
            <a:ext cx="98384" cy="8802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0C8B8060-1AE9-CDA6-FBA9-6A0943A2A2BB}"/>
              </a:ext>
            </a:extLst>
          </p:cNvPr>
          <p:cNvGrpSpPr/>
          <p:nvPr/>
        </p:nvGrpSpPr>
        <p:grpSpPr>
          <a:xfrm rot="5400000">
            <a:off x="4979234" y="3059690"/>
            <a:ext cx="98814" cy="711634"/>
            <a:chOff x="4737834" y="4900127"/>
            <a:chExt cx="98814" cy="711634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0B9A4F70-3728-8AAD-0D2B-76E649119F7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3007CFE5-65B3-256D-6E35-D2861309A5A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5BA5220E-0FA9-E3F7-C306-21563ED9A5B0}"/>
              </a:ext>
            </a:extLst>
          </p:cNvPr>
          <p:cNvSpPr/>
          <p:nvPr/>
        </p:nvSpPr>
        <p:spPr>
          <a:xfrm flipV="1">
            <a:off x="5213822" y="1801148"/>
            <a:ext cx="98385" cy="88028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64B9F42-9416-06DC-765B-998654A1FD5E}"/>
              </a:ext>
            </a:extLst>
          </p:cNvPr>
          <p:cNvSpPr txBox="1"/>
          <p:nvPr/>
        </p:nvSpPr>
        <p:spPr>
          <a:xfrm>
            <a:off x="8954860" y="510526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602644A1-1C14-113F-6143-D9713634C172}"/>
              </a:ext>
            </a:extLst>
          </p:cNvPr>
          <p:cNvCxnSpPr>
            <a:cxnSpLocks/>
            <a:stCxn id="99" idx="0"/>
            <a:endCxn id="58" idx="2"/>
          </p:cNvCxnSpPr>
          <p:nvPr/>
        </p:nvCxnSpPr>
        <p:spPr>
          <a:xfrm flipH="1" flipV="1">
            <a:off x="8010810" y="4765271"/>
            <a:ext cx="2166500" cy="3399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27E5B91E-468D-0E5F-DA8E-C6D86AA26597}"/>
              </a:ext>
            </a:extLst>
          </p:cNvPr>
          <p:cNvGrpSpPr/>
          <p:nvPr/>
        </p:nvGrpSpPr>
        <p:grpSpPr>
          <a:xfrm>
            <a:off x="76071" y="67986"/>
            <a:ext cx="4526606" cy="630942"/>
            <a:chOff x="209306" y="114311"/>
            <a:chExt cx="3888132" cy="630942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AE957FBA-652C-A684-58F7-C1CBF7FA4A1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C1C933D8-A8AD-64F2-48D7-9B19DAC3E28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24D6AC27-1CDD-B0D7-FF7B-2BACD74D08F7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C1C2331-B900-A6F8-D2A8-C7EA47B26D59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209765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2FD22-BD54-F0CF-2D03-40ABFE5C0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A4CFD663-D62C-F425-702C-BAED5BC039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102" y="341300"/>
            <a:ext cx="8431796" cy="6175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0265AD2-877C-B5E6-A948-36CA826CEF1C}"/>
                  </a:ext>
                </a:extLst>
              </p:cNvPr>
              <p:cNvSpPr txBox="1"/>
              <p:nvPr/>
            </p:nvSpPr>
            <p:spPr>
              <a:xfrm>
                <a:off x="10081070" y="217706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0265AD2-877C-B5E6-A948-36CA826CE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1070" y="217706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6DF6C80E-BA58-84C1-F6D1-4E0780278C1C}"/>
              </a:ext>
            </a:extLst>
          </p:cNvPr>
          <p:cNvSpPr txBox="1"/>
          <p:nvPr/>
        </p:nvSpPr>
        <p:spPr>
          <a:xfrm>
            <a:off x="2110930" y="4194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59C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AC58760-07A9-81BA-25F0-2B407384E444}"/>
              </a:ext>
            </a:extLst>
          </p:cNvPr>
          <p:cNvSpPr/>
          <p:nvPr/>
        </p:nvSpPr>
        <p:spPr>
          <a:xfrm rot="5400000">
            <a:off x="7983730" y="1726197"/>
            <a:ext cx="1606892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97AE0D8-E25C-4DE4-A498-E2491DD5835B}"/>
              </a:ext>
            </a:extLst>
          </p:cNvPr>
          <p:cNvSpPr txBox="1"/>
          <p:nvPr/>
        </p:nvSpPr>
        <p:spPr>
          <a:xfrm>
            <a:off x="7404844" y="1734908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FEE93FF-E5EC-8A4B-503B-EE62D502B83F}"/>
              </a:ext>
            </a:extLst>
          </p:cNvPr>
          <p:cNvSpPr/>
          <p:nvPr/>
        </p:nvSpPr>
        <p:spPr>
          <a:xfrm rot="10800000">
            <a:off x="9436128" y="2945227"/>
            <a:ext cx="102820" cy="201412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987602C8-6640-6458-F34A-9DFD5710CD3C}"/>
              </a:ext>
            </a:extLst>
          </p:cNvPr>
          <p:cNvSpPr/>
          <p:nvPr/>
        </p:nvSpPr>
        <p:spPr>
          <a:xfrm>
            <a:off x="6788360" y="3071927"/>
            <a:ext cx="2444900" cy="1693344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0A67D7DE-AA9A-95D0-AADC-B7EC32928B86}"/>
              </a:ext>
            </a:extLst>
          </p:cNvPr>
          <p:cNvSpPr/>
          <p:nvPr/>
        </p:nvSpPr>
        <p:spPr>
          <a:xfrm>
            <a:off x="7118403" y="3276873"/>
            <a:ext cx="1791866" cy="1288736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B33B599-E603-180A-FE19-3FAF5A2BA382}"/>
              </a:ext>
            </a:extLst>
          </p:cNvPr>
          <p:cNvSpPr txBox="1"/>
          <p:nvPr/>
        </p:nvSpPr>
        <p:spPr>
          <a:xfrm>
            <a:off x="5240073" y="288918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01EBE26A-CF20-0FBB-F76F-D17CE106EE01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B80270F5-FE9D-B339-7C2B-FB219D0151BB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62C17F0F-D5C1-9F41-B8AF-001B7CD42106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1D962746-988F-0E7B-2DA2-DDA142A974F3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32374033-5870-B67A-4F2F-C8916A266D68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581954AE-A969-FEBE-9C4C-A70C4D7321C7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6C944649-C8D2-6E29-9B65-83128926A8E6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 dirty="0"/>
                    <a:t>간접조명 </a:t>
                  </a:r>
                  <a:r>
                    <a:rPr lang="en-US" altLang="ko-KR" sz="700" dirty="0"/>
                    <a:t>A 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간접조명 센서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우물천장간접조명 및 커튼박수 추가</a:t>
                  </a:r>
                  <a:r>
                    <a:rPr lang="en-US" altLang="ko-KR" sz="700" dirty="0"/>
                    <a:t>(</a:t>
                  </a:r>
                  <a:r>
                    <a:rPr lang="ko-KR" altLang="en-US" sz="700" dirty="0"/>
                    <a:t>별도 추가</a:t>
                  </a:r>
                  <a:r>
                    <a:rPr lang="en-US" altLang="ko-KR" sz="700" dirty="0"/>
                    <a:t>)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 err="1"/>
                    <a:t>현관상부</a:t>
                  </a:r>
                  <a:r>
                    <a:rPr lang="ko-KR" altLang="en-US" sz="700" dirty="0"/>
                    <a:t> </a:t>
                  </a:r>
                  <a:r>
                    <a:rPr lang="ko-KR" altLang="en-US" sz="700" dirty="0" err="1"/>
                    <a:t>매입등</a:t>
                  </a:r>
                  <a:r>
                    <a:rPr lang="ko-KR" altLang="en-US" sz="700" dirty="0"/>
                    <a:t> 및 </a:t>
                  </a:r>
                  <a:r>
                    <a:rPr lang="ko-KR" altLang="en-US" sz="700" dirty="0" err="1"/>
                    <a:t>현관상부센서등</a:t>
                  </a:r>
                  <a:r>
                    <a:rPr lang="ko-KR" altLang="en-US" sz="700" dirty="0"/>
                    <a:t> 현관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방 간접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en-US" altLang="ko-KR" sz="700" dirty="0"/>
                    <a:t>SET </a:t>
                  </a:r>
                  <a:r>
                    <a:rPr lang="ko-KR" altLang="en-US" sz="700" dirty="0"/>
                    <a:t>이 외의 상품</a:t>
                  </a:r>
                  <a:endParaRPr lang="en-US" altLang="ko-KR" sz="700" dirty="0"/>
                </a:p>
              </p:txBody>
            </p:sp>
          </p:grp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E4239FD0-66E4-DD76-7BE0-B45D3157AFF8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D131AB8F-F0A3-4BD0-C439-5D8D1FDFEF8F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1A9C2A6D-A3B0-BBE4-A702-534D6B262E79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9F86A96D-FFE5-90BF-752F-B7108B07F34D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7D00C55-7A22-D408-D8D3-2F4756E4106A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CF451878-85A6-0AFF-CD7B-9FD14128D0D0}"/>
              </a:ext>
            </a:extLst>
          </p:cNvPr>
          <p:cNvGrpSpPr/>
          <p:nvPr/>
        </p:nvGrpSpPr>
        <p:grpSpPr>
          <a:xfrm rot="5400000">
            <a:off x="8338183" y="4291406"/>
            <a:ext cx="98891" cy="1331233"/>
            <a:chOff x="4737834" y="4900127"/>
            <a:chExt cx="98891" cy="1331233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7229692A-44ED-1D7C-95DC-92A2093C1808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69C68255-B0CE-2A0A-0F5F-B0172DCD9FE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7E872A66-C142-7AFF-ED25-43710DC2E45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DE51AA0A-34EB-FD1D-768D-3DDE3C3802E7}"/>
              </a:ext>
            </a:extLst>
          </p:cNvPr>
          <p:cNvGrpSpPr/>
          <p:nvPr/>
        </p:nvGrpSpPr>
        <p:grpSpPr>
          <a:xfrm rot="5400000">
            <a:off x="8331622" y="2215065"/>
            <a:ext cx="98891" cy="1331233"/>
            <a:chOff x="4737834" y="4900127"/>
            <a:chExt cx="98891" cy="1331233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F412AFFB-9F60-9E0E-2DEF-38C1957921B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ABBB238A-5BA6-7883-C93E-6798BDF17EE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E05B4A9A-E498-4F82-0AF8-4BF97F766B0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21A90695-A129-EAF2-E775-64C5D4B36CB2}"/>
              </a:ext>
            </a:extLst>
          </p:cNvPr>
          <p:cNvGrpSpPr/>
          <p:nvPr/>
        </p:nvGrpSpPr>
        <p:grpSpPr>
          <a:xfrm rot="5400000">
            <a:off x="7936387" y="2335834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1610DAF1-8427-581F-71AC-79F938D8F56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DC27E70B-A9CD-98F4-96EE-2D966F3D955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C164E30D-948D-EA40-4761-C02DE5D8D440}"/>
              </a:ext>
            </a:extLst>
          </p:cNvPr>
          <p:cNvGrpSpPr/>
          <p:nvPr/>
        </p:nvGrpSpPr>
        <p:grpSpPr>
          <a:xfrm>
            <a:off x="4220510" y="2085826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27255BA2-881B-4792-8998-2E8FC39E86BD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A049CD37-AA45-4642-3B55-CC99F239BFBA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48FAC938-68C5-42F0-F26E-577F97029CA5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7" name="별: 꼭짓점 7개 86">
              <a:extLst>
                <a:ext uri="{FF2B5EF4-FFF2-40B4-BE49-F238E27FC236}">
                  <a16:creationId xmlns:a16="http://schemas.microsoft.com/office/drawing/2014/main" id="{FFCC60D2-09E2-4F00-CBE0-09283E7A2A3A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24B149B5-32BD-E25D-F949-A0E25DBB5A5F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A522FEE0-CC62-E96E-370A-073F3A919A73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924B6762-FD38-E133-EB06-CF7687319C47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B38F90E9-81FE-CAD7-E0C1-6F55FC73B316}"/>
              </a:ext>
            </a:extLst>
          </p:cNvPr>
          <p:cNvSpPr/>
          <p:nvPr/>
        </p:nvSpPr>
        <p:spPr>
          <a:xfrm flipV="1">
            <a:off x="6198731" y="1280330"/>
            <a:ext cx="98384" cy="8342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5CAF0AD-6983-7965-5192-10CFBCDA472B}"/>
              </a:ext>
            </a:extLst>
          </p:cNvPr>
          <p:cNvSpPr/>
          <p:nvPr/>
        </p:nvSpPr>
        <p:spPr>
          <a:xfrm flipV="1">
            <a:off x="4876779" y="1872814"/>
            <a:ext cx="98384" cy="8802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1BE2F67-CF9C-8537-0373-D9B86B7082FF}"/>
              </a:ext>
            </a:extLst>
          </p:cNvPr>
          <p:cNvGrpSpPr/>
          <p:nvPr/>
        </p:nvGrpSpPr>
        <p:grpSpPr>
          <a:xfrm rot="5400000">
            <a:off x="4979234" y="3059690"/>
            <a:ext cx="98814" cy="711634"/>
            <a:chOff x="4737834" y="4900127"/>
            <a:chExt cx="98814" cy="711634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DBCC3A9B-A3E9-9162-E87F-FE52A09B10C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87F31FA2-7D55-E2B8-FAB5-8A45405FBDC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86E7EDA6-74A4-7509-FDCB-035742FEEB89}"/>
              </a:ext>
            </a:extLst>
          </p:cNvPr>
          <p:cNvSpPr/>
          <p:nvPr/>
        </p:nvSpPr>
        <p:spPr>
          <a:xfrm flipV="1">
            <a:off x="5213822" y="1801148"/>
            <a:ext cx="98385" cy="88028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C2CAABB-B1B0-5092-2D12-47A913CC0AD3}"/>
              </a:ext>
            </a:extLst>
          </p:cNvPr>
          <p:cNvSpPr txBox="1"/>
          <p:nvPr/>
        </p:nvSpPr>
        <p:spPr>
          <a:xfrm>
            <a:off x="8954860" y="510526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43680242-1055-A3F9-FC93-4F2225600432}"/>
              </a:ext>
            </a:extLst>
          </p:cNvPr>
          <p:cNvCxnSpPr>
            <a:cxnSpLocks/>
            <a:stCxn id="99" idx="0"/>
            <a:endCxn id="58" idx="2"/>
          </p:cNvCxnSpPr>
          <p:nvPr/>
        </p:nvCxnSpPr>
        <p:spPr>
          <a:xfrm flipH="1" flipV="1">
            <a:off x="8010810" y="4765271"/>
            <a:ext cx="2166500" cy="3399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9226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99CDE-1640-405A-0DAE-2C604746F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CB6ADBEC-A99E-808C-75BF-8ACD532DCA8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102" y="341300"/>
            <a:ext cx="8431796" cy="6175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C62FCAE-C10A-AD65-D934-DA9FE3FE3B2C}"/>
                  </a:ext>
                </a:extLst>
              </p:cNvPr>
              <p:cNvSpPr txBox="1"/>
              <p:nvPr/>
            </p:nvSpPr>
            <p:spPr>
              <a:xfrm>
                <a:off x="10287145" y="686606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C62FCAE-C10A-AD65-D934-DA9FE3FE3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686606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3E313B23-B759-05CF-E343-37D62BE14BF5}"/>
              </a:ext>
            </a:extLst>
          </p:cNvPr>
          <p:cNvSpPr txBox="1"/>
          <p:nvPr/>
        </p:nvSpPr>
        <p:spPr>
          <a:xfrm>
            <a:off x="2110930" y="4194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59C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AE1650A-90A6-ED8C-DEE1-265944E6D7FA}"/>
              </a:ext>
            </a:extLst>
          </p:cNvPr>
          <p:cNvSpPr/>
          <p:nvPr/>
        </p:nvSpPr>
        <p:spPr>
          <a:xfrm rot="5400000">
            <a:off x="7983730" y="1726197"/>
            <a:ext cx="1606892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607A98-0D62-3B3F-EF8D-910BE3BFBC2F}"/>
              </a:ext>
            </a:extLst>
          </p:cNvPr>
          <p:cNvSpPr txBox="1"/>
          <p:nvPr/>
        </p:nvSpPr>
        <p:spPr>
          <a:xfrm>
            <a:off x="7404844" y="1734908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A071418-5762-B81F-B351-5329BCEBB550}"/>
              </a:ext>
            </a:extLst>
          </p:cNvPr>
          <p:cNvSpPr/>
          <p:nvPr/>
        </p:nvSpPr>
        <p:spPr>
          <a:xfrm rot="10800000">
            <a:off x="9436128" y="2945227"/>
            <a:ext cx="102820" cy="201412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9609ECC2-DBE6-44BB-47E5-FC671874AE0C}"/>
              </a:ext>
            </a:extLst>
          </p:cNvPr>
          <p:cNvSpPr/>
          <p:nvPr/>
        </p:nvSpPr>
        <p:spPr>
          <a:xfrm>
            <a:off x="6788360" y="3071927"/>
            <a:ext cx="2444900" cy="1693344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687A7FEF-ABF7-693D-9D0A-91A437C6E649}"/>
              </a:ext>
            </a:extLst>
          </p:cNvPr>
          <p:cNvSpPr/>
          <p:nvPr/>
        </p:nvSpPr>
        <p:spPr>
          <a:xfrm>
            <a:off x="7118403" y="3276873"/>
            <a:ext cx="1791866" cy="1288736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3AD1410-F770-F0DD-2DB2-3926F696A50F}"/>
              </a:ext>
            </a:extLst>
          </p:cNvPr>
          <p:cNvSpPr txBox="1"/>
          <p:nvPr/>
        </p:nvSpPr>
        <p:spPr>
          <a:xfrm>
            <a:off x="5240073" y="288918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839376D9-8CC4-8DB4-7DF6-B4A3D6524408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E2D58300-1211-28D4-173E-E486EBB8CB32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A0ED6BA2-5BDE-B817-4E9C-48A0E1939402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B9AA3BE9-AACC-800E-424F-D1B01EB9D918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BA7BA31A-6258-2D78-C521-9322C4867BBD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68FEC52C-3A7A-B537-6234-FC943089F7D5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2D053F59-D1DB-298C-6B18-EBE15622F0CF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 dirty="0"/>
                    <a:t>간접조명 </a:t>
                  </a:r>
                  <a:r>
                    <a:rPr lang="en-US" altLang="ko-KR" sz="700" dirty="0"/>
                    <a:t>A 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간접조명 센서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우물천장간접조명 및 커튼박수 추가</a:t>
                  </a:r>
                  <a:r>
                    <a:rPr lang="en-US" altLang="ko-KR" sz="700" dirty="0"/>
                    <a:t>(</a:t>
                  </a:r>
                  <a:r>
                    <a:rPr lang="ko-KR" altLang="en-US" sz="700" dirty="0"/>
                    <a:t>별도 추가</a:t>
                  </a:r>
                  <a:r>
                    <a:rPr lang="en-US" altLang="ko-KR" sz="700" dirty="0"/>
                    <a:t>)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 err="1"/>
                    <a:t>현관상부</a:t>
                  </a:r>
                  <a:r>
                    <a:rPr lang="ko-KR" altLang="en-US" sz="700" dirty="0"/>
                    <a:t> </a:t>
                  </a:r>
                  <a:r>
                    <a:rPr lang="ko-KR" altLang="en-US" sz="700" dirty="0" err="1"/>
                    <a:t>매입등</a:t>
                  </a:r>
                  <a:r>
                    <a:rPr lang="ko-KR" altLang="en-US" sz="700" dirty="0"/>
                    <a:t> 및 </a:t>
                  </a:r>
                  <a:r>
                    <a:rPr lang="ko-KR" altLang="en-US" sz="700" dirty="0" err="1"/>
                    <a:t>현관상부센서등</a:t>
                  </a:r>
                  <a:r>
                    <a:rPr lang="ko-KR" altLang="en-US" sz="700" dirty="0"/>
                    <a:t> 현관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방 간접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en-US" altLang="ko-KR" sz="700" dirty="0"/>
                    <a:t>SET </a:t>
                  </a:r>
                  <a:r>
                    <a:rPr lang="ko-KR" altLang="en-US" sz="700" dirty="0"/>
                    <a:t>이 외의 상품</a:t>
                  </a:r>
                  <a:endParaRPr lang="en-US" altLang="ko-KR" sz="700" dirty="0"/>
                </a:p>
              </p:txBody>
            </p:sp>
          </p:grp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118FF39F-B5D8-5090-3597-353B2E0CCE43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C11E761D-CE26-BEBC-FD34-8ECB39B67164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031B1DCB-3F69-568D-171A-EC8808C65D53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CB8A0EF4-9CD2-E7D4-3B04-9955575DFAC2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6039A19-1314-9BCC-CA09-5750012C4D1B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sp>
        <p:nvSpPr>
          <p:cNvPr id="73" name="별: 꼭짓점 4개 72">
            <a:extLst>
              <a:ext uri="{FF2B5EF4-FFF2-40B4-BE49-F238E27FC236}">
                <a16:creationId xmlns:a16="http://schemas.microsoft.com/office/drawing/2014/main" id="{FF7A7698-4F30-92F1-B512-7EC98D010B28}"/>
              </a:ext>
            </a:extLst>
          </p:cNvPr>
          <p:cNvSpPr/>
          <p:nvPr/>
        </p:nvSpPr>
        <p:spPr>
          <a:xfrm>
            <a:off x="8197199" y="3628564"/>
            <a:ext cx="614250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4BC3212-BCED-8EAA-D446-B871FA1B5D03}"/>
              </a:ext>
            </a:extLst>
          </p:cNvPr>
          <p:cNvGrpSpPr/>
          <p:nvPr/>
        </p:nvGrpSpPr>
        <p:grpSpPr>
          <a:xfrm rot="5400000">
            <a:off x="8338183" y="4291406"/>
            <a:ext cx="98891" cy="1331233"/>
            <a:chOff x="4737834" y="4900127"/>
            <a:chExt cx="98891" cy="1331233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0B7DF159-83E9-2B1C-2A0C-528CA32B6CC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176FFE97-15F3-55B6-3483-5938F092FB8E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65DF18A1-DE38-BA0F-69D3-EE4B899CD462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C696010F-D39B-1AF1-D0DD-C8853DB0EE77}"/>
              </a:ext>
            </a:extLst>
          </p:cNvPr>
          <p:cNvGrpSpPr/>
          <p:nvPr/>
        </p:nvGrpSpPr>
        <p:grpSpPr>
          <a:xfrm rot="5400000">
            <a:off x="8331622" y="2215065"/>
            <a:ext cx="98891" cy="1331233"/>
            <a:chOff x="4737834" y="4900127"/>
            <a:chExt cx="98891" cy="1331233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441CEA59-CD6F-9EE3-F130-9207C8458D57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8472C6BC-57C9-4231-1210-5C43B361F75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6CAEEA8E-ACC7-3F0E-6787-5D211D034C1F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AD8ECC64-0679-7A0C-DFEB-976D6D9CF3AF}"/>
              </a:ext>
            </a:extLst>
          </p:cNvPr>
          <p:cNvGrpSpPr/>
          <p:nvPr/>
        </p:nvGrpSpPr>
        <p:grpSpPr>
          <a:xfrm rot="5400000">
            <a:off x="7936387" y="2335834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54A2ED5E-2359-D860-6788-A508FF9D202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3F41F9CB-427A-01F6-4F56-CBB71566E78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8514854D-4409-7808-7D5B-4CBEF92423B9}"/>
              </a:ext>
            </a:extLst>
          </p:cNvPr>
          <p:cNvGrpSpPr/>
          <p:nvPr/>
        </p:nvGrpSpPr>
        <p:grpSpPr>
          <a:xfrm>
            <a:off x="4220510" y="2085826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7777F97C-8631-6032-1BC6-B058E1EC8559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DA7EDBDD-E329-D234-01B5-53D2E1C65FFF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EAF159A0-97B8-29CB-AA62-5EC94D2C69DF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7" name="별: 꼭짓점 7개 86">
              <a:extLst>
                <a:ext uri="{FF2B5EF4-FFF2-40B4-BE49-F238E27FC236}">
                  <a16:creationId xmlns:a16="http://schemas.microsoft.com/office/drawing/2014/main" id="{BBADCC64-3838-C219-F928-16E5C2F5FD61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6B8EBECB-F77F-D1E7-C2D7-E3BEE95FA5EE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D29078A0-A788-2E42-C3BF-E1CDF4893D5E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EE76FFB0-9484-5D0C-8368-670DB6AFDC35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AB873C2C-8F10-01EF-7334-C4A532422D15}"/>
              </a:ext>
            </a:extLst>
          </p:cNvPr>
          <p:cNvSpPr/>
          <p:nvPr/>
        </p:nvSpPr>
        <p:spPr>
          <a:xfrm flipV="1">
            <a:off x="6198731" y="1280330"/>
            <a:ext cx="98384" cy="8342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52D1F06E-70F4-7AC0-90D8-CBFC5E8489EB}"/>
              </a:ext>
            </a:extLst>
          </p:cNvPr>
          <p:cNvSpPr/>
          <p:nvPr/>
        </p:nvSpPr>
        <p:spPr>
          <a:xfrm flipV="1">
            <a:off x="4876779" y="1872814"/>
            <a:ext cx="98384" cy="8802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D59EE7E2-D56C-502C-4F39-E08287E57F71}"/>
              </a:ext>
            </a:extLst>
          </p:cNvPr>
          <p:cNvGrpSpPr/>
          <p:nvPr/>
        </p:nvGrpSpPr>
        <p:grpSpPr>
          <a:xfrm rot="5400000">
            <a:off x="4979234" y="3059690"/>
            <a:ext cx="98814" cy="711634"/>
            <a:chOff x="4737834" y="4900127"/>
            <a:chExt cx="98814" cy="711634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8896A0B-87FF-2743-1691-3888B974A85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0EED74B4-A9F9-8FE3-3986-5626A5B65D1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0DA60421-DB81-488F-2637-AC0DC3B61266}"/>
              </a:ext>
            </a:extLst>
          </p:cNvPr>
          <p:cNvSpPr/>
          <p:nvPr/>
        </p:nvSpPr>
        <p:spPr>
          <a:xfrm flipV="1">
            <a:off x="5213822" y="1801148"/>
            <a:ext cx="98385" cy="88028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62E4D14-E521-664A-6A09-DC0B47FF5351}"/>
              </a:ext>
            </a:extLst>
          </p:cNvPr>
          <p:cNvSpPr txBox="1"/>
          <p:nvPr/>
        </p:nvSpPr>
        <p:spPr>
          <a:xfrm>
            <a:off x="8954860" y="510526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E78DC50D-947F-FEA2-F078-4B19EF019B5C}"/>
              </a:ext>
            </a:extLst>
          </p:cNvPr>
          <p:cNvCxnSpPr>
            <a:cxnSpLocks/>
            <a:stCxn id="99" idx="0"/>
            <a:endCxn id="58" idx="2"/>
          </p:cNvCxnSpPr>
          <p:nvPr/>
        </p:nvCxnSpPr>
        <p:spPr>
          <a:xfrm flipH="1" flipV="1">
            <a:off x="8010810" y="4765271"/>
            <a:ext cx="2166500" cy="3399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AE817C0B-B27F-A790-3682-EC08CE46A8EB}"/>
              </a:ext>
            </a:extLst>
          </p:cNvPr>
          <p:cNvSpPr txBox="1"/>
          <p:nvPr/>
        </p:nvSpPr>
        <p:spPr>
          <a:xfrm>
            <a:off x="8948300" y="5493518"/>
            <a:ext cx="30585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296774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5D9CC-F6DE-3EF4-502F-312D66468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5C174F23-6E55-1B2F-33FE-C7AA9F7BC3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958" y="447392"/>
            <a:ext cx="8142084" cy="59632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28B5835-88A1-79D8-C25D-424C25DE587B}"/>
                  </a:ext>
                </a:extLst>
              </p:cNvPr>
              <p:cNvSpPr txBox="1"/>
              <p:nvPr/>
            </p:nvSpPr>
            <p:spPr>
              <a:xfrm>
                <a:off x="10287145" y="819956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28B5835-88A1-79D8-C25D-424C25DE5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19956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92928C81-8562-17CF-7C9B-E03F8F0C36C5}"/>
              </a:ext>
            </a:extLst>
          </p:cNvPr>
          <p:cNvSpPr txBox="1"/>
          <p:nvPr/>
        </p:nvSpPr>
        <p:spPr>
          <a:xfrm>
            <a:off x="2110930" y="17529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74A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A/</a:t>
            </a:r>
            <a:r>
              <a:rPr lang="ko-KR" altLang="en-US" sz="2000" b="1" dirty="0"/>
              <a:t>간접 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8091B608-5871-AA8A-7BB0-7CC521D4D6B9}"/>
              </a:ext>
            </a:extLst>
          </p:cNvPr>
          <p:cNvSpPr/>
          <p:nvPr/>
        </p:nvSpPr>
        <p:spPr>
          <a:xfrm rot="5400000">
            <a:off x="6600470" y="4820691"/>
            <a:ext cx="102820" cy="202672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C90E17B8-B9FD-417F-580D-D7C013E01059}"/>
              </a:ext>
            </a:extLst>
          </p:cNvPr>
          <p:cNvSpPr/>
          <p:nvPr/>
        </p:nvSpPr>
        <p:spPr>
          <a:xfrm>
            <a:off x="5786138" y="3981182"/>
            <a:ext cx="1738612" cy="1600468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F4730FA4-17B7-8D2B-23B2-086EE1AB3066}"/>
              </a:ext>
            </a:extLst>
          </p:cNvPr>
          <p:cNvSpPr/>
          <p:nvPr/>
        </p:nvSpPr>
        <p:spPr>
          <a:xfrm>
            <a:off x="6021856" y="4175032"/>
            <a:ext cx="1274228" cy="1218052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FA89396-AA4A-E84A-E6CE-5AF2BD7928A2}"/>
              </a:ext>
            </a:extLst>
          </p:cNvPr>
          <p:cNvSpPr txBox="1"/>
          <p:nvPr/>
        </p:nvSpPr>
        <p:spPr>
          <a:xfrm>
            <a:off x="5787726" y="355034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A49057B-EDA9-BC44-4946-2AF4E276F9C8}"/>
              </a:ext>
            </a:extLst>
          </p:cNvPr>
          <p:cNvSpPr txBox="1"/>
          <p:nvPr/>
        </p:nvSpPr>
        <p:spPr>
          <a:xfrm>
            <a:off x="-1458" y="67319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C64D088-E814-94A8-7056-57BCC6E96030}"/>
              </a:ext>
            </a:extLst>
          </p:cNvPr>
          <p:cNvSpPr txBox="1"/>
          <p:nvPr/>
        </p:nvSpPr>
        <p:spPr>
          <a:xfrm>
            <a:off x="-2156" y="99184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CC203C3F-E4FA-DD68-0C5B-72C5DCCEA0F7}"/>
              </a:ext>
            </a:extLst>
          </p:cNvPr>
          <p:cNvGrpSpPr/>
          <p:nvPr/>
        </p:nvGrpSpPr>
        <p:grpSpPr>
          <a:xfrm>
            <a:off x="5500081" y="4063866"/>
            <a:ext cx="98891" cy="1331233"/>
            <a:chOff x="4737834" y="4900127"/>
            <a:chExt cx="98891" cy="1331233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474C8532-6DE1-3890-F325-400E6CCD4EC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DD5D8ABD-A3F6-486A-80CB-7885D0C5880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E3F9B592-DA34-A190-1B04-B00B391380B2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C6F927E4-7225-6820-3122-078AC544BA5F}"/>
              </a:ext>
            </a:extLst>
          </p:cNvPr>
          <p:cNvGrpSpPr/>
          <p:nvPr/>
        </p:nvGrpSpPr>
        <p:grpSpPr>
          <a:xfrm>
            <a:off x="7703613" y="4059364"/>
            <a:ext cx="98891" cy="1331233"/>
            <a:chOff x="4737834" y="4900127"/>
            <a:chExt cx="98891" cy="1331233"/>
          </a:xfrm>
        </p:grpSpPr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1B874BA7-B56B-2269-FDB9-D2572665691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7B68E64F-F002-A19C-330F-81A2AD03198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34153062-950A-3FD7-1044-A12213C4C0C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8AC24858-3554-A80C-361A-545290D6B209}"/>
              </a:ext>
            </a:extLst>
          </p:cNvPr>
          <p:cNvSpPr/>
          <p:nvPr/>
        </p:nvSpPr>
        <p:spPr>
          <a:xfrm flipV="1">
            <a:off x="2290043" y="2935435"/>
            <a:ext cx="98384" cy="9174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0C33913E-16D2-7EEB-26B7-75940DBD7424}"/>
              </a:ext>
            </a:extLst>
          </p:cNvPr>
          <p:cNvSpPr/>
          <p:nvPr/>
        </p:nvSpPr>
        <p:spPr>
          <a:xfrm flipV="1">
            <a:off x="4446939" y="2105615"/>
            <a:ext cx="98384" cy="96857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CDBF8DF9-DB80-2599-60FB-E89661F504AA}"/>
              </a:ext>
            </a:extLst>
          </p:cNvPr>
          <p:cNvGrpSpPr/>
          <p:nvPr/>
        </p:nvGrpSpPr>
        <p:grpSpPr>
          <a:xfrm rot="5400000">
            <a:off x="4412772" y="3423767"/>
            <a:ext cx="98814" cy="711634"/>
            <a:chOff x="4737834" y="4900127"/>
            <a:chExt cx="98814" cy="711634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9AFE8D68-8598-3CFE-B0B1-11EEDAD6053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58A0E034-D86A-1B73-B22E-B6D88705E54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64E176A8-BEF1-5B3D-42F9-71AFF43D6503}"/>
              </a:ext>
            </a:extLst>
          </p:cNvPr>
          <p:cNvSpPr/>
          <p:nvPr/>
        </p:nvSpPr>
        <p:spPr>
          <a:xfrm flipV="1">
            <a:off x="7872852" y="2302370"/>
            <a:ext cx="98385" cy="89326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D45D39D-4705-C74F-8977-F677C674BEA3}"/>
              </a:ext>
            </a:extLst>
          </p:cNvPr>
          <p:cNvSpPr txBox="1"/>
          <p:nvPr/>
        </p:nvSpPr>
        <p:spPr>
          <a:xfrm>
            <a:off x="6591287" y="608299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86E456CF-BEB5-1A24-2788-60804B4BE59E}"/>
              </a:ext>
            </a:extLst>
          </p:cNvPr>
          <p:cNvCxnSpPr>
            <a:cxnSpLocks/>
            <a:stCxn id="148" idx="0"/>
            <a:endCxn id="107" idx="2"/>
          </p:cNvCxnSpPr>
          <p:nvPr/>
        </p:nvCxnSpPr>
        <p:spPr>
          <a:xfrm flipH="1" flipV="1">
            <a:off x="6655444" y="5581650"/>
            <a:ext cx="1158293" cy="501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6C639E95-909B-6538-E319-419A814BE308}"/>
              </a:ext>
            </a:extLst>
          </p:cNvPr>
          <p:cNvGrpSpPr/>
          <p:nvPr/>
        </p:nvGrpSpPr>
        <p:grpSpPr>
          <a:xfrm>
            <a:off x="76071" y="67986"/>
            <a:ext cx="4526606" cy="630942"/>
            <a:chOff x="209306" y="114311"/>
            <a:chExt cx="3888132" cy="630942"/>
          </a:xfrm>
        </p:grpSpPr>
        <p:sp>
          <p:nvSpPr>
            <p:cNvPr id="156" name="타원 155">
              <a:extLst>
                <a:ext uri="{FF2B5EF4-FFF2-40B4-BE49-F238E27FC236}">
                  <a16:creationId xmlns:a16="http://schemas.microsoft.com/office/drawing/2014/main" id="{895942F3-762C-60CC-456D-095B8738D9F8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타원 156">
              <a:extLst>
                <a:ext uri="{FF2B5EF4-FFF2-40B4-BE49-F238E27FC236}">
                  <a16:creationId xmlns:a16="http://schemas.microsoft.com/office/drawing/2014/main" id="{C4329A12-0966-2677-5002-0941A870135E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ACA66D3B-C21D-21DE-B68F-7A86D0EC8E75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6B39DE87-D257-AB88-1793-C09FDAE65CA7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574987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004D0-FD51-DA0A-8D1F-97B680D75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A384EA9F-A28D-111A-E16F-1ABC3D634A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958" y="447392"/>
            <a:ext cx="8142084" cy="59632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D24ED9B-FB8A-AE92-299E-053696787327}"/>
                  </a:ext>
                </a:extLst>
              </p:cNvPr>
              <p:cNvSpPr txBox="1"/>
              <p:nvPr/>
            </p:nvSpPr>
            <p:spPr>
              <a:xfrm>
                <a:off x="10287145" y="819956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D24ED9B-FB8A-AE92-299E-053696787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19956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A43651AE-DFFA-F371-D37F-AE7BC3D2C31B}"/>
              </a:ext>
            </a:extLst>
          </p:cNvPr>
          <p:cNvSpPr txBox="1"/>
          <p:nvPr/>
        </p:nvSpPr>
        <p:spPr>
          <a:xfrm>
            <a:off x="2110930" y="17529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74A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C051EE47-6587-AB55-0F59-7DAE26578A1E}"/>
              </a:ext>
            </a:extLst>
          </p:cNvPr>
          <p:cNvSpPr/>
          <p:nvPr/>
        </p:nvSpPr>
        <p:spPr>
          <a:xfrm>
            <a:off x="8009631" y="5047100"/>
            <a:ext cx="165824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1D5094D-D3FD-77B0-3E12-B55B1F05F87C}"/>
              </a:ext>
            </a:extLst>
          </p:cNvPr>
          <p:cNvSpPr txBox="1"/>
          <p:nvPr/>
        </p:nvSpPr>
        <p:spPr>
          <a:xfrm>
            <a:off x="8297626" y="4218425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57D02004-A758-5AD9-AD45-3DB14AF97711}"/>
              </a:ext>
            </a:extLst>
          </p:cNvPr>
          <p:cNvSpPr/>
          <p:nvPr/>
        </p:nvSpPr>
        <p:spPr>
          <a:xfrm rot="5400000">
            <a:off x="6600470" y="4820691"/>
            <a:ext cx="102820" cy="202672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6643F728-F715-BFA6-9128-B5D8EBA0A205}"/>
              </a:ext>
            </a:extLst>
          </p:cNvPr>
          <p:cNvSpPr/>
          <p:nvPr/>
        </p:nvSpPr>
        <p:spPr>
          <a:xfrm>
            <a:off x="5786138" y="3981182"/>
            <a:ext cx="1738612" cy="1600468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79516730-D695-09A5-3DA0-A868AB7548C8}"/>
              </a:ext>
            </a:extLst>
          </p:cNvPr>
          <p:cNvSpPr/>
          <p:nvPr/>
        </p:nvSpPr>
        <p:spPr>
          <a:xfrm>
            <a:off x="6021856" y="4175032"/>
            <a:ext cx="1274228" cy="1218052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35A13AC-BA67-0FCA-5C2E-B54F792A85AC}"/>
              </a:ext>
            </a:extLst>
          </p:cNvPr>
          <p:cNvSpPr txBox="1"/>
          <p:nvPr/>
        </p:nvSpPr>
        <p:spPr>
          <a:xfrm>
            <a:off x="5787726" y="355034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AAE02B01-EE10-EC06-C0DC-937089C2497C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2C2EC5A7-C7E7-6036-1E18-9C595F87A308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0D107650-D1C6-D6B0-02DE-9AB794113163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90288107-9124-4EEC-BE74-4D1BF3B7A6DC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D2CB2EDB-3FC0-6054-28D2-5EF4CC59FFCF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타원 117">
                  <a:extLst>
                    <a:ext uri="{FF2B5EF4-FFF2-40B4-BE49-F238E27FC236}">
                      <a16:creationId xmlns:a16="http://schemas.microsoft.com/office/drawing/2014/main" id="{65AB8421-4ECD-5FBF-84BF-07362DBCB6C6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BD567E26-BB6C-95BC-C57A-6AEC7083A5D2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 dirty="0"/>
                    <a:t>간접조명 </a:t>
                  </a:r>
                  <a:r>
                    <a:rPr lang="en-US" altLang="ko-KR" sz="700" dirty="0"/>
                    <a:t>A 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간접조명 센서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우물천장간접조명 및 커튼박수 추가</a:t>
                  </a:r>
                  <a:r>
                    <a:rPr lang="en-US" altLang="ko-KR" sz="700" dirty="0"/>
                    <a:t>(</a:t>
                  </a:r>
                  <a:r>
                    <a:rPr lang="ko-KR" altLang="en-US" sz="700" dirty="0"/>
                    <a:t>별도 추가</a:t>
                  </a:r>
                  <a:r>
                    <a:rPr lang="en-US" altLang="ko-KR" sz="700" dirty="0"/>
                    <a:t>)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 err="1"/>
                    <a:t>현관상부</a:t>
                  </a:r>
                  <a:r>
                    <a:rPr lang="ko-KR" altLang="en-US" sz="700" dirty="0"/>
                    <a:t> </a:t>
                  </a:r>
                  <a:r>
                    <a:rPr lang="ko-KR" altLang="en-US" sz="700" dirty="0" err="1"/>
                    <a:t>매입등</a:t>
                  </a:r>
                  <a:r>
                    <a:rPr lang="ko-KR" altLang="en-US" sz="700" dirty="0"/>
                    <a:t> 및 </a:t>
                  </a:r>
                  <a:r>
                    <a:rPr lang="ko-KR" altLang="en-US" sz="700" dirty="0" err="1"/>
                    <a:t>현관상부센서등</a:t>
                  </a:r>
                  <a:r>
                    <a:rPr lang="ko-KR" altLang="en-US" sz="700" dirty="0"/>
                    <a:t> 현관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방 간접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en-US" altLang="ko-KR" sz="700" dirty="0"/>
                    <a:t>SET </a:t>
                  </a:r>
                  <a:r>
                    <a:rPr lang="ko-KR" altLang="en-US" sz="700" dirty="0"/>
                    <a:t>이 외의 상품</a:t>
                  </a:r>
                  <a:endParaRPr lang="en-US" altLang="ko-KR" sz="700" dirty="0"/>
                </a:p>
              </p:txBody>
            </p:sp>
          </p:grp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D6E6A501-707C-F76D-9451-1562580CE5CE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5B5CDD12-310D-3513-AE18-8E65D1A66063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09B25B0E-FD78-99AC-1B72-3BC60604B91F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45E262FA-DEF2-C0DD-D046-A4085F1FFFAD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E26A9AE-79D9-3ECF-FC7E-C05D3557B7CA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644508C4-79A4-D9B4-5217-82288C54344F}"/>
              </a:ext>
            </a:extLst>
          </p:cNvPr>
          <p:cNvGrpSpPr/>
          <p:nvPr/>
        </p:nvGrpSpPr>
        <p:grpSpPr>
          <a:xfrm>
            <a:off x="5500081" y="4063866"/>
            <a:ext cx="98891" cy="1331233"/>
            <a:chOff x="4737834" y="4900127"/>
            <a:chExt cx="98891" cy="1331233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117C7F17-E79A-57B5-187C-F600910214E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2642E17F-AF9F-9AE6-E678-52B37BB0D898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5CDF5F96-F31B-F1A0-7AF1-D21227E406EE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3074CE8A-2617-6C01-318E-C152C26964A0}"/>
              </a:ext>
            </a:extLst>
          </p:cNvPr>
          <p:cNvGrpSpPr/>
          <p:nvPr/>
        </p:nvGrpSpPr>
        <p:grpSpPr>
          <a:xfrm>
            <a:off x="7703613" y="4059364"/>
            <a:ext cx="98891" cy="1331233"/>
            <a:chOff x="4737834" y="4900127"/>
            <a:chExt cx="98891" cy="1331233"/>
          </a:xfrm>
        </p:grpSpPr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AE5A99AA-C5B2-C05F-E32B-15A89D4E363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362DFCDD-5809-B4ED-C39D-353EDD25A22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CBDC3188-6896-6C94-5A4C-2D75C80A25C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E4E9B2B1-427B-642D-7477-F68562DA8CE7}"/>
              </a:ext>
            </a:extLst>
          </p:cNvPr>
          <p:cNvGrpSpPr/>
          <p:nvPr/>
        </p:nvGrpSpPr>
        <p:grpSpPr>
          <a:xfrm>
            <a:off x="7901427" y="3827293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0198248C-85BB-C509-0AF1-9506B73DF8BF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5BD8AEF0-A084-8B7B-7D9F-166E7E91144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BF1C0EFB-320A-1EFD-FC8D-EDAC02277B3A}"/>
              </a:ext>
            </a:extLst>
          </p:cNvPr>
          <p:cNvGrpSpPr/>
          <p:nvPr/>
        </p:nvGrpSpPr>
        <p:grpSpPr>
          <a:xfrm>
            <a:off x="3901539" y="2363984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43FEA4D6-14E3-09A1-764B-91A0DA51A626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BAA7B84B-4698-90BF-0103-8D737DD264CD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4D72C15C-B1B3-BAD9-B36C-65FF8D0DF4A4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6" name="별: 꼭짓점 7개 135">
              <a:extLst>
                <a:ext uri="{FF2B5EF4-FFF2-40B4-BE49-F238E27FC236}">
                  <a16:creationId xmlns:a16="http://schemas.microsoft.com/office/drawing/2014/main" id="{A2BB8D44-9375-8ECC-2238-E32D79A67914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4DBFB2B6-F528-0C92-C6A2-7422120AA0E0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38" name="타원 137">
                <a:extLst>
                  <a:ext uri="{FF2B5EF4-FFF2-40B4-BE49-F238E27FC236}">
                    <a16:creationId xmlns:a16="http://schemas.microsoft.com/office/drawing/2014/main" id="{128678E2-0055-8776-FA53-2CCB7C3D19B0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AD7A6D65-73D9-E106-87F1-8376BEBD57DA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1CB53879-3B61-7DF5-0415-F748A82AECCD}"/>
              </a:ext>
            </a:extLst>
          </p:cNvPr>
          <p:cNvSpPr/>
          <p:nvPr/>
        </p:nvSpPr>
        <p:spPr>
          <a:xfrm flipV="1">
            <a:off x="2290043" y="2935435"/>
            <a:ext cx="98384" cy="9174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CAC97718-6BED-C90B-9888-3B8B676882F0}"/>
              </a:ext>
            </a:extLst>
          </p:cNvPr>
          <p:cNvSpPr/>
          <p:nvPr/>
        </p:nvSpPr>
        <p:spPr>
          <a:xfrm flipV="1">
            <a:off x="4446939" y="2105615"/>
            <a:ext cx="98384" cy="96857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8649DB4B-375A-1EA3-EC62-A330169EF022}"/>
              </a:ext>
            </a:extLst>
          </p:cNvPr>
          <p:cNvGrpSpPr/>
          <p:nvPr/>
        </p:nvGrpSpPr>
        <p:grpSpPr>
          <a:xfrm rot="5400000">
            <a:off x="4412772" y="3423767"/>
            <a:ext cx="98814" cy="711634"/>
            <a:chOff x="4737834" y="4900127"/>
            <a:chExt cx="98814" cy="711634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1CBEA8E7-F9D1-EC91-FABC-764E0365BB9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AAEB6922-C87A-6C1E-56FE-F6FD029890F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5F30ED3A-281E-163E-41A8-BEC84A623019}"/>
              </a:ext>
            </a:extLst>
          </p:cNvPr>
          <p:cNvSpPr/>
          <p:nvPr/>
        </p:nvSpPr>
        <p:spPr>
          <a:xfrm flipV="1">
            <a:off x="7872852" y="2302370"/>
            <a:ext cx="98385" cy="89326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4201677-DB89-ABEA-940E-42272E9A6965}"/>
              </a:ext>
            </a:extLst>
          </p:cNvPr>
          <p:cNvSpPr txBox="1"/>
          <p:nvPr/>
        </p:nvSpPr>
        <p:spPr>
          <a:xfrm>
            <a:off x="6591287" y="608299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4BBD3351-EC4F-F09A-C26F-65A7B2320673}"/>
              </a:ext>
            </a:extLst>
          </p:cNvPr>
          <p:cNvCxnSpPr>
            <a:cxnSpLocks/>
            <a:stCxn id="148" idx="0"/>
            <a:endCxn id="107" idx="2"/>
          </p:cNvCxnSpPr>
          <p:nvPr/>
        </p:nvCxnSpPr>
        <p:spPr>
          <a:xfrm flipH="1" flipV="1">
            <a:off x="6655444" y="5581650"/>
            <a:ext cx="1158293" cy="501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5324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E2B53-AD26-775F-9709-FE4055A85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4FFFBF2E-2E1B-2A6F-9C10-259487ED7D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958" y="447392"/>
            <a:ext cx="8142084" cy="59632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B122F35-A048-DD5D-910F-6A177F6F8B48}"/>
                  </a:ext>
                </a:extLst>
              </p:cNvPr>
              <p:cNvSpPr txBox="1"/>
              <p:nvPr/>
            </p:nvSpPr>
            <p:spPr>
              <a:xfrm>
                <a:off x="10287145" y="819956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B122F35-A048-DD5D-910F-6A177F6F8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19956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F9982E93-62DC-FD05-CAD4-2DAD40D88E0E}"/>
              </a:ext>
            </a:extLst>
          </p:cNvPr>
          <p:cNvSpPr txBox="1"/>
          <p:nvPr/>
        </p:nvSpPr>
        <p:spPr>
          <a:xfrm>
            <a:off x="2110930" y="17529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74A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84E87DF5-4E55-5CE7-888E-4F2EDE973032}"/>
              </a:ext>
            </a:extLst>
          </p:cNvPr>
          <p:cNvSpPr/>
          <p:nvPr/>
        </p:nvSpPr>
        <p:spPr>
          <a:xfrm>
            <a:off x="8009631" y="5047100"/>
            <a:ext cx="165824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71B69CD-05D9-A5E0-0E6C-EF48BE0DE6CC}"/>
              </a:ext>
            </a:extLst>
          </p:cNvPr>
          <p:cNvSpPr txBox="1"/>
          <p:nvPr/>
        </p:nvSpPr>
        <p:spPr>
          <a:xfrm>
            <a:off x="8297626" y="4218425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E1372592-7204-8E1F-A33A-9CBA2BFC0AB3}"/>
              </a:ext>
            </a:extLst>
          </p:cNvPr>
          <p:cNvSpPr/>
          <p:nvPr/>
        </p:nvSpPr>
        <p:spPr>
          <a:xfrm rot="5400000">
            <a:off x="6600470" y="4820691"/>
            <a:ext cx="102820" cy="202672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92C3D9AC-1C3F-81AD-6D23-8686062BE04F}"/>
              </a:ext>
            </a:extLst>
          </p:cNvPr>
          <p:cNvSpPr/>
          <p:nvPr/>
        </p:nvSpPr>
        <p:spPr>
          <a:xfrm>
            <a:off x="5786138" y="3981182"/>
            <a:ext cx="1738612" cy="1600468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B687F659-E5D8-8A5D-EE42-C611AFEA1452}"/>
              </a:ext>
            </a:extLst>
          </p:cNvPr>
          <p:cNvSpPr/>
          <p:nvPr/>
        </p:nvSpPr>
        <p:spPr>
          <a:xfrm>
            <a:off x="6021856" y="4175032"/>
            <a:ext cx="1274228" cy="1218052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7B5D05D-46C2-3E1E-FF22-B6F402BCCCA1}"/>
              </a:ext>
            </a:extLst>
          </p:cNvPr>
          <p:cNvSpPr txBox="1"/>
          <p:nvPr/>
        </p:nvSpPr>
        <p:spPr>
          <a:xfrm>
            <a:off x="5787726" y="355034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1952D5FE-6880-0330-104C-E3E49D7C7A6A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D7B5898C-B736-F375-FDC1-7E152F25F156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7E3207A2-807B-1B6C-B987-3BCB8A5AC9FE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6AB6DB25-9A7A-E76C-2CA4-8FD5FDFADBFB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E3D55196-A12F-3ED5-CC31-5C97A5964FA7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타원 117">
                  <a:extLst>
                    <a:ext uri="{FF2B5EF4-FFF2-40B4-BE49-F238E27FC236}">
                      <a16:creationId xmlns:a16="http://schemas.microsoft.com/office/drawing/2014/main" id="{397FDE73-1960-CFB7-6F6D-129EFBD2C2AC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AE2D9DC3-F26B-D90F-628C-FA978022471A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 dirty="0"/>
                    <a:t>간접조명 </a:t>
                  </a:r>
                  <a:r>
                    <a:rPr lang="en-US" altLang="ko-KR" sz="700" dirty="0"/>
                    <a:t>A 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간접조명 센서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우물천장간접조명 및 커튼박수 추가</a:t>
                  </a:r>
                  <a:r>
                    <a:rPr lang="en-US" altLang="ko-KR" sz="700" dirty="0"/>
                    <a:t>(</a:t>
                  </a:r>
                  <a:r>
                    <a:rPr lang="ko-KR" altLang="en-US" sz="700" dirty="0"/>
                    <a:t>별도 추가</a:t>
                  </a:r>
                  <a:r>
                    <a:rPr lang="en-US" altLang="ko-KR" sz="700" dirty="0"/>
                    <a:t>)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 err="1"/>
                    <a:t>현관상부</a:t>
                  </a:r>
                  <a:r>
                    <a:rPr lang="ko-KR" altLang="en-US" sz="700" dirty="0"/>
                    <a:t> </a:t>
                  </a:r>
                  <a:r>
                    <a:rPr lang="ko-KR" altLang="en-US" sz="700" dirty="0" err="1"/>
                    <a:t>매입등</a:t>
                  </a:r>
                  <a:r>
                    <a:rPr lang="ko-KR" altLang="en-US" sz="700" dirty="0"/>
                    <a:t> 및 </a:t>
                  </a:r>
                  <a:r>
                    <a:rPr lang="ko-KR" altLang="en-US" sz="700" dirty="0" err="1"/>
                    <a:t>현관상부센서등</a:t>
                  </a:r>
                  <a:r>
                    <a:rPr lang="ko-KR" altLang="en-US" sz="700" dirty="0"/>
                    <a:t> 현관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방 간접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en-US" altLang="ko-KR" sz="700" dirty="0"/>
                    <a:t>SET </a:t>
                  </a:r>
                  <a:r>
                    <a:rPr lang="ko-KR" altLang="en-US" sz="700" dirty="0"/>
                    <a:t>이 외의 상품</a:t>
                  </a:r>
                  <a:endParaRPr lang="en-US" altLang="ko-KR" sz="700" dirty="0"/>
                </a:p>
              </p:txBody>
            </p:sp>
          </p:grp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AF5F4960-8A94-20E9-7106-54AF1E5554CD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BB4FCDD1-EF3D-F290-601D-F3E6CFBAF440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18B73AE2-256B-7323-4E5F-500FFA4A33B0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81A17BCB-CE0E-6BF5-AD3E-3ABB7079C388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3CAFD35-A374-2E1A-83C7-9C6BE8718BD8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sp>
        <p:nvSpPr>
          <p:cNvPr id="122" name="별: 꼭짓점 4개 121">
            <a:extLst>
              <a:ext uri="{FF2B5EF4-FFF2-40B4-BE49-F238E27FC236}">
                <a16:creationId xmlns:a16="http://schemas.microsoft.com/office/drawing/2014/main" id="{5DB93420-A25F-60DE-2B77-BBBFF631418F}"/>
              </a:ext>
            </a:extLst>
          </p:cNvPr>
          <p:cNvSpPr/>
          <p:nvPr/>
        </p:nvSpPr>
        <p:spPr>
          <a:xfrm>
            <a:off x="6384525" y="449138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93199B51-2ED0-C511-3DF2-38BB72ED6686}"/>
              </a:ext>
            </a:extLst>
          </p:cNvPr>
          <p:cNvGrpSpPr/>
          <p:nvPr/>
        </p:nvGrpSpPr>
        <p:grpSpPr>
          <a:xfrm>
            <a:off x="5500081" y="4063866"/>
            <a:ext cx="98891" cy="1331233"/>
            <a:chOff x="4737834" y="4900127"/>
            <a:chExt cx="98891" cy="1331233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5310E2FF-DD1F-1AFE-4CB5-9C46B587F3E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922369F9-6A25-FE73-2EF1-B81D3E3FC56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843A6C9E-359B-5F8F-5871-D55CE2B86494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86C518D3-6288-300F-E6AD-3E13545F66C2}"/>
              </a:ext>
            </a:extLst>
          </p:cNvPr>
          <p:cNvGrpSpPr/>
          <p:nvPr/>
        </p:nvGrpSpPr>
        <p:grpSpPr>
          <a:xfrm>
            <a:off x="7703613" y="4059364"/>
            <a:ext cx="98891" cy="1331233"/>
            <a:chOff x="4737834" y="4900127"/>
            <a:chExt cx="98891" cy="1331233"/>
          </a:xfrm>
        </p:grpSpPr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B8C5CCCE-795C-A2D3-58ED-5705B338013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81E1D1CB-C49B-6BFD-085F-243D06A31AF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21A2B3DD-2E9C-7713-1273-8A59C88171FD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E9CBA951-3F24-D8A4-12DE-522F50DED4D4}"/>
              </a:ext>
            </a:extLst>
          </p:cNvPr>
          <p:cNvGrpSpPr/>
          <p:nvPr/>
        </p:nvGrpSpPr>
        <p:grpSpPr>
          <a:xfrm>
            <a:off x="7901427" y="3827293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AF215319-4682-1F18-469A-F962A3C4520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D3BA8C7E-259E-1761-9F94-CC728779FAC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436C1B24-CACA-C037-4C82-ECD8CD45C8CF}"/>
              </a:ext>
            </a:extLst>
          </p:cNvPr>
          <p:cNvGrpSpPr/>
          <p:nvPr/>
        </p:nvGrpSpPr>
        <p:grpSpPr>
          <a:xfrm>
            <a:off x="3901539" y="2363984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8CE91841-C1DF-6368-7AE3-4153CB704122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7DDA5FF5-8EBE-932A-DFCD-A87F626F4C10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B6D9132D-479A-7C40-1F60-DDC776706872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6" name="별: 꼭짓점 7개 135">
              <a:extLst>
                <a:ext uri="{FF2B5EF4-FFF2-40B4-BE49-F238E27FC236}">
                  <a16:creationId xmlns:a16="http://schemas.microsoft.com/office/drawing/2014/main" id="{F535F67B-2A51-9071-C13A-AF5B10E20654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710E38A8-F7F4-E6A9-1557-BA0ABDC0E476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38" name="타원 137">
                <a:extLst>
                  <a:ext uri="{FF2B5EF4-FFF2-40B4-BE49-F238E27FC236}">
                    <a16:creationId xmlns:a16="http://schemas.microsoft.com/office/drawing/2014/main" id="{1E4FCFF2-5DC5-70B2-424E-35712A96237B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22C67DC9-174B-774E-93E0-302FB35551FC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D61907CE-13EF-8A60-BB68-41F9BC8A25C3}"/>
              </a:ext>
            </a:extLst>
          </p:cNvPr>
          <p:cNvSpPr/>
          <p:nvPr/>
        </p:nvSpPr>
        <p:spPr>
          <a:xfrm flipV="1">
            <a:off x="2290043" y="2935435"/>
            <a:ext cx="98384" cy="9174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EC1A26E4-1343-01FC-27ED-962BF2295DB0}"/>
              </a:ext>
            </a:extLst>
          </p:cNvPr>
          <p:cNvSpPr/>
          <p:nvPr/>
        </p:nvSpPr>
        <p:spPr>
          <a:xfrm flipV="1">
            <a:off x="4446939" y="2105615"/>
            <a:ext cx="98384" cy="96857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E370BDED-B60B-324B-CDAD-8F9ACA920F39}"/>
              </a:ext>
            </a:extLst>
          </p:cNvPr>
          <p:cNvGrpSpPr/>
          <p:nvPr/>
        </p:nvGrpSpPr>
        <p:grpSpPr>
          <a:xfrm rot="5400000">
            <a:off x="4412772" y="3423767"/>
            <a:ext cx="98814" cy="711634"/>
            <a:chOff x="4737834" y="4900127"/>
            <a:chExt cx="98814" cy="711634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B21527CB-AD3E-5CD0-0064-DE4934346FB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6C4FB9C7-BB68-6D41-8A1D-FD33EAA5B67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8931F7A8-A0FE-F5C3-3CB3-35CF9805BCB1}"/>
              </a:ext>
            </a:extLst>
          </p:cNvPr>
          <p:cNvSpPr/>
          <p:nvPr/>
        </p:nvSpPr>
        <p:spPr>
          <a:xfrm flipV="1">
            <a:off x="7872852" y="2302370"/>
            <a:ext cx="98385" cy="89326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4D6C489-AC7F-4874-CE06-6B8CE6F1B6F6}"/>
              </a:ext>
            </a:extLst>
          </p:cNvPr>
          <p:cNvSpPr txBox="1"/>
          <p:nvPr/>
        </p:nvSpPr>
        <p:spPr>
          <a:xfrm>
            <a:off x="6591287" y="608299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7730E20F-FD13-CF53-0639-FA0A3E8D412B}"/>
              </a:ext>
            </a:extLst>
          </p:cNvPr>
          <p:cNvCxnSpPr>
            <a:cxnSpLocks/>
            <a:stCxn id="148" idx="0"/>
            <a:endCxn id="107" idx="2"/>
          </p:cNvCxnSpPr>
          <p:nvPr/>
        </p:nvCxnSpPr>
        <p:spPr>
          <a:xfrm flipH="1" flipV="1">
            <a:off x="6655444" y="5581650"/>
            <a:ext cx="1158293" cy="501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02B7EAC9-287A-85C9-6C1A-4AB355D83328}"/>
              </a:ext>
            </a:extLst>
          </p:cNvPr>
          <p:cNvSpPr txBox="1"/>
          <p:nvPr/>
        </p:nvSpPr>
        <p:spPr>
          <a:xfrm>
            <a:off x="4693933" y="5994090"/>
            <a:ext cx="32146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969120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4F532-CB6C-776E-EF38-158E021BE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도표, 평면도, 디자인이(가) 표시된 사진&#10;&#10;자동 생성된 설명">
            <a:extLst>
              <a:ext uri="{FF2B5EF4-FFF2-40B4-BE49-F238E27FC236}">
                <a16:creationId xmlns:a16="http://schemas.microsoft.com/office/drawing/2014/main" id="{2712BFF8-B8A1-F8A8-FAE7-C47E788CED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850" y="434130"/>
            <a:ext cx="8178300" cy="59897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FD32E65-45CE-DEF5-3E42-14C3DA310D1D}"/>
                  </a:ext>
                </a:extLst>
              </p:cNvPr>
              <p:cNvSpPr txBox="1"/>
              <p:nvPr/>
            </p:nvSpPr>
            <p:spPr>
              <a:xfrm>
                <a:off x="10287145" y="72405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FD32E65-45CE-DEF5-3E42-14C3DA310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72405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B98BDBF3-2A2A-F7B0-0F72-6EAD2A782D81}"/>
              </a:ext>
            </a:extLst>
          </p:cNvPr>
          <p:cNvSpPr txBox="1"/>
          <p:nvPr/>
        </p:nvSpPr>
        <p:spPr>
          <a:xfrm>
            <a:off x="2110930" y="79386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74B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A/</a:t>
            </a:r>
            <a:r>
              <a:rPr lang="ko-KR" altLang="en-US" sz="2000" b="1" dirty="0"/>
              <a:t>간접 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403F218F-B3B5-295F-FDAB-65BE4C12815A}"/>
              </a:ext>
            </a:extLst>
          </p:cNvPr>
          <p:cNvSpPr/>
          <p:nvPr/>
        </p:nvSpPr>
        <p:spPr>
          <a:xfrm rot="10800000">
            <a:off x="9359280" y="2846615"/>
            <a:ext cx="102820" cy="208098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B0A27EB2-10B6-99CB-9E13-0B8819DE8695}"/>
              </a:ext>
            </a:extLst>
          </p:cNvPr>
          <p:cNvSpPr/>
          <p:nvPr/>
        </p:nvSpPr>
        <p:spPr>
          <a:xfrm>
            <a:off x="6800508" y="2964372"/>
            <a:ext cx="2330856" cy="1838816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4651ED28-D062-34ED-FFEB-756955FEEDD6}"/>
              </a:ext>
            </a:extLst>
          </p:cNvPr>
          <p:cNvSpPr/>
          <p:nvPr/>
        </p:nvSpPr>
        <p:spPr>
          <a:xfrm>
            <a:off x="7115320" y="3186698"/>
            <a:ext cx="1708284" cy="139944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785B775-F0EF-BD31-9482-1A2EB9137C3B}"/>
              </a:ext>
            </a:extLst>
          </p:cNvPr>
          <p:cNvSpPr txBox="1"/>
          <p:nvPr/>
        </p:nvSpPr>
        <p:spPr>
          <a:xfrm>
            <a:off x="5391339" y="271496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E67C5FC-21D6-0441-2039-1AAE0C515C0C}"/>
              </a:ext>
            </a:extLst>
          </p:cNvPr>
          <p:cNvSpPr txBox="1"/>
          <p:nvPr/>
        </p:nvSpPr>
        <p:spPr>
          <a:xfrm>
            <a:off x="-1458" y="646037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144CE50-EA0E-3BC4-EE60-FD88EBC39C81}"/>
              </a:ext>
            </a:extLst>
          </p:cNvPr>
          <p:cNvSpPr txBox="1"/>
          <p:nvPr/>
        </p:nvSpPr>
        <p:spPr>
          <a:xfrm>
            <a:off x="-2156" y="964682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34CDC539-C177-1811-A7F2-B26BFC0ECFB6}"/>
              </a:ext>
            </a:extLst>
          </p:cNvPr>
          <p:cNvGrpSpPr/>
          <p:nvPr/>
        </p:nvGrpSpPr>
        <p:grpSpPr>
          <a:xfrm rot="5400000">
            <a:off x="8254688" y="2128143"/>
            <a:ext cx="98891" cy="1331233"/>
            <a:chOff x="4737834" y="4900127"/>
            <a:chExt cx="98891" cy="1331233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B3F8D666-BD6E-7C86-B3B7-8FEAA467826F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8494D6CF-6238-75CC-158C-2432344BAC7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02A8BD6D-E03A-EC86-3013-EB8AD666EEF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6EB2E687-5DC1-4777-1D4A-8AE6641EB499}"/>
              </a:ext>
            </a:extLst>
          </p:cNvPr>
          <p:cNvGrpSpPr/>
          <p:nvPr/>
        </p:nvGrpSpPr>
        <p:grpSpPr>
          <a:xfrm rot="5400000">
            <a:off x="8260567" y="4310497"/>
            <a:ext cx="98891" cy="1331233"/>
            <a:chOff x="4737834" y="4900127"/>
            <a:chExt cx="98891" cy="1331233"/>
          </a:xfrm>
        </p:grpSpPr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43C0FA83-FAC9-CEA6-750C-FB890BEE610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CBC33FB4-F0D4-DAEE-2CFF-9B637A3050D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2E6385EF-B6F1-4146-150F-74084BD62E5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05A828E2-7D4F-AD85-2CEE-BB048EC77C76}"/>
              </a:ext>
            </a:extLst>
          </p:cNvPr>
          <p:cNvSpPr/>
          <p:nvPr/>
        </p:nvSpPr>
        <p:spPr>
          <a:xfrm rot="16200000" flipV="1">
            <a:off x="5206950" y="1439743"/>
            <a:ext cx="98384" cy="7986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347A772E-DC9A-4019-5D1C-6E08DD237193}"/>
              </a:ext>
            </a:extLst>
          </p:cNvPr>
          <p:cNvSpPr/>
          <p:nvPr/>
        </p:nvSpPr>
        <p:spPr>
          <a:xfrm flipV="1">
            <a:off x="4210487" y="1781955"/>
            <a:ext cx="98384" cy="8826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2E0458DF-E506-D915-98FE-C827E66F85F0}"/>
              </a:ext>
            </a:extLst>
          </p:cNvPr>
          <p:cNvGrpSpPr/>
          <p:nvPr/>
        </p:nvGrpSpPr>
        <p:grpSpPr>
          <a:xfrm rot="5400000">
            <a:off x="5024844" y="2975751"/>
            <a:ext cx="98814" cy="711634"/>
            <a:chOff x="4737834" y="4900127"/>
            <a:chExt cx="98814" cy="711634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A35F46E1-ADB2-9E28-F891-5C6A6B9B406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A102FCEC-1D87-C076-CBA8-3B6B8AF410F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57F241C8-2DE9-9170-953D-3ECFB6D1DB15}"/>
              </a:ext>
            </a:extLst>
          </p:cNvPr>
          <p:cNvSpPr/>
          <p:nvPr/>
        </p:nvSpPr>
        <p:spPr>
          <a:xfrm rot="16200000" flipV="1">
            <a:off x="6552248" y="2237013"/>
            <a:ext cx="98385" cy="7560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F57A02C-9507-71FB-4A65-F54586EFE9AA}"/>
              </a:ext>
            </a:extLst>
          </p:cNvPr>
          <p:cNvSpPr txBox="1"/>
          <p:nvPr/>
        </p:nvSpPr>
        <p:spPr>
          <a:xfrm>
            <a:off x="8871365" y="510248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BBEDDA87-4931-3401-5670-41809ED5BDBD}"/>
              </a:ext>
            </a:extLst>
          </p:cNvPr>
          <p:cNvCxnSpPr>
            <a:cxnSpLocks/>
            <a:stCxn id="148" idx="0"/>
            <a:endCxn id="107" idx="2"/>
          </p:cNvCxnSpPr>
          <p:nvPr/>
        </p:nvCxnSpPr>
        <p:spPr>
          <a:xfrm flipH="1" flipV="1">
            <a:off x="7965936" y="4803188"/>
            <a:ext cx="2127879" cy="2992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FE7CC168-D985-54B6-5635-D56DA4CBE361}"/>
              </a:ext>
            </a:extLst>
          </p:cNvPr>
          <p:cNvGrpSpPr/>
          <p:nvPr/>
        </p:nvGrpSpPr>
        <p:grpSpPr>
          <a:xfrm>
            <a:off x="76071" y="67986"/>
            <a:ext cx="4526606" cy="630942"/>
            <a:chOff x="209306" y="114311"/>
            <a:chExt cx="3888132" cy="630942"/>
          </a:xfrm>
        </p:grpSpPr>
        <p:sp>
          <p:nvSpPr>
            <p:cNvPr id="155" name="타원 154">
              <a:extLst>
                <a:ext uri="{FF2B5EF4-FFF2-40B4-BE49-F238E27FC236}">
                  <a16:creationId xmlns:a16="http://schemas.microsoft.com/office/drawing/2014/main" id="{48ED3723-EC5E-1840-1948-84ACC0942B0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" name="타원 155">
              <a:extLst>
                <a:ext uri="{FF2B5EF4-FFF2-40B4-BE49-F238E27FC236}">
                  <a16:creationId xmlns:a16="http://schemas.microsoft.com/office/drawing/2014/main" id="{8CAAD17B-CA54-547F-E8A6-B7D841BA922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타원 156">
              <a:extLst>
                <a:ext uri="{FF2B5EF4-FFF2-40B4-BE49-F238E27FC236}">
                  <a16:creationId xmlns:a16="http://schemas.microsoft.com/office/drawing/2014/main" id="{B01DDBC3-E1C6-9883-D985-010C359D483F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039D322A-D5D2-6AFE-350F-F414F2963BC3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8486244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67F89-C03A-52A9-C19E-BE18B88B7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도표, 평면도, 디자인이(가) 표시된 사진&#10;&#10;자동 생성된 설명">
            <a:extLst>
              <a:ext uri="{FF2B5EF4-FFF2-40B4-BE49-F238E27FC236}">
                <a16:creationId xmlns:a16="http://schemas.microsoft.com/office/drawing/2014/main" id="{001BD9F3-69F0-5B4E-D69D-334B97F451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850" y="434130"/>
            <a:ext cx="8178300" cy="59897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EFE9E5B-F017-7EB8-9748-580F2701D444}"/>
                  </a:ext>
                </a:extLst>
              </p:cNvPr>
              <p:cNvSpPr txBox="1"/>
              <p:nvPr/>
            </p:nvSpPr>
            <p:spPr>
              <a:xfrm>
                <a:off x="10287145" y="72405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EFE9E5B-F017-7EB8-9748-580F2701D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72405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D1BC97CC-9339-8E8E-A434-C646586997EB}"/>
              </a:ext>
            </a:extLst>
          </p:cNvPr>
          <p:cNvSpPr txBox="1"/>
          <p:nvPr/>
        </p:nvSpPr>
        <p:spPr>
          <a:xfrm>
            <a:off x="2110930" y="79386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74B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D35ECBB0-21EB-DBAE-9371-84CF494517F9}"/>
              </a:ext>
            </a:extLst>
          </p:cNvPr>
          <p:cNvSpPr/>
          <p:nvPr/>
        </p:nvSpPr>
        <p:spPr>
          <a:xfrm rot="5400000">
            <a:off x="7994767" y="1705310"/>
            <a:ext cx="149150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D61202C-9BB3-72E4-19F9-92FD63B83E58}"/>
              </a:ext>
            </a:extLst>
          </p:cNvPr>
          <p:cNvSpPr txBox="1"/>
          <p:nvPr/>
        </p:nvSpPr>
        <p:spPr>
          <a:xfrm>
            <a:off x="7308836" y="1702791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FCE6AED7-1109-F3CA-A9CC-ED76B243FD29}"/>
              </a:ext>
            </a:extLst>
          </p:cNvPr>
          <p:cNvSpPr/>
          <p:nvPr/>
        </p:nvSpPr>
        <p:spPr>
          <a:xfrm rot="10800000">
            <a:off x="9359280" y="2846615"/>
            <a:ext cx="102820" cy="208098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2FF7E8C5-DC5A-4BFA-649A-FA374D3BC63A}"/>
              </a:ext>
            </a:extLst>
          </p:cNvPr>
          <p:cNvSpPr/>
          <p:nvPr/>
        </p:nvSpPr>
        <p:spPr>
          <a:xfrm>
            <a:off x="6800508" y="2964372"/>
            <a:ext cx="2330856" cy="1838816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DE87D22E-939D-DD32-FAB2-D7268CE191EC}"/>
              </a:ext>
            </a:extLst>
          </p:cNvPr>
          <p:cNvSpPr/>
          <p:nvPr/>
        </p:nvSpPr>
        <p:spPr>
          <a:xfrm>
            <a:off x="7115320" y="3186698"/>
            <a:ext cx="1708284" cy="139944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CC88C45-2B21-A246-C87F-A3D4754F625C}"/>
              </a:ext>
            </a:extLst>
          </p:cNvPr>
          <p:cNvSpPr txBox="1"/>
          <p:nvPr/>
        </p:nvSpPr>
        <p:spPr>
          <a:xfrm>
            <a:off x="5391339" y="271496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799457D-368C-4270-7480-4BC3A9C7D5FD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68B27F7F-4D26-923F-31C7-ADFDBD2351A7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1183F7A6-E1B5-F421-67FF-5717DB52CD73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3F0685E1-C884-589B-544E-05B03A458071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E0A7CB04-E045-B70D-0AA2-DB0F2316B782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타원 117">
                  <a:extLst>
                    <a:ext uri="{FF2B5EF4-FFF2-40B4-BE49-F238E27FC236}">
                      <a16:creationId xmlns:a16="http://schemas.microsoft.com/office/drawing/2014/main" id="{C58C379F-2DFA-B15A-F1F8-DC74E435A4A3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8CD8B01D-58C8-5F33-B0C5-90C6EA16CD5D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 dirty="0"/>
                    <a:t>간접조명 </a:t>
                  </a:r>
                  <a:r>
                    <a:rPr lang="en-US" altLang="ko-KR" sz="700" dirty="0"/>
                    <a:t>A 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간접조명 센서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우물천장간접조명 및 커튼박수 추가</a:t>
                  </a:r>
                  <a:r>
                    <a:rPr lang="en-US" altLang="ko-KR" sz="700" dirty="0"/>
                    <a:t>(</a:t>
                  </a:r>
                  <a:r>
                    <a:rPr lang="ko-KR" altLang="en-US" sz="700" dirty="0"/>
                    <a:t>별도 추가</a:t>
                  </a:r>
                  <a:r>
                    <a:rPr lang="en-US" altLang="ko-KR" sz="700" dirty="0"/>
                    <a:t>)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 err="1"/>
                    <a:t>현관상부</a:t>
                  </a:r>
                  <a:r>
                    <a:rPr lang="ko-KR" altLang="en-US" sz="700" dirty="0"/>
                    <a:t> </a:t>
                  </a:r>
                  <a:r>
                    <a:rPr lang="ko-KR" altLang="en-US" sz="700" dirty="0" err="1"/>
                    <a:t>매입등</a:t>
                  </a:r>
                  <a:r>
                    <a:rPr lang="ko-KR" altLang="en-US" sz="700" dirty="0"/>
                    <a:t> 및 </a:t>
                  </a:r>
                  <a:r>
                    <a:rPr lang="ko-KR" altLang="en-US" sz="700" dirty="0" err="1"/>
                    <a:t>현관상부센서등</a:t>
                  </a:r>
                  <a:r>
                    <a:rPr lang="ko-KR" altLang="en-US" sz="700" dirty="0"/>
                    <a:t> 현관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방 간접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en-US" altLang="ko-KR" sz="700" dirty="0"/>
                    <a:t>SET </a:t>
                  </a:r>
                  <a:r>
                    <a:rPr lang="ko-KR" altLang="en-US" sz="700" dirty="0"/>
                    <a:t>이 외의 상품</a:t>
                  </a:r>
                  <a:endParaRPr lang="en-US" altLang="ko-KR" sz="700" dirty="0"/>
                </a:p>
              </p:txBody>
            </p:sp>
          </p:grp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35C11FCA-CD51-7EF8-155A-F3F3C440DDA8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FA640308-A100-A0EE-6CF9-4CCC0FFDE52B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DA3FD386-55C4-6CF2-0748-A85C54EDC28E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A0E98FB4-8C46-0B1F-6B24-98C9E593CD29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C05246D-6C2C-9963-AD11-885412EF755A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24AD594C-F50B-0E4B-3B44-CA7898B63468}"/>
              </a:ext>
            </a:extLst>
          </p:cNvPr>
          <p:cNvGrpSpPr/>
          <p:nvPr/>
        </p:nvGrpSpPr>
        <p:grpSpPr>
          <a:xfrm rot="5400000">
            <a:off x="8254688" y="2128143"/>
            <a:ext cx="98891" cy="1331233"/>
            <a:chOff x="4737834" y="4900127"/>
            <a:chExt cx="98891" cy="1331233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0DD5EF1A-A1D9-3CBB-66C9-8C30474CADA7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998976BC-8068-1225-097B-9BCCA38B288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3699CF46-81EB-2AA6-DEAB-E452DFB2ADBD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2F95572D-473E-6644-8719-05BFBCE2DFCF}"/>
              </a:ext>
            </a:extLst>
          </p:cNvPr>
          <p:cNvGrpSpPr/>
          <p:nvPr/>
        </p:nvGrpSpPr>
        <p:grpSpPr>
          <a:xfrm rot="5400000">
            <a:off x="8260567" y="4310497"/>
            <a:ext cx="98891" cy="1331233"/>
            <a:chOff x="4737834" y="4900127"/>
            <a:chExt cx="98891" cy="1331233"/>
          </a:xfrm>
        </p:grpSpPr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F233E719-0446-DE86-C95B-504614E3C3C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36D50568-B0AB-C9CB-CB7E-70F1F43E635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A9DC99E3-4525-1D7A-16B6-8AD9A7C98DE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AED6470E-DF38-EDE2-5601-9E25FE0F3740}"/>
              </a:ext>
            </a:extLst>
          </p:cNvPr>
          <p:cNvGrpSpPr/>
          <p:nvPr/>
        </p:nvGrpSpPr>
        <p:grpSpPr>
          <a:xfrm rot="5400000">
            <a:off x="7836710" y="2234020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8FF44C3E-EAF5-723B-2F03-1E98C118192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1F752D07-23EB-AE75-383A-A26561A4C0C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F10235D3-FC2C-1B2D-7B2D-8A05D9598123}"/>
              </a:ext>
            </a:extLst>
          </p:cNvPr>
          <p:cNvGrpSpPr/>
          <p:nvPr/>
        </p:nvGrpSpPr>
        <p:grpSpPr>
          <a:xfrm>
            <a:off x="3658813" y="2012726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A0AF7EB4-D5AA-FEE6-981D-294D28CF2BAA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701DD066-39CE-5F3E-FB5E-92DA57A8E5A9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88A297F7-ADE0-08B3-5FEA-7B09937EF042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6" name="별: 꼭짓점 7개 135">
              <a:extLst>
                <a:ext uri="{FF2B5EF4-FFF2-40B4-BE49-F238E27FC236}">
                  <a16:creationId xmlns:a16="http://schemas.microsoft.com/office/drawing/2014/main" id="{1F8BF5FC-9E46-B378-D02D-E1F1D1465B01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9EAD944F-E71E-B073-2A65-1155F21CC2C6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38" name="타원 137">
                <a:extLst>
                  <a:ext uri="{FF2B5EF4-FFF2-40B4-BE49-F238E27FC236}">
                    <a16:creationId xmlns:a16="http://schemas.microsoft.com/office/drawing/2014/main" id="{51E8C710-04BE-DE2D-1E97-8BCECA435C04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E5B45909-06A2-6C97-20F7-9A0EA30264B5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72E6BE3D-574B-6B74-C001-E0308DB95226}"/>
              </a:ext>
            </a:extLst>
          </p:cNvPr>
          <p:cNvSpPr/>
          <p:nvPr/>
        </p:nvSpPr>
        <p:spPr>
          <a:xfrm rot="16200000" flipV="1">
            <a:off x="5206950" y="1439743"/>
            <a:ext cx="98384" cy="7986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E8023123-92D0-4571-EF9D-4B1A1A3AF697}"/>
              </a:ext>
            </a:extLst>
          </p:cNvPr>
          <p:cNvSpPr/>
          <p:nvPr/>
        </p:nvSpPr>
        <p:spPr>
          <a:xfrm flipV="1">
            <a:off x="4210487" y="1781955"/>
            <a:ext cx="98384" cy="8826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F6E5872B-D067-D55B-75D9-20E5E7E57E9E}"/>
              </a:ext>
            </a:extLst>
          </p:cNvPr>
          <p:cNvGrpSpPr/>
          <p:nvPr/>
        </p:nvGrpSpPr>
        <p:grpSpPr>
          <a:xfrm rot="5400000">
            <a:off x="5024844" y="2975751"/>
            <a:ext cx="98814" cy="711634"/>
            <a:chOff x="4737834" y="4900127"/>
            <a:chExt cx="98814" cy="711634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9A4512A9-FD4A-CEBC-D705-12CF4AEF066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09DFB458-8861-6A8F-0497-54580AA0E7F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FAE37B87-FEB7-ECE0-5D33-17493885C9DB}"/>
              </a:ext>
            </a:extLst>
          </p:cNvPr>
          <p:cNvSpPr/>
          <p:nvPr/>
        </p:nvSpPr>
        <p:spPr>
          <a:xfrm rot="16200000" flipV="1">
            <a:off x="6552248" y="2237013"/>
            <a:ext cx="98385" cy="7560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D8ECCFF-26A6-25EB-8F6C-F44D3FA2C1DF}"/>
              </a:ext>
            </a:extLst>
          </p:cNvPr>
          <p:cNvSpPr txBox="1"/>
          <p:nvPr/>
        </p:nvSpPr>
        <p:spPr>
          <a:xfrm>
            <a:off x="8871365" y="510248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C2488E6D-0CE9-D18D-2E39-AF6CADD10719}"/>
              </a:ext>
            </a:extLst>
          </p:cNvPr>
          <p:cNvCxnSpPr>
            <a:cxnSpLocks/>
            <a:stCxn id="148" idx="0"/>
            <a:endCxn id="107" idx="2"/>
          </p:cNvCxnSpPr>
          <p:nvPr/>
        </p:nvCxnSpPr>
        <p:spPr>
          <a:xfrm flipH="1" flipV="1">
            <a:off x="7965936" y="4803188"/>
            <a:ext cx="2127879" cy="2992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8756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C272D-4AF7-B02B-6EED-C4BAC1F00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도표, 평면도, 디자인이(가) 표시된 사진&#10;&#10;자동 생성된 설명">
            <a:extLst>
              <a:ext uri="{FF2B5EF4-FFF2-40B4-BE49-F238E27FC236}">
                <a16:creationId xmlns:a16="http://schemas.microsoft.com/office/drawing/2014/main" id="{BEADFFFA-412F-082C-7F0F-6451A2C7D24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850" y="434130"/>
            <a:ext cx="8178300" cy="59897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E2FC68F-5192-C9D7-81C6-919B29CC2115}"/>
                  </a:ext>
                </a:extLst>
              </p:cNvPr>
              <p:cNvSpPr txBox="1"/>
              <p:nvPr/>
            </p:nvSpPr>
            <p:spPr>
              <a:xfrm>
                <a:off x="10287145" y="72405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E2FC68F-5192-C9D7-81C6-919B29CC2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72405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8389D6D0-B288-F844-B9E4-56E60BAF9CD6}"/>
              </a:ext>
            </a:extLst>
          </p:cNvPr>
          <p:cNvSpPr txBox="1"/>
          <p:nvPr/>
        </p:nvSpPr>
        <p:spPr>
          <a:xfrm>
            <a:off x="2110930" y="79386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74B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B94102F7-9FEA-C0A1-5C95-801EB054823A}"/>
              </a:ext>
            </a:extLst>
          </p:cNvPr>
          <p:cNvSpPr/>
          <p:nvPr/>
        </p:nvSpPr>
        <p:spPr>
          <a:xfrm rot="5400000">
            <a:off x="7994767" y="1705310"/>
            <a:ext cx="149150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73995E6-F5BC-E874-CD13-A89523D361AB}"/>
              </a:ext>
            </a:extLst>
          </p:cNvPr>
          <p:cNvSpPr txBox="1"/>
          <p:nvPr/>
        </p:nvSpPr>
        <p:spPr>
          <a:xfrm>
            <a:off x="7308836" y="1702791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19E5C212-F582-44F7-0448-E65289558CB4}"/>
              </a:ext>
            </a:extLst>
          </p:cNvPr>
          <p:cNvSpPr/>
          <p:nvPr/>
        </p:nvSpPr>
        <p:spPr>
          <a:xfrm rot="10800000">
            <a:off x="9359280" y="2846615"/>
            <a:ext cx="102820" cy="208098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DCBAC62F-EEB3-5DB9-1BCC-799D858124C3}"/>
              </a:ext>
            </a:extLst>
          </p:cNvPr>
          <p:cNvSpPr/>
          <p:nvPr/>
        </p:nvSpPr>
        <p:spPr>
          <a:xfrm>
            <a:off x="6800508" y="2964372"/>
            <a:ext cx="2330856" cy="1838816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36589D58-13AD-D20D-017B-17287D59EF67}"/>
              </a:ext>
            </a:extLst>
          </p:cNvPr>
          <p:cNvSpPr/>
          <p:nvPr/>
        </p:nvSpPr>
        <p:spPr>
          <a:xfrm>
            <a:off x="7115320" y="3186698"/>
            <a:ext cx="1708284" cy="139944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CDD1BE4-0150-26CD-FAAD-2AAB4A5DA07A}"/>
              </a:ext>
            </a:extLst>
          </p:cNvPr>
          <p:cNvSpPr txBox="1"/>
          <p:nvPr/>
        </p:nvSpPr>
        <p:spPr>
          <a:xfrm>
            <a:off x="5391339" y="271496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76BDA72F-1E76-EF48-D626-CB63E11D841B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C520D0F9-EF27-69C5-CCAC-E58F5178EC40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32C23EE3-07E2-6D3F-2D80-5637F2534505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5DCD6114-73B8-D1F8-5DA2-FD9A320354F3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26801E91-2745-ED9B-D858-06C8363F2D86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타원 117">
                  <a:extLst>
                    <a:ext uri="{FF2B5EF4-FFF2-40B4-BE49-F238E27FC236}">
                      <a16:creationId xmlns:a16="http://schemas.microsoft.com/office/drawing/2014/main" id="{EE175205-8D32-D442-D6F3-1B8B834E3A9F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03BAF506-1B46-D205-2C2B-416334F659FB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 dirty="0"/>
                    <a:t>간접조명 </a:t>
                  </a:r>
                  <a:r>
                    <a:rPr lang="en-US" altLang="ko-KR" sz="700" dirty="0"/>
                    <a:t>A 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간접조명 센서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우물천장간접조명 및 커튼박수 추가</a:t>
                  </a:r>
                  <a:r>
                    <a:rPr lang="en-US" altLang="ko-KR" sz="700" dirty="0"/>
                    <a:t>(</a:t>
                  </a:r>
                  <a:r>
                    <a:rPr lang="ko-KR" altLang="en-US" sz="700" dirty="0"/>
                    <a:t>별도 추가</a:t>
                  </a:r>
                  <a:r>
                    <a:rPr lang="en-US" altLang="ko-KR" sz="700" dirty="0"/>
                    <a:t>)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 err="1"/>
                    <a:t>현관상부</a:t>
                  </a:r>
                  <a:r>
                    <a:rPr lang="ko-KR" altLang="en-US" sz="700" dirty="0"/>
                    <a:t> </a:t>
                  </a:r>
                  <a:r>
                    <a:rPr lang="ko-KR" altLang="en-US" sz="700" dirty="0" err="1"/>
                    <a:t>매입등</a:t>
                  </a:r>
                  <a:r>
                    <a:rPr lang="ko-KR" altLang="en-US" sz="700" dirty="0"/>
                    <a:t> 및 </a:t>
                  </a:r>
                  <a:r>
                    <a:rPr lang="ko-KR" altLang="en-US" sz="700" dirty="0" err="1"/>
                    <a:t>현관상부센서등</a:t>
                  </a:r>
                  <a:r>
                    <a:rPr lang="ko-KR" altLang="en-US" sz="700" dirty="0"/>
                    <a:t> 현관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방 간접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en-US" altLang="ko-KR" sz="700" dirty="0"/>
                    <a:t>SET </a:t>
                  </a:r>
                  <a:r>
                    <a:rPr lang="ko-KR" altLang="en-US" sz="700" dirty="0"/>
                    <a:t>이 외의 상품</a:t>
                  </a:r>
                  <a:endParaRPr lang="en-US" altLang="ko-KR" sz="700" dirty="0"/>
                </a:p>
              </p:txBody>
            </p:sp>
          </p:grp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BB6FDD7D-1A36-6299-3F28-6AC34525530F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9CFD74E3-1A94-2AA9-F5F3-9092C9E020F9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034CCA23-366F-1481-7F60-164C6394575A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ADC784E3-7197-F44C-33D9-DA7CA8DF13D7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6C61F6A-D536-9129-CCE3-32C8CF30BD6A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sp>
        <p:nvSpPr>
          <p:cNvPr id="122" name="별: 꼭짓점 4개 121">
            <a:extLst>
              <a:ext uri="{FF2B5EF4-FFF2-40B4-BE49-F238E27FC236}">
                <a16:creationId xmlns:a16="http://schemas.microsoft.com/office/drawing/2014/main" id="{F4AEF3E3-1A44-64E3-CED2-8CF75DFFD650}"/>
              </a:ext>
            </a:extLst>
          </p:cNvPr>
          <p:cNvSpPr/>
          <p:nvPr/>
        </p:nvSpPr>
        <p:spPr>
          <a:xfrm>
            <a:off x="8120530" y="359374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A7530FC1-9372-98B7-33B4-13C8D7D48365}"/>
              </a:ext>
            </a:extLst>
          </p:cNvPr>
          <p:cNvGrpSpPr/>
          <p:nvPr/>
        </p:nvGrpSpPr>
        <p:grpSpPr>
          <a:xfrm rot="5400000">
            <a:off x="8254688" y="2128143"/>
            <a:ext cx="98891" cy="1331233"/>
            <a:chOff x="4737834" y="4900127"/>
            <a:chExt cx="98891" cy="1331233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F6C240CD-8A40-413A-830B-013628FE3B5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8A85F64B-DD7E-9233-BFEF-B1B7CF09FB68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2A952AF5-7AEA-12F4-F4DF-187807050D45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C64F88E6-65FD-EB51-5AEB-DFF551866E25}"/>
              </a:ext>
            </a:extLst>
          </p:cNvPr>
          <p:cNvGrpSpPr/>
          <p:nvPr/>
        </p:nvGrpSpPr>
        <p:grpSpPr>
          <a:xfrm rot="5400000">
            <a:off x="8260567" y="4310497"/>
            <a:ext cx="98891" cy="1331233"/>
            <a:chOff x="4737834" y="4900127"/>
            <a:chExt cx="98891" cy="1331233"/>
          </a:xfrm>
        </p:grpSpPr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C2A56CD9-6ED1-5884-876C-E6818A11D20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34DBCDFB-D668-EDC3-A9C8-A6B6BDA8C438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EC49E41C-3479-53B8-8748-8B25B424B496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84194D77-E935-68EA-7842-9982D10BEDFF}"/>
              </a:ext>
            </a:extLst>
          </p:cNvPr>
          <p:cNvGrpSpPr/>
          <p:nvPr/>
        </p:nvGrpSpPr>
        <p:grpSpPr>
          <a:xfrm rot="5400000">
            <a:off x="7836710" y="2234020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5B9F2BAD-5A35-49DF-344C-AE2DAFD8242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5867C4F2-C83C-C960-A8BB-1CE73DB83478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D97A6EDC-AA6C-7AFD-D2FC-D7A265571E62}"/>
              </a:ext>
            </a:extLst>
          </p:cNvPr>
          <p:cNvGrpSpPr/>
          <p:nvPr/>
        </p:nvGrpSpPr>
        <p:grpSpPr>
          <a:xfrm>
            <a:off x="3658813" y="2012726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0511E5D7-5332-D6D9-C6A8-41C2F21E1CEB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A9FD33BA-9478-5A23-DB3C-CFF967E28193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B99685B1-0433-2520-F2FE-8A3A8B7DAEE9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6" name="별: 꼭짓점 7개 135">
              <a:extLst>
                <a:ext uri="{FF2B5EF4-FFF2-40B4-BE49-F238E27FC236}">
                  <a16:creationId xmlns:a16="http://schemas.microsoft.com/office/drawing/2014/main" id="{EF3B85D9-0784-4565-82A2-9A48878E9043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A6F418A2-4A62-3B5D-5A09-BC298B84A0EC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38" name="타원 137">
                <a:extLst>
                  <a:ext uri="{FF2B5EF4-FFF2-40B4-BE49-F238E27FC236}">
                    <a16:creationId xmlns:a16="http://schemas.microsoft.com/office/drawing/2014/main" id="{17D213F5-B63D-6564-C1B5-A8F9D24A35B3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71E9F8CA-F483-4AA2-F949-5703E15A4896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DE5E6F8D-AC63-85F2-0C50-FB2E0AA247AC}"/>
              </a:ext>
            </a:extLst>
          </p:cNvPr>
          <p:cNvSpPr/>
          <p:nvPr/>
        </p:nvSpPr>
        <p:spPr>
          <a:xfrm rot="16200000" flipV="1">
            <a:off x="5206950" y="1439743"/>
            <a:ext cx="98384" cy="7986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558CB1F7-334F-E569-3A00-330926770A7C}"/>
              </a:ext>
            </a:extLst>
          </p:cNvPr>
          <p:cNvSpPr/>
          <p:nvPr/>
        </p:nvSpPr>
        <p:spPr>
          <a:xfrm flipV="1">
            <a:off x="4210487" y="1781955"/>
            <a:ext cx="98384" cy="8826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F03D76C6-D83E-7A93-C615-E36F1DE4DCF8}"/>
              </a:ext>
            </a:extLst>
          </p:cNvPr>
          <p:cNvGrpSpPr/>
          <p:nvPr/>
        </p:nvGrpSpPr>
        <p:grpSpPr>
          <a:xfrm rot="5400000">
            <a:off x="5024844" y="2975751"/>
            <a:ext cx="98814" cy="711634"/>
            <a:chOff x="4737834" y="4900127"/>
            <a:chExt cx="98814" cy="711634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8A3B036B-7B49-B6BB-BCFC-31A2D4DD9C5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EF2A8633-A749-BFA5-A759-28F78F1A25D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3079AEB5-F404-5AD5-4330-C524230C35D7}"/>
              </a:ext>
            </a:extLst>
          </p:cNvPr>
          <p:cNvSpPr/>
          <p:nvPr/>
        </p:nvSpPr>
        <p:spPr>
          <a:xfrm rot="16200000" flipV="1">
            <a:off x="6552248" y="2237013"/>
            <a:ext cx="98385" cy="7560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FF5DBEF-D5A7-D185-371B-E0AEC2580034}"/>
              </a:ext>
            </a:extLst>
          </p:cNvPr>
          <p:cNvSpPr txBox="1"/>
          <p:nvPr/>
        </p:nvSpPr>
        <p:spPr>
          <a:xfrm>
            <a:off x="8871365" y="510248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0531EEC1-F088-E3E9-3C4B-E9DC0D12AC1F}"/>
              </a:ext>
            </a:extLst>
          </p:cNvPr>
          <p:cNvCxnSpPr>
            <a:cxnSpLocks/>
            <a:stCxn id="148" idx="0"/>
            <a:endCxn id="107" idx="2"/>
          </p:cNvCxnSpPr>
          <p:nvPr/>
        </p:nvCxnSpPr>
        <p:spPr>
          <a:xfrm flipH="1" flipV="1">
            <a:off x="7965936" y="4803188"/>
            <a:ext cx="2127879" cy="2992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BEB4ABE9-EBBF-A6B9-A857-7902777EBA3B}"/>
              </a:ext>
            </a:extLst>
          </p:cNvPr>
          <p:cNvSpPr txBox="1"/>
          <p:nvPr/>
        </p:nvSpPr>
        <p:spPr>
          <a:xfrm>
            <a:off x="8871365" y="5477140"/>
            <a:ext cx="32146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939351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28A08-5219-CFDF-6C66-2608EEF37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도표, 평면도, 디자인이(가) 표시된 사진&#10;&#10;자동 생성된 설명">
            <a:extLst>
              <a:ext uri="{FF2B5EF4-FFF2-40B4-BE49-F238E27FC236}">
                <a16:creationId xmlns:a16="http://schemas.microsoft.com/office/drawing/2014/main" id="{87A5BA08-8071-8BE8-358C-25FBC01795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519" y="511521"/>
            <a:ext cx="7966962" cy="58349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4AADFB5F-0255-8D56-8FC4-DD6B1B380E4A}"/>
                  </a:ext>
                </a:extLst>
              </p:cNvPr>
              <p:cNvSpPr txBox="1"/>
              <p:nvPr/>
            </p:nvSpPr>
            <p:spPr>
              <a:xfrm>
                <a:off x="10287145" y="796476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4AADFB5F-0255-8D56-8FC4-DD6B1B380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796476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FCFFF9A9-6946-A2DF-9AF9-999108778836}"/>
              </a:ext>
            </a:extLst>
          </p:cNvPr>
          <p:cNvSpPr txBox="1"/>
          <p:nvPr/>
        </p:nvSpPr>
        <p:spPr>
          <a:xfrm>
            <a:off x="2110930" y="15181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A/</a:t>
            </a:r>
            <a:r>
              <a:rPr lang="ko-KR" altLang="en-US" sz="2000" b="1" dirty="0"/>
              <a:t>간접 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C94F5892-F92D-E8FE-44A7-02188907CACD}"/>
              </a:ext>
            </a:extLst>
          </p:cNvPr>
          <p:cNvSpPr/>
          <p:nvPr/>
        </p:nvSpPr>
        <p:spPr>
          <a:xfrm rot="10800000">
            <a:off x="2871674" y="3274447"/>
            <a:ext cx="102820" cy="186905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2DE4507C-7FD9-3D03-BDC6-FCEBCBBF6A29}"/>
              </a:ext>
            </a:extLst>
          </p:cNvPr>
          <p:cNvSpPr/>
          <p:nvPr/>
        </p:nvSpPr>
        <p:spPr>
          <a:xfrm>
            <a:off x="3168760" y="3477713"/>
            <a:ext cx="1643486" cy="1542084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92312F53-CEAC-8D4A-E4E7-25AA18A90BBE}"/>
              </a:ext>
            </a:extLst>
          </p:cNvPr>
          <p:cNvSpPr/>
          <p:nvPr/>
        </p:nvSpPr>
        <p:spPr>
          <a:xfrm>
            <a:off x="3391773" y="3664588"/>
            <a:ext cx="1204512" cy="117361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A52AF61-E741-944B-7974-F28E1A99F4E4}"/>
              </a:ext>
            </a:extLst>
          </p:cNvPr>
          <p:cNvSpPr txBox="1"/>
          <p:nvPr/>
        </p:nvSpPr>
        <p:spPr>
          <a:xfrm>
            <a:off x="4686041" y="3233692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98FF4A6-F063-102B-4B8B-E8F1DC484AEA}"/>
              </a:ext>
            </a:extLst>
          </p:cNvPr>
          <p:cNvSpPr txBox="1"/>
          <p:nvPr/>
        </p:nvSpPr>
        <p:spPr>
          <a:xfrm>
            <a:off x="-1458" y="636981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CD28EB4-2857-9456-EA56-7C2A6DF53B50}"/>
              </a:ext>
            </a:extLst>
          </p:cNvPr>
          <p:cNvSpPr txBox="1"/>
          <p:nvPr/>
        </p:nvSpPr>
        <p:spPr>
          <a:xfrm>
            <a:off x="-2156" y="955626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EF0F02FC-5FD5-EDFF-7565-FFE65472210A}"/>
              </a:ext>
            </a:extLst>
          </p:cNvPr>
          <p:cNvGrpSpPr/>
          <p:nvPr/>
        </p:nvGrpSpPr>
        <p:grpSpPr>
          <a:xfrm rot="5400000">
            <a:off x="3864612" y="4494153"/>
            <a:ext cx="98891" cy="1331233"/>
            <a:chOff x="4737834" y="4900127"/>
            <a:chExt cx="98891" cy="1331233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0B16FF74-4143-4447-E0B3-6F11BCAB36D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6024C988-C22F-4D54-2C12-BC784930E71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CF5D7F50-390B-3039-6200-8008DECA6C92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8E281704-2AFF-FC1F-61B9-F5CB90122E40}"/>
              </a:ext>
            </a:extLst>
          </p:cNvPr>
          <p:cNvGrpSpPr/>
          <p:nvPr/>
        </p:nvGrpSpPr>
        <p:grpSpPr>
          <a:xfrm rot="5400000">
            <a:off x="3867786" y="2651343"/>
            <a:ext cx="98891" cy="1331233"/>
            <a:chOff x="4737834" y="4900127"/>
            <a:chExt cx="98891" cy="1331233"/>
          </a:xfrm>
        </p:grpSpPr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50391793-1E6D-077F-C196-AD38DCEB077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B1E63369-F467-0C35-0CBA-2C68E88790E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96E1C66F-E50D-AE21-D6DD-CDE86822180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10CDFE46-B76A-2A52-F93B-53C5CBB6C5D2}"/>
              </a:ext>
            </a:extLst>
          </p:cNvPr>
          <p:cNvSpPr/>
          <p:nvPr/>
        </p:nvSpPr>
        <p:spPr>
          <a:xfrm rot="16200000" flipV="1">
            <a:off x="7828937" y="2001198"/>
            <a:ext cx="98384" cy="7029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361AFAE3-DDCA-A14E-F715-3B2B6DD2D8C1}"/>
              </a:ext>
            </a:extLst>
          </p:cNvPr>
          <p:cNvSpPr/>
          <p:nvPr/>
        </p:nvSpPr>
        <p:spPr>
          <a:xfrm flipV="1">
            <a:off x="6212682" y="2305042"/>
            <a:ext cx="98384" cy="8810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C02D5BB2-C043-E5FB-ACEF-B571E9658431}"/>
              </a:ext>
            </a:extLst>
          </p:cNvPr>
          <p:cNvGrpSpPr/>
          <p:nvPr/>
        </p:nvGrpSpPr>
        <p:grpSpPr>
          <a:xfrm rot="5400000">
            <a:off x="7010239" y="3385668"/>
            <a:ext cx="98814" cy="711634"/>
            <a:chOff x="4737834" y="4900127"/>
            <a:chExt cx="98814" cy="711634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BCC11AE0-CC80-7AF8-049D-D6A455423563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BA212A99-9594-FB9C-B0FF-196578ECA39E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BDFAD5D8-0761-93A6-6694-B94F08CC3279}"/>
              </a:ext>
            </a:extLst>
          </p:cNvPr>
          <p:cNvSpPr/>
          <p:nvPr/>
        </p:nvSpPr>
        <p:spPr>
          <a:xfrm flipV="1">
            <a:off x="5776766" y="2047874"/>
            <a:ext cx="98385" cy="692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79645BB-60B9-D67F-692F-244B4F5921FB}"/>
              </a:ext>
            </a:extLst>
          </p:cNvPr>
          <p:cNvSpPr txBox="1"/>
          <p:nvPr/>
        </p:nvSpPr>
        <p:spPr>
          <a:xfrm>
            <a:off x="997810" y="528131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0409A4E0-5CD6-784B-A9C4-CC4855F10C8B}"/>
              </a:ext>
            </a:extLst>
          </p:cNvPr>
          <p:cNvCxnSpPr>
            <a:cxnSpLocks/>
            <a:stCxn id="148" idx="0"/>
            <a:endCxn id="107" idx="2"/>
          </p:cNvCxnSpPr>
          <p:nvPr/>
        </p:nvCxnSpPr>
        <p:spPr>
          <a:xfrm flipV="1">
            <a:off x="2220260" y="5019797"/>
            <a:ext cx="1770243" cy="261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41FE3D94-B00D-E290-209E-7A824671C0B4}"/>
              </a:ext>
            </a:extLst>
          </p:cNvPr>
          <p:cNvGrpSpPr/>
          <p:nvPr/>
        </p:nvGrpSpPr>
        <p:grpSpPr>
          <a:xfrm>
            <a:off x="76071" y="67986"/>
            <a:ext cx="4526606" cy="630942"/>
            <a:chOff x="209306" y="114311"/>
            <a:chExt cx="3888132" cy="630942"/>
          </a:xfrm>
        </p:grpSpPr>
        <p:sp>
          <p:nvSpPr>
            <p:cNvPr id="157" name="타원 156">
              <a:extLst>
                <a:ext uri="{FF2B5EF4-FFF2-40B4-BE49-F238E27FC236}">
                  <a16:creationId xmlns:a16="http://schemas.microsoft.com/office/drawing/2014/main" id="{A1051A90-E568-577F-AA06-380F1678859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17C7D555-2690-5981-682B-FEFD032CA77D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5263F922-D60A-2F0B-800B-10E6173C0EFA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A4EC845B-E4A1-010E-0975-412727A8DDE8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  <a:endParaRPr lang="ko-KR" altLang="en-US" sz="700" dirty="0"/>
            </a:p>
          </p:txBody>
        </p:sp>
      </p:grp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AB4D7C07-A4DD-9824-AF77-B6374B1412A8}"/>
              </a:ext>
            </a:extLst>
          </p:cNvPr>
          <p:cNvSpPr/>
          <p:nvPr/>
        </p:nvSpPr>
        <p:spPr>
          <a:xfrm>
            <a:off x="4812246" y="3489438"/>
            <a:ext cx="409204" cy="15420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사각형: 둥근 모서리 164">
            <a:extLst>
              <a:ext uri="{FF2B5EF4-FFF2-40B4-BE49-F238E27FC236}">
                <a16:creationId xmlns:a16="http://schemas.microsoft.com/office/drawing/2014/main" id="{5B7F6637-E92C-70DD-5D96-A74401F37B28}"/>
              </a:ext>
            </a:extLst>
          </p:cNvPr>
          <p:cNvSpPr/>
          <p:nvPr/>
        </p:nvSpPr>
        <p:spPr>
          <a:xfrm>
            <a:off x="5226989" y="3464468"/>
            <a:ext cx="707086" cy="1542084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F7E086DF-3A3C-7995-260A-348BE4BF9F64}"/>
              </a:ext>
            </a:extLst>
          </p:cNvPr>
          <p:cNvSpPr/>
          <p:nvPr/>
        </p:nvSpPr>
        <p:spPr>
          <a:xfrm>
            <a:off x="5324946" y="3651343"/>
            <a:ext cx="518224" cy="117361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04E9AA0D-C9B9-68F2-78DD-09AFB42D7586}"/>
              </a:ext>
            </a:extLst>
          </p:cNvPr>
          <p:cNvCxnSpPr>
            <a:stCxn id="148" idx="3"/>
            <a:endCxn id="165" idx="2"/>
          </p:cNvCxnSpPr>
          <p:nvPr/>
        </p:nvCxnSpPr>
        <p:spPr>
          <a:xfrm flipV="1">
            <a:off x="3442710" y="5006552"/>
            <a:ext cx="2137822" cy="474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7842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CB892-5C88-E117-B929-7E457F4F0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도표, 평면도, 디자인이(가) 표시된 사진&#10;&#10;자동 생성된 설명">
            <a:extLst>
              <a:ext uri="{FF2B5EF4-FFF2-40B4-BE49-F238E27FC236}">
                <a16:creationId xmlns:a16="http://schemas.microsoft.com/office/drawing/2014/main" id="{E34632A7-5433-1823-6CAA-E75CA02B005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519" y="511521"/>
            <a:ext cx="7966962" cy="58349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2938E68-9DA5-260F-C091-F3E94750DD64}"/>
                  </a:ext>
                </a:extLst>
              </p:cNvPr>
              <p:cNvSpPr txBox="1"/>
              <p:nvPr/>
            </p:nvSpPr>
            <p:spPr>
              <a:xfrm>
                <a:off x="10287145" y="796476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2938E68-9DA5-260F-C091-F3E94750D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796476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F9043E99-41F9-BE17-1AD1-B086FC029258}"/>
              </a:ext>
            </a:extLst>
          </p:cNvPr>
          <p:cNvSpPr txBox="1"/>
          <p:nvPr/>
        </p:nvSpPr>
        <p:spPr>
          <a:xfrm>
            <a:off x="2110930" y="15181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700DF704-D40A-6377-9BDF-F8C2C44B6F39}"/>
              </a:ext>
            </a:extLst>
          </p:cNvPr>
          <p:cNvSpPr/>
          <p:nvPr/>
        </p:nvSpPr>
        <p:spPr>
          <a:xfrm rot="5400000">
            <a:off x="2967069" y="1568394"/>
            <a:ext cx="124622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0B256A0-B054-114D-EE7B-25ABAC12BE73}"/>
              </a:ext>
            </a:extLst>
          </p:cNvPr>
          <p:cNvSpPr txBox="1"/>
          <p:nvPr/>
        </p:nvSpPr>
        <p:spPr>
          <a:xfrm>
            <a:off x="3657195" y="1999852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024FB373-3C95-C21D-9083-A0DA9D924149}"/>
              </a:ext>
            </a:extLst>
          </p:cNvPr>
          <p:cNvSpPr/>
          <p:nvPr/>
        </p:nvSpPr>
        <p:spPr>
          <a:xfrm rot="10800000">
            <a:off x="2871674" y="3274447"/>
            <a:ext cx="102820" cy="186905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20F9314-5FC9-A0DA-F199-48D6C93B29D8}"/>
              </a:ext>
            </a:extLst>
          </p:cNvPr>
          <p:cNvSpPr txBox="1"/>
          <p:nvPr/>
        </p:nvSpPr>
        <p:spPr>
          <a:xfrm>
            <a:off x="4686041" y="324321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A80721A2-2E00-8A2A-B231-437D77D357F6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EE426ED5-F6EA-F951-5A79-E61243E42338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B35C5F1F-8A33-C43D-0B70-BEB9E5E69DE6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EF7704BA-1A64-3229-8FC4-E23818E40E99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83BE8F26-33D9-368D-816F-1CFFBAB332C5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타원 117">
                  <a:extLst>
                    <a:ext uri="{FF2B5EF4-FFF2-40B4-BE49-F238E27FC236}">
                      <a16:creationId xmlns:a16="http://schemas.microsoft.com/office/drawing/2014/main" id="{3E38A15B-B44A-F742-B25A-F088E5B07606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F8EC4D46-6505-8260-C570-962C0D8996C6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 dirty="0"/>
                    <a:t>간접조명 </a:t>
                  </a:r>
                  <a:r>
                    <a:rPr lang="en-US" altLang="ko-KR" sz="700" dirty="0"/>
                    <a:t>A 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간접조명 센서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우물천장간접조명 및 커튼박수 추가</a:t>
                  </a:r>
                  <a:r>
                    <a:rPr lang="en-US" altLang="ko-KR" sz="700" dirty="0"/>
                    <a:t>(</a:t>
                  </a:r>
                  <a:r>
                    <a:rPr lang="ko-KR" altLang="en-US" sz="700" dirty="0"/>
                    <a:t>별도 추가</a:t>
                  </a:r>
                  <a:r>
                    <a:rPr lang="en-US" altLang="ko-KR" sz="700" dirty="0"/>
                    <a:t>)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 err="1"/>
                    <a:t>현관상부</a:t>
                  </a:r>
                  <a:r>
                    <a:rPr lang="ko-KR" altLang="en-US" sz="700" dirty="0"/>
                    <a:t> </a:t>
                  </a:r>
                  <a:r>
                    <a:rPr lang="ko-KR" altLang="en-US" sz="700" dirty="0" err="1"/>
                    <a:t>매입등</a:t>
                  </a:r>
                  <a:r>
                    <a:rPr lang="ko-KR" altLang="en-US" sz="700" dirty="0"/>
                    <a:t> 및 </a:t>
                  </a:r>
                  <a:r>
                    <a:rPr lang="ko-KR" altLang="en-US" sz="700" dirty="0" err="1"/>
                    <a:t>현관상부센서등</a:t>
                  </a:r>
                  <a:r>
                    <a:rPr lang="ko-KR" altLang="en-US" sz="700" dirty="0"/>
                    <a:t> 현관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방 간접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en-US" altLang="ko-KR" sz="700" dirty="0"/>
                    <a:t>SET </a:t>
                  </a:r>
                  <a:r>
                    <a:rPr lang="ko-KR" altLang="en-US" sz="700" dirty="0"/>
                    <a:t>이 외의 상품</a:t>
                  </a:r>
                  <a:endParaRPr lang="en-US" altLang="ko-KR" sz="700" dirty="0"/>
                </a:p>
              </p:txBody>
            </p:sp>
          </p:grp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7E1D9790-B883-279B-FA49-CF9CA5B2A9E1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4B0E1C66-766D-1312-D82B-441B946BA4EF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93A5AA5F-77E5-7484-750D-0C83D0AD46A7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858C0265-6E12-F35E-8902-E2719A9DC381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5543716-C514-8E7C-CF21-F114A19F2059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8B52F922-8577-187F-47A3-4D870D3C3838}"/>
              </a:ext>
            </a:extLst>
          </p:cNvPr>
          <p:cNvGrpSpPr/>
          <p:nvPr/>
        </p:nvGrpSpPr>
        <p:grpSpPr>
          <a:xfrm rot="5400000">
            <a:off x="3864612" y="4494153"/>
            <a:ext cx="98891" cy="1331233"/>
            <a:chOff x="4737834" y="4900127"/>
            <a:chExt cx="98891" cy="1331233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4ECBDEA5-251E-39DE-1A7B-C08508B6E24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E1C08B44-60AF-AFF6-E8A9-EC3656A48FA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65165FC1-806F-F21E-F1DD-F504BFEFF054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6EB1AA2-53DE-7E1B-53D9-527EE142517C}"/>
              </a:ext>
            </a:extLst>
          </p:cNvPr>
          <p:cNvGrpSpPr/>
          <p:nvPr/>
        </p:nvGrpSpPr>
        <p:grpSpPr>
          <a:xfrm rot="5400000">
            <a:off x="3867786" y="2651343"/>
            <a:ext cx="98891" cy="1331233"/>
            <a:chOff x="4737834" y="4900127"/>
            <a:chExt cx="98891" cy="1331233"/>
          </a:xfrm>
        </p:grpSpPr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F53EA0ED-2370-ECAD-E27B-0BB0CDCBE47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325ABF94-A98C-C8C6-E510-16D027D3A71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440364AB-E897-B9E0-3D88-EF8750499F65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44E05073-5506-FF69-3701-7B9960CCFF0B}"/>
              </a:ext>
            </a:extLst>
          </p:cNvPr>
          <p:cNvGrpSpPr/>
          <p:nvPr/>
        </p:nvGrpSpPr>
        <p:grpSpPr>
          <a:xfrm rot="5400000">
            <a:off x="4140891" y="2715491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273EC606-C132-6139-A71E-3425FE120B7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326AFC64-76EB-911B-952E-F159C0DE942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0D52DF5D-37C8-EB5B-23F8-5FFBFC31AF7D}"/>
              </a:ext>
            </a:extLst>
          </p:cNvPr>
          <p:cNvGrpSpPr/>
          <p:nvPr/>
        </p:nvGrpSpPr>
        <p:grpSpPr>
          <a:xfrm>
            <a:off x="6341248" y="2520371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9C64842D-3967-6D14-FFED-1E82D7AA442B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7DD5410A-B913-BB8B-6396-84F6391FDE4B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65D65FB5-1327-E194-259B-69E0D4F0C49C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6" name="별: 꼭짓점 7개 135">
              <a:extLst>
                <a:ext uri="{FF2B5EF4-FFF2-40B4-BE49-F238E27FC236}">
                  <a16:creationId xmlns:a16="http://schemas.microsoft.com/office/drawing/2014/main" id="{0A8F8D2F-470D-D1D8-2821-980748808407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36899593-1374-383D-A773-08C54EF1EC58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38" name="타원 137">
                <a:extLst>
                  <a:ext uri="{FF2B5EF4-FFF2-40B4-BE49-F238E27FC236}">
                    <a16:creationId xmlns:a16="http://schemas.microsoft.com/office/drawing/2014/main" id="{517493FC-8044-428C-9FC2-0CF6B30C5136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0ED58F1A-F25E-6F3B-2507-DFCB15486079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8A4AB2F9-9AB5-2264-1930-7EE60E87CA0B}"/>
              </a:ext>
            </a:extLst>
          </p:cNvPr>
          <p:cNvSpPr/>
          <p:nvPr/>
        </p:nvSpPr>
        <p:spPr>
          <a:xfrm rot="16200000" flipV="1">
            <a:off x="7828937" y="2001198"/>
            <a:ext cx="98384" cy="7029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25A84CF6-B2D5-EFE3-F362-4911EE65CF6E}"/>
              </a:ext>
            </a:extLst>
          </p:cNvPr>
          <p:cNvSpPr/>
          <p:nvPr/>
        </p:nvSpPr>
        <p:spPr>
          <a:xfrm flipV="1">
            <a:off x="6212682" y="2305042"/>
            <a:ext cx="98384" cy="8810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795B08CC-926A-FFCC-1D96-C02548242BB8}"/>
              </a:ext>
            </a:extLst>
          </p:cNvPr>
          <p:cNvGrpSpPr/>
          <p:nvPr/>
        </p:nvGrpSpPr>
        <p:grpSpPr>
          <a:xfrm rot="5400000">
            <a:off x="7010239" y="3385668"/>
            <a:ext cx="98814" cy="711634"/>
            <a:chOff x="4737834" y="4900127"/>
            <a:chExt cx="98814" cy="711634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647A4673-5765-5F87-1C3B-F8CC42741C1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63DF0385-A979-E8A1-1E89-43BF7ED5248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670C5482-8365-4CFB-108F-DDA7B43FACDB}"/>
              </a:ext>
            </a:extLst>
          </p:cNvPr>
          <p:cNvSpPr/>
          <p:nvPr/>
        </p:nvSpPr>
        <p:spPr>
          <a:xfrm flipV="1">
            <a:off x="5776766" y="2047874"/>
            <a:ext cx="98385" cy="692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304A882-BAE5-671B-9602-D054E335C68B}"/>
              </a:ext>
            </a:extLst>
          </p:cNvPr>
          <p:cNvSpPr txBox="1"/>
          <p:nvPr/>
        </p:nvSpPr>
        <p:spPr>
          <a:xfrm>
            <a:off x="997810" y="528131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B3BDE35-1ECB-0F47-A10B-6798B5586754}"/>
              </a:ext>
            </a:extLst>
          </p:cNvPr>
          <p:cNvSpPr/>
          <p:nvPr/>
        </p:nvSpPr>
        <p:spPr>
          <a:xfrm>
            <a:off x="3168760" y="3477713"/>
            <a:ext cx="1643486" cy="1542084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B4C9675-1AB3-33E9-225C-A2F48DB41328}"/>
              </a:ext>
            </a:extLst>
          </p:cNvPr>
          <p:cNvSpPr/>
          <p:nvPr/>
        </p:nvSpPr>
        <p:spPr>
          <a:xfrm>
            <a:off x="3391773" y="3664588"/>
            <a:ext cx="1204512" cy="117361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F629BD3A-F897-3314-90D9-62AE0E5BCB35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220260" y="5019797"/>
            <a:ext cx="1770243" cy="261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849ED5E7-2FB3-7EE3-2BFA-8B06CCE1E2F2}"/>
              </a:ext>
            </a:extLst>
          </p:cNvPr>
          <p:cNvSpPr/>
          <p:nvPr/>
        </p:nvSpPr>
        <p:spPr>
          <a:xfrm>
            <a:off x="4812246" y="3489438"/>
            <a:ext cx="409204" cy="15420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3492AB8-0E75-050F-EB66-45814A3549B6}"/>
              </a:ext>
            </a:extLst>
          </p:cNvPr>
          <p:cNvSpPr/>
          <p:nvPr/>
        </p:nvSpPr>
        <p:spPr>
          <a:xfrm>
            <a:off x="5226989" y="3464468"/>
            <a:ext cx="707086" cy="1542084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3C02079-0C14-19F0-F0A1-4A41963EA909}"/>
              </a:ext>
            </a:extLst>
          </p:cNvPr>
          <p:cNvSpPr/>
          <p:nvPr/>
        </p:nvSpPr>
        <p:spPr>
          <a:xfrm>
            <a:off x="5324946" y="3651343"/>
            <a:ext cx="518224" cy="117361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151F490-638D-E913-58CC-B491D19779CB}"/>
              </a:ext>
            </a:extLst>
          </p:cNvPr>
          <p:cNvCxnSpPr>
            <a:endCxn id="7" idx="2"/>
          </p:cNvCxnSpPr>
          <p:nvPr/>
        </p:nvCxnSpPr>
        <p:spPr>
          <a:xfrm flipV="1">
            <a:off x="3442710" y="5006552"/>
            <a:ext cx="2137822" cy="474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7340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59B7B-B42F-D5C8-D107-495CD7FDC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도표, 평면도, 디자인이(가) 표시된 사진&#10;&#10;자동 생성된 설명">
            <a:extLst>
              <a:ext uri="{FF2B5EF4-FFF2-40B4-BE49-F238E27FC236}">
                <a16:creationId xmlns:a16="http://schemas.microsoft.com/office/drawing/2014/main" id="{55FC0D61-9568-033C-B876-446C2436F3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519" y="511521"/>
            <a:ext cx="7966962" cy="58349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60396D7-4971-FCAA-A737-060839ECE731}"/>
                  </a:ext>
                </a:extLst>
              </p:cNvPr>
              <p:cNvSpPr txBox="1"/>
              <p:nvPr/>
            </p:nvSpPr>
            <p:spPr>
              <a:xfrm>
                <a:off x="10287145" y="796476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60396D7-4971-FCAA-A737-060839ECE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796476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7DB9F2D2-8BA1-0823-21E1-C1954DD7333A}"/>
              </a:ext>
            </a:extLst>
          </p:cNvPr>
          <p:cNvSpPr txBox="1"/>
          <p:nvPr/>
        </p:nvSpPr>
        <p:spPr>
          <a:xfrm>
            <a:off x="2110930" y="15181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AF266F5C-2373-B94C-B963-4841F5217D41}"/>
              </a:ext>
            </a:extLst>
          </p:cNvPr>
          <p:cNvSpPr/>
          <p:nvPr/>
        </p:nvSpPr>
        <p:spPr>
          <a:xfrm rot="5400000">
            <a:off x="2967069" y="1568394"/>
            <a:ext cx="124622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9CDBE4D-8509-A78B-33E9-25884593DC53}"/>
              </a:ext>
            </a:extLst>
          </p:cNvPr>
          <p:cNvSpPr txBox="1"/>
          <p:nvPr/>
        </p:nvSpPr>
        <p:spPr>
          <a:xfrm>
            <a:off x="3657195" y="1999852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21925462-8C69-4783-EB35-96431FD27382}"/>
              </a:ext>
            </a:extLst>
          </p:cNvPr>
          <p:cNvSpPr/>
          <p:nvPr/>
        </p:nvSpPr>
        <p:spPr>
          <a:xfrm rot="10800000">
            <a:off x="2871674" y="3274447"/>
            <a:ext cx="102820" cy="186905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D83E44C-3EB5-6F3E-7498-EA27425961EB}"/>
              </a:ext>
            </a:extLst>
          </p:cNvPr>
          <p:cNvSpPr txBox="1"/>
          <p:nvPr/>
        </p:nvSpPr>
        <p:spPr>
          <a:xfrm>
            <a:off x="4686041" y="324321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9F15B7C-883B-2B13-9DF5-59EAC3064311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BC6D4FD8-3631-95ED-E186-4932F31C6181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C3988566-30C9-DFB3-0E23-74A4B85C9FCE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9161A5F5-82BF-ED06-C2D9-2E595A9527BF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1F5B298D-9B28-783A-30B2-6F324A5D3BA5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타원 117">
                  <a:extLst>
                    <a:ext uri="{FF2B5EF4-FFF2-40B4-BE49-F238E27FC236}">
                      <a16:creationId xmlns:a16="http://schemas.microsoft.com/office/drawing/2014/main" id="{95B84FDF-AE6D-72C7-B898-B9F6ADDDBC13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68770C38-70DB-76C7-ED02-916D3F521568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 dirty="0"/>
                    <a:t>간접조명 </a:t>
                  </a:r>
                  <a:r>
                    <a:rPr lang="en-US" altLang="ko-KR" sz="700" dirty="0"/>
                    <a:t>A 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간접조명 센서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우물천장간접조명 및 커튼박수 추가</a:t>
                  </a:r>
                  <a:r>
                    <a:rPr lang="en-US" altLang="ko-KR" sz="700" dirty="0"/>
                    <a:t>(</a:t>
                  </a:r>
                  <a:r>
                    <a:rPr lang="ko-KR" altLang="en-US" sz="700" dirty="0"/>
                    <a:t>별도 추가</a:t>
                  </a:r>
                  <a:r>
                    <a:rPr lang="en-US" altLang="ko-KR" sz="700" dirty="0"/>
                    <a:t>)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 err="1"/>
                    <a:t>현관상부</a:t>
                  </a:r>
                  <a:r>
                    <a:rPr lang="ko-KR" altLang="en-US" sz="700" dirty="0"/>
                    <a:t> </a:t>
                  </a:r>
                  <a:r>
                    <a:rPr lang="ko-KR" altLang="en-US" sz="700" dirty="0" err="1"/>
                    <a:t>매입등</a:t>
                  </a:r>
                  <a:r>
                    <a:rPr lang="ko-KR" altLang="en-US" sz="700" dirty="0"/>
                    <a:t> 및 </a:t>
                  </a:r>
                  <a:r>
                    <a:rPr lang="ko-KR" altLang="en-US" sz="700" dirty="0" err="1"/>
                    <a:t>현관상부센서등</a:t>
                  </a:r>
                  <a:r>
                    <a:rPr lang="ko-KR" altLang="en-US" sz="700" dirty="0"/>
                    <a:t> 현관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방 간접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en-US" altLang="ko-KR" sz="700" dirty="0"/>
                    <a:t>SET </a:t>
                  </a:r>
                  <a:r>
                    <a:rPr lang="ko-KR" altLang="en-US" sz="700" dirty="0"/>
                    <a:t>이 외의 상품</a:t>
                  </a:r>
                  <a:endParaRPr lang="en-US" altLang="ko-KR" sz="700" dirty="0"/>
                </a:p>
              </p:txBody>
            </p:sp>
          </p:grp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3533CCB3-1342-E09E-A4AE-133C464069C0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53F6663C-7976-AC3C-AE93-92FE97592497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4868D076-A24F-C42C-D813-3B9B58A1F0FB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46F9ADD4-5FF4-2258-6E6F-E9C229806D35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BA47FE9-B5DF-DD14-A0BC-08E8C4B8A289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sp>
        <p:nvSpPr>
          <p:cNvPr id="122" name="별: 꼭짓점 4개 121">
            <a:extLst>
              <a:ext uri="{FF2B5EF4-FFF2-40B4-BE49-F238E27FC236}">
                <a16:creationId xmlns:a16="http://schemas.microsoft.com/office/drawing/2014/main" id="{0D1A3595-FDA9-DDBC-AEE0-FD19D812CF0E}"/>
              </a:ext>
            </a:extLst>
          </p:cNvPr>
          <p:cNvSpPr/>
          <p:nvPr/>
        </p:nvSpPr>
        <p:spPr>
          <a:xfrm>
            <a:off x="3535594" y="3958720"/>
            <a:ext cx="608618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E81ABA56-A61A-DD2F-FE70-706E976AF6AC}"/>
              </a:ext>
            </a:extLst>
          </p:cNvPr>
          <p:cNvGrpSpPr/>
          <p:nvPr/>
        </p:nvGrpSpPr>
        <p:grpSpPr>
          <a:xfrm rot="5400000">
            <a:off x="3864612" y="4494153"/>
            <a:ext cx="98891" cy="1331233"/>
            <a:chOff x="4737834" y="4900127"/>
            <a:chExt cx="98891" cy="1331233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FF589030-AA37-AD28-D5BE-A6A422E48827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F540F19F-894A-F917-1F42-A2E1C33111A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1C031B55-1820-538B-323F-323ED40E3D3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150B4EDE-1728-133E-3FAB-0C37E9CCAC86}"/>
              </a:ext>
            </a:extLst>
          </p:cNvPr>
          <p:cNvGrpSpPr/>
          <p:nvPr/>
        </p:nvGrpSpPr>
        <p:grpSpPr>
          <a:xfrm rot="5400000">
            <a:off x="3867786" y="2651343"/>
            <a:ext cx="98891" cy="1331233"/>
            <a:chOff x="4737834" y="4900127"/>
            <a:chExt cx="98891" cy="1331233"/>
          </a:xfrm>
        </p:grpSpPr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35D51D9B-7DB9-F2F2-C4C1-31031638F713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23218521-42CE-8D86-4DFA-D44A44F210A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834B7C47-DE91-BBD8-6AD5-09F6148E820A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685C4E72-543F-A0B2-0A1E-0F39B98F8CF1}"/>
              </a:ext>
            </a:extLst>
          </p:cNvPr>
          <p:cNvGrpSpPr/>
          <p:nvPr/>
        </p:nvGrpSpPr>
        <p:grpSpPr>
          <a:xfrm rot="5400000">
            <a:off x="4140891" y="2715491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C51D8535-7112-42A9-A4E9-525F28151F3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386F4E58-D58C-8CE9-23AD-28917069A5C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C39151EF-A3C5-F20D-0FB2-F15BE7BF06EC}"/>
              </a:ext>
            </a:extLst>
          </p:cNvPr>
          <p:cNvGrpSpPr/>
          <p:nvPr/>
        </p:nvGrpSpPr>
        <p:grpSpPr>
          <a:xfrm>
            <a:off x="6341248" y="2520371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6B061127-B6BC-4A0F-BB2A-3D8861A51D68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A24166B9-85FA-CAE1-9E83-DD57688D4D74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6C1FAEC1-98F3-E0FB-4630-867088B7E16B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6" name="별: 꼭짓점 7개 135">
              <a:extLst>
                <a:ext uri="{FF2B5EF4-FFF2-40B4-BE49-F238E27FC236}">
                  <a16:creationId xmlns:a16="http://schemas.microsoft.com/office/drawing/2014/main" id="{31AEF835-11C9-5BEC-EEE8-C0A0B72616AC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01F92A50-4942-7FA4-CE02-228BCDAD3733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38" name="타원 137">
                <a:extLst>
                  <a:ext uri="{FF2B5EF4-FFF2-40B4-BE49-F238E27FC236}">
                    <a16:creationId xmlns:a16="http://schemas.microsoft.com/office/drawing/2014/main" id="{F4D4F9A5-6766-DAC6-5A43-56A61E61251C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1FBDD40D-6481-5BC6-1CCB-564C202F6745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204DC7B3-CEE5-5222-4DE0-09027FE2458A}"/>
              </a:ext>
            </a:extLst>
          </p:cNvPr>
          <p:cNvSpPr/>
          <p:nvPr/>
        </p:nvSpPr>
        <p:spPr>
          <a:xfrm rot="16200000" flipV="1">
            <a:off x="7828937" y="2001198"/>
            <a:ext cx="98384" cy="7029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5EA655D8-3178-C249-0BB4-54724BBD2253}"/>
              </a:ext>
            </a:extLst>
          </p:cNvPr>
          <p:cNvSpPr/>
          <p:nvPr/>
        </p:nvSpPr>
        <p:spPr>
          <a:xfrm flipV="1">
            <a:off x="6212682" y="2305042"/>
            <a:ext cx="98384" cy="8810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F86875C4-D06E-D9AD-E9EE-604AD51A1B3C}"/>
              </a:ext>
            </a:extLst>
          </p:cNvPr>
          <p:cNvGrpSpPr/>
          <p:nvPr/>
        </p:nvGrpSpPr>
        <p:grpSpPr>
          <a:xfrm rot="5400000">
            <a:off x="7010239" y="3385668"/>
            <a:ext cx="98814" cy="711634"/>
            <a:chOff x="4737834" y="4900127"/>
            <a:chExt cx="98814" cy="711634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E383E720-43F8-78C2-5C14-85CA7ADCACCB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5DC0FB5D-BE56-0C72-AEAC-1220F5D3BDC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0C4CDCBD-A1E9-BFB0-445F-539AC7D368A8}"/>
              </a:ext>
            </a:extLst>
          </p:cNvPr>
          <p:cNvSpPr/>
          <p:nvPr/>
        </p:nvSpPr>
        <p:spPr>
          <a:xfrm flipV="1">
            <a:off x="5776766" y="2047874"/>
            <a:ext cx="98385" cy="692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B9E514F-4A1D-4E33-862E-474A9F4F141B}"/>
              </a:ext>
            </a:extLst>
          </p:cNvPr>
          <p:cNvSpPr txBox="1"/>
          <p:nvPr/>
        </p:nvSpPr>
        <p:spPr>
          <a:xfrm>
            <a:off x="997810" y="528131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B713395-331A-B881-9323-D6549DF659C2}"/>
              </a:ext>
            </a:extLst>
          </p:cNvPr>
          <p:cNvSpPr txBox="1"/>
          <p:nvPr/>
        </p:nvSpPr>
        <p:spPr>
          <a:xfrm>
            <a:off x="997810" y="5641024"/>
            <a:ext cx="32146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97FF929-6DE4-FC0A-4261-490DE1C32880}"/>
              </a:ext>
            </a:extLst>
          </p:cNvPr>
          <p:cNvSpPr/>
          <p:nvPr/>
        </p:nvSpPr>
        <p:spPr>
          <a:xfrm>
            <a:off x="3168760" y="3477713"/>
            <a:ext cx="1643486" cy="1542084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73B82A0-5B19-CE8D-74EA-8444808EECC9}"/>
              </a:ext>
            </a:extLst>
          </p:cNvPr>
          <p:cNvSpPr/>
          <p:nvPr/>
        </p:nvSpPr>
        <p:spPr>
          <a:xfrm>
            <a:off x="3391773" y="3664588"/>
            <a:ext cx="1204512" cy="117361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94FC14C-A543-1CC5-5BD0-94F0FC102E93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220260" y="5019797"/>
            <a:ext cx="1770243" cy="261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166BE1-73A5-3EA5-A133-C7D177B47FE2}"/>
              </a:ext>
            </a:extLst>
          </p:cNvPr>
          <p:cNvSpPr/>
          <p:nvPr/>
        </p:nvSpPr>
        <p:spPr>
          <a:xfrm>
            <a:off x="4812246" y="3489438"/>
            <a:ext cx="409204" cy="15420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390CAFD-585E-D552-0D34-B5EE0777D358}"/>
              </a:ext>
            </a:extLst>
          </p:cNvPr>
          <p:cNvSpPr/>
          <p:nvPr/>
        </p:nvSpPr>
        <p:spPr>
          <a:xfrm>
            <a:off x="5226989" y="3464468"/>
            <a:ext cx="707086" cy="1542084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C9FC6E5-FF76-63A6-EE3D-6FB7C25C5166}"/>
              </a:ext>
            </a:extLst>
          </p:cNvPr>
          <p:cNvSpPr/>
          <p:nvPr/>
        </p:nvSpPr>
        <p:spPr>
          <a:xfrm>
            <a:off x="5324946" y="3651343"/>
            <a:ext cx="518224" cy="117361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CF8444C-1F3F-306D-F936-DE4C5925F4DB}"/>
              </a:ext>
            </a:extLst>
          </p:cNvPr>
          <p:cNvCxnSpPr>
            <a:endCxn id="7" idx="2"/>
          </p:cNvCxnSpPr>
          <p:nvPr/>
        </p:nvCxnSpPr>
        <p:spPr>
          <a:xfrm flipV="1">
            <a:off x="3442710" y="5006552"/>
            <a:ext cx="2137822" cy="474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6164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BD22F-91AD-928A-425C-3AE92C0C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도표, 평면도, 사각형이(가) 표시된 사진&#10;&#10;자동 생성된 설명">
            <a:extLst>
              <a:ext uri="{FF2B5EF4-FFF2-40B4-BE49-F238E27FC236}">
                <a16:creationId xmlns:a16="http://schemas.microsoft.com/office/drawing/2014/main" id="{82230558-3066-4B1F-BAC3-37A42451B8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599" y="526960"/>
            <a:ext cx="7924802" cy="58040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2E6CBF4-73E1-B789-9EEA-D8E7CF6CF5F7}"/>
                  </a:ext>
                </a:extLst>
              </p:cNvPr>
              <p:cNvSpPr txBox="1"/>
              <p:nvPr/>
            </p:nvSpPr>
            <p:spPr>
              <a:xfrm>
                <a:off x="10287145" y="832692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2E6CBF4-73E1-B789-9EEA-D8E7CF6CF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32692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014D47F3-D39A-C692-4FA7-F8ABBE7A326E}"/>
              </a:ext>
            </a:extLst>
          </p:cNvPr>
          <p:cNvSpPr txBox="1"/>
          <p:nvPr/>
        </p:nvSpPr>
        <p:spPr>
          <a:xfrm>
            <a:off x="2110930" y="188028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84T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A/</a:t>
            </a:r>
            <a:r>
              <a:rPr lang="ko-KR" altLang="en-US" sz="2000" b="1" dirty="0"/>
              <a:t>간접 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2C53B6D-1AA4-8A97-E23C-B4679DA43C3B}"/>
              </a:ext>
            </a:extLst>
          </p:cNvPr>
          <p:cNvSpPr/>
          <p:nvPr/>
        </p:nvSpPr>
        <p:spPr>
          <a:xfrm rot="5400000">
            <a:off x="7322479" y="3808935"/>
            <a:ext cx="102820" cy="160188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D8EFBCC0-F7FA-9000-8F87-C87E0EE5C6A7}"/>
              </a:ext>
            </a:extLst>
          </p:cNvPr>
          <p:cNvSpPr/>
          <p:nvPr/>
        </p:nvSpPr>
        <p:spPr>
          <a:xfrm>
            <a:off x="6829451" y="2839043"/>
            <a:ext cx="1534748" cy="161785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99C7F79C-B40C-D64A-EEA0-BACC7FF9806B}"/>
              </a:ext>
            </a:extLst>
          </p:cNvPr>
          <p:cNvSpPr/>
          <p:nvPr/>
        </p:nvSpPr>
        <p:spPr>
          <a:xfrm>
            <a:off x="7037943" y="3034970"/>
            <a:ext cx="1124816" cy="1231282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5CD4BDA-5D97-B830-AE28-E19A1F3C730A}"/>
              </a:ext>
            </a:extLst>
          </p:cNvPr>
          <p:cNvSpPr txBox="1"/>
          <p:nvPr/>
        </p:nvSpPr>
        <p:spPr>
          <a:xfrm>
            <a:off x="6161855" y="246821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7B02B3C-09C6-77E7-61D6-CDE51FE9FAC4}"/>
              </a:ext>
            </a:extLst>
          </p:cNvPr>
          <p:cNvSpPr txBox="1"/>
          <p:nvPr/>
        </p:nvSpPr>
        <p:spPr>
          <a:xfrm>
            <a:off x="-1458" y="6592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66A2CD5-F2AB-543F-E62B-D8F99D362630}"/>
              </a:ext>
            </a:extLst>
          </p:cNvPr>
          <p:cNvSpPr txBox="1"/>
          <p:nvPr/>
        </p:nvSpPr>
        <p:spPr>
          <a:xfrm>
            <a:off x="-2156" y="9778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FAC90C8F-D123-DE63-4BFC-E3D5C84519BD}"/>
              </a:ext>
            </a:extLst>
          </p:cNvPr>
          <p:cNvGrpSpPr/>
          <p:nvPr/>
        </p:nvGrpSpPr>
        <p:grpSpPr>
          <a:xfrm>
            <a:off x="6562586" y="2940468"/>
            <a:ext cx="98891" cy="1331233"/>
            <a:chOff x="4737834" y="4900127"/>
            <a:chExt cx="98891" cy="1331233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993700FE-3919-247C-4154-B8075073111B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986E0759-26C9-CC0C-78B8-9FA9BC132B2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94AFB64E-E5DB-B5DB-5B60-7B65E05FFB8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C7337D47-8F2A-8DB8-21C4-9FE9AC8EA40B}"/>
              </a:ext>
            </a:extLst>
          </p:cNvPr>
          <p:cNvGrpSpPr/>
          <p:nvPr/>
        </p:nvGrpSpPr>
        <p:grpSpPr>
          <a:xfrm rot="5400000">
            <a:off x="5036958" y="1574889"/>
            <a:ext cx="98891" cy="1331233"/>
            <a:chOff x="4737834" y="4900127"/>
            <a:chExt cx="98891" cy="1331233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A91BC685-F10A-EFF2-1A7D-26462E6AC7A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F65DFACB-17E7-5CA7-FD58-42051C42018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C08101E2-B244-DBD5-1B5A-13DB3AF6152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5F9D75DD-6E88-5593-A604-B4D3CD34ED18}"/>
              </a:ext>
            </a:extLst>
          </p:cNvPr>
          <p:cNvSpPr/>
          <p:nvPr/>
        </p:nvSpPr>
        <p:spPr>
          <a:xfrm rot="16200000" flipV="1">
            <a:off x="5387901" y="1655372"/>
            <a:ext cx="98384" cy="82251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19A660AD-7E79-6528-A338-142D158E0CC2}"/>
              </a:ext>
            </a:extLst>
          </p:cNvPr>
          <p:cNvSpPr/>
          <p:nvPr/>
        </p:nvSpPr>
        <p:spPr>
          <a:xfrm rot="5400000" flipV="1">
            <a:off x="7830858" y="445608"/>
            <a:ext cx="98384" cy="117059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08BEF6C5-D042-4DA0-BEED-C1E719B554D0}"/>
              </a:ext>
            </a:extLst>
          </p:cNvPr>
          <p:cNvGrpSpPr/>
          <p:nvPr/>
        </p:nvGrpSpPr>
        <p:grpSpPr>
          <a:xfrm rot="5400000">
            <a:off x="5495909" y="2329376"/>
            <a:ext cx="98814" cy="711634"/>
            <a:chOff x="4737834" y="4900127"/>
            <a:chExt cx="98814" cy="711634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DCBE53F1-CC9C-C4FD-0165-5939F9801B9F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45BCE3B4-4F80-86C0-4222-82DAB95F1BC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469ABE52-EC1C-650A-FD09-080BAE6E4415}"/>
              </a:ext>
            </a:extLst>
          </p:cNvPr>
          <p:cNvSpPr/>
          <p:nvPr/>
        </p:nvSpPr>
        <p:spPr>
          <a:xfrm flipV="1">
            <a:off x="6568163" y="1254919"/>
            <a:ext cx="98385" cy="8664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AD817E8-FAB4-3E4A-C62B-4C840DCC19A6}"/>
              </a:ext>
            </a:extLst>
          </p:cNvPr>
          <p:cNvSpPr txBox="1"/>
          <p:nvPr/>
        </p:nvSpPr>
        <p:spPr>
          <a:xfrm>
            <a:off x="8206113" y="547441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2421E0E0-163E-631C-8294-24678E6B4D0A}"/>
              </a:ext>
            </a:extLst>
          </p:cNvPr>
          <p:cNvCxnSpPr>
            <a:cxnSpLocks/>
            <a:stCxn id="99" idx="0"/>
            <a:endCxn id="58" idx="2"/>
          </p:cNvCxnSpPr>
          <p:nvPr/>
        </p:nvCxnSpPr>
        <p:spPr>
          <a:xfrm flipH="1" flipV="1">
            <a:off x="7596825" y="4456895"/>
            <a:ext cx="1831738" cy="1017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B6F68A35-DB64-3E43-823A-5C86FA9CC185}"/>
              </a:ext>
            </a:extLst>
          </p:cNvPr>
          <p:cNvGrpSpPr/>
          <p:nvPr/>
        </p:nvGrpSpPr>
        <p:grpSpPr>
          <a:xfrm>
            <a:off x="76071" y="67986"/>
            <a:ext cx="4526606" cy="630942"/>
            <a:chOff x="209306" y="114311"/>
            <a:chExt cx="3888132" cy="630942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903560C4-FC4D-DA5B-A43D-571118887BB8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CB23B3FC-31B3-128A-5E99-82C255A77C6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F42E6BEC-A78D-0883-D5E0-26933F640646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6F80D8C-7C30-233D-27DD-39BAC52E8DC2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516067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46D78-AE9D-370E-42CB-9F7F207F2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도표, 평면도, 사각형이(가) 표시된 사진&#10;&#10;자동 생성된 설명">
            <a:extLst>
              <a:ext uri="{FF2B5EF4-FFF2-40B4-BE49-F238E27FC236}">
                <a16:creationId xmlns:a16="http://schemas.microsoft.com/office/drawing/2014/main" id="{CBCE1AA4-CB4B-6DFC-F79F-A4997DFE854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599" y="526960"/>
            <a:ext cx="7924802" cy="58040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09A2566-3384-7E9B-EF8D-DF1939928593}"/>
                  </a:ext>
                </a:extLst>
              </p:cNvPr>
              <p:cNvSpPr txBox="1"/>
              <p:nvPr/>
            </p:nvSpPr>
            <p:spPr>
              <a:xfrm>
                <a:off x="10287145" y="832692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09A2566-3384-7E9B-EF8D-DF1939928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32692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6FF494D9-CA41-98F1-4803-6C97B09CDF0C}"/>
              </a:ext>
            </a:extLst>
          </p:cNvPr>
          <p:cNvSpPr txBox="1"/>
          <p:nvPr/>
        </p:nvSpPr>
        <p:spPr>
          <a:xfrm>
            <a:off x="2110930" y="188028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84T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AC372DD-62DC-B410-3475-E70BBDA19628}"/>
              </a:ext>
            </a:extLst>
          </p:cNvPr>
          <p:cNvSpPr/>
          <p:nvPr/>
        </p:nvSpPr>
        <p:spPr>
          <a:xfrm>
            <a:off x="2502436" y="3342720"/>
            <a:ext cx="95275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9174202-F2D0-A25C-13D5-C74CEDE80CA3}"/>
              </a:ext>
            </a:extLst>
          </p:cNvPr>
          <p:cNvSpPr txBox="1"/>
          <p:nvPr/>
        </p:nvSpPr>
        <p:spPr>
          <a:xfrm>
            <a:off x="2663856" y="2087246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F72365E-AD23-3B5A-E6EF-FE0666D9ADDC}"/>
              </a:ext>
            </a:extLst>
          </p:cNvPr>
          <p:cNvSpPr/>
          <p:nvPr/>
        </p:nvSpPr>
        <p:spPr>
          <a:xfrm rot="5400000">
            <a:off x="7322479" y="3808935"/>
            <a:ext cx="102820" cy="160188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D0BF0AEA-6932-62FF-2A48-5E5E33182022}"/>
              </a:ext>
            </a:extLst>
          </p:cNvPr>
          <p:cNvSpPr/>
          <p:nvPr/>
        </p:nvSpPr>
        <p:spPr>
          <a:xfrm>
            <a:off x="6829451" y="2839043"/>
            <a:ext cx="1534748" cy="161785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62130C11-83B9-8BD3-60BC-7E6AB1942901}"/>
              </a:ext>
            </a:extLst>
          </p:cNvPr>
          <p:cNvSpPr/>
          <p:nvPr/>
        </p:nvSpPr>
        <p:spPr>
          <a:xfrm>
            <a:off x="7037943" y="3034970"/>
            <a:ext cx="1124816" cy="1231282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4702358-5F6E-D0B9-571E-98E04C5077A3}"/>
              </a:ext>
            </a:extLst>
          </p:cNvPr>
          <p:cNvSpPr txBox="1"/>
          <p:nvPr/>
        </p:nvSpPr>
        <p:spPr>
          <a:xfrm>
            <a:off x="6161855" y="246821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6C081522-E933-2C04-BA30-0CDE562BC57F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2C77AB38-8F23-7519-DB75-BEEC8131A27B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F6A58649-C37E-A59E-5192-568A9C8F302A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FDAE7E2D-61E3-20AB-76A9-F117FBE80D14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B0636554-651F-5C19-DE1A-C96C375A5EE4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1D7212E-E949-13A7-2E06-F352CFEF1D65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D826AE52-D90A-A97D-72A9-232AD47D0B85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 dirty="0"/>
                    <a:t>간접조명 </a:t>
                  </a:r>
                  <a:r>
                    <a:rPr lang="en-US" altLang="ko-KR" sz="700" dirty="0"/>
                    <a:t>A 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간접조명 센서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우물천장간접조명 및 커튼박수 추가</a:t>
                  </a:r>
                  <a:r>
                    <a:rPr lang="en-US" altLang="ko-KR" sz="700" dirty="0"/>
                    <a:t>(</a:t>
                  </a:r>
                  <a:r>
                    <a:rPr lang="ko-KR" altLang="en-US" sz="700" dirty="0"/>
                    <a:t>별도 추가</a:t>
                  </a:r>
                  <a:r>
                    <a:rPr lang="en-US" altLang="ko-KR" sz="700" dirty="0"/>
                    <a:t>)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 err="1"/>
                    <a:t>현관상부</a:t>
                  </a:r>
                  <a:r>
                    <a:rPr lang="ko-KR" altLang="en-US" sz="700" dirty="0"/>
                    <a:t> </a:t>
                  </a:r>
                  <a:r>
                    <a:rPr lang="ko-KR" altLang="en-US" sz="700" dirty="0" err="1"/>
                    <a:t>매입등</a:t>
                  </a:r>
                  <a:r>
                    <a:rPr lang="ko-KR" altLang="en-US" sz="700" dirty="0"/>
                    <a:t> 및 </a:t>
                  </a:r>
                  <a:r>
                    <a:rPr lang="ko-KR" altLang="en-US" sz="700" dirty="0" err="1"/>
                    <a:t>현관상부센서등</a:t>
                  </a:r>
                  <a:r>
                    <a:rPr lang="ko-KR" altLang="en-US" sz="700" dirty="0"/>
                    <a:t> 현관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방 간접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en-US" altLang="ko-KR" sz="700" dirty="0"/>
                    <a:t>SET </a:t>
                  </a:r>
                  <a:r>
                    <a:rPr lang="ko-KR" altLang="en-US" sz="700" dirty="0"/>
                    <a:t>이 외의 상품</a:t>
                  </a:r>
                  <a:endParaRPr lang="en-US" altLang="ko-KR" sz="700" dirty="0"/>
                </a:p>
              </p:txBody>
            </p:sp>
          </p:grp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0DF0E48A-9CB2-FFEA-8853-3C03DAFB5D80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7A79E199-5D4C-961E-9A70-C8D3C39F6DA8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36B03E04-49CD-A62B-B8C5-F0F8F53FB990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8FDCDA9C-4F1B-93DC-222F-EE2416BBA5CE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EBD0169-B67B-8C17-03CD-B6C81956DB44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A3D8E533-4D05-EDA5-81E7-0A8D2E378B11}"/>
              </a:ext>
            </a:extLst>
          </p:cNvPr>
          <p:cNvGrpSpPr/>
          <p:nvPr/>
        </p:nvGrpSpPr>
        <p:grpSpPr>
          <a:xfrm>
            <a:off x="6562586" y="2940468"/>
            <a:ext cx="98891" cy="1331233"/>
            <a:chOff x="4737834" y="4900127"/>
            <a:chExt cx="98891" cy="1331233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6559A95B-7DA3-CDC2-647E-A899B81BFE67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AFBD12FC-71D8-6BFA-1169-0F251DD8160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0EA0A500-0012-F716-EEF6-CFB1FA13E199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AFBCD15B-F52C-47DC-3461-4B63255F3DFD}"/>
              </a:ext>
            </a:extLst>
          </p:cNvPr>
          <p:cNvGrpSpPr/>
          <p:nvPr/>
        </p:nvGrpSpPr>
        <p:grpSpPr>
          <a:xfrm rot="5400000">
            <a:off x="5036958" y="1574889"/>
            <a:ext cx="98891" cy="1331233"/>
            <a:chOff x="4737834" y="4900127"/>
            <a:chExt cx="98891" cy="1331233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4F4CEB79-2904-9EB8-6FC0-FCC81C85F54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EE433B4C-5C12-D3AA-FBFC-8E66E24088B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7259000C-326D-65C0-71D8-D1ED815D72DE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E0C694C-021C-40DE-8700-E5C00C48AB21}"/>
              </a:ext>
            </a:extLst>
          </p:cNvPr>
          <p:cNvGrpSpPr/>
          <p:nvPr/>
        </p:nvGrpSpPr>
        <p:grpSpPr>
          <a:xfrm>
            <a:off x="2427338" y="1695414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41683CF4-10D3-350D-8B84-C71B29E153E3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A581337A-A90C-9602-6741-5393390B524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835A03C7-8A1D-957F-DA50-DC51C80DA7CB}"/>
              </a:ext>
            </a:extLst>
          </p:cNvPr>
          <p:cNvGrpSpPr/>
          <p:nvPr/>
        </p:nvGrpSpPr>
        <p:grpSpPr>
          <a:xfrm rot="5400000">
            <a:off x="7643891" y="1154927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976AE540-4DFE-99BA-701E-C44CB11832D4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B15AFEB7-8FD6-2B20-0E99-0C3292992AAA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C6E18CBB-C63C-2E73-320B-EBCE65A9FE6A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7" name="별: 꼭짓점 7개 86">
              <a:extLst>
                <a:ext uri="{FF2B5EF4-FFF2-40B4-BE49-F238E27FC236}">
                  <a16:creationId xmlns:a16="http://schemas.microsoft.com/office/drawing/2014/main" id="{A9332BE2-E6A5-C338-C097-879820818F4C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308ED52F-3DE1-5082-2CCF-7486E1C391AB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369D2274-48CE-D558-3EF7-27A465DA9FF0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3444E95E-5916-CB75-30F5-CF9E1C6121D1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D3FBDB01-D642-D73A-FF39-44B427E8DD1F}"/>
              </a:ext>
            </a:extLst>
          </p:cNvPr>
          <p:cNvSpPr/>
          <p:nvPr/>
        </p:nvSpPr>
        <p:spPr>
          <a:xfrm rot="16200000" flipV="1">
            <a:off x="5387901" y="1655372"/>
            <a:ext cx="98384" cy="82251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F8C00DB-9C8A-A6EE-567A-4D4D84EE5FE2}"/>
              </a:ext>
            </a:extLst>
          </p:cNvPr>
          <p:cNvSpPr/>
          <p:nvPr/>
        </p:nvSpPr>
        <p:spPr>
          <a:xfrm rot="5400000" flipV="1">
            <a:off x="7830858" y="445608"/>
            <a:ext cx="98384" cy="117059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96A5DCA6-E19F-0694-3347-7BE50329AC75}"/>
              </a:ext>
            </a:extLst>
          </p:cNvPr>
          <p:cNvGrpSpPr/>
          <p:nvPr/>
        </p:nvGrpSpPr>
        <p:grpSpPr>
          <a:xfrm rot="5400000">
            <a:off x="5495909" y="2329376"/>
            <a:ext cx="98814" cy="711634"/>
            <a:chOff x="4737834" y="4900127"/>
            <a:chExt cx="98814" cy="711634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9BCC2CE5-4FB2-94ED-C042-7E6E190E91E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FA7219C1-D470-D022-669D-9C5A9847610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058474D5-640C-D473-B489-8124123B928B}"/>
              </a:ext>
            </a:extLst>
          </p:cNvPr>
          <p:cNvSpPr/>
          <p:nvPr/>
        </p:nvSpPr>
        <p:spPr>
          <a:xfrm flipV="1">
            <a:off x="6568163" y="1254919"/>
            <a:ext cx="98385" cy="8664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91D0CB5-73A9-B12E-F868-2BEEE33DD35B}"/>
              </a:ext>
            </a:extLst>
          </p:cNvPr>
          <p:cNvSpPr txBox="1"/>
          <p:nvPr/>
        </p:nvSpPr>
        <p:spPr>
          <a:xfrm>
            <a:off x="8206113" y="547441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A16A2076-2B21-6BE0-7FCE-40EFFA0050EC}"/>
              </a:ext>
            </a:extLst>
          </p:cNvPr>
          <p:cNvCxnSpPr>
            <a:cxnSpLocks/>
            <a:stCxn id="99" idx="0"/>
            <a:endCxn id="58" idx="2"/>
          </p:cNvCxnSpPr>
          <p:nvPr/>
        </p:nvCxnSpPr>
        <p:spPr>
          <a:xfrm flipH="1" flipV="1">
            <a:off x="7596825" y="4456895"/>
            <a:ext cx="1831738" cy="1017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6317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1727C-C5E7-A2BA-6048-BD3BDA653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도표, 평면도, 사각형이(가) 표시된 사진&#10;&#10;자동 생성된 설명">
            <a:extLst>
              <a:ext uri="{FF2B5EF4-FFF2-40B4-BE49-F238E27FC236}">
                <a16:creationId xmlns:a16="http://schemas.microsoft.com/office/drawing/2014/main" id="{910319F9-24D8-4547-DA5F-F63187367BF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599" y="526960"/>
            <a:ext cx="7924802" cy="58040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7BF6A67-8274-E37D-CF48-97424D732271}"/>
                  </a:ext>
                </a:extLst>
              </p:cNvPr>
              <p:cNvSpPr txBox="1"/>
              <p:nvPr/>
            </p:nvSpPr>
            <p:spPr>
              <a:xfrm>
                <a:off x="10287145" y="832692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7BF6A67-8274-E37D-CF48-97424D732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32692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3F1549F2-0C8D-257E-F22D-7F88BA91BBD2}"/>
              </a:ext>
            </a:extLst>
          </p:cNvPr>
          <p:cNvSpPr txBox="1"/>
          <p:nvPr/>
        </p:nvSpPr>
        <p:spPr>
          <a:xfrm>
            <a:off x="2110930" y="188028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84T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3979963-EE3C-8973-F680-A6CCD2B42FD0}"/>
              </a:ext>
            </a:extLst>
          </p:cNvPr>
          <p:cNvSpPr/>
          <p:nvPr/>
        </p:nvSpPr>
        <p:spPr>
          <a:xfrm>
            <a:off x="2502436" y="3342720"/>
            <a:ext cx="95275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AE066C-EEA5-C4D0-C97F-EB09F4752EA8}"/>
              </a:ext>
            </a:extLst>
          </p:cNvPr>
          <p:cNvSpPr txBox="1"/>
          <p:nvPr/>
        </p:nvSpPr>
        <p:spPr>
          <a:xfrm>
            <a:off x="2663856" y="2087246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48483D3-B071-C9CF-B575-FF79B6A30BC8}"/>
              </a:ext>
            </a:extLst>
          </p:cNvPr>
          <p:cNvSpPr/>
          <p:nvPr/>
        </p:nvSpPr>
        <p:spPr>
          <a:xfrm rot="5400000">
            <a:off x="7322479" y="3808935"/>
            <a:ext cx="102820" cy="160188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8B981A8E-C38D-3E63-044F-080993BCFADF}"/>
              </a:ext>
            </a:extLst>
          </p:cNvPr>
          <p:cNvSpPr/>
          <p:nvPr/>
        </p:nvSpPr>
        <p:spPr>
          <a:xfrm>
            <a:off x="6829451" y="2839043"/>
            <a:ext cx="1534748" cy="161785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E40B8AF0-9CE8-BF7D-B449-F0A2D57D723A}"/>
              </a:ext>
            </a:extLst>
          </p:cNvPr>
          <p:cNvSpPr/>
          <p:nvPr/>
        </p:nvSpPr>
        <p:spPr>
          <a:xfrm>
            <a:off x="7037943" y="3034970"/>
            <a:ext cx="1124816" cy="1231282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059453-1E52-3D3E-6955-C271B36DACD5}"/>
              </a:ext>
            </a:extLst>
          </p:cNvPr>
          <p:cNvSpPr txBox="1"/>
          <p:nvPr/>
        </p:nvSpPr>
        <p:spPr>
          <a:xfrm>
            <a:off x="6161855" y="246821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2365EDF9-F314-339A-11D2-FC2F9B437D21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7B8CFBD9-1963-9EFC-C696-37D22F2E16A2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2BE07637-EFB5-3AEE-BF72-1B25F6A4C967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7F5EABC1-CB24-2529-F373-21178A16B888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E4E52EBD-3E7B-5B16-9968-F0C18E7083C7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F5C6A027-3463-16BE-7F07-36CED53D4A86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7B698B13-3D71-73DD-50C1-F86EA995B7E8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 dirty="0"/>
                    <a:t>간접조명 </a:t>
                  </a:r>
                  <a:r>
                    <a:rPr lang="en-US" altLang="ko-KR" sz="700" dirty="0"/>
                    <a:t>A 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간접조명 센서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우물천장간접조명 및 커튼박수 추가</a:t>
                  </a:r>
                  <a:r>
                    <a:rPr lang="en-US" altLang="ko-KR" sz="700" dirty="0"/>
                    <a:t>(</a:t>
                  </a:r>
                  <a:r>
                    <a:rPr lang="ko-KR" altLang="en-US" sz="700" dirty="0"/>
                    <a:t>별도 추가</a:t>
                  </a:r>
                  <a:r>
                    <a:rPr lang="en-US" altLang="ko-KR" sz="700" dirty="0"/>
                    <a:t>)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 err="1"/>
                    <a:t>현관상부</a:t>
                  </a:r>
                  <a:r>
                    <a:rPr lang="ko-KR" altLang="en-US" sz="700" dirty="0"/>
                    <a:t> </a:t>
                  </a:r>
                  <a:r>
                    <a:rPr lang="ko-KR" altLang="en-US" sz="700" dirty="0" err="1"/>
                    <a:t>매입등</a:t>
                  </a:r>
                  <a:r>
                    <a:rPr lang="ko-KR" altLang="en-US" sz="700" dirty="0"/>
                    <a:t> 및 </a:t>
                  </a:r>
                  <a:r>
                    <a:rPr lang="ko-KR" altLang="en-US" sz="700" dirty="0" err="1"/>
                    <a:t>현관상부센서등</a:t>
                  </a:r>
                  <a:r>
                    <a:rPr lang="ko-KR" altLang="en-US" sz="700" dirty="0"/>
                    <a:t> 현관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ko-KR" altLang="en-US" sz="700" dirty="0"/>
                    <a:t>방 간접 </a:t>
                  </a:r>
                  <a:r>
                    <a:rPr lang="en-US" altLang="ko-KR" sz="700" dirty="0"/>
                    <a:t>SET</a:t>
                  </a:r>
                </a:p>
                <a:p>
                  <a:endParaRPr lang="en-US" altLang="ko-KR" sz="700" dirty="0"/>
                </a:p>
                <a:p>
                  <a:r>
                    <a:rPr lang="en-US" altLang="ko-KR" sz="700" dirty="0"/>
                    <a:t>SET </a:t>
                  </a:r>
                  <a:r>
                    <a:rPr lang="ko-KR" altLang="en-US" sz="700" dirty="0"/>
                    <a:t>이 외의 상품</a:t>
                  </a:r>
                  <a:endParaRPr lang="en-US" altLang="ko-KR" sz="700" dirty="0"/>
                </a:p>
              </p:txBody>
            </p:sp>
          </p:grp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C37D4B40-496C-FDA8-5D86-82DB40945E23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AC2AB175-BDA5-EC47-5E2D-D82552628D87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7049BBCF-A52A-0EDD-F4CA-B184FEAFA7DF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4374FB64-3DEE-BF30-B339-7C4A75AB8EDF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D6E3513-E505-B2B2-0CD4-F1959398BF08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sp>
        <p:nvSpPr>
          <p:cNvPr id="73" name="별: 꼭짓점 4개 72">
            <a:extLst>
              <a:ext uri="{FF2B5EF4-FFF2-40B4-BE49-F238E27FC236}">
                <a16:creationId xmlns:a16="http://schemas.microsoft.com/office/drawing/2014/main" id="{503FDCAB-975D-2E29-3838-A371C1B492C1}"/>
              </a:ext>
            </a:extLst>
          </p:cNvPr>
          <p:cNvSpPr/>
          <p:nvPr/>
        </p:nvSpPr>
        <p:spPr>
          <a:xfrm>
            <a:off x="7325906" y="335793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3CD3DDA1-82D3-ABA9-C644-A2D1EA177AC2}"/>
              </a:ext>
            </a:extLst>
          </p:cNvPr>
          <p:cNvGrpSpPr/>
          <p:nvPr/>
        </p:nvGrpSpPr>
        <p:grpSpPr>
          <a:xfrm>
            <a:off x="6562586" y="2940468"/>
            <a:ext cx="98891" cy="1331233"/>
            <a:chOff x="4737834" y="4900127"/>
            <a:chExt cx="98891" cy="1331233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A8954897-1A68-401A-6B9A-1DADC8AFC64F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9DFACB62-A190-D611-770F-46A0E3B53B6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D928187E-E992-46E1-EA78-0955EF29D30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62EC9229-9119-68D4-EF7D-677A8360A9D9}"/>
              </a:ext>
            </a:extLst>
          </p:cNvPr>
          <p:cNvGrpSpPr/>
          <p:nvPr/>
        </p:nvGrpSpPr>
        <p:grpSpPr>
          <a:xfrm rot="5400000">
            <a:off x="5036958" y="1574889"/>
            <a:ext cx="98891" cy="1331233"/>
            <a:chOff x="4737834" y="4900127"/>
            <a:chExt cx="98891" cy="1331233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5C08CFF3-5317-E55E-43F5-8E399BA4C83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51242620-021B-621A-F877-6EDAD2B903A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A85D985-50A2-F455-5838-B6786C65F579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376FEF20-1556-F436-4F18-F100E5C8297E}"/>
              </a:ext>
            </a:extLst>
          </p:cNvPr>
          <p:cNvGrpSpPr/>
          <p:nvPr/>
        </p:nvGrpSpPr>
        <p:grpSpPr>
          <a:xfrm>
            <a:off x="2427338" y="1695414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7D49B29C-5FC3-8B4C-8FA7-3C74BCCC059F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5D79D303-0CEF-7920-A5DB-ED08B0E6E3EE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FD3C7C73-77C5-65CD-E457-F58276DBF0B0}"/>
              </a:ext>
            </a:extLst>
          </p:cNvPr>
          <p:cNvGrpSpPr/>
          <p:nvPr/>
        </p:nvGrpSpPr>
        <p:grpSpPr>
          <a:xfrm rot="5400000">
            <a:off x="7643891" y="1154927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9E77AF62-2A24-9214-A09C-837CCC552D04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A6760BD2-7395-53A9-9C0F-EA4C1C5650AD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C242C72F-39BC-1F78-5DDD-6409081360E0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7" name="별: 꼭짓점 7개 86">
              <a:extLst>
                <a:ext uri="{FF2B5EF4-FFF2-40B4-BE49-F238E27FC236}">
                  <a16:creationId xmlns:a16="http://schemas.microsoft.com/office/drawing/2014/main" id="{39B4F148-3E5A-5A4B-F5CA-73755B2A78BA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1BA9EB9E-6E71-9CBA-313B-1E8C081EE5AE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C2DE055E-1E0B-9CC8-0B88-0465B32B4F2C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EA0A8142-D6EE-7AA4-EC02-B1DD02CB37AF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94A9D76-585F-5F97-8142-20CE5F2B5F81}"/>
              </a:ext>
            </a:extLst>
          </p:cNvPr>
          <p:cNvSpPr/>
          <p:nvPr/>
        </p:nvSpPr>
        <p:spPr>
          <a:xfrm rot="16200000" flipV="1">
            <a:off x="5387901" y="1655372"/>
            <a:ext cx="98384" cy="82251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AB16066-A20D-A5AA-5D2D-DB0232069C58}"/>
              </a:ext>
            </a:extLst>
          </p:cNvPr>
          <p:cNvSpPr/>
          <p:nvPr/>
        </p:nvSpPr>
        <p:spPr>
          <a:xfrm rot="5400000" flipV="1">
            <a:off x="7830858" y="445608"/>
            <a:ext cx="98384" cy="117059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4B18D4FB-D90E-57CB-4D9A-22144F42EE9F}"/>
              </a:ext>
            </a:extLst>
          </p:cNvPr>
          <p:cNvGrpSpPr/>
          <p:nvPr/>
        </p:nvGrpSpPr>
        <p:grpSpPr>
          <a:xfrm rot="5400000">
            <a:off x="5495909" y="2329376"/>
            <a:ext cx="98814" cy="711634"/>
            <a:chOff x="4737834" y="4900127"/>
            <a:chExt cx="98814" cy="711634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BD176F60-18F6-01BC-7730-CDE1B9EB9FE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56D8FA9E-4276-C56B-3392-7AFE6DF843B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F14C823C-C170-5527-835B-90F09FCD4EDE}"/>
              </a:ext>
            </a:extLst>
          </p:cNvPr>
          <p:cNvSpPr/>
          <p:nvPr/>
        </p:nvSpPr>
        <p:spPr>
          <a:xfrm flipV="1">
            <a:off x="6568163" y="1254919"/>
            <a:ext cx="98385" cy="8664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0E98E85-0A35-BB2F-7D9A-0EF379EB7926}"/>
              </a:ext>
            </a:extLst>
          </p:cNvPr>
          <p:cNvSpPr txBox="1"/>
          <p:nvPr/>
        </p:nvSpPr>
        <p:spPr>
          <a:xfrm>
            <a:off x="8206113" y="547441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D478EB12-9D36-127D-5488-CC0DE363C56C}"/>
              </a:ext>
            </a:extLst>
          </p:cNvPr>
          <p:cNvCxnSpPr>
            <a:cxnSpLocks/>
            <a:stCxn id="99" idx="0"/>
            <a:endCxn id="58" idx="2"/>
          </p:cNvCxnSpPr>
          <p:nvPr/>
        </p:nvCxnSpPr>
        <p:spPr>
          <a:xfrm flipH="1" flipV="1">
            <a:off x="7596825" y="4456895"/>
            <a:ext cx="1831738" cy="1017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06EE080B-7C27-E1DA-1DA6-F3EFA1CDD843}"/>
              </a:ext>
            </a:extLst>
          </p:cNvPr>
          <p:cNvSpPr txBox="1"/>
          <p:nvPr/>
        </p:nvSpPr>
        <p:spPr>
          <a:xfrm>
            <a:off x="8206113" y="5834624"/>
            <a:ext cx="32146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46056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21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진옥화</dc:creator>
  <cp:lastModifiedBy>임경희</cp:lastModifiedBy>
  <cp:revision>22</cp:revision>
  <dcterms:created xsi:type="dcterms:W3CDTF">2024-03-26T08:21:00Z</dcterms:created>
  <dcterms:modified xsi:type="dcterms:W3CDTF">2025-04-11T01:01:29Z</dcterms:modified>
</cp:coreProperties>
</file>