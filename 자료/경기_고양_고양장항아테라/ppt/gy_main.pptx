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9" r:id="rId13"/>
    <p:sldId id="517" r:id="rId14"/>
    <p:sldId id="516" r:id="rId15"/>
    <p:sldId id="519" r:id="rId16"/>
    <p:sldId id="520" r:id="rId17"/>
    <p:sldId id="506" r:id="rId18"/>
    <p:sldId id="515" r:id="rId19"/>
    <p:sldId id="514" r:id="rId20"/>
    <p:sldId id="507" r:id="rId21"/>
    <p:sldId id="513" r:id="rId22"/>
    <p:sldId id="512" r:id="rId23"/>
    <p:sldId id="51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797E0F4A-49F0-4167-8FFC-327A76BD6298}">
          <p14:sldIdLst>
            <p14:sldId id="509"/>
            <p14:sldId id="517"/>
            <p14:sldId id="516"/>
            <p14:sldId id="519"/>
            <p14:sldId id="520"/>
          </p14:sldIdLst>
        </p14:section>
        <p14:section name="84B" id="{A8B08FBB-9E15-4AA3-AA07-1A8576E0EA54}">
          <p14:sldIdLst>
            <p14:sldId id="506"/>
            <p14:sldId id="515"/>
            <p14:sldId id="514"/>
          </p14:sldIdLst>
        </p14:section>
        <p14:section name="84C" id="{1107681D-2702-482C-BF7A-D80FD640D6C9}">
          <p14:sldIdLst>
            <p14:sldId id="507"/>
            <p14:sldId id="513"/>
            <p14:sldId id="512"/>
            <p14:sldId id="5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703A3-F7CD-4819-BAA6-81356E2468B6}" v="1" dt="2026-05-26T00:35:41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정인" userId="S::in0202@ilsolution2016.onmicrosoft.com::5dda0434-a49e-4f2e-ace0-95f189ca4bfa" providerId="AD" clId="Web-{A1CFC3B9-9808-3B21-3E4A-4AD08946DD2F}"/>
    <pc:docChg chg="addSld delSld modSection">
      <pc:chgData name="박정인" userId="S::in0202@ilsolution2016.onmicrosoft.com::5dda0434-a49e-4f2e-ace0-95f189ca4bfa" providerId="AD" clId="Web-{A1CFC3B9-9808-3B21-3E4A-4AD08946DD2F}" dt="2026-05-02T02:49:50.138" v="1"/>
      <pc:docMkLst>
        <pc:docMk/>
      </pc:docMkLst>
    </pc:docChg>
  </pc:docChgLst>
  <pc:docChgLst>
    <pc:chgData name="진옥화" userId="20b55f0b-5a9b-4958-9543-f5cbd24a6a07" providerId="ADAL" clId="{96675D79-D1A2-4548-BA94-5CE229F3E756}"/>
    <pc:docChg chg="custSel addSld modSld sldOrd modSection">
      <pc:chgData name="진옥화" userId="20b55f0b-5a9b-4958-9543-f5cbd24a6a07" providerId="ADAL" clId="{96675D79-D1A2-4548-BA94-5CE229F3E756}" dt="2026-05-26T00:36:04.586" v="21" actId="207"/>
      <pc:docMkLst>
        <pc:docMk/>
      </pc:docMkLst>
      <pc:sldChg chg="add">
        <pc:chgData name="진옥화" userId="20b55f0b-5a9b-4958-9543-f5cbd24a6a07" providerId="ADAL" clId="{96675D79-D1A2-4548-BA94-5CE229F3E756}" dt="2026-05-13T03:03:27.662" v="0"/>
        <pc:sldMkLst>
          <pc:docMk/>
          <pc:sldMk cId="3272144395" sldId="518"/>
        </pc:sldMkLst>
      </pc:sldChg>
      <pc:sldChg chg="add">
        <pc:chgData name="진옥화" userId="20b55f0b-5a9b-4958-9543-f5cbd24a6a07" providerId="ADAL" clId="{96675D79-D1A2-4548-BA94-5CE229F3E756}" dt="2026-05-13T03:08:37.903" v="1"/>
        <pc:sldMkLst>
          <pc:docMk/>
          <pc:sldMk cId="4014345994" sldId="519"/>
        </pc:sldMkLst>
      </pc:sldChg>
      <pc:sldChg chg="add">
        <pc:chgData name="진옥화" userId="20b55f0b-5a9b-4958-9543-f5cbd24a6a07" providerId="ADAL" clId="{96675D79-D1A2-4548-BA94-5CE229F3E756}" dt="2026-05-13T03:11:53.812" v="2"/>
        <pc:sldMkLst>
          <pc:docMk/>
          <pc:sldMk cId="1169439476" sldId="520"/>
        </pc:sldMkLst>
      </pc:sldChg>
      <pc:sldChg chg="addSp modSp new mod ord setBg">
        <pc:chgData name="진옥화" userId="20b55f0b-5a9b-4958-9543-f5cbd24a6a07" providerId="ADAL" clId="{96675D79-D1A2-4548-BA94-5CE229F3E756}" dt="2026-05-26T00:35:27.223" v="8"/>
        <pc:sldMkLst>
          <pc:docMk/>
          <pc:sldMk cId="104657705" sldId="521"/>
        </pc:sldMkLst>
        <pc:spChg chg="add">
          <ac:chgData name="진옥화" userId="20b55f0b-5a9b-4958-9543-f5cbd24a6a07" providerId="ADAL" clId="{96675D79-D1A2-4548-BA94-5CE229F3E756}" dt="2026-05-18T00:46:26.919" v="5" actId="26606"/>
          <ac:spMkLst>
            <pc:docMk/>
            <pc:sldMk cId="104657705" sldId="521"/>
            <ac:spMk id="8" creationId="{F3060C83-F051-4F0E-ABAD-AA0DFC48B218}"/>
          </ac:spMkLst>
        </pc:spChg>
        <pc:spChg chg="add">
          <ac:chgData name="진옥화" userId="20b55f0b-5a9b-4958-9543-f5cbd24a6a07" providerId="ADAL" clId="{96675D79-D1A2-4548-BA94-5CE229F3E756}" dt="2026-05-18T00:46:26.919" v="5" actId="26606"/>
          <ac:spMkLst>
            <pc:docMk/>
            <pc:sldMk cId="104657705" sldId="521"/>
            <ac:spMk id="10" creationId="{83C98ABE-055B-441F-B07E-44F97F083C39}"/>
          </ac:spMkLst>
        </pc:spChg>
        <pc:spChg chg="add">
          <ac:chgData name="진옥화" userId="20b55f0b-5a9b-4958-9543-f5cbd24a6a07" providerId="ADAL" clId="{96675D79-D1A2-4548-BA94-5CE229F3E756}" dt="2026-05-18T00:46:26.919" v="5" actId="26606"/>
          <ac:spMkLst>
            <pc:docMk/>
            <pc:sldMk cId="104657705" sldId="521"/>
            <ac:spMk id="12" creationId="{29FDB030-9B49-4CED-8CCD-4D99382388AC}"/>
          </ac:spMkLst>
        </pc:spChg>
        <pc:spChg chg="add">
          <ac:chgData name="진옥화" userId="20b55f0b-5a9b-4958-9543-f5cbd24a6a07" providerId="ADAL" clId="{96675D79-D1A2-4548-BA94-5CE229F3E756}" dt="2026-05-18T00:46:26.919" v="5" actId="26606"/>
          <ac:spMkLst>
            <pc:docMk/>
            <pc:sldMk cId="104657705" sldId="521"/>
            <ac:spMk id="14" creationId="{3783CA14-24A1-485C-8B30-D6A5D87987AD}"/>
          </ac:spMkLst>
        </pc:spChg>
        <pc:spChg chg="add">
          <ac:chgData name="진옥화" userId="20b55f0b-5a9b-4958-9543-f5cbd24a6a07" providerId="ADAL" clId="{96675D79-D1A2-4548-BA94-5CE229F3E756}" dt="2026-05-18T00:46:26.919" v="5" actId="26606"/>
          <ac:spMkLst>
            <pc:docMk/>
            <pc:sldMk cId="104657705" sldId="521"/>
            <ac:spMk id="16" creationId="{9A97C86A-04D6-40F7-AE84-31AB43E6A846}"/>
          </ac:spMkLst>
        </pc:spChg>
        <pc:spChg chg="add">
          <ac:chgData name="진옥화" userId="20b55f0b-5a9b-4958-9543-f5cbd24a6a07" providerId="ADAL" clId="{96675D79-D1A2-4548-BA94-5CE229F3E756}" dt="2026-05-18T00:46:26.919" v="5" actId="26606"/>
          <ac:spMkLst>
            <pc:docMk/>
            <pc:sldMk cId="104657705" sldId="521"/>
            <ac:spMk id="18" creationId="{FF9F2414-84E8-453E-B1F3-389FDE8192D9}"/>
          </ac:spMkLst>
        </pc:spChg>
        <pc:spChg chg="add">
          <ac:chgData name="진옥화" userId="20b55f0b-5a9b-4958-9543-f5cbd24a6a07" providerId="ADAL" clId="{96675D79-D1A2-4548-BA94-5CE229F3E756}" dt="2026-05-18T00:46:26.919" v="5" actId="26606"/>
          <ac:spMkLst>
            <pc:docMk/>
            <pc:sldMk cId="104657705" sldId="521"/>
            <ac:spMk id="20" creationId="{3ECA69A1-7536-43AC-85EF-C7106179F5ED}"/>
          </ac:spMkLst>
        </pc:spChg>
        <pc:picChg chg="add mod">
          <ac:chgData name="진옥화" userId="20b55f0b-5a9b-4958-9543-f5cbd24a6a07" providerId="ADAL" clId="{96675D79-D1A2-4548-BA94-5CE229F3E756}" dt="2026-05-18T00:46:26.919" v="5" actId="26606"/>
          <ac:picMkLst>
            <pc:docMk/>
            <pc:sldMk cId="104657705" sldId="521"/>
            <ac:picMk id="3" creationId="{B747F4B1-79FD-7AFE-B837-D37280FEE0B7}"/>
          </ac:picMkLst>
        </pc:picChg>
      </pc:sldChg>
      <pc:sldChg chg="addSp modSp new mod">
        <pc:chgData name="진옥화" userId="20b55f0b-5a9b-4958-9543-f5cbd24a6a07" providerId="ADAL" clId="{96675D79-D1A2-4548-BA94-5CE229F3E756}" dt="2026-05-26T00:36:04.586" v="21" actId="207"/>
        <pc:sldMkLst>
          <pc:docMk/>
          <pc:sldMk cId="3420029830" sldId="522"/>
        </pc:sldMkLst>
        <pc:spChg chg="add mod">
          <ac:chgData name="진옥화" userId="20b55f0b-5a9b-4958-9543-f5cbd24a6a07" providerId="ADAL" clId="{96675D79-D1A2-4548-BA94-5CE229F3E756}" dt="2026-05-26T00:36:04.586" v="21" actId="207"/>
          <ac:spMkLst>
            <pc:docMk/>
            <pc:sldMk cId="3420029830" sldId="522"/>
            <ac:spMk id="4" creationId="{FB5093EA-A4B6-B369-B642-6ECC6E213B93}"/>
          </ac:spMkLst>
        </pc:spChg>
        <pc:picChg chg="add">
          <ac:chgData name="진옥화" userId="20b55f0b-5a9b-4958-9543-f5cbd24a6a07" providerId="ADAL" clId="{96675D79-D1A2-4548-BA94-5CE229F3E756}" dt="2026-05-26T00:35:37.463" v="9" actId="22"/>
          <ac:picMkLst>
            <pc:docMk/>
            <pc:sldMk cId="3420029830" sldId="522"/>
            <ac:picMk id="3" creationId="{C2C4E6C9-E1EB-D073-3D1A-3A16D9DD38B3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94BF6-7C75-E047-65BC-113389F09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DF3F26-410A-30ED-65A6-4B41996E3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89EFCB-3B88-B884-D777-2D1CE51B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4FC746-B5AB-AA61-5FD5-1B902978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3591C-9875-ADCF-680F-52B9ECC4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00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3137E-0F09-C259-D69A-A2E0FF1F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7885E-A9E4-3B58-8086-D12324FEA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FAC8F-923D-934E-BB1A-D5C503D22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C5BFB-0D27-AAC6-9F24-4D697160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B812D4-E7E1-D989-BD9E-99E72FAE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7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3B348-AA65-1A74-E539-011F704A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083C12-4F56-71AF-B05B-F467A7255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B4C591-A585-ED5B-8707-1CA835EE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357AAD-6CE9-0BEC-D23C-4E844515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0B42A-6E44-E520-ED77-70F47470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8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6C271-06C3-DBA8-BFB8-6218EE39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EC83E-1028-34F3-5F9B-B9AE0BFF1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4FE9F3-95C4-C1EC-0F91-0B0D70724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540A5B-9DF2-3A94-0202-F89C3440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B8EC78-6E18-E001-8F69-345D666F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26201-A9E9-F276-6973-507B6C46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05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41BE9-214D-D825-3731-E1779E108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41B42E-4F9E-EFE0-6A09-6B6A75889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775C42-119E-3888-97EB-5E6BDE0C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6750F7-6F22-5D5B-C63A-8696E7521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76007E-F38C-2173-FD2C-AEC798C63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FAB0E5-6360-F710-A912-48B92A1E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AB95E7-A95D-A036-E29F-42E66B66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D78AAC-3BC8-62F1-368C-54E9854C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7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51AB2-241D-229B-B768-5CFC91ACA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A377DE-A4CC-C4A0-C3CE-6F8FC9BA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9F702-5B67-E998-D1DA-F9153CFA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DF3EE1-0B34-9B4C-1486-1AC0C209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232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7F571C-B59D-E0C5-FE9A-296CEBDF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5399FF-AFA0-1E99-5CEA-FE8E2700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EEAF6-0860-253C-F4E3-88D36E1E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57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1E835-EB3E-AB82-079B-2AF1FF4C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90508-FC1F-7BDA-547E-39FB3B1B6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BAC8C3-603A-6699-25E3-41A86A27D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C1BBBA-0039-6C9A-C945-7172A71E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38527E-4613-4DEB-FF67-7CCA47C1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3185DD-21D6-D874-BE28-324A03A2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30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AF151-398B-B3B7-234E-B7CF8D1A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425B9C-A269-2D1B-8374-595AC4A7E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3157D0-A45D-72AD-0498-1E544C521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8D2E-4E6B-A5C7-094D-0EE1F9C7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D9C48E-60F9-2800-ADE2-E9E9B35C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F6F652-3025-A8C3-67C5-DA9BAD26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16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02071-E948-539D-58DF-338C5B47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0A0391-EC54-C530-6D5A-263F8C4C0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A87E5A-6DD2-DA8A-BF48-D31E9785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55C446-F952-33FF-A308-8C998C5E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1C23A-48B4-DC31-E6E1-73261E5B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16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0BCCCF-6F95-B5D4-2851-FEB567FDE3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F8F92B-924C-BF70-B895-62F31C70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3E080-10AF-A9AE-5193-121277BB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38437D-43C8-FD98-55B1-3A5FDEFC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6510A-DBA8-0761-6794-3AA1F563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977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F25CF7-E54A-0589-5C30-889C20D6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E1709D-E010-BF50-18BF-8901D9F06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E7173-1990-A80A-E891-7DB9F1E8F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701F3-C9AE-4217-8BEF-9DD1FBE8A560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989FB-66DD-1B31-B089-FDF9EC3BD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7787B-5912-C233-CA2C-AE8662E10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28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1.wdp"/><Relationship Id="rId4" Type="http://schemas.openxmlformats.org/officeDocument/2006/relationships/image" Target="../media/image2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1.wdp"/><Relationship Id="rId4" Type="http://schemas.openxmlformats.org/officeDocument/2006/relationships/image" Target="../media/image2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1.wdp"/><Relationship Id="rId4" Type="http://schemas.openxmlformats.org/officeDocument/2006/relationships/image" Target="../media/image2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1.wdp"/><Relationship Id="rId4" Type="http://schemas.openxmlformats.org/officeDocument/2006/relationships/image" Target="../media/image240.png"/><Relationship Id="rId5" Type="http://schemas.openxmlformats.org/officeDocument/2006/relationships/image" Target="../media/image26.png"/><Relationship Id="rId6" Type="http://schemas.openxmlformats.org/officeDocument/2006/relationships/image" Target="../media/image27.jpg"/><Relationship Id="rId7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1.wdp"/><Relationship Id="rId4" Type="http://schemas.openxmlformats.org/officeDocument/2006/relationships/image" Target="../media/image240.png"/><Relationship Id="rId5" Type="http://schemas.openxmlformats.org/officeDocument/2006/relationships/image" Target="../media/image26.png"/><Relationship Id="rId6" Type="http://schemas.openxmlformats.org/officeDocument/2006/relationships/image" Target="../media/image27.jp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2.wdp"/><Relationship Id="rId4" Type="http://schemas.openxmlformats.org/officeDocument/2006/relationships/image" Target="../media/image2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2.wdp"/><Relationship Id="rId4" Type="http://schemas.openxmlformats.org/officeDocument/2006/relationships/image" Target="../media/image26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2.wdp"/><Relationship Id="rId4" Type="http://schemas.openxmlformats.org/officeDocument/2006/relationships/image" Target="../media/image26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3.wdp"/><Relationship Id="rId4" Type="http://schemas.openxmlformats.org/officeDocument/2006/relationships/image" Target="../media/image28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3.wdp"/><Relationship Id="rId4" Type="http://schemas.openxmlformats.org/officeDocument/2006/relationships/image" Target="../media/image28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3.wdp"/><Relationship Id="rId4" Type="http://schemas.openxmlformats.org/officeDocument/2006/relationships/image" Target="../media/image28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3.wdp"/><Relationship Id="rId4" Type="http://schemas.openxmlformats.org/officeDocument/2006/relationships/image" Target="../media/image280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7.jpg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65E9-E5FA-8A17-5BD3-464C8343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32EBC9D-6A0D-9894-A1DB-CAD01A55F1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CE96AA-DAA7-8263-7D3B-2D97F0E0574D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CE96AA-DAA7-8263-7D3B-2D97F0E05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B6FE6FC4-0964-7636-974D-D1184BF409A5}"/>
              </a:ext>
            </a:extLst>
          </p:cNvPr>
          <p:cNvSpPr/>
          <p:nvPr/>
        </p:nvSpPr>
        <p:spPr>
          <a:xfrm rot="5400000">
            <a:off x="5535064" y="5122381"/>
            <a:ext cx="102820" cy="19286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AE7E70D-15BB-4572-41D7-EB8154D37571}"/>
              </a:ext>
            </a:extLst>
          </p:cNvPr>
          <p:cNvSpPr/>
          <p:nvPr/>
        </p:nvSpPr>
        <p:spPr>
          <a:xfrm>
            <a:off x="4933651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9C27331-6B2B-C6EF-DA88-5A48FD1E82A7}"/>
              </a:ext>
            </a:extLst>
          </p:cNvPr>
          <p:cNvSpPr/>
          <p:nvPr/>
        </p:nvSpPr>
        <p:spPr>
          <a:xfrm>
            <a:off x="5102588" y="468995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68024-2A55-0AAB-753F-56E1408A5612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C6231-0C3A-C57A-3462-C0ABD92A1A9E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F1E52B-A0CC-FF5F-E118-5ACAB57806C8}"/>
              </a:ext>
            </a:extLst>
          </p:cNvPr>
          <p:cNvSpPr/>
          <p:nvPr/>
        </p:nvSpPr>
        <p:spPr>
          <a:xfrm flipV="1">
            <a:off x="8615311" y="2783436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D7880FC-38B8-5863-B20D-6B7BAFDB7D7A}"/>
              </a:ext>
            </a:extLst>
          </p:cNvPr>
          <p:cNvGrpSpPr/>
          <p:nvPr/>
        </p:nvGrpSpPr>
        <p:grpSpPr>
          <a:xfrm rot="5400000">
            <a:off x="7694318" y="3835828"/>
            <a:ext cx="98804" cy="602096"/>
            <a:chOff x="4737844" y="5009665"/>
            <a:chExt cx="98804" cy="60209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5CA65C0-28E2-98D9-A9DB-51FD4CF44184}"/>
                </a:ext>
              </a:extLst>
            </p:cNvPr>
            <p:cNvSpPr/>
            <p:nvPr/>
          </p:nvSpPr>
          <p:spPr>
            <a:xfrm>
              <a:off x="4737844" y="500966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F2CB794-54B6-920D-F426-5A19043E071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1BEFF-C725-66BF-31DF-F8E1A90C737B}"/>
              </a:ext>
            </a:extLst>
          </p:cNvPr>
          <p:cNvSpPr/>
          <p:nvPr/>
        </p:nvSpPr>
        <p:spPr>
          <a:xfrm flipV="1">
            <a:off x="9621730" y="3395663"/>
            <a:ext cx="98385" cy="82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8E6B5F-3A63-46EC-6516-D56044D170CB}"/>
              </a:ext>
            </a:extLst>
          </p:cNvPr>
          <p:cNvSpPr txBox="1"/>
          <p:nvPr/>
        </p:nvSpPr>
        <p:spPr>
          <a:xfrm>
            <a:off x="5427321" y="641832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3A4F1D8-FC01-764E-0C8B-7154582AAAED}"/>
              </a:ext>
            </a:extLst>
          </p:cNvPr>
          <p:cNvCxnSpPr>
            <a:cxnSpLocks/>
          </p:cNvCxnSpPr>
          <p:nvPr/>
        </p:nvCxnSpPr>
        <p:spPr>
          <a:xfrm flipV="1">
            <a:off x="5702260" y="5793591"/>
            <a:ext cx="0" cy="65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13">
            <a:extLst>
              <a:ext uri="{FF2B5EF4-FFF2-40B4-BE49-F238E27FC236}">
                <a16:creationId xmlns:a16="http://schemas.microsoft.com/office/drawing/2014/main" id="{A3223A55-E409-2185-1A64-A98AEB67D43D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CE93189-ABEB-FAE0-A24D-4FF481E1F60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8F1A04AE-1A2E-8B31-99CA-DB33DB39E9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B9CF042-C7F6-783A-8B51-949C0126515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9E88A05-E356-E09D-E604-ACBD83F507F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9583E1C7-D321-54ED-A056-D82ED407D1D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B560084-4EC9-776E-B70C-2FD115629DB9}"/>
              </a:ext>
            </a:extLst>
          </p:cNvPr>
          <p:cNvGrpSpPr/>
          <p:nvPr/>
        </p:nvGrpSpPr>
        <p:grpSpPr>
          <a:xfrm>
            <a:off x="6558506" y="4352455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EAE423F-2456-83E6-0F6D-18D9ED33E01F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14E9C8A-8924-4948-46E6-D46C363A220E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CE82C4E-DD9C-FEFA-099A-3A03DBF124C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A88444-E0DF-48BF-0CDD-3960DA8EA42C}"/>
              </a:ext>
            </a:extLst>
          </p:cNvPr>
          <p:cNvSpPr/>
          <p:nvPr/>
        </p:nvSpPr>
        <p:spPr>
          <a:xfrm flipV="1">
            <a:off x="4271723" y="2797723"/>
            <a:ext cx="98385" cy="6856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86AC02F-67E6-CBB5-4FB5-3EAA754828D7}"/>
              </a:ext>
            </a:extLst>
          </p:cNvPr>
          <p:cNvGrpSpPr/>
          <p:nvPr/>
        </p:nvGrpSpPr>
        <p:grpSpPr>
          <a:xfrm>
            <a:off x="4467249" y="4350866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80301AF-7CAA-1E0B-AFAB-3054A2FEAD99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EFA2827-653C-083A-CD55-F78C7F9A46F2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10E47DC-2992-9129-3040-444D30A40D1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2F7532-6319-2A2F-300B-437131087D7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112570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C227-5B49-DEE2-4712-D399EE06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30B618D-49FB-C810-2EE3-198A3CB7E8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907EE3-95FA-D3C8-E458-23125F657ABB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907EE3-95FA-D3C8-E458-23125F657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A078998-E612-F1FD-7A7B-4DDFB1FF3B9D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444754-7296-58D9-F292-1A687B55865D}"/>
              </a:ext>
            </a:extLst>
          </p:cNvPr>
          <p:cNvSpPr/>
          <p:nvPr/>
        </p:nvSpPr>
        <p:spPr>
          <a:xfrm>
            <a:off x="3371024" y="5315826"/>
            <a:ext cx="8818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C90CA-2973-E59B-7DF7-3FB3AD8E12E5}"/>
              </a:ext>
            </a:extLst>
          </p:cNvPr>
          <p:cNvSpPr txBox="1"/>
          <p:nvPr/>
        </p:nvSpPr>
        <p:spPr>
          <a:xfrm>
            <a:off x="2749038" y="45063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62DFF5-98B3-1023-4EE1-A17DCB4621DD}"/>
              </a:ext>
            </a:extLst>
          </p:cNvPr>
          <p:cNvSpPr/>
          <p:nvPr/>
        </p:nvSpPr>
        <p:spPr>
          <a:xfrm rot="5400000">
            <a:off x="5535064" y="5122381"/>
            <a:ext cx="102820" cy="19286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155727C-221F-3CA1-0CE2-269CE840CB2C}"/>
              </a:ext>
            </a:extLst>
          </p:cNvPr>
          <p:cNvSpPr/>
          <p:nvPr/>
        </p:nvSpPr>
        <p:spPr>
          <a:xfrm>
            <a:off x="496222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E0363CD-0F26-14BB-BFC8-C84B3CEF4579}"/>
              </a:ext>
            </a:extLst>
          </p:cNvPr>
          <p:cNvSpPr/>
          <p:nvPr/>
        </p:nvSpPr>
        <p:spPr>
          <a:xfrm>
            <a:off x="5131163" y="468995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A52F8-7AEE-05A8-0E26-03197FEA8143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09FFC-23BB-94BA-8248-FD6213CF1CC2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2FB4EB7-2DE8-2320-437C-98297E3B49C6}"/>
              </a:ext>
            </a:extLst>
          </p:cNvPr>
          <p:cNvGrpSpPr/>
          <p:nvPr/>
        </p:nvGrpSpPr>
        <p:grpSpPr>
          <a:xfrm>
            <a:off x="4232055" y="438542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803E70F-4383-E20D-6F29-EE26192A1BE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B72BE2B-EA09-D649-D615-A465D9FF616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36C384A-186C-BA02-4322-6776E102AEEB}"/>
              </a:ext>
            </a:extLst>
          </p:cNvPr>
          <p:cNvGrpSpPr/>
          <p:nvPr/>
        </p:nvGrpSpPr>
        <p:grpSpPr>
          <a:xfrm>
            <a:off x="8073150" y="293363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9B56BD0-9F47-B412-AD7A-FBA592F6069C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7A9554FE-A4D5-946A-FF33-5850251190B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9FD3617-E6CD-D91D-D160-411B31CDCC4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25D72260-53E1-128A-DD1D-2B20876FB7BB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D5DCDA9-CC1E-CF02-87D6-4D76027D1045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B4233DA9-2A64-59B2-10AD-0F6A5D1EA99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47FC7370-CEFC-0FC9-1DCB-265E1684A6C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13E0B4-82F0-D154-FB64-2D1911461254}"/>
              </a:ext>
            </a:extLst>
          </p:cNvPr>
          <p:cNvSpPr/>
          <p:nvPr/>
        </p:nvSpPr>
        <p:spPr>
          <a:xfrm flipV="1">
            <a:off x="8615311" y="2783436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9525F12-315F-E89F-72D6-FC496C9484CF}"/>
              </a:ext>
            </a:extLst>
          </p:cNvPr>
          <p:cNvGrpSpPr/>
          <p:nvPr/>
        </p:nvGrpSpPr>
        <p:grpSpPr>
          <a:xfrm rot="5400000">
            <a:off x="7694318" y="3835828"/>
            <a:ext cx="98804" cy="602096"/>
            <a:chOff x="4737844" y="5009665"/>
            <a:chExt cx="98804" cy="60209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5236A15-1089-B9C2-28A4-D4A1FB9AAC32}"/>
                </a:ext>
              </a:extLst>
            </p:cNvPr>
            <p:cNvSpPr/>
            <p:nvPr/>
          </p:nvSpPr>
          <p:spPr>
            <a:xfrm>
              <a:off x="4737844" y="500966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09FA892-6192-6896-D6DA-0E781A4D839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51990E9-8EA1-369F-4323-0C6913FB6835}"/>
              </a:ext>
            </a:extLst>
          </p:cNvPr>
          <p:cNvSpPr/>
          <p:nvPr/>
        </p:nvSpPr>
        <p:spPr>
          <a:xfrm flipV="1">
            <a:off x="9621730" y="3395663"/>
            <a:ext cx="98385" cy="82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8B22F3-1ED1-5A38-2364-0DE636863C4A}"/>
              </a:ext>
            </a:extLst>
          </p:cNvPr>
          <p:cNvSpPr txBox="1"/>
          <p:nvPr/>
        </p:nvSpPr>
        <p:spPr>
          <a:xfrm>
            <a:off x="5427321" y="641832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52368E1-B012-B45B-E1B5-35EBBDE52AEB}"/>
              </a:ext>
            </a:extLst>
          </p:cNvPr>
          <p:cNvCxnSpPr>
            <a:cxnSpLocks/>
          </p:cNvCxnSpPr>
          <p:nvPr/>
        </p:nvCxnSpPr>
        <p:spPr>
          <a:xfrm flipV="1">
            <a:off x="5702260" y="5793591"/>
            <a:ext cx="0" cy="65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13">
            <a:extLst>
              <a:ext uri="{FF2B5EF4-FFF2-40B4-BE49-F238E27FC236}">
                <a16:creationId xmlns:a16="http://schemas.microsoft.com/office/drawing/2014/main" id="{6126334C-6A84-3401-A92F-5D22B8B60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938D048-34C6-5B7B-97BF-F056717CF7A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0D7B98B2-9F51-E3EB-B33D-F30E294F5FD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423C364D-2E0F-D3C2-C851-661C834A5A3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B912DF3A-02FE-B21E-A8C2-01304F32E85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09A17C67-E454-535C-A208-86297DA11FA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E742579-A9D0-7812-50EF-0CBE1C312C3A}"/>
              </a:ext>
            </a:extLst>
          </p:cNvPr>
          <p:cNvGrpSpPr/>
          <p:nvPr/>
        </p:nvGrpSpPr>
        <p:grpSpPr>
          <a:xfrm>
            <a:off x="6558506" y="4352455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EF72E13-039E-5B25-767A-06A647413391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9975F8B-662E-00B8-234B-1A285F444703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59AD27E-0D48-C22C-3540-01251D53153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083B82-24EF-5293-51D8-D01CE91743F8}"/>
              </a:ext>
            </a:extLst>
          </p:cNvPr>
          <p:cNvSpPr/>
          <p:nvPr/>
        </p:nvSpPr>
        <p:spPr>
          <a:xfrm flipV="1">
            <a:off x="4271723" y="2797723"/>
            <a:ext cx="98385" cy="6856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38CB87F-D91C-2915-06FD-8BF1A00F8D0D}"/>
              </a:ext>
            </a:extLst>
          </p:cNvPr>
          <p:cNvGrpSpPr/>
          <p:nvPr/>
        </p:nvGrpSpPr>
        <p:grpSpPr>
          <a:xfrm>
            <a:off x="4467249" y="4350866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BEDA838-F8C4-0044-DF20-E264E1705AD7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9FF675F-419C-6939-E4F2-3BF2076B1158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02C48B6-A0B1-2290-31EB-3D12B87D51D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1030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1712-DF4C-717E-05F2-6D97E6D9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CC18231-41E5-18BD-C6EA-9D263D98B6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1052E24-58AF-DD56-D62A-11E6564CB604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7EDF91-DBB9-5248-408E-702D7750E5A7}"/>
              </a:ext>
            </a:extLst>
          </p:cNvPr>
          <p:cNvSpPr/>
          <p:nvPr/>
        </p:nvSpPr>
        <p:spPr>
          <a:xfrm>
            <a:off x="3371024" y="5315826"/>
            <a:ext cx="8818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79DAE-06AD-D6FD-A1F1-7A03C61D9F35}"/>
              </a:ext>
            </a:extLst>
          </p:cNvPr>
          <p:cNvSpPr txBox="1"/>
          <p:nvPr/>
        </p:nvSpPr>
        <p:spPr>
          <a:xfrm>
            <a:off x="2749038" y="45063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C731AA-267C-9F17-4048-FEA891D3B9E7}"/>
              </a:ext>
            </a:extLst>
          </p:cNvPr>
          <p:cNvSpPr/>
          <p:nvPr/>
        </p:nvSpPr>
        <p:spPr>
          <a:xfrm rot="5400000">
            <a:off x="5535064" y="5122381"/>
            <a:ext cx="102820" cy="19286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3355B82-0FF5-1091-033D-3EEEC8E7B1D4}"/>
              </a:ext>
            </a:extLst>
          </p:cNvPr>
          <p:cNvSpPr/>
          <p:nvPr/>
        </p:nvSpPr>
        <p:spPr>
          <a:xfrm>
            <a:off x="492412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893D8E9-A0C5-2761-6A2C-C5A56414D61E}"/>
              </a:ext>
            </a:extLst>
          </p:cNvPr>
          <p:cNvSpPr/>
          <p:nvPr/>
        </p:nvSpPr>
        <p:spPr>
          <a:xfrm>
            <a:off x="5093063" y="468995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8AB9E-579A-C672-30CE-682F72AB77D9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644DA-9433-47FE-6419-73E5C6D43A4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D165A886-7994-04AA-FA24-46FAE024753B}"/>
              </a:ext>
            </a:extLst>
          </p:cNvPr>
          <p:cNvSpPr/>
          <p:nvPr/>
        </p:nvSpPr>
        <p:spPr>
          <a:xfrm>
            <a:off x="5272491" y="487328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01D53E0-D270-CACE-C826-9C571AF54AC8}"/>
              </a:ext>
            </a:extLst>
          </p:cNvPr>
          <p:cNvGrpSpPr/>
          <p:nvPr/>
        </p:nvGrpSpPr>
        <p:grpSpPr>
          <a:xfrm>
            <a:off x="4232055" y="438542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51A655C-D997-B107-8244-DF878EBF424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27A4B0F-EB6A-9065-BB18-04B70DDB4F6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94E3A5-DA43-1FA9-961D-9F7DC8AF0990}"/>
              </a:ext>
            </a:extLst>
          </p:cNvPr>
          <p:cNvGrpSpPr/>
          <p:nvPr/>
        </p:nvGrpSpPr>
        <p:grpSpPr>
          <a:xfrm>
            <a:off x="8073150" y="293363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19D25C6-DF47-24C1-B9F4-CCB7F8DB886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0D9F098-9B85-AC28-2FAA-E186375E446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64B95DC-AF00-9CC0-CF72-057BA43FF20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EF1F184F-3685-F6CD-A933-770C0371586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391307B-87A0-0168-B250-946EB66904D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7B24E9A7-845E-F93E-400E-ABDAEFEDB7F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58826574-F672-A2ED-29A2-99BBCBF94C5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FF59E9-56CF-F262-4957-A72B99154E1D}"/>
              </a:ext>
            </a:extLst>
          </p:cNvPr>
          <p:cNvSpPr/>
          <p:nvPr/>
        </p:nvSpPr>
        <p:spPr>
          <a:xfrm flipV="1">
            <a:off x="8615311" y="2783436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3AAA74-DFF4-8A77-15D1-F830480032F3}"/>
              </a:ext>
            </a:extLst>
          </p:cNvPr>
          <p:cNvGrpSpPr/>
          <p:nvPr/>
        </p:nvGrpSpPr>
        <p:grpSpPr>
          <a:xfrm rot="5400000">
            <a:off x="7694318" y="3835828"/>
            <a:ext cx="98804" cy="602096"/>
            <a:chOff x="4737844" y="5009665"/>
            <a:chExt cx="98804" cy="60209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31617E3-3BF0-B226-032D-3069139A4566}"/>
                </a:ext>
              </a:extLst>
            </p:cNvPr>
            <p:cNvSpPr/>
            <p:nvPr/>
          </p:nvSpPr>
          <p:spPr>
            <a:xfrm>
              <a:off x="4737844" y="500966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98146B56-6F4A-2B2D-E96A-EB04B27E245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4B88E9-9E5D-67BB-24FD-9CF495DB2B88}"/>
              </a:ext>
            </a:extLst>
          </p:cNvPr>
          <p:cNvSpPr/>
          <p:nvPr/>
        </p:nvSpPr>
        <p:spPr>
          <a:xfrm flipV="1">
            <a:off x="9621730" y="3395663"/>
            <a:ext cx="98385" cy="82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9491BD-8423-55AD-6F08-F765EF199D2E}"/>
              </a:ext>
            </a:extLst>
          </p:cNvPr>
          <p:cNvSpPr txBox="1"/>
          <p:nvPr/>
        </p:nvSpPr>
        <p:spPr>
          <a:xfrm>
            <a:off x="5427321" y="641832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A8B0678-E806-A8AC-11DB-F39F75597EFC}"/>
              </a:ext>
            </a:extLst>
          </p:cNvPr>
          <p:cNvCxnSpPr>
            <a:cxnSpLocks/>
          </p:cNvCxnSpPr>
          <p:nvPr/>
        </p:nvCxnSpPr>
        <p:spPr>
          <a:xfrm flipV="1">
            <a:off x="5702260" y="5793591"/>
            <a:ext cx="0" cy="65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D5127D6-E1FC-9893-1FBE-263C4993DFF4}"/>
              </a:ext>
            </a:extLst>
          </p:cNvPr>
          <p:cNvSpPr txBox="1"/>
          <p:nvPr/>
        </p:nvSpPr>
        <p:spPr>
          <a:xfrm>
            <a:off x="3239259" y="630176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99130C0F-4B6C-1E8E-727B-21B1E726673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86C0B6B-9FBB-7836-6A70-5EBA8920680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385E2A3-25DC-1016-61F4-9D3591811CB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6473242-203F-6F2A-D4FC-D791144CF2A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52D39ED-412C-4ADC-1536-FDCBBCE470A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2AAEA970-1F77-1E20-C188-8FFD3C706F5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33F6581-9EED-0CD4-55D3-0BEFD4E936D7}"/>
              </a:ext>
            </a:extLst>
          </p:cNvPr>
          <p:cNvGrpSpPr/>
          <p:nvPr/>
        </p:nvGrpSpPr>
        <p:grpSpPr>
          <a:xfrm>
            <a:off x="6558506" y="4352455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65DAE82-1408-7CD2-3211-74A45753FF61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694EC8C-AB0B-94FE-6762-2BB47C5ACE6F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04EEE6D-E4AB-7255-4A2C-ABB3463F08C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97FB528-8203-D777-3142-EC24D849952B}"/>
              </a:ext>
            </a:extLst>
          </p:cNvPr>
          <p:cNvSpPr/>
          <p:nvPr/>
        </p:nvSpPr>
        <p:spPr>
          <a:xfrm flipV="1">
            <a:off x="4271723" y="2797723"/>
            <a:ext cx="98385" cy="6856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4F039B-526C-233B-1CCD-AC633BA03B14}"/>
              </a:ext>
            </a:extLst>
          </p:cNvPr>
          <p:cNvGrpSpPr/>
          <p:nvPr/>
        </p:nvGrpSpPr>
        <p:grpSpPr>
          <a:xfrm>
            <a:off x="4467249" y="4350866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77E759F-5B78-C341-3D24-D4540E52F0A2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BECBFEE-0E28-9CF6-8F7B-BD6755713A9B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5CBD473-4F21-9F72-02B4-78D192AF968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9470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1712-DF4C-717E-05F2-6D97E6D9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CC18231-41E5-18BD-C6EA-9D263D98B6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1052E24-58AF-DD56-D62A-11E6564CB604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7EDF91-DBB9-5248-408E-702D7750E5A7}"/>
              </a:ext>
            </a:extLst>
          </p:cNvPr>
          <p:cNvSpPr/>
          <p:nvPr/>
        </p:nvSpPr>
        <p:spPr>
          <a:xfrm>
            <a:off x="3371024" y="5315826"/>
            <a:ext cx="8818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79DAE-06AD-D6FD-A1F1-7A03C61D9F35}"/>
              </a:ext>
            </a:extLst>
          </p:cNvPr>
          <p:cNvSpPr txBox="1"/>
          <p:nvPr/>
        </p:nvSpPr>
        <p:spPr>
          <a:xfrm>
            <a:off x="2749038" y="45063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C731AA-267C-9F17-4048-FEA891D3B9E7}"/>
              </a:ext>
            </a:extLst>
          </p:cNvPr>
          <p:cNvSpPr/>
          <p:nvPr/>
        </p:nvSpPr>
        <p:spPr>
          <a:xfrm rot="5400000">
            <a:off x="5535064" y="5122381"/>
            <a:ext cx="102820" cy="19286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3355B82-0FF5-1091-033D-3EEEC8E7B1D4}"/>
              </a:ext>
            </a:extLst>
          </p:cNvPr>
          <p:cNvSpPr/>
          <p:nvPr/>
        </p:nvSpPr>
        <p:spPr>
          <a:xfrm>
            <a:off x="492412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8AB9E-579A-C672-30CE-682F72AB77D9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644DA-9433-47FE-6419-73E5C6D43A4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D165A886-7994-04AA-FA24-46FAE024753B}"/>
              </a:ext>
            </a:extLst>
          </p:cNvPr>
          <p:cNvSpPr/>
          <p:nvPr/>
        </p:nvSpPr>
        <p:spPr>
          <a:xfrm>
            <a:off x="5272491" y="487328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01D53E0-D270-CACE-C826-9C571AF54AC8}"/>
              </a:ext>
            </a:extLst>
          </p:cNvPr>
          <p:cNvGrpSpPr/>
          <p:nvPr/>
        </p:nvGrpSpPr>
        <p:grpSpPr>
          <a:xfrm>
            <a:off x="4232055" y="438542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51A655C-D997-B107-8244-DF878EBF424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27A4B0F-EB6A-9065-BB18-04B70DDB4F6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94E3A5-DA43-1FA9-961D-9F7DC8AF0990}"/>
              </a:ext>
            </a:extLst>
          </p:cNvPr>
          <p:cNvGrpSpPr/>
          <p:nvPr/>
        </p:nvGrpSpPr>
        <p:grpSpPr>
          <a:xfrm>
            <a:off x="8073150" y="293363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19D25C6-DF47-24C1-B9F4-CCB7F8DB886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0D9F098-9B85-AC28-2FAA-E186375E446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64B95DC-AF00-9CC0-CF72-057BA43FF20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EF1F184F-3685-F6CD-A933-770C0371586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391307B-87A0-0168-B250-946EB66904D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7B24E9A7-845E-F93E-400E-ABDAEFEDB7F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58826574-F672-A2ED-29A2-99BBCBF94C5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FF59E9-56CF-F262-4957-A72B99154E1D}"/>
              </a:ext>
            </a:extLst>
          </p:cNvPr>
          <p:cNvSpPr/>
          <p:nvPr/>
        </p:nvSpPr>
        <p:spPr>
          <a:xfrm flipV="1">
            <a:off x="8615311" y="2783436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3AAA74-DFF4-8A77-15D1-F830480032F3}"/>
              </a:ext>
            </a:extLst>
          </p:cNvPr>
          <p:cNvGrpSpPr/>
          <p:nvPr/>
        </p:nvGrpSpPr>
        <p:grpSpPr>
          <a:xfrm rot="5400000">
            <a:off x="7694318" y="3835828"/>
            <a:ext cx="98804" cy="602096"/>
            <a:chOff x="4737844" y="5009665"/>
            <a:chExt cx="98804" cy="60209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31617E3-3BF0-B226-032D-3069139A4566}"/>
                </a:ext>
              </a:extLst>
            </p:cNvPr>
            <p:cNvSpPr/>
            <p:nvPr/>
          </p:nvSpPr>
          <p:spPr>
            <a:xfrm>
              <a:off x="4737844" y="500966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98146B56-6F4A-2B2D-E96A-EB04B27E245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4B88E9-9E5D-67BB-24FD-9CF495DB2B88}"/>
              </a:ext>
            </a:extLst>
          </p:cNvPr>
          <p:cNvSpPr/>
          <p:nvPr/>
        </p:nvSpPr>
        <p:spPr>
          <a:xfrm flipV="1">
            <a:off x="9621730" y="3395663"/>
            <a:ext cx="98385" cy="82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5127D6-E1FC-9893-1FBE-263C4993DFF4}"/>
              </a:ext>
            </a:extLst>
          </p:cNvPr>
          <p:cNvSpPr txBox="1"/>
          <p:nvPr/>
        </p:nvSpPr>
        <p:spPr>
          <a:xfrm>
            <a:off x="4420304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99130C0F-4B6C-1E8E-727B-21B1E726673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86C0B6B-9FBB-7836-6A70-5EBA8920680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385E2A3-25DC-1016-61F4-9D3591811CB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6473242-203F-6F2A-D4FC-D791144CF2A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52D39ED-412C-4ADC-1536-FDCBBCE470A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2AAEA970-1F77-1E20-C188-8FFD3C706F5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33F6581-9EED-0CD4-55D3-0BEFD4E936D7}"/>
              </a:ext>
            </a:extLst>
          </p:cNvPr>
          <p:cNvGrpSpPr/>
          <p:nvPr/>
        </p:nvGrpSpPr>
        <p:grpSpPr>
          <a:xfrm>
            <a:off x="6558506" y="4352455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65DAE82-1408-7CD2-3211-74A45753FF61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694EC8C-AB0B-94FE-6762-2BB47C5ACE6F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04EEE6D-E4AB-7255-4A2C-ABB3463F08C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97FB528-8203-D777-3142-EC24D849952B}"/>
              </a:ext>
            </a:extLst>
          </p:cNvPr>
          <p:cNvSpPr/>
          <p:nvPr/>
        </p:nvSpPr>
        <p:spPr>
          <a:xfrm flipV="1">
            <a:off x="4271723" y="2797723"/>
            <a:ext cx="98385" cy="6856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4F039B-526C-233B-1CCD-AC633BA03B14}"/>
              </a:ext>
            </a:extLst>
          </p:cNvPr>
          <p:cNvGrpSpPr/>
          <p:nvPr/>
        </p:nvGrpSpPr>
        <p:grpSpPr>
          <a:xfrm>
            <a:off x="4467249" y="4350866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77E759F-5B78-C341-3D24-D4540E52F0A2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BECBFEE-0E28-9CF6-8F7B-BD6755713A9B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5CBD473-4F21-9F72-02B4-78D192AF968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879117B-5005-F72F-BF06-4C39F58B3D47}"/>
              </a:ext>
            </a:extLst>
          </p:cNvPr>
          <p:cNvSpPr/>
          <p:nvPr/>
        </p:nvSpPr>
        <p:spPr>
          <a:xfrm>
            <a:off x="5091767" y="4675025"/>
            <a:ext cx="905174" cy="97901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DA5FC7-3D0E-EAD2-BB21-BB35A04FCD59}"/>
              </a:ext>
            </a:extLst>
          </p:cNvPr>
          <p:cNvSpPr txBox="1"/>
          <p:nvPr/>
        </p:nvSpPr>
        <p:spPr>
          <a:xfrm>
            <a:off x="7946383" y="19509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highlight>
                  <a:srgbClr val="FFFF00"/>
                </a:highlight>
              </a:rPr>
              <a:t>현관미정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4D91811-1C10-C7EE-31FC-7AFA3D33C5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73101" y="4699986"/>
            <a:ext cx="2236971" cy="1554480"/>
          </a:xfrm>
          <a:prstGeom prst="rect">
            <a:avLst/>
          </a:prstGeom>
        </p:spPr>
      </p:pic>
      <p:pic>
        <p:nvPicPr>
          <p:cNvPr id="51" name="그림 50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71EC00-F948-7BB0-3366-7783916798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66" y="2259117"/>
            <a:ext cx="1757580" cy="1445609"/>
          </a:xfrm>
          <a:prstGeom prst="rect">
            <a:avLst/>
          </a:prstGeom>
        </p:spPr>
      </p:pic>
      <p:pic>
        <p:nvPicPr>
          <p:cNvPr id="52" name="그림 5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7CBC518-A245-CCDA-C801-9325E18E8F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15748" y="4282691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45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1712-DF4C-717E-05F2-6D97E6D9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CC18231-41E5-18BD-C6EA-9D263D98B6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1052E24-58AF-DD56-D62A-11E6564CB604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7EDF91-DBB9-5248-408E-702D7750E5A7}"/>
              </a:ext>
            </a:extLst>
          </p:cNvPr>
          <p:cNvSpPr/>
          <p:nvPr/>
        </p:nvSpPr>
        <p:spPr>
          <a:xfrm>
            <a:off x="3371024" y="5315826"/>
            <a:ext cx="8818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79DAE-06AD-D6FD-A1F1-7A03C61D9F35}"/>
              </a:ext>
            </a:extLst>
          </p:cNvPr>
          <p:cNvSpPr txBox="1"/>
          <p:nvPr/>
        </p:nvSpPr>
        <p:spPr>
          <a:xfrm>
            <a:off x="2749038" y="45063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C731AA-267C-9F17-4048-FEA891D3B9E7}"/>
              </a:ext>
            </a:extLst>
          </p:cNvPr>
          <p:cNvSpPr/>
          <p:nvPr/>
        </p:nvSpPr>
        <p:spPr>
          <a:xfrm rot="5400000">
            <a:off x="5535064" y="5122381"/>
            <a:ext cx="102820" cy="19286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3355B82-0FF5-1091-033D-3EEEC8E7B1D4}"/>
              </a:ext>
            </a:extLst>
          </p:cNvPr>
          <p:cNvSpPr/>
          <p:nvPr/>
        </p:nvSpPr>
        <p:spPr>
          <a:xfrm>
            <a:off x="492412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8AB9E-579A-C672-30CE-682F72AB77D9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644DA-9433-47FE-6419-73E5C6D43A4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D165A886-7994-04AA-FA24-46FAE024753B}"/>
              </a:ext>
            </a:extLst>
          </p:cNvPr>
          <p:cNvSpPr/>
          <p:nvPr/>
        </p:nvSpPr>
        <p:spPr>
          <a:xfrm>
            <a:off x="5272491" y="487328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01D53E0-D270-CACE-C826-9C571AF54AC8}"/>
              </a:ext>
            </a:extLst>
          </p:cNvPr>
          <p:cNvGrpSpPr/>
          <p:nvPr/>
        </p:nvGrpSpPr>
        <p:grpSpPr>
          <a:xfrm>
            <a:off x="4232055" y="438542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51A655C-D997-B107-8244-DF878EBF424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27A4B0F-EB6A-9065-BB18-04B70DDB4F6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94E3A5-DA43-1FA9-961D-9F7DC8AF0990}"/>
              </a:ext>
            </a:extLst>
          </p:cNvPr>
          <p:cNvGrpSpPr/>
          <p:nvPr/>
        </p:nvGrpSpPr>
        <p:grpSpPr>
          <a:xfrm>
            <a:off x="8073150" y="293363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19D25C6-DF47-24C1-B9F4-CCB7F8DB886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0D9F098-9B85-AC28-2FAA-E186375E446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64B95DC-AF00-9CC0-CF72-057BA43FF204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EF1F184F-3685-F6CD-A933-770C0371586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391307B-87A0-0168-B250-946EB66904D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7B24E9A7-845E-F93E-400E-ABDAEFEDB7F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58826574-F672-A2ED-29A2-99BBCBF94C5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FF59E9-56CF-F262-4957-A72B99154E1D}"/>
              </a:ext>
            </a:extLst>
          </p:cNvPr>
          <p:cNvSpPr/>
          <p:nvPr/>
        </p:nvSpPr>
        <p:spPr>
          <a:xfrm flipV="1">
            <a:off x="8615311" y="2783436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3AAA74-DFF4-8A77-15D1-F830480032F3}"/>
              </a:ext>
            </a:extLst>
          </p:cNvPr>
          <p:cNvGrpSpPr/>
          <p:nvPr/>
        </p:nvGrpSpPr>
        <p:grpSpPr>
          <a:xfrm rot="5400000">
            <a:off x="7694318" y="3835828"/>
            <a:ext cx="98804" cy="602096"/>
            <a:chOff x="4737844" y="5009665"/>
            <a:chExt cx="98804" cy="60209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31617E3-3BF0-B226-032D-3069139A4566}"/>
                </a:ext>
              </a:extLst>
            </p:cNvPr>
            <p:cNvSpPr/>
            <p:nvPr/>
          </p:nvSpPr>
          <p:spPr>
            <a:xfrm>
              <a:off x="4737844" y="500966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98146B56-6F4A-2B2D-E96A-EB04B27E245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4B88E9-9E5D-67BB-24FD-9CF495DB2B88}"/>
              </a:ext>
            </a:extLst>
          </p:cNvPr>
          <p:cNvSpPr/>
          <p:nvPr/>
        </p:nvSpPr>
        <p:spPr>
          <a:xfrm flipV="1">
            <a:off x="9621730" y="3395663"/>
            <a:ext cx="98385" cy="82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5127D6-E1FC-9893-1FBE-263C4993DFF4}"/>
              </a:ext>
            </a:extLst>
          </p:cNvPr>
          <p:cNvSpPr txBox="1"/>
          <p:nvPr/>
        </p:nvSpPr>
        <p:spPr>
          <a:xfrm>
            <a:off x="4420304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99130C0F-4B6C-1E8E-727B-21B1E726673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86C0B6B-9FBB-7836-6A70-5EBA8920680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385E2A3-25DC-1016-61F4-9D3591811CB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6473242-203F-6F2A-D4FC-D791144CF2A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52D39ED-412C-4ADC-1536-FDCBBCE470A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2AAEA970-1F77-1E20-C188-8FFD3C706F5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33F6581-9EED-0CD4-55D3-0BEFD4E936D7}"/>
              </a:ext>
            </a:extLst>
          </p:cNvPr>
          <p:cNvGrpSpPr/>
          <p:nvPr/>
        </p:nvGrpSpPr>
        <p:grpSpPr>
          <a:xfrm>
            <a:off x="6558506" y="4352455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65DAE82-1408-7CD2-3211-74A45753FF61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694EC8C-AB0B-94FE-6762-2BB47C5ACE6F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04EEE6D-E4AB-7255-4A2C-ABB3463F08C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97FB528-8203-D777-3142-EC24D849952B}"/>
              </a:ext>
            </a:extLst>
          </p:cNvPr>
          <p:cNvSpPr/>
          <p:nvPr/>
        </p:nvSpPr>
        <p:spPr>
          <a:xfrm flipV="1">
            <a:off x="4271723" y="2797723"/>
            <a:ext cx="98385" cy="6856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4F039B-526C-233B-1CCD-AC633BA03B14}"/>
              </a:ext>
            </a:extLst>
          </p:cNvPr>
          <p:cNvGrpSpPr/>
          <p:nvPr/>
        </p:nvGrpSpPr>
        <p:grpSpPr>
          <a:xfrm>
            <a:off x="4467249" y="4350866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77E759F-5B78-C341-3D24-D4540E52F0A2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BECBFEE-0E28-9CF6-8F7B-BD6755713A9B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5CBD473-4F21-9F72-02B4-78D192AF968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879117B-5005-F72F-BF06-4C39F58B3D47}"/>
              </a:ext>
            </a:extLst>
          </p:cNvPr>
          <p:cNvSpPr/>
          <p:nvPr/>
        </p:nvSpPr>
        <p:spPr>
          <a:xfrm>
            <a:off x="5091767" y="4675025"/>
            <a:ext cx="905174" cy="97901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DA5FC7-3D0E-EAD2-BB21-BB35A04FCD59}"/>
              </a:ext>
            </a:extLst>
          </p:cNvPr>
          <p:cNvSpPr txBox="1"/>
          <p:nvPr/>
        </p:nvSpPr>
        <p:spPr>
          <a:xfrm>
            <a:off x="7946383" y="19509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highlight>
                  <a:srgbClr val="FFFF00"/>
                </a:highlight>
              </a:rPr>
              <a:t>현관미정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4D91811-1C10-C7EE-31FC-7AFA3D33C5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73101" y="4699986"/>
            <a:ext cx="2236971" cy="1554480"/>
          </a:xfrm>
          <a:prstGeom prst="rect">
            <a:avLst/>
          </a:prstGeom>
        </p:spPr>
      </p:pic>
      <p:pic>
        <p:nvPicPr>
          <p:cNvPr id="51" name="그림 50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71EC00-F948-7BB0-3366-7783916798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8" y="3943036"/>
            <a:ext cx="1757580" cy="1445609"/>
          </a:xfrm>
          <a:prstGeom prst="rect">
            <a:avLst/>
          </a:prstGeom>
        </p:spPr>
      </p:pic>
      <p:pic>
        <p:nvPicPr>
          <p:cNvPr id="53" name="그림 52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5544D805-0DB1-9BFA-6A46-C05734AF1A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65" y="5470506"/>
            <a:ext cx="1404781" cy="115764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9DE75AF-5D54-A7CE-3581-4C40B4C27F06}"/>
              </a:ext>
            </a:extLst>
          </p:cNvPr>
          <p:cNvSpPr txBox="1"/>
          <p:nvPr/>
        </p:nvSpPr>
        <p:spPr>
          <a:xfrm>
            <a:off x="289586" y="184151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highlight>
                  <a:srgbClr val="00FFFF"/>
                </a:highlight>
              </a:rPr>
              <a:t>라운드 </a:t>
            </a:r>
            <a:r>
              <a:rPr lang="ko-KR" altLang="en-US" b="1" dirty="0" err="1">
                <a:highlight>
                  <a:srgbClr val="00FFFF"/>
                </a:highlight>
              </a:rPr>
              <a:t>무몰딩</a:t>
            </a:r>
            <a:endParaRPr lang="ko-KR" altLang="en-US" b="1" dirty="0">
              <a:highlight>
                <a:srgbClr val="00FFFF"/>
              </a:highlight>
            </a:endParaRPr>
          </a:p>
        </p:txBody>
      </p:sp>
      <p:pic>
        <p:nvPicPr>
          <p:cNvPr id="55" name="그림 54" descr="텍스트, 안경, 디자인, 스크린샷이(가) 표시된 사진&#10;&#10;자동 생성된 설명">
            <a:extLst>
              <a:ext uri="{FF2B5EF4-FFF2-40B4-BE49-F238E27FC236}">
                <a16:creationId xmlns:a16="http://schemas.microsoft.com/office/drawing/2014/main" id="{0923A6FB-6E50-D7A1-A8B8-F2FA36360D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95" y="2258778"/>
            <a:ext cx="1714849" cy="1714849"/>
          </a:xfrm>
          <a:prstGeom prst="rect">
            <a:avLst/>
          </a:prstGeom>
        </p:spPr>
      </p:pic>
      <p:sp>
        <p:nvSpPr>
          <p:cNvPr id="56" name="타원 55">
            <a:extLst>
              <a:ext uri="{FF2B5EF4-FFF2-40B4-BE49-F238E27FC236}">
                <a16:creationId xmlns:a16="http://schemas.microsoft.com/office/drawing/2014/main" id="{E77F2F71-4771-AA09-4A6D-7CFA72C4BD1C}"/>
              </a:ext>
            </a:extLst>
          </p:cNvPr>
          <p:cNvSpPr/>
          <p:nvPr/>
        </p:nvSpPr>
        <p:spPr>
          <a:xfrm>
            <a:off x="5091767" y="3032018"/>
            <a:ext cx="235659" cy="1459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18EDB35-DDDF-FB53-9D7E-3D98EC222EC7}"/>
              </a:ext>
            </a:extLst>
          </p:cNvPr>
          <p:cNvCxnSpPr>
            <a:cxnSpLocks/>
          </p:cNvCxnSpPr>
          <p:nvPr/>
        </p:nvCxnSpPr>
        <p:spPr>
          <a:xfrm flipV="1">
            <a:off x="1827320" y="3113129"/>
            <a:ext cx="3264447" cy="110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3815FD1-E77B-47FF-37A6-C7D37E8C60EF}"/>
              </a:ext>
            </a:extLst>
          </p:cNvPr>
          <p:cNvSpPr txBox="1"/>
          <p:nvPr/>
        </p:nvSpPr>
        <p:spPr>
          <a:xfrm>
            <a:off x="9873101" y="3685295"/>
            <a:ext cx="1394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욕실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DC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센서로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F597F9D-64FE-E1A7-E16F-FBFB41760BD7}"/>
              </a:ext>
            </a:extLst>
          </p:cNvPr>
          <p:cNvGrpSpPr/>
          <p:nvPr/>
        </p:nvGrpSpPr>
        <p:grpSpPr>
          <a:xfrm>
            <a:off x="4816850" y="982366"/>
            <a:ext cx="1303562" cy="763966"/>
            <a:chOff x="4891389" y="3996615"/>
            <a:chExt cx="1303562" cy="763966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D442092-53AA-ED64-E029-500E3B82D905}"/>
                </a:ext>
              </a:extLst>
            </p:cNvPr>
            <p:cNvSpPr/>
            <p:nvPr/>
          </p:nvSpPr>
          <p:spPr>
            <a:xfrm rot="16200000" flipV="1">
              <a:off x="5574782" y="4262713"/>
              <a:ext cx="45719" cy="950018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733DE2BD-F41E-96DB-DA54-656980CD6198}"/>
                </a:ext>
              </a:extLst>
            </p:cNvPr>
            <p:cNvSpPr txBox="1"/>
            <p:nvPr/>
          </p:nvSpPr>
          <p:spPr>
            <a:xfrm>
              <a:off x="4891389" y="3996615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싱크대 </a:t>
              </a:r>
              <a:r>
                <a:rPr lang="ko-KR" altLang="en-US" sz="900" b="1" dirty="0" err="1"/>
                <a:t>간접등</a:t>
              </a:r>
              <a:r>
                <a:rPr lang="ko-KR" altLang="en-US" sz="900" b="1" dirty="0"/>
                <a:t> 서비스</a:t>
              </a:r>
            </a:p>
          </p:txBody>
        </p:sp>
        <p:cxnSp>
          <p:nvCxnSpPr>
            <p:cNvPr id="1025" name="직선 화살표 연결선 1024">
              <a:extLst>
                <a:ext uri="{FF2B5EF4-FFF2-40B4-BE49-F238E27FC236}">
                  <a16:creationId xmlns:a16="http://schemas.microsoft.com/office/drawing/2014/main" id="{F8B707E0-5D92-D655-1D6D-AC39CAD5E448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 flipV="1">
              <a:off x="5122633" y="4181062"/>
              <a:ext cx="0" cy="5566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9439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6B65-4FAE-37D9-CC3E-B14755BC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632772F-0AC0-DD93-16ED-3C8178EB1F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87" y="801218"/>
            <a:ext cx="7983719" cy="584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3D3FE6-A47E-C2BF-2565-50433E41EE40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3D3FE6-A47E-C2BF-2565-50433E41E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9F5D2EA7-173E-3366-D829-A2B27E1B43C3}"/>
              </a:ext>
            </a:extLst>
          </p:cNvPr>
          <p:cNvSpPr/>
          <p:nvPr/>
        </p:nvSpPr>
        <p:spPr>
          <a:xfrm rot="5400000">
            <a:off x="5498568" y="5104768"/>
            <a:ext cx="102820" cy="195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AA63243-35DE-56A8-34D3-9D70C75D7BBC}"/>
              </a:ext>
            </a:extLst>
          </p:cNvPr>
          <p:cNvSpPr/>
          <p:nvPr/>
        </p:nvSpPr>
        <p:spPr>
          <a:xfrm>
            <a:off x="486697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73B068-F8EA-B4B2-1A73-12862F570F0C}"/>
              </a:ext>
            </a:extLst>
          </p:cNvPr>
          <p:cNvSpPr/>
          <p:nvPr/>
        </p:nvSpPr>
        <p:spPr>
          <a:xfrm>
            <a:off x="5035913" y="468995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F8C31-C80A-F438-E999-CE0BBA649877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8A74A-C490-F7F2-7ECE-EE4858073DB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08E8C1-5657-F5A9-7D64-3108DB8D5139}"/>
              </a:ext>
            </a:extLst>
          </p:cNvPr>
          <p:cNvSpPr/>
          <p:nvPr/>
        </p:nvSpPr>
        <p:spPr>
          <a:xfrm flipV="1">
            <a:off x="8587811" y="2761255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9CBB0D2-B2DA-625E-D44D-11978A6D6FE9}"/>
              </a:ext>
            </a:extLst>
          </p:cNvPr>
          <p:cNvGrpSpPr/>
          <p:nvPr/>
        </p:nvGrpSpPr>
        <p:grpSpPr>
          <a:xfrm rot="5400000">
            <a:off x="7609781" y="3803679"/>
            <a:ext cx="98807" cy="656864"/>
            <a:chOff x="4737841" y="4954897"/>
            <a:chExt cx="98807" cy="656864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5705634-292C-162C-D4C9-603F8CE45094}"/>
                </a:ext>
              </a:extLst>
            </p:cNvPr>
            <p:cNvSpPr/>
            <p:nvPr/>
          </p:nvSpPr>
          <p:spPr>
            <a:xfrm>
              <a:off x="4737841" y="49548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3C2EDB3-8C19-EC29-3855-112969E2BF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A3A894-D1D4-8F7C-3DF4-99555992D4D2}"/>
              </a:ext>
            </a:extLst>
          </p:cNvPr>
          <p:cNvSpPr/>
          <p:nvPr/>
        </p:nvSpPr>
        <p:spPr>
          <a:xfrm flipV="1">
            <a:off x="9597917" y="3375432"/>
            <a:ext cx="98385" cy="7727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074146-F730-0C3D-9A68-D5CF0C42D924}"/>
              </a:ext>
            </a:extLst>
          </p:cNvPr>
          <p:cNvSpPr txBox="1"/>
          <p:nvPr/>
        </p:nvSpPr>
        <p:spPr>
          <a:xfrm>
            <a:off x="5427321" y="641832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E8C7A97-0063-2B40-BB80-0BA5EFDBF19C}"/>
              </a:ext>
            </a:extLst>
          </p:cNvPr>
          <p:cNvCxnSpPr>
            <a:cxnSpLocks/>
          </p:cNvCxnSpPr>
          <p:nvPr/>
        </p:nvCxnSpPr>
        <p:spPr>
          <a:xfrm flipV="1">
            <a:off x="5702260" y="5793591"/>
            <a:ext cx="0" cy="65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13">
            <a:extLst>
              <a:ext uri="{FF2B5EF4-FFF2-40B4-BE49-F238E27FC236}">
                <a16:creationId xmlns:a16="http://schemas.microsoft.com/office/drawing/2014/main" id="{B1966EC2-2B43-3675-586C-ED61EFE134AE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367AB18-19E6-677B-3EAC-DD21A0C41EC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E07FB9D6-94D4-6226-0480-7E1DEFD2D2F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AB56D28-0A6B-CAEC-C4DE-BB50C162BDF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BB30D4A-9AAE-D3A8-F9BD-181DA830DF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2A57832C-8D92-0348-520C-8F79FE0C9BF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D233D71-4AA8-ECFE-1718-24A296B53E21}"/>
              </a:ext>
            </a:extLst>
          </p:cNvPr>
          <p:cNvGrpSpPr/>
          <p:nvPr/>
        </p:nvGrpSpPr>
        <p:grpSpPr>
          <a:xfrm>
            <a:off x="6509833" y="4357214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91AB4E2-1D17-3183-FB55-D91C23442041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F36CCDC0-76A3-67D3-0CE5-67478084F78E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13B5CA3-6EAB-CD0E-BAA6-66A862FE189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975721B-CFAC-39BB-56EA-FD4CEED3981B}"/>
              </a:ext>
            </a:extLst>
          </p:cNvPr>
          <p:cNvSpPr/>
          <p:nvPr/>
        </p:nvSpPr>
        <p:spPr>
          <a:xfrm rot="16200000" flipV="1">
            <a:off x="3753125" y="2359099"/>
            <a:ext cx="98385" cy="705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FAB6B0E-72AC-E6AC-72D1-8C12C86C3EC8}"/>
              </a:ext>
            </a:extLst>
          </p:cNvPr>
          <p:cNvGrpSpPr/>
          <p:nvPr/>
        </p:nvGrpSpPr>
        <p:grpSpPr>
          <a:xfrm>
            <a:off x="4412847" y="4355625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B04E862-6DF3-12A6-8499-AF3E4D7CC6A4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C6ADC3E-693A-DD34-1F3B-EFEC1F8FCEB8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76B339B-2292-8DDE-ECDB-8ECA8B89322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070AF2C-14CE-170E-4B1D-554B00578724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162818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7575-E8EF-D822-5843-04B7FF0FC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5C87570-054F-14F1-FD05-2F4F97B6BB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87" y="801218"/>
            <a:ext cx="7983719" cy="584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CF1CA-D0C7-14A2-E3B3-B6DFB122E0D3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CF1CA-D0C7-14A2-E3B3-B6DFB122E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79A40F6-6494-3BD3-444F-7DBEAA35CED4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3C0BB1-9D73-7D45-CC14-D9FF9697745A}"/>
              </a:ext>
            </a:extLst>
          </p:cNvPr>
          <p:cNvSpPr/>
          <p:nvPr/>
        </p:nvSpPr>
        <p:spPr>
          <a:xfrm>
            <a:off x="3325084" y="5306308"/>
            <a:ext cx="8818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9637D-D670-0C28-29EE-59DDD12B45A0}"/>
              </a:ext>
            </a:extLst>
          </p:cNvPr>
          <p:cNvSpPr txBox="1"/>
          <p:nvPr/>
        </p:nvSpPr>
        <p:spPr>
          <a:xfrm>
            <a:off x="2693856" y="448989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A1CD17-1D14-8218-8A14-E2268A23D08D}"/>
              </a:ext>
            </a:extLst>
          </p:cNvPr>
          <p:cNvSpPr/>
          <p:nvPr/>
        </p:nvSpPr>
        <p:spPr>
          <a:xfrm rot="5400000">
            <a:off x="5498568" y="5104768"/>
            <a:ext cx="102820" cy="195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C5E4ED0-2806-731F-3F03-8F009C01ADA3}"/>
              </a:ext>
            </a:extLst>
          </p:cNvPr>
          <p:cNvSpPr/>
          <p:nvPr/>
        </p:nvSpPr>
        <p:spPr>
          <a:xfrm>
            <a:off x="486697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62EFEA4-F1A5-5CF1-C407-5C9753D281CE}"/>
              </a:ext>
            </a:extLst>
          </p:cNvPr>
          <p:cNvSpPr/>
          <p:nvPr/>
        </p:nvSpPr>
        <p:spPr>
          <a:xfrm>
            <a:off x="5035913" y="468995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AF1B8-3D96-2A23-C3A8-F7FD141C2B5D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D51EF-F2DA-3B93-FB8B-87F6618892C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DB65ED3-49F7-B8DE-548A-4E1849F9C599}"/>
              </a:ext>
            </a:extLst>
          </p:cNvPr>
          <p:cNvGrpSpPr/>
          <p:nvPr/>
        </p:nvGrpSpPr>
        <p:grpSpPr>
          <a:xfrm>
            <a:off x="4186350" y="439019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9CD318E-51EE-65CB-9BDB-43AF474077A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4C1FAB5-C060-B380-2196-1106936DA9F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B5227C4-3CB6-2D35-6EAE-78FFF7C45D06}"/>
              </a:ext>
            </a:extLst>
          </p:cNvPr>
          <p:cNvGrpSpPr/>
          <p:nvPr/>
        </p:nvGrpSpPr>
        <p:grpSpPr>
          <a:xfrm>
            <a:off x="8044766" y="292410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FC21FD1-1637-2DEE-6823-2C9FA2D0C59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947D648-4469-C71F-1940-091C5A046D2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D70DBF45-5C09-1B0B-E68B-5E6E7CE812C0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DA0890C7-939C-2AE8-142D-D316CD6F2372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71DD8FB-FAE8-EF86-C505-79595D7BA32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3AF5458E-53F6-537F-AAAE-342F29BE5D4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523207D7-43D3-93CD-313F-715CEF12CBBF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9715FC-46D7-C195-EB23-BB5D713601E6}"/>
              </a:ext>
            </a:extLst>
          </p:cNvPr>
          <p:cNvSpPr/>
          <p:nvPr/>
        </p:nvSpPr>
        <p:spPr>
          <a:xfrm flipV="1">
            <a:off x="8587811" y="2761255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07024D2-349D-E4AF-7977-D0F95B8B1773}"/>
              </a:ext>
            </a:extLst>
          </p:cNvPr>
          <p:cNvGrpSpPr/>
          <p:nvPr/>
        </p:nvGrpSpPr>
        <p:grpSpPr>
          <a:xfrm rot="5400000">
            <a:off x="7609781" y="3803679"/>
            <a:ext cx="98807" cy="656864"/>
            <a:chOff x="4737841" y="4954897"/>
            <a:chExt cx="98807" cy="656864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B9431DB-6ED7-15D4-E562-952A7C1E9DD2}"/>
                </a:ext>
              </a:extLst>
            </p:cNvPr>
            <p:cNvSpPr/>
            <p:nvPr/>
          </p:nvSpPr>
          <p:spPr>
            <a:xfrm>
              <a:off x="4737841" y="49548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8F503BC2-440E-9921-D4F5-A1832608BFF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92C304-19F7-DA53-781A-86950C659D50}"/>
              </a:ext>
            </a:extLst>
          </p:cNvPr>
          <p:cNvSpPr/>
          <p:nvPr/>
        </p:nvSpPr>
        <p:spPr>
          <a:xfrm flipV="1">
            <a:off x="9597917" y="3375432"/>
            <a:ext cx="98385" cy="7727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FCB587-BCAE-F991-F1CB-643F596E225A}"/>
              </a:ext>
            </a:extLst>
          </p:cNvPr>
          <p:cNvSpPr txBox="1"/>
          <p:nvPr/>
        </p:nvSpPr>
        <p:spPr>
          <a:xfrm>
            <a:off x="5427321" y="641832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266ECD2-508B-55E8-20AF-BB508DB30892}"/>
              </a:ext>
            </a:extLst>
          </p:cNvPr>
          <p:cNvCxnSpPr>
            <a:cxnSpLocks/>
          </p:cNvCxnSpPr>
          <p:nvPr/>
        </p:nvCxnSpPr>
        <p:spPr>
          <a:xfrm flipV="1">
            <a:off x="5702260" y="5793591"/>
            <a:ext cx="0" cy="65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13">
            <a:extLst>
              <a:ext uri="{FF2B5EF4-FFF2-40B4-BE49-F238E27FC236}">
                <a16:creationId xmlns:a16="http://schemas.microsoft.com/office/drawing/2014/main" id="{BB2E1E6F-2F3B-0BB5-3C39-E1D277E4D9B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5232E9A-7C0E-B3D5-C25C-6D6735F1565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DD3EDE08-E0B0-0D32-43DC-2EE31F9CE2F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102AAB6-8CCB-4FEC-5C59-73494DD7636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1842758-8773-FA3C-AF29-B1168A1D304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68133574-B747-3630-49E8-2E3D48667B6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ED0FCD1-B598-4A51-F850-C68B770CC20A}"/>
              </a:ext>
            </a:extLst>
          </p:cNvPr>
          <p:cNvGrpSpPr/>
          <p:nvPr/>
        </p:nvGrpSpPr>
        <p:grpSpPr>
          <a:xfrm>
            <a:off x="6509833" y="4357214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A99596E-EB8D-9627-89AD-64B2AC3C87F7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A84ED0A-3006-4E5D-7AF5-A90EF7D0A0F9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A787692-0D9F-B88B-1B49-087F3C7677F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5120208-93FF-EE46-1782-0EB43A31876B}"/>
              </a:ext>
            </a:extLst>
          </p:cNvPr>
          <p:cNvSpPr/>
          <p:nvPr/>
        </p:nvSpPr>
        <p:spPr>
          <a:xfrm rot="16200000" flipV="1">
            <a:off x="3753125" y="2359099"/>
            <a:ext cx="98385" cy="705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1212B04-B1CC-0765-22E1-7E6029951483}"/>
              </a:ext>
            </a:extLst>
          </p:cNvPr>
          <p:cNvGrpSpPr/>
          <p:nvPr/>
        </p:nvGrpSpPr>
        <p:grpSpPr>
          <a:xfrm>
            <a:off x="4412847" y="4355625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49BF424-BF75-EFD6-D553-EC2E6A3E4B8B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06DD4D7-E3C3-B8EF-DD2D-2518CFBD5E28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84CD74A-AD93-5686-0864-1444A4731A5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8766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0B2D-75E1-52CA-3B87-F4AFE50E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4021FBA-EDC4-3415-F60A-04174B0180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87" y="801218"/>
            <a:ext cx="7983719" cy="584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FAF715-8B0A-9416-7E91-5E62185ADE3F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FAF715-8B0A-9416-7E91-5E62185AD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C176C08-7AFB-2D00-2B47-6E006E8930FB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27A859-832C-7786-E503-43D1E848D43F}"/>
              </a:ext>
            </a:extLst>
          </p:cNvPr>
          <p:cNvSpPr/>
          <p:nvPr/>
        </p:nvSpPr>
        <p:spPr>
          <a:xfrm>
            <a:off x="3325084" y="5306308"/>
            <a:ext cx="8818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67BFB-EBDB-9777-0559-A4CBA1B1F04B}"/>
              </a:ext>
            </a:extLst>
          </p:cNvPr>
          <p:cNvSpPr txBox="1"/>
          <p:nvPr/>
        </p:nvSpPr>
        <p:spPr>
          <a:xfrm>
            <a:off x="2693856" y="448989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678767-AE8C-91EA-6D5E-370B53CCDB0D}"/>
              </a:ext>
            </a:extLst>
          </p:cNvPr>
          <p:cNvSpPr/>
          <p:nvPr/>
        </p:nvSpPr>
        <p:spPr>
          <a:xfrm rot="5400000">
            <a:off x="5498568" y="5104768"/>
            <a:ext cx="102820" cy="195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8D0816-3648-700A-7E2B-E0BEB203BE17}"/>
              </a:ext>
            </a:extLst>
          </p:cNvPr>
          <p:cNvSpPr/>
          <p:nvPr/>
        </p:nvSpPr>
        <p:spPr>
          <a:xfrm>
            <a:off x="486697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CCED253-7206-C0F5-9F88-817D39AFF308}"/>
              </a:ext>
            </a:extLst>
          </p:cNvPr>
          <p:cNvSpPr/>
          <p:nvPr/>
        </p:nvSpPr>
        <p:spPr>
          <a:xfrm>
            <a:off x="5035913" y="4689952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A44A91-E159-0C75-203D-54C838354C3B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21CDA-3D71-1DE5-684D-948D4F2FF4F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859B5EFB-B9C7-3B01-6286-3E3D2BDCE35F}"/>
              </a:ext>
            </a:extLst>
          </p:cNvPr>
          <p:cNvSpPr/>
          <p:nvPr/>
        </p:nvSpPr>
        <p:spPr>
          <a:xfrm>
            <a:off x="5215341" y="487328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A78889-8CA4-AD97-02F9-297211BC86AA}"/>
              </a:ext>
            </a:extLst>
          </p:cNvPr>
          <p:cNvGrpSpPr/>
          <p:nvPr/>
        </p:nvGrpSpPr>
        <p:grpSpPr>
          <a:xfrm>
            <a:off x="4186350" y="439019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5FF9B1C-CDF9-89A5-75BE-917A0F0A1C9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EC503E2-450A-4F73-8969-0F52407BE03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85BC135-A73D-3CDE-2FDF-0354C536DEB7}"/>
              </a:ext>
            </a:extLst>
          </p:cNvPr>
          <p:cNvGrpSpPr/>
          <p:nvPr/>
        </p:nvGrpSpPr>
        <p:grpSpPr>
          <a:xfrm>
            <a:off x="8044766" y="292410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1CC73B9-6E58-37D3-76FB-BAFBBC90E1D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7179385-18EB-DF19-3EF2-9D42C9F3A7A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C3AADCE-5511-A2C4-97E6-24F550DDD74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7B65FA0F-FB58-A32F-20AF-1C023C4426C0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4C394E8-0B7A-3059-6413-89156EEBD4D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171578D9-AB40-E560-4B7F-55ECDC402C3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114098E7-CF9F-D888-BFA4-F5ACE6DAC54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959FB1-E7BA-BA60-B874-F3128108871C}"/>
              </a:ext>
            </a:extLst>
          </p:cNvPr>
          <p:cNvSpPr/>
          <p:nvPr/>
        </p:nvSpPr>
        <p:spPr>
          <a:xfrm flipV="1">
            <a:off x="8587811" y="2761255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F257C6-9382-D295-6132-16FC642F529B}"/>
              </a:ext>
            </a:extLst>
          </p:cNvPr>
          <p:cNvGrpSpPr/>
          <p:nvPr/>
        </p:nvGrpSpPr>
        <p:grpSpPr>
          <a:xfrm rot="5400000">
            <a:off x="7609781" y="3803679"/>
            <a:ext cx="98807" cy="656864"/>
            <a:chOff x="4737841" y="4954897"/>
            <a:chExt cx="98807" cy="656864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61C1BCC4-ECCA-5B95-377C-BF1C4C847449}"/>
                </a:ext>
              </a:extLst>
            </p:cNvPr>
            <p:cNvSpPr/>
            <p:nvPr/>
          </p:nvSpPr>
          <p:spPr>
            <a:xfrm>
              <a:off x="4737841" y="49548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31867AD2-F6D7-065D-10D5-367E3833018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02B978-1538-B1A3-923A-38164131A781}"/>
              </a:ext>
            </a:extLst>
          </p:cNvPr>
          <p:cNvSpPr/>
          <p:nvPr/>
        </p:nvSpPr>
        <p:spPr>
          <a:xfrm flipV="1">
            <a:off x="9597917" y="3375432"/>
            <a:ext cx="98385" cy="7727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62FC45-59E9-B4E0-6639-4A35F0B74446}"/>
              </a:ext>
            </a:extLst>
          </p:cNvPr>
          <p:cNvSpPr txBox="1"/>
          <p:nvPr/>
        </p:nvSpPr>
        <p:spPr>
          <a:xfrm>
            <a:off x="5427321" y="641832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720495D-1250-1134-1968-6E6251C1DABF}"/>
              </a:ext>
            </a:extLst>
          </p:cNvPr>
          <p:cNvCxnSpPr>
            <a:cxnSpLocks/>
          </p:cNvCxnSpPr>
          <p:nvPr/>
        </p:nvCxnSpPr>
        <p:spPr>
          <a:xfrm flipV="1">
            <a:off x="5702260" y="5793591"/>
            <a:ext cx="0" cy="65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C347574-04CC-BFDF-0833-18242C8C53C7}"/>
              </a:ext>
            </a:extLst>
          </p:cNvPr>
          <p:cNvSpPr txBox="1"/>
          <p:nvPr/>
        </p:nvSpPr>
        <p:spPr>
          <a:xfrm>
            <a:off x="3239259" y="630176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D02AD512-C5BB-46DC-2926-D689B9639267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61B3DB5-ADE9-8AFC-EB62-245C77FE9CA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2AC428E1-102A-3DA0-4F9C-6F3700E45CE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3740EFB-4BD3-F1B0-4AF0-0500DF55A3F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5E92D69-5F1A-ED75-C004-97363C25868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D77B6AA1-52D6-8C81-E733-6A43E0E6A67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75D28E1-93B2-E621-F9EB-6A495C7B50D3}"/>
              </a:ext>
            </a:extLst>
          </p:cNvPr>
          <p:cNvGrpSpPr/>
          <p:nvPr/>
        </p:nvGrpSpPr>
        <p:grpSpPr>
          <a:xfrm>
            <a:off x="6509833" y="4357214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1AD4F16-7C7B-795E-C85A-6A0974FD731C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A19C37B-3D17-D4FA-E523-E40B72795EC3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5661BBD-7C79-5E1F-E00A-781DBD1E965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45C0DE-459B-995F-0159-8002C26CE150}"/>
              </a:ext>
            </a:extLst>
          </p:cNvPr>
          <p:cNvSpPr/>
          <p:nvPr/>
        </p:nvSpPr>
        <p:spPr>
          <a:xfrm rot="16200000" flipV="1">
            <a:off x="3753125" y="2359099"/>
            <a:ext cx="98385" cy="705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20E2A1F-BFB4-1FA7-2A57-46F2B3ACB762}"/>
              </a:ext>
            </a:extLst>
          </p:cNvPr>
          <p:cNvGrpSpPr/>
          <p:nvPr/>
        </p:nvGrpSpPr>
        <p:grpSpPr>
          <a:xfrm>
            <a:off x="4412847" y="4355625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4AEB80F-AFC0-2D1D-A098-875BB3CB763C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73114C0-5A92-EB83-5032-D89D8DAFEB6B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65CA2D4-731C-9049-30EB-15C6230E671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658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4405-F057-AFFA-3DE0-A6857EB2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6C342E2-C02B-DCD9-05FA-F03AFC4ED9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74"/>
          <a:stretch>
            <a:fillRect/>
          </a:stretch>
        </p:blipFill>
        <p:spPr bwMode="auto">
          <a:xfrm>
            <a:off x="1865672" y="892428"/>
            <a:ext cx="8445274" cy="5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D32742-F05F-5226-459E-0970516C054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D32742-F05F-5226-459E-0970516C0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EBDF32BA-CBA6-3AB8-6CFC-7B70F80219FB}"/>
              </a:ext>
            </a:extLst>
          </p:cNvPr>
          <p:cNvSpPr/>
          <p:nvPr/>
        </p:nvSpPr>
        <p:spPr>
          <a:xfrm rot="10800000">
            <a:off x="2255930" y="3453114"/>
            <a:ext cx="102820" cy="20094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A89959D-0C45-D01F-91A4-832A758D77DE}"/>
              </a:ext>
            </a:extLst>
          </p:cNvPr>
          <p:cNvSpPr/>
          <p:nvPr/>
        </p:nvSpPr>
        <p:spPr>
          <a:xfrm>
            <a:off x="2777597" y="379160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7FCF1CB-3820-C983-68AB-025C1AB53D50}"/>
              </a:ext>
            </a:extLst>
          </p:cNvPr>
          <p:cNvSpPr/>
          <p:nvPr/>
        </p:nvSpPr>
        <p:spPr>
          <a:xfrm>
            <a:off x="2946534" y="394369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CC143-B26C-B934-E311-7DD15038C79C}"/>
              </a:ext>
            </a:extLst>
          </p:cNvPr>
          <p:cNvSpPr txBox="1"/>
          <p:nvPr/>
        </p:nvSpPr>
        <p:spPr>
          <a:xfrm>
            <a:off x="4076820" y="352820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6D7A68-5F8E-2B81-01FB-A84066457A4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8ABA7A2-032A-0329-3DF4-BC65BCC19284}"/>
              </a:ext>
            </a:extLst>
          </p:cNvPr>
          <p:cNvGrpSpPr/>
          <p:nvPr/>
        </p:nvGrpSpPr>
        <p:grpSpPr>
          <a:xfrm rot="5400000">
            <a:off x="3364947" y="2674245"/>
            <a:ext cx="98859" cy="1382033"/>
            <a:chOff x="4737866" y="4849327"/>
            <a:chExt cx="98859" cy="13820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78833EC-0F55-D61B-7835-C7C0E1A72822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E239243-35DC-0DF2-DCA1-834560DF53D4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A95B929-576E-8E4B-1CB3-628B1B715D8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8160F0-E35D-2758-D517-90B38CA45DC9}"/>
              </a:ext>
            </a:extLst>
          </p:cNvPr>
          <p:cNvSpPr/>
          <p:nvPr/>
        </p:nvSpPr>
        <p:spPr>
          <a:xfrm rot="5400000" flipV="1">
            <a:off x="5282706" y="2818320"/>
            <a:ext cx="98384" cy="7376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F4DFF8D-E74B-8137-C39C-5EADD3FF38B9}"/>
              </a:ext>
            </a:extLst>
          </p:cNvPr>
          <p:cNvGrpSpPr/>
          <p:nvPr/>
        </p:nvGrpSpPr>
        <p:grpSpPr>
          <a:xfrm rot="5400000">
            <a:off x="7756288" y="3564534"/>
            <a:ext cx="100299" cy="494938"/>
            <a:chOff x="4744122" y="4338948"/>
            <a:chExt cx="100299" cy="49493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11D57E3-C0F3-C87C-C701-226DEB64C2E1}"/>
                </a:ext>
              </a:extLst>
            </p:cNvPr>
            <p:cNvSpPr/>
            <p:nvPr/>
          </p:nvSpPr>
          <p:spPr>
            <a:xfrm>
              <a:off x="4746036" y="43389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1DAE526-CB74-6CA0-0EDC-2DF28E1DC4B0}"/>
                </a:ext>
              </a:extLst>
            </p:cNvPr>
            <p:cNvSpPr/>
            <p:nvPr/>
          </p:nvSpPr>
          <p:spPr>
            <a:xfrm>
              <a:off x="4744122" y="47355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52BE8F8-86DE-90BF-3C93-165B339BA5BD}"/>
              </a:ext>
            </a:extLst>
          </p:cNvPr>
          <p:cNvSpPr/>
          <p:nvPr/>
        </p:nvSpPr>
        <p:spPr>
          <a:xfrm flipV="1">
            <a:off x="6644570" y="2328114"/>
            <a:ext cx="98385" cy="8737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B8C454-84C6-A47E-7961-1467C41BFBA6}"/>
              </a:ext>
            </a:extLst>
          </p:cNvPr>
          <p:cNvSpPr txBox="1"/>
          <p:nvPr/>
        </p:nvSpPr>
        <p:spPr>
          <a:xfrm>
            <a:off x="-59018" y="40508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b="1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b="1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 dirty="0">
                <a:highlight>
                  <a:srgbClr val="FFFF00"/>
                </a:highlight>
              </a:rPr>
              <a:t>. 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F4387AB-E3CD-ADE8-8211-DE5795FF7B6C}"/>
              </a:ext>
            </a:extLst>
          </p:cNvPr>
          <p:cNvCxnSpPr>
            <a:cxnSpLocks/>
          </p:cNvCxnSpPr>
          <p:nvPr/>
        </p:nvCxnSpPr>
        <p:spPr>
          <a:xfrm>
            <a:off x="2045662" y="4150658"/>
            <a:ext cx="731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088C3B17-38DD-F85B-A52C-DA0616B7238E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0F0F214-C422-F65A-854F-4523FC2E159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1257B2D-BFCC-5298-6FAA-47495F5D307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F0C3D2F-7D31-A99E-3769-30AA62F7DBA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B796942-A1FE-31EE-C7A7-867730CAD0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D99E6F15-9685-B180-8E0A-F205A4A8A2F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EEBBC06-3116-54F6-480E-EAAE848DE9DA}"/>
              </a:ext>
            </a:extLst>
          </p:cNvPr>
          <p:cNvGrpSpPr/>
          <p:nvPr/>
        </p:nvGrpSpPr>
        <p:grpSpPr>
          <a:xfrm rot="5400000">
            <a:off x="3371289" y="4880917"/>
            <a:ext cx="98859" cy="1382033"/>
            <a:chOff x="4737866" y="4849327"/>
            <a:chExt cx="98859" cy="13820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3649AB1-1B38-CEEF-4B78-C43009CACDE9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48E35C-F332-1E11-2CBA-BF2E618BAB9F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12DACEA-4834-A1AE-2B3A-3277FC29592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16D155F-BEDA-A8DB-E7CB-6A0D7EDA8B1D}"/>
              </a:ext>
            </a:extLst>
          </p:cNvPr>
          <p:cNvSpPr/>
          <p:nvPr/>
        </p:nvSpPr>
        <p:spPr>
          <a:xfrm rot="5400000" flipV="1">
            <a:off x="8539247" y="1981289"/>
            <a:ext cx="98384" cy="782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7E5361-B83D-F434-50A0-9FD18147A8D1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372597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7127-08B4-0138-6B86-7B501B07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860C33F-28CF-1FF0-303B-8B30974496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74"/>
          <a:stretch>
            <a:fillRect/>
          </a:stretch>
        </p:blipFill>
        <p:spPr bwMode="auto">
          <a:xfrm>
            <a:off x="1865672" y="892428"/>
            <a:ext cx="8445274" cy="5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85F60F-C151-E48A-4259-99EECAD9601D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85F60F-C151-E48A-4259-99EECAD96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48DF724-4F1C-6278-9A52-278FF77D4D8E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F4E1A3-B495-B189-A09C-6A8CDB337ED3}"/>
              </a:ext>
            </a:extLst>
          </p:cNvPr>
          <p:cNvSpPr/>
          <p:nvPr/>
        </p:nvSpPr>
        <p:spPr>
          <a:xfrm rot="5400000">
            <a:off x="2624392" y="2655889"/>
            <a:ext cx="89918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E2F3C-CE0B-1FAD-A823-A4E995D33749}"/>
              </a:ext>
            </a:extLst>
          </p:cNvPr>
          <p:cNvSpPr txBox="1"/>
          <p:nvPr/>
        </p:nvSpPr>
        <p:spPr>
          <a:xfrm>
            <a:off x="3290784" y="230264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7385F8-8610-8A4F-7619-687427718278}"/>
              </a:ext>
            </a:extLst>
          </p:cNvPr>
          <p:cNvSpPr/>
          <p:nvPr/>
        </p:nvSpPr>
        <p:spPr>
          <a:xfrm rot="10800000">
            <a:off x="2255930" y="3453114"/>
            <a:ext cx="102820" cy="20094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10FB2CD-8F05-22B4-076D-86C1A8DEB3C6}"/>
              </a:ext>
            </a:extLst>
          </p:cNvPr>
          <p:cNvSpPr/>
          <p:nvPr/>
        </p:nvSpPr>
        <p:spPr>
          <a:xfrm>
            <a:off x="2777597" y="379160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DCC105E-7ADC-0529-542E-6119333514DF}"/>
              </a:ext>
            </a:extLst>
          </p:cNvPr>
          <p:cNvSpPr/>
          <p:nvPr/>
        </p:nvSpPr>
        <p:spPr>
          <a:xfrm>
            <a:off x="2946534" y="394369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B2E6F-D2C7-2D42-5389-F009EB5107FC}"/>
              </a:ext>
            </a:extLst>
          </p:cNvPr>
          <p:cNvSpPr txBox="1"/>
          <p:nvPr/>
        </p:nvSpPr>
        <p:spPr>
          <a:xfrm>
            <a:off x="4076820" y="352820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F5735-4838-5193-77CD-CA1ABC80F54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00932EB-6709-F24F-A035-080BD8500B63}"/>
              </a:ext>
            </a:extLst>
          </p:cNvPr>
          <p:cNvGrpSpPr/>
          <p:nvPr/>
        </p:nvGrpSpPr>
        <p:grpSpPr>
          <a:xfrm rot="5400000">
            <a:off x="3364947" y="2674245"/>
            <a:ext cx="98859" cy="1382033"/>
            <a:chOff x="4737866" y="4849327"/>
            <a:chExt cx="98859" cy="13820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1BE470B-4EBF-965A-0578-FB131953410A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A22B715-9AD3-2A94-F7B4-6C4285A4EC07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986C84C-C237-C708-D008-365825BC9793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9C2BEC3-418F-A83D-14B7-72381818E381}"/>
              </a:ext>
            </a:extLst>
          </p:cNvPr>
          <p:cNvGrpSpPr/>
          <p:nvPr/>
        </p:nvGrpSpPr>
        <p:grpSpPr>
          <a:xfrm rot="5400000">
            <a:off x="3671595" y="279705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D2227C4-8C10-2945-8F34-0F0073C68B3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D86F8E72-DC33-1265-3EC3-659CBA594D7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FA8F0CC-B7F8-69FB-079C-BCAB71C01203}"/>
              </a:ext>
            </a:extLst>
          </p:cNvPr>
          <p:cNvGrpSpPr/>
          <p:nvPr/>
        </p:nvGrpSpPr>
        <p:grpSpPr>
          <a:xfrm>
            <a:off x="6841229" y="254878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6B1B9F6-23E6-01AA-AE50-00BBA52FB633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342E5AE0-F3F5-1F5E-F663-9027F8659F7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344EE63D-4B31-351A-EFD6-260F5D66998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C0CE0ED1-2419-5B05-75AD-27B57A58B1C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865127E-8495-0C31-103D-898C59BBAB1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6ED8C1C-322B-E1A1-4C06-784058311C5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50DA215-9483-9E39-73DA-255330282D6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E38D82-727E-46C4-2A32-58B346B4CF1D}"/>
              </a:ext>
            </a:extLst>
          </p:cNvPr>
          <p:cNvSpPr/>
          <p:nvPr/>
        </p:nvSpPr>
        <p:spPr>
          <a:xfrm rot="5400000" flipV="1">
            <a:off x="5282706" y="2818320"/>
            <a:ext cx="98384" cy="7376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5FD010C-B1D9-9F44-AE26-49FA126B59C6}"/>
              </a:ext>
            </a:extLst>
          </p:cNvPr>
          <p:cNvGrpSpPr/>
          <p:nvPr/>
        </p:nvGrpSpPr>
        <p:grpSpPr>
          <a:xfrm rot="5400000">
            <a:off x="7756288" y="3564534"/>
            <a:ext cx="100299" cy="494938"/>
            <a:chOff x="4744122" y="4338948"/>
            <a:chExt cx="100299" cy="49493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D107D088-CB47-519C-4CB3-C21F17EB783B}"/>
                </a:ext>
              </a:extLst>
            </p:cNvPr>
            <p:cNvSpPr/>
            <p:nvPr/>
          </p:nvSpPr>
          <p:spPr>
            <a:xfrm>
              <a:off x="4746036" y="43389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7D43609-E3B1-1A52-BFC0-3DB8BBDEB804}"/>
                </a:ext>
              </a:extLst>
            </p:cNvPr>
            <p:cNvSpPr/>
            <p:nvPr/>
          </p:nvSpPr>
          <p:spPr>
            <a:xfrm>
              <a:off x="4744122" y="47355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BADCE4-8D7B-A247-91B8-BFED2AE6A8F6}"/>
              </a:ext>
            </a:extLst>
          </p:cNvPr>
          <p:cNvSpPr/>
          <p:nvPr/>
        </p:nvSpPr>
        <p:spPr>
          <a:xfrm flipV="1">
            <a:off x="6644570" y="2328114"/>
            <a:ext cx="98385" cy="8737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D9E1BF-08DC-0D37-C796-CA74F82D09E8}"/>
              </a:ext>
            </a:extLst>
          </p:cNvPr>
          <p:cNvSpPr txBox="1"/>
          <p:nvPr/>
        </p:nvSpPr>
        <p:spPr>
          <a:xfrm>
            <a:off x="-59018" y="40508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b="1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b="1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 dirty="0">
                <a:highlight>
                  <a:srgbClr val="FFFF00"/>
                </a:highlight>
              </a:rPr>
              <a:t>. 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F514BE5-06EB-9688-775F-6EA934647780}"/>
              </a:ext>
            </a:extLst>
          </p:cNvPr>
          <p:cNvCxnSpPr>
            <a:cxnSpLocks/>
          </p:cNvCxnSpPr>
          <p:nvPr/>
        </p:nvCxnSpPr>
        <p:spPr>
          <a:xfrm>
            <a:off x="2045662" y="4150658"/>
            <a:ext cx="731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E0EE10EC-D2E9-A86A-0BD1-63CF2F1726A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F26AC5B-2C86-920A-E416-A814B67B05E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C380850-C27E-FF95-38FC-36EBCC42C26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A0F9680-EF96-15BA-E860-CBBCEC72141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F9267A7-62D4-1F95-163C-1F05C09B451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05267A75-266A-EEC2-0879-D8C70538823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F227749-BC38-23F0-28C8-C36694C3C285}"/>
              </a:ext>
            </a:extLst>
          </p:cNvPr>
          <p:cNvGrpSpPr/>
          <p:nvPr/>
        </p:nvGrpSpPr>
        <p:grpSpPr>
          <a:xfrm rot="5400000">
            <a:off x="3371289" y="4880917"/>
            <a:ext cx="98859" cy="1382033"/>
            <a:chOff x="4737866" y="4849327"/>
            <a:chExt cx="98859" cy="13820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B413CE3-7363-7899-3F4D-C15AD254441B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CF27170-4DCA-D0D2-3792-414B7352601E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9565BAC-D5C5-7801-EE5F-CA372A3099F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2B8DB96-655D-5CDA-7AEA-38C720A57808}"/>
              </a:ext>
            </a:extLst>
          </p:cNvPr>
          <p:cNvSpPr/>
          <p:nvPr/>
        </p:nvSpPr>
        <p:spPr>
          <a:xfrm rot="5400000" flipV="1">
            <a:off x="8539247" y="1981289"/>
            <a:ext cx="98384" cy="782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446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53AA-8F53-F2DD-4A50-914CBDFE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B6414C3-9BC2-2325-B9AC-F95AEF18F0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74"/>
          <a:stretch>
            <a:fillRect/>
          </a:stretch>
        </p:blipFill>
        <p:spPr bwMode="auto">
          <a:xfrm>
            <a:off x="1865672" y="892428"/>
            <a:ext cx="8445274" cy="5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A1B77E-3B2F-8D67-CABB-2D820D8BF3F7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A1B77E-3B2F-8D67-CABB-2D820D8BF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F253DD0-2E47-3FFA-BE34-78DCEED7D8D8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673E37-9CD4-697F-B329-332159515FD6}"/>
              </a:ext>
            </a:extLst>
          </p:cNvPr>
          <p:cNvSpPr/>
          <p:nvPr/>
        </p:nvSpPr>
        <p:spPr>
          <a:xfrm rot="5400000">
            <a:off x="2624392" y="2655889"/>
            <a:ext cx="89918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46CD8-9A80-ACAD-18A4-106207297068}"/>
              </a:ext>
            </a:extLst>
          </p:cNvPr>
          <p:cNvSpPr txBox="1"/>
          <p:nvPr/>
        </p:nvSpPr>
        <p:spPr>
          <a:xfrm>
            <a:off x="3290784" y="230264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3D68D2-D548-E75D-2B9A-1546542558FC}"/>
              </a:ext>
            </a:extLst>
          </p:cNvPr>
          <p:cNvSpPr/>
          <p:nvPr/>
        </p:nvSpPr>
        <p:spPr>
          <a:xfrm rot="10800000">
            <a:off x="2255930" y="3453114"/>
            <a:ext cx="102820" cy="20094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547C23-FD6E-49AF-B2EC-225E0ACF5476}"/>
              </a:ext>
            </a:extLst>
          </p:cNvPr>
          <p:cNvSpPr/>
          <p:nvPr/>
        </p:nvSpPr>
        <p:spPr>
          <a:xfrm>
            <a:off x="2777597" y="379160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1BEB129-4720-D6F2-5A36-981B1AF8062F}"/>
              </a:ext>
            </a:extLst>
          </p:cNvPr>
          <p:cNvSpPr/>
          <p:nvPr/>
        </p:nvSpPr>
        <p:spPr>
          <a:xfrm>
            <a:off x="2946534" y="3943694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13810-F645-99CF-BC69-614C2504735F}"/>
              </a:ext>
            </a:extLst>
          </p:cNvPr>
          <p:cNvSpPr txBox="1"/>
          <p:nvPr/>
        </p:nvSpPr>
        <p:spPr>
          <a:xfrm>
            <a:off x="4076820" y="352820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8C6D1-C3DD-7765-0A72-24A89E0D5E8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86198F6-5FBA-9A01-81C2-FEE23D0D9B47}"/>
              </a:ext>
            </a:extLst>
          </p:cNvPr>
          <p:cNvSpPr/>
          <p:nvPr/>
        </p:nvSpPr>
        <p:spPr>
          <a:xfrm>
            <a:off x="3125962" y="412702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0E93A3F-CF63-04CF-A607-37D4EE4A9F3A}"/>
              </a:ext>
            </a:extLst>
          </p:cNvPr>
          <p:cNvGrpSpPr/>
          <p:nvPr/>
        </p:nvGrpSpPr>
        <p:grpSpPr>
          <a:xfrm rot="5400000">
            <a:off x="3364947" y="2674245"/>
            <a:ext cx="98859" cy="1382033"/>
            <a:chOff x="4737866" y="4849327"/>
            <a:chExt cx="98859" cy="13820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2DA82F5-EB7D-D1EA-5D84-A7E5BE5F2D1B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2DAC789-11F9-E84E-4C5B-7A4DA4CFDED8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CE52246-B91C-53C1-E1D8-72434327F71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8ED7460-0221-FE7B-C0E0-746F83F647CB}"/>
              </a:ext>
            </a:extLst>
          </p:cNvPr>
          <p:cNvGrpSpPr/>
          <p:nvPr/>
        </p:nvGrpSpPr>
        <p:grpSpPr>
          <a:xfrm rot="5400000">
            <a:off x="3671595" y="279705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D1D77AC-FA48-B41D-4354-14652DC0A53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AE3C0FE-FDFB-A5FE-E1D2-1E012EA7DDC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4C24F49-6AB7-FDB1-FB05-B2DB90893D75}"/>
              </a:ext>
            </a:extLst>
          </p:cNvPr>
          <p:cNvGrpSpPr/>
          <p:nvPr/>
        </p:nvGrpSpPr>
        <p:grpSpPr>
          <a:xfrm>
            <a:off x="6841229" y="254878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82C0829-1F4C-9192-91A1-D3B7159A2B5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8894E1B0-82D2-E846-A361-E00F8549D2C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CA5333D4-8278-0CA8-D4D0-B4DF74559F8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BC867268-1FEA-B0F6-8EBD-C5F807378D96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2EAA0EF-00B0-0F32-AA9A-EAC3482E765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BE56529-50BF-2B93-C6C8-9C7BBC00628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9F3B0FD-F732-8165-992E-80D4E23DB119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E6D787-4DA7-406A-6A1A-689F7F4D7316}"/>
              </a:ext>
            </a:extLst>
          </p:cNvPr>
          <p:cNvSpPr/>
          <p:nvPr/>
        </p:nvSpPr>
        <p:spPr>
          <a:xfrm rot="5400000" flipV="1">
            <a:off x="5282706" y="2818320"/>
            <a:ext cx="98384" cy="7376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303BA5C-7FB1-DA16-4001-90BE0D859F87}"/>
              </a:ext>
            </a:extLst>
          </p:cNvPr>
          <p:cNvGrpSpPr/>
          <p:nvPr/>
        </p:nvGrpSpPr>
        <p:grpSpPr>
          <a:xfrm rot="5400000">
            <a:off x="7756288" y="3564534"/>
            <a:ext cx="100299" cy="494938"/>
            <a:chOff x="4744122" y="4338948"/>
            <a:chExt cx="100299" cy="49493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1DE1000-7F5C-7632-7114-8BC8020D984F}"/>
                </a:ext>
              </a:extLst>
            </p:cNvPr>
            <p:cNvSpPr/>
            <p:nvPr/>
          </p:nvSpPr>
          <p:spPr>
            <a:xfrm>
              <a:off x="4746036" y="43389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FC87575-80B6-CAA4-9FAB-A0096FB4C322}"/>
                </a:ext>
              </a:extLst>
            </p:cNvPr>
            <p:cNvSpPr/>
            <p:nvPr/>
          </p:nvSpPr>
          <p:spPr>
            <a:xfrm>
              <a:off x="4744122" y="47355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88D0AAD-A585-74C9-2526-DAD1A011C924}"/>
              </a:ext>
            </a:extLst>
          </p:cNvPr>
          <p:cNvSpPr/>
          <p:nvPr/>
        </p:nvSpPr>
        <p:spPr>
          <a:xfrm flipV="1">
            <a:off x="6644570" y="2328114"/>
            <a:ext cx="98385" cy="8737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E2E495-2893-5AC3-BFE4-6B0489825A58}"/>
              </a:ext>
            </a:extLst>
          </p:cNvPr>
          <p:cNvSpPr txBox="1"/>
          <p:nvPr/>
        </p:nvSpPr>
        <p:spPr>
          <a:xfrm>
            <a:off x="-59018" y="405082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우물은 두가지 </a:t>
            </a:r>
            <a:r>
              <a:rPr lang="ko-KR" altLang="en-US" sz="900" b="1" dirty="0" err="1">
                <a:highlight>
                  <a:srgbClr val="FFFF00"/>
                </a:highlight>
              </a:rPr>
              <a:t>타입중</a:t>
            </a:r>
            <a:r>
              <a:rPr lang="ko-KR" altLang="en-US" sz="900" b="1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 dirty="0">
                <a:highlight>
                  <a:srgbClr val="FFFF00"/>
                </a:highlight>
              </a:rPr>
              <a:t>. 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9770D59-C530-D97F-2FEC-0FC4ABE280CB}"/>
              </a:ext>
            </a:extLst>
          </p:cNvPr>
          <p:cNvCxnSpPr>
            <a:cxnSpLocks/>
          </p:cNvCxnSpPr>
          <p:nvPr/>
        </p:nvCxnSpPr>
        <p:spPr>
          <a:xfrm>
            <a:off x="2045662" y="4150658"/>
            <a:ext cx="731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47A420B-98E6-F9DB-C63E-5907FE664E07}"/>
              </a:ext>
            </a:extLst>
          </p:cNvPr>
          <p:cNvSpPr txBox="1"/>
          <p:nvPr/>
        </p:nvSpPr>
        <p:spPr>
          <a:xfrm>
            <a:off x="-45952" y="471190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6D98F6BB-292E-0B6A-0556-521B0FC1C97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81A8A57-C96C-9D0A-5ABD-8CA662C671B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4CA124A-8FF6-9C2D-1523-5FC0EE72043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4CB8878-97BE-03C9-CD4D-1EBA08906E3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AE783F9-EBB4-080E-13BB-F23DD194D0B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D7EE88DA-8D76-5556-1960-A8F16BFC30F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01F2ADB-F68F-4339-26A2-E6E624015721}"/>
              </a:ext>
            </a:extLst>
          </p:cNvPr>
          <p:cNvGrpSpPr/>
          <p:nvPr/>
        </p:nvGrpSpPr>
        <p:grpSpPr>
          <a:xfrm rot="5400000">
            <a:off x="3371289" y="4880917"/>
            <a:ext cx="98859" cy="1382033"/>
            <a:chOff x="4737866" y="4849327"/>
            <a:chExt cx="98859" cy="13820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2FE0408-B971-FC1D-3AD9-D25894BBC22A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6334915-1DC6-B417-7BC2-193008C62E32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409FD1E-4AA1-F452-DE5A-6BC6F2A6894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D6F8A41-842C-F778-475F-D443B4AFACFF}"/>
              </a:ext>
            </a:extLst>
          </p:cNvPr>
          <p:cNvSpPr/>
          <p:nvPr/>
        </p:nvSpPr>
        <p:spPr>
          <a:xfrm rot="5400000" flipV="1">
            <a:off x="8539247" y="1981289"/>
            <a:ext cx="98384" cy="782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257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53AA-8F53-F2DD-4A50-914CBDFE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B6414C3-9BC2-2325-B9AC-F95AEF18F0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74"/>
          <a:stretch>
            <a:fillRect/>
          </a:stretch>
        </p:blipFill>
        <p:spPr bwMode="auto">
          <a:xfrm>
            <a:off x="1865672" y="892428"/>
            <a:ext cx="8445274" cy="5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A1B77E-3B2F-8D67-CABB-2D820D8BF3F7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A1B77E-3B2F-8D67-CABB-2D820D8BF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F253DD0-2E47-3FFA-BE34-78DCEED7D8D8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673E37-9CD4-697F-B329-332159515FD6}"/>
              </a:ext>
            </a:extLst>
          </p:cNvPr>
          <p:cNvSpPr/>
          <p:nvPr/>
        </p:nvSpPr>
        <p:spPr>
          <a:xfrm rot="5400000">
            <a:off x="2624392" y="2655889"/>
            <a:ext cx="89918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46CD8-9A80-ACAD-18A4-106207297068}"/>
              </a:ext>
            </a:extLst>
          </p:cNvPr>
          <p:cNvSpPr txBox="1"/>
          <p:nvPr/>
        </p:nvSpPr>
        <p:spPr>
          <a:xfrm>
            <a:off x="3290784" y="230264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3D68D2-D548-E75D-2B9A-1546542558FC}"/>
              </a:ext>
            </a:extLst>
          </p:cNvPr>
          <p:cNvSpPr/>
          <p:nvPr/>
        </p:nvSpPr>
        <p:spPr>
          <a:xfrm rot="10800000">
            <a:off x="2255930" y="3453114"/>
            <a:ext cx="102820" cy="20094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547C23-FD6E-49AF-B2EC-225E0ACF5476}"/>
              </a:ext>
            </a:extLst>
          </p:cNvPr>
          <p:cNvSpPr/>
          <p:nvPr/>
        </p:nvSpPr>
        <p:spPr>
          <a:xfrm>
            <a:off x="2777597" y="379160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13810-F645-99CF-BC69-614C2504735F}"/>
              </a:ext>
            </a:extLst>
          </p:cNvPr>
          <p:cNvSpPr txBox="1"/>
          <p:nvPr/>
        </p:nvSpPr>
        <p:spPr>
          <a:xfrm>
            <a:off x="4076820" y="352820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8C6D1-C3DD-7765-0A72-24A89E0D5E8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86198F6-5FBA-9A01-81C2-FEE23D0D9B47}"/>
              </a:ext>
            </a:extLst>
          </p:cNvPr>
          <p:cNvSpPr/>
          <p:nvPr/>
        </p:nvSpPr>
        <p:spPr>
          <a:xfrm>
            <a:off x="3125962" y="412702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0E93A3F-CF63-04CF-A607-37D4EE4A9F3A}"/>
              </a:ext>
            </a:extLst>
          </p:cNvPr>
          <p:cNvGrpSpPr/>
          <p:nvPr/>
        </p:nvGrpSpPr>
        <p:grpSpPr>
          <a:xfrm rot="5400000">
            <a:off x="3364947" y="2674245"/>
            <a:ext cx="98859" cy="1382033"/>
            <a:chOff x="4737866" y="4849327"/>
            <a:chExt cx="98859" cy="13820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2DA82F5-EB7D-D1EA-5D84-A7E5BE5F2D1B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2DAC789-11F9-E84E-4C5B-7A4DA4CFDED8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CE52246-B91C-53C1-E1D8-72434327F71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8ED7460-0221-FE7B-C0E0-746F83F647CB}"/>
              </a:ext>
            </a:extLst>
          </p:cNvPr>
          <p:cNvGrpSpPr/>
          <p:nvPr/>
        </p:nvGrpSpPr>
        <p:grpSpPr>
          <a:xfrm rot="5400000">
            <a:off x="3671595" y="2797054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D1D77AC-FA48-B41D-4354-14652DC0A53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AE3C0FE-FDFB-A5FE-E1D2-1E012EA7DDC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4C24F49-6AB7-FDB1-FB05-B2DB90893D75}"/>
              </a:ext>
            </a:extLst>
          </p:cNvPr>
          <p:cNvGrpSpPr/>
          <p:nvPr/>
        </p:nvGrpSpPr>
        <p:grpSpPr>
          <a:xfrm>
            <a:off x="6841229" y="254878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82C0829-1F4C-9192-91A1-D3B7159A2B5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8894E1B0-82D2-E846-A361-E00F8549D2C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CA5333D4-8278-0CA8-D4D0-B4DF74559F8A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BC867268-1FEA-B0F6-8EBD-C5F807378D96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2EAA0EF-00B0-0F32-AA9A-EAC3482E765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BE56529-50BF-2B93-C6C8-9C7BBC00628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9F3B0FD-F732-8165-992E-80D4E23DB119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E6D787-4DA7-406A-6A1A-689F7F4D7316}"/>
              </a:ext>
            </a:extLst>
          </p:cNvPr>
          <p:cNvSpPr/>
          <p:nvPr/>
        </p:nvSpPr>
        <p:spPr>
          <a:xfrm rot="5400000" flipV="1">
            <a:off x="5282706" y="2818320"/>
            <a:ext cx="98384" cy="7376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303BA5C-7FB1-DA16-4001-90BE0D859F87}"/>
              </a:ext>
            </a:extLst>
          </p:cNvPr>
          <p:cNvGrpSpPr/>
          <p:nvPr/>
        </p:nvGrpSpPr>
        <p:grpSpPr>
          <a:xfrm rot="5400000">
            <a:off x="7756288" y="3564534"/>
            <a:ext cx="100299" cy="494938"/>
            <a:chOff x="4744122" y="4338948"/>
            <a:chExt cx="100299" cy="49493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1DE1000-7F5C-7632-7114-8BC8020D984F}"/>
                </a:ext>
              </a:extLst>
            </p:cNvPr>
            <p:cNvSpPr/>
            <p:nvPr/>
          </p:nvSpPr>
          <p:spPr>
            <a:xfrm>
              <a:off x="4746036" y="43389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FC87575-80B6-CAA4-9FAB-A0096FB4C322}"/>
                </a:ext>
              </a:extLst>
            </p:cNvPr>
            <p:cNvSpPr/>
            <p:nvPr/>
          </p:nvSpPr>
          <p:spPr>
            <a:xfrm>
              <a:off x="4744122" y="47355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88D0AAD-A585-74C9-2526-DAD1A011C924}"/>
              </a:ext>
            </a:extLst>
          </p:cNvPr>
          <p:cNvSpPr/>
          <p:nvPr/>
        </p:nvSpPr>
        <p:spPr>
          <a:xfrm flipV="1">
            <a:off x="6644570" y="2328114"/>
            <a:ext cx="98385" cy="8737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7A420B-98E6-F9DB-C63E-5907FE664E07}"/>
              </a:ext>
            </a:extLst>
          </p:cNvPr>
          <p:cNvSpPr txBox="1"/>
          <p:nvPr/>
        </p:nvSpPr>
        <p:spPr>
          <a:xfrm>
            <a:off x="-41003" y="394400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6D98F6BB-292E-0B6A-0556-521B0FC1C97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81A8A57-C96C-9D0A-5ABD-8CA662C671B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4CA124A-8FF6-9C2D-1523-5FC0EE72043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4CB8878-97BE-03C9-CD4D-1EBA08906E3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AE783F9-EBB4-080E-13BB-F23DD194D0B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D7EE88DA-8D76-5556-1960-A8F16BFC30F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01F2ADB-F68F-4339-26A2-E6E624015721}"/>
              </a:ext>
            </a:extLst>
          </p:cNvPr>
          <p:cNvGrpSpPr/>
          <p:nvPr/>
        </p:nvGrpSpPr>
        <p:grpSpPr>
          <a:xfrm rot="5400000">
            <a:off x="3371289" y="4880917"/>
            <a:ext cx="98859" cy="1382033"/>
            <a:chOff x="4737866" y="4849327"/>
            <a:chExt cx="98859" cy="13820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2FE0408-B971-FC1D-3AD9-D25894BBC22A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6334915-1DC6-B417-7BC2-193008C62E32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409FD1E-4AA1-F452-DE5A-6BC6F2A6894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D6F8A41-842C-F778-475F-D443B4AFACFF}"/>
              </a:ext>
            </a:extLst>
          </p:cNvPr>
          <p:cNvSpPr/>
          <p:nvPr/>
        </p:nvSpPr>
        <p:spPr>
          <a:xfrm rot="5400000" flipV="1">
            <a:off x="8539247" y="1981289"/>
            <a:ext cx="98384" cy="782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D70947B-9176-4CF7-17C1-BFCBDDBD524A}"/>
              </a:ext>
            </a:extLst>
          </p:cNvPr>
          <p:cNvSpPr/>
          <p:nvPr/>
        </p:nvSpPr>
        <p:spPr>
          <a:xfrm>
            <a:off x="2942189" y="3944007"/>
            <a:ext cx="898291" cy="96936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00EA6CD-BD04-9832-F7A2-E1A08DD1C6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003896" y="5009700"/>
            <a:ext cx="2236971" cy="1554480"/>
          </a:xfrm>
          <a:prstGeom prst="rect">
            <a:avLst/>
          </a:prstGeom>
        </p:spPr>
      </p:pic>
      <p:pic>
        <p:nvPicPr>
          <p:cNvPr id="49" name="그림 4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AEDDBC9E-898D-8B9B-E549-9CE347D4A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81694" y="4913376"/>
            <a:ext cx="1619250" cy="1530350"/>
          </a:xfrm>
          <a:prstGeom prst="rect">
            <a:avLst/>
          </a:prstGeom>
        </p:spPr>
      </p:pic>
      <p:pic>
        <p:nvPicPr>
          <p:cNvPr id="50" name="그림 49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FDFF38-7DFF-AB2D-592E-89BF61202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14" y="2209667"/>
            <a:ext cx="1757580" cy="1445609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9F1A639-3650-1259-DBF8-75757B5C718F}"/>
              </a:ext>
            </a:extLst>
          </p:cNvPr>
          <p:cNvSpPr txBox="1"/>
          <p:nvPr/>
        </p:nvSpPr>
        <p:spPr>
          <a:xfrm>
            <a:off x="6635689" y="157243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highlight>
                  <a:srgbClr val="FFFF00"/>
                </a:highlight>
              </a:rPr>
              <a:t>현관미정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BDF5E08-2AA2-9202-5D63-B3619068C5C1}"/>
              </a:ext>
            </a:extLst>
          </p:cNvPr>
          <p:cNvGrpSpPr/>
          <p:nvPr/>
        </p:nvGrpSpPr>
        <p:grpSpPr>
          <a:xfrm>
            <a:off x="5376585" y="5233364"/>
            <a:ext cx="1875307" cy="975162"/>
            <a:chOff x="5930919" y="3904737"/>
            <a:chExt cx="1875307" cy="975162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D859DAA-B0B8-EBF0-BAE4-C9AAC519B7CC}"/>
                </a:ext>
              </a:extLst>
            </p:cNvPr>
            <p:cNvSpPr/>
            <p:nvPr/>
          </p:nvSpPr>
          <p:spPr>
            <a:xfrm rot="10800000" flipV="1">
              <a:off x="5930919" y="3904737"/>
              <a:ext cx="45719" cy="975162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A02D0C-6D8E-8448-72EE-ACA7DFFFF206}"/>
                </a:ext>
              </a:extLst>
            </p:cNvPr>
            <p:cNvSpPr txBox="1"/>
            <p:nvPr/>
          </p:nvSpPr>
          <p:spPr>
            <a:xfrm>
              <a:off x="6502664" y="4599446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싱크대 </a:t>
              </a:r>
              <a:r>
                <a:rPr lang="ko-KR" altLang="en-US" sz="900" b="1" dirty="0" err="1"/>
                <a:t>간접등</a:t>
              </a:r>
              <a:r>
                <a:rPr lang="ko-KR" altLang="en-US" sz="900" b="1" dirty="0"/>
                <a:t> 서비스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4BE61DED-50B7-11A4-07B4-A90DA86BEB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6638" y="4730102"/>
              <a:ext cx="5493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214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3</cp:revision>
  <dcterms:created xsi:type="dcterms:W3CDTF">2025-11-24T03:34:56Z</dcterms:created>
  <dcterms:modified xsi:type="dcterms:W3CDTF">2026-05-26T00:36:06Z</dcterms:modified>
</cp:coreProperties>
</file>