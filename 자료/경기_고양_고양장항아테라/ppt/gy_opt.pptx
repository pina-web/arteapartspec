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509" r:id="rId11"/>
    <p:sldId id="517" r:id="rId12"/>
    <p:sldId id="516" r:id="rId13"/>
    <p:sldId id="506" r:id="rId14"/>
    <p:sldId id="518" r:id="rId15"/>
    <p:sldId id="514" r:id="rId16"/>
    <p:sldId id="507" r:id="rId17"/>
    <p:sldId id="519" r:id="rId18"/>
    <p:sldId id="51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797E0F4A-49F0-4167-8FFC-327A76BD6298}">
          <p14:sldIdLst>
            <p14:sldId id="509"/>
            <p14:sldId id="517"/>
            <p14:sldId id="516"/>
          </p14:sldIdLst>
        </p14:section>
        <p14:section name="84B" id="{A8B08FBB-9E15-4AA3-AA07-1A8576E0EA54}">
          <p14:sldIdLst>
            <p14:sldId id="506"/>
            <p14:sldId id="518"/>
            <p14:sldId id="514"/>
          </p14:sldIdLst>
        </p14:section>
        <p14:section name="84C" id="{1107681D-2702-482C-BF7A-D80FD640D6C9}">
          <p14:sldIdLst>
            <p14:sldId id="507"/>
            <p14:sldId id="519"/>
            <p14:sldId id="5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96675D79-D1A2-4548-BA94-5CE229F3E756}"/>
    <pc:docChg chg="custSel addSld delSld modSld sldOrd addSection modSection">
      <pc:chgData name="진옥화" userId="20b55f0b-5a9b-4958-9543-f5cbd24a6a07" providerId="ADAL" clId="{96675D79-D1A2-4548-BA94-5CE229F3E756}" dt="2025-11-25T03:34:14.605" v="687"/>
      <pc:docMkLst>
        <pc:docMk/>
      </pc:docMkLst>
      <pc:sldChg chg="add">
        <pc:chgData name="진옥화" userId="20b55f0b-5a9b-4958-9543-f5cbd24a6a07" providerId="ADAL" clId="{96675D79-D1A2-4548-BA94-5CE229F3E756}" dt="2025-11-24T03:34:59.258" v="0"/>
        <pc:sldMkLst>
          <pc:docMk/>
          <pc:sldMk cId="1864480258" sldId="257"/>
        </pc:sldMkLst>
      </pc:sldChg>
      <pc:sldChg chg="addSp add mod">
        <pc:chgData name="진옥화" userId="20b55f0b-5a9b-4958-9543-f5cbd24a6a07" providerId="ADAL" clId="{96675D79-D1A2-4548-BA94-5CE229F3E756}" dt="2025-11-25T01:12:14.953" v="488" actId="22"/>
        <pc:sldMkLst>
          <pc:docMk/>
          <pc:sldMk cId="255795989" sldId="380"/>
        </pc:sldMkLst>
        <pc:picChg chg="add">
          <ac:chgData name="진옥화" userId="20b55f0b-5a9b-4958-9543-f5cbd24a6a07" providerId="ADAL" clId="{96675D79-D1A2-4548-BA94-5CE229F3E756}" dt="2025-11-25T01:12:14.953" v="488" actId="22"/>
          <ac:picMkLst>
            <pc:docMk/>
            <pc:sldMk cId="255795989" sldId="380"/>
            <ac:picMk id="3" creationId="{2F91F986-6F84-C85D-9B4D-81B4AC887581}"/>
          </ac:picMkLst>
        </pc:picChg>
      </pc:sldChg>
      <pc:sldChg chg="add">
        <pc:chgData name="진옥화" userId="20b55f0b-5a9b-4958-9543-f5cbd24a6a07" providerId="ADAL" clId="{96675D79-D1A2-4548-BA94-5CE229F3E756}" dt="2025-11-24T03:34:59.258" v="0"/>
        <pc:sldMkLst>
          <pc:docMk/>
          <pc:sldMk cId="2986644894" sldId="423"/>
        </pc:sldMkLst>
      </pc:sldChg>
      <pc:sldChg chg="add">
        <pc:chgData name="진옥화" userId="20b55f0b-5a9b-4958-9543-f5cbd24a6a07" providerId="ADAL" clId="{96675D79-D1A2-4548-BA94-5CE229F3E756}" dt="2025-11-24T03:34:59.258" v="0"/>
        <pc:sldMkLst>
          <pc:docMk/>
          <pc:sldMk cId="3780629750" sldId="424"/>
        </pc:sldMkLst>
      </pc:sldChg>
      <pc:sldChg chg="add">
        <pc:chgData name="진옥화" userId="20b55f0b-5a9b-4958-9543-f5cbd24a6a07" providerId="ADAL" clId="{96675D79-D1A2-4548-BA94-5CE229F3E756}" dt="2025-11-24T03:34:59.258" v="0"/>
        <pc:sldMkLst>
          <pc:docMk/>
          <pc:sldMk cId="4121366713" sldId="453"/>
        </pc:sldMkLst>
      </pc:sldChg>
      <pc:sldChg chg="addSp delSp modSp add mod setBg">
        <pc:chgData name="진옥화" userId="20b55f0b-5a9b-4958-9543-f5cbd24a6a07" providerId="ADAL" clId="{96675D79-D1A2-4548-BA94-5CE229F3E756}" dt="2025-11-24T03:49:22.969" v="74" actId="1076"/>
        <pc:sldMkLst>
          <pc:docMk/>
          <pc:sldMk cId="2709088123" sldId="505"/>
        </pc:sldMkLst>
        <pc:spChg chg="add mod">
          <ac:chgData name="진옥화" userId="20b55f0b-5a9b-4958-9543-f5cbd24a6a07" providerId="ADAL" clId="{96675D79-D1A2-4548-BA94-5CE229F3E756}" dt="2025-11-24T03:49:22.969" v="74" actId="1076"/>
          <ac:spMkLst>
            <pc:docMk/>
            <pc:sldMk cId="2709088123" sldId="505"/>
            <ac:spMk id="16" creationId="{24109C78-FA81-CE72-EDE8-F3354C39480E}"/>
          </ac:spMkLst>
        </pc:spChg>
        <pc:spChg chg="add">
          <ac:chgData name="진옥화" userId="20b55f0b-5a9b-4958-9543-f5cbd24a6a07" providerId="ADAL" clId="{96675D79-D1A2-4548-BA94-5CE229F3E756}" dt="2025-11-24T03:49:04.911" v="72" actId="26606"/>
          <ac:spMkLst>
            <pc:docMk/>
            <pc:sldMk cId="2709088123" sldId="505"/>
            <ac:spMk id="20" creationId="{B96FC576-AE30-4C09-A12C-0582F2A6A067}"/>
          </ac:spMkLst>
        </pc:spChg>
        <pc:picChg chg="add mod">
          <ac:chgData name="진옥화" userId="20b55f0b-5a9b-4958-9543-f5cbd24a6a07" providerId="ADAL" clId="{96675D79-D1A2-4548-BA94-5CE229F3E756}" dt="2025-11-24T03:49:04.911" v="72" actId="26606"/>
          <ac:picMkLst>
            <pc:docMk/>
            <pc:sldMk cId="2709088123" sldId="505"/>
            <ac:picMk id="9" creationId="{34857E06-4116-1D5A-7E17-65941FA909BF}"/>
          </ac:picMkLst>
        </pc:picChg>
        <pc:picChg chg="add mod ord">
          <ac:chgData name="진옥화" userId="20b55f0b-5a9b-4958-9543-f5cbd24a6a07" providerId="ADAL" clId="{96675D79-D1A2-4548-BA94-5CE229F3E756}" dt="2025-11-24T03:49:04.911" v="72" actId="26606"/>
          <ac:picMkLst>
            <pc:docMk/>
            <pc:sldMk cId="2709088123" sldId="505"/>
            <ac:picMk id="11" creationId="{3350AB93-9018-2046-719D-874728C47571}"/>
          </ac:picMkLst>
        </pc:picChg>
        <pc:picChg chg="add mod">
          <ac:chgData name="진옥화" userId="20b55f0b-5a9b-4958-9543-f5cbd24a6a07" providerId="ADAL" clId="{96675D79-D1A2-4548-BA94-5CE229F3E756}" dt="2025-11-24T03:49:04.911" v="72" actId="26606"/>
          <ac:picMkLst>
            <pc:docMk/>
            <pc:sldMk cId="2709088123" sldId="505"/>
            <ac:picMk id="13" creationId="{BC85AED4-BC00-329F-9641-2B00B6221A64}"/>
          </ac:picMkLst>
        </pc:picChg>
        <pc:picChg chg="add mod">
          <ac:chgData name="진옥화" userId="20b55f0b-5a9b-4958-9543-f5cbd24a6a07" providerId="ADAL" clId="{96675D79-D1A2-4548-BA94-5CE229F3E756}" dt="2025-11-24T03:49:04.911" v="72" actId="26606"/>
          <ac:picMkLst>
            <pc:docMk/>
            <pc:sldMk cId="2709088123" sldId="505"/>
            <ac:picMk id="15" creationId="{A17BEE30-20DA-7C55-821E-4EE07E8F62B8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1:18:38.881" v="614" actId="1076"/>
        <pc:sldMkLst>
          <pc:docMk/>
          <pc:sldMk cId="1628186700" sldId="506"/>
        </pc:sldMkLst>
        <pc:spChg chg="mod">
          <ac:chgData name="진옥화" userId="20b55f0b-5a9b-4958-9543-f5cbd24a6a07" providerId="ADAL" clId="{96675D79-D1A2-4548-BA94-5CE229F3E756}" dt="2025-11-24T03:58:17.943" v="279" actId="20577"/>
          <ac:spMkLst>
            <pc:docMk/>
            <pc:sldMk cId="1628186700" sldId="506"/>
            <ac:spMk id="2" creationId="{B33D3FE6-A47E-C2BF-2565-50433E41EE40}"/>
          </ac:spMkLst>
        </pc:spChg>
        <pc:spChg chg="mod">
          <ac:chgData name="진옥화" userId="20b55f0b-5a9b-4958-9543-f5cbd24a6a07" providerId="ADAL" clId="{96675D79-D1A2-4548-BA94-5CE229F3E756}" dt="2025-11-25T01:18:06.538" v="604"/>
          <ac:spMkLst>
            <pc:docMk/>
            <pc:sldMk cId="1628186700" sldId="506"/>
            <ac:spMk id="4" creationId="{C674273C-8E6C-8570-4E54-4269B05FA54C}"/>
          </ac:spMkLst>
        </pc:spChg>
        <pc:spChg chg="mod">
          <ac:chgData name="진옥화" userId="20b55f0b-5a9b-4958-9543-f5cbd24a6a07" providerId="ADAL" clId="{96675D79-D1A2-4548-BA94-5CE229F3E756}" dt="2025-11-25T01:18:06.538" v="604"/>
          <ac:spMkLst>
            <pc:docMk/>
            <pc:sldMk cId="1628186700" sldId="506"/>
            <ac:spMk id="5" creationId="{1EDF3B78-B0A6-4105-AAD1-CD21D1F9620F}"/>
          </ac:spMkLst>
        </pc:spChg>
        <pc:spChg chg="mod">
          <ac:chgData name="진옥화" userId="20b55f0b-5a9b-4958-9543-f5cbd24a6a07" providerId="ADAL" clId="{96675D79-D1A2-4548-BA94-5CE229F3E756}" dt="2025-11-24T03:59:35.671" v="357" actId="1037"/>
          <ac:spMkLst>
            <pc:docMk/>
            <pc:sldMk cId="1628186700" sldId="506"/>
            <ac:spMk id="6" creationId="{9F5D2EA7-173E-3366-D829-A2B27E1B43C3}"/>
          </ac:spMkLst>
        </pc:spChg>
        <pc:spChg chg="mod">
          <ac:chgData name="진옥화" userId="20b55f0b-5a9b-4958-9543-f5cbd24a6a07" providerId="ADAL" clId="{96675D79-D1A2-4548-BA94-5CE229F3E756}" dt="2025-11-25T01:18:06.538" v="604"/>
          <ac:spMkLst>
            <pc:docMk/>
            <pc:sldMk cId="1628186700" sldId="506"/>
            <ac:spMk id="11" creationId="{AFECC396-7ABD-9671-DA0D-69225FE8C89B}"/>
          </ac:spMkLst>
        </pc:spChg>
        <pc:spChg chg="mod">
          <ac:chgData name="진옥화" userId="20b55f0b-5a9b-4958-9543-f5cbd24a6a07" providerId="ADAL" clId="{96675D79-D1A2-4548-BA94-5CE229F3E756}" dt="2025-11-25T01:18:06.538" v="604"/>
          <ac:spMkLst>
            <pc:docMk/>
            <pc:sldMk cId="1628186700" sldId="506"/>
            <ac:spMk id="12" creationId="{4EF2F392-F98E-6279-A87F-E95BB6852B71}"/>
          </ac:spMkLst>
        </pc:spChg>
        <pc:spChg chg="add mod">
          <ac:chgData name="진옥화" userId="20b55f0b-5a9b-4958-9543-f5cbd24a6a07" providerId="ADAL" clId="{96675D79-D1A2-4548-BA94-5CE229F3E756}" dt="2025-11-24T03:58:31.246" v="295" actId="1037"/>
          <ac:spMkLst>
            <pc:docMk/>
            <pc:sldMk cId="1628186700" sldId="506"/>
            <ac:spMk id="23" creationId="{C308E8C1-5657-F5A9-7D64-3108DB8D5139}"/>
          </ac:spMkLst>
        </pc:spChg>
        <pc:spChg chg="mod">
          <ac:chgData name="진옥화" userId="20b55f0b-5a9b-4958-9543-f5cbd24a6a07" providerId="ADAL" clId="{96675D79-D1A2-4548-BA94-5CE229F3E756}" dt="2025-11-24T03:58:48.063" v="314" actId="1037"/>
          <ac:spMkLst>
            <pc:docMk/>
            <pc:sldMk cId="1628186700" sldId="506"/>
            <ac:spMk id="25" creationId="{35705634-292C-162C-D4C9-603F8CE45094}"/>
          </ac:spMkLst>
        </pc:spChg>
        <pc:spChg chg="mod">
          <ac:chgData name="진옥화" userId="20b55f0b-5a9b-4958-9543-f5cbd24a6a07" providerId="ADAL" clId="{96675D79-D1A2-4548-BA94-5CE229F3E756}" dt="2025-11-24T03:58:38.550" v="297" actId="14100"/>
          <ac:spMkLst>
            <pc:docMk/>
            <pc:sldMk cId="1628186700" sldId="506"/>
            <ac:spMk id="27" creationId="{ABA3A894-D1D4-8F7C-3DF4-99555992D4D2}"/>
          </ac:spMkLst>
        </pc:spChg>
        <pc:spChg chg="mod">
          <ac:chgData name="진옥화" userId="20b55f0b-5a9b-4958-9543-f5cbd24a6a07" providerId="ADAL" clId="{96675D79-D1A2-4548-BA94-5CE229F3E756}" dt="2025-11-24T03:54:28.068" v="205"/>
          <ac:spMkLst>
            <pc:docMk/>
            <pc:sldMk cId="1628186700" sldId="506"/>
            <ac:spMk id="40" creationId="{A13B5CA3-6EAB-CD0E-BAA6-66A862FE189C}"/>
          </ac:spMkLst>
        </pc:spChg>
        <pc:spChg chg="mod">
          <ac:chgData name="진옥화" userId="20b55f0b-5a9b-4958-9543-f5cbd24a6a07" providerId="ADAL" clId="{96675D79-D1A2-4548-BA94-5CE229F3E756}" dt="2025-11-24T03:59:16.492" v="343" actId="1038"/>
          <ac:spMkLst>
            <pc:docMk/>
            <pc:sldMk cId="1628186700" sldId="506"/>
            <ac:spMk id="41" creationId="{6975721B-CFAC-39BB-56EA-FD4CEED3981B}"/>
          </ac:spMkLst>
        </pc:spChg>
        <pc:spChg chg="mod">
          <ac:chgData name="진옥화" userId="20b55f0b-5a9b-4958-9543-f5cbd24a6a07" providerId="ADAL" clId="{96675D79-D1A2-4548-BA94-5CE229F3E756}" dt="2025-11-24T03:54:28.068" v="205"/>
          <ac:spMkLst>
            <pc:docMk/>
            <pc:sldMk cId="1628186700" sldId="506"/>
            <ac:spMk id="43" creationId="{2B04E862-6DF3-12A6-8499-AF3E4D7CC6A4}"/>
          </ac:spMkLst>
        </pc:spChg>
        <pc:spChg chg="add mod">
          <ac:chgData name="진옥화" userId="20b55f0b-5a9b-4958-9543-f5cbd24a6a07" providerId="ADAL" clId="{96675D79-D1A2-4548-BA94-5CE229F3E756}" dt="2025-11-24T04:00:09.122" v="369" actId="20577"/>
          <ac:spMkLst>
            <pc:docMk/>
            <pc:sldMk cId="1628186700" sldId="506"/>
            <ac:spMk id="46" creationId="{C070AF2C-14CE-170E-4B1D-554B00578724}"/>
          </ac:spMkLst>
        </pc:spChg>
        <pc:grpChg chg="add mod">
          <ac:chgData name="진옥화" userId="20b55f0b-5a9b-4958-9543-f5cbd24a6a07" providerId="ADAL" clId="{96675D79-D1A2-4548-BA94-5CE229F3E756}" dt="2025-11-25T01:18:06.538" v="604"/>
          <ac:grpSpMkLst>
            <pc:docMk/>
            <pc:sldMk cId="1628186700" sldId="506"/>
            <ac:grpSpMk id="3" creationId="{36739DA6-52A7-15A9-212A-46EF58D187D7}"/>
          </ac:grpSpMkLst>
        </pc:grpChg>
        <pc:grpChg chg="mod">
          <ac:chgData name="진옥화" userId="20b55f0b-5a9b-4958-9543-f5cbd24a6a07" providerId="ADAL" clId="{96675D79-D1A2-4548-BA94-5CE229F3E756}" dt="2025-11-24T03:58:51.158" v="325" actId="1035"/>
          <ac:grpSpMkLst>
            <pc:docMk/>
            <pc:sldMk cId="1628186700" sldId="506"/>
            <ac:grpSpMk id="24" creationId="{09CBB0D2-B2DA-625E-D44D-11978A6D6FE9}"/>
          </ac:grpSpMkLst>
        </pc:grpChg>
        <pc:grpChg chg="mod">
          <ac:chgData name="진옥화" userId="20b55f0b-5a9b-4958-9543-f5cbd24a6a07" providerId="ADAL" clId="{96675D79-D1A2-4548-BA94-5CE229F3E756}" dt="2025-11-24T03:59:26.581" v="345" actId="1076"/>
          <ac:grpSpMkLst>
            <pc:docMk/>
            <pc:sldMk cId="1628186700" sldId="506"/>
            <ac:grpSpMk id="37" creationId="{CD233D71-4AA8-ECFE-1718-24A296B53E21}"/>
          </ac:grpSpMkLst>
        </pc:grpChg>
        <pc:grpChg chg="mod">
          <ac:chgData name="진옥화" userId="20b55f0b-5a9b-4958-9543-f5cbd24a6a07" providerId="ADAL" clId="{96675D79-D1A2-4548-BA94-5CE229F3E756}" dt="2025-11-24T03:59:29.426" v="346" actId="1076"/>
          <ac:grpSpMkLst>
            <pc:docMk/>
            <pc:sldMk cId="1628186700" sldId="506"/>
            <ac:grpSpMk id="42" creationId="{EFAB6B0E-72AC-E6AC-72D1-8C12C86C3EC8}"/>
          </ac:grpSpMkLst>
        </pc:grpChg>
        <pc:picChg chg="add mod">
          <ac:chgData name="진옥화" userId="20b55f0b-5a9b-4958-9543-f5cbd24a6a07" providerId="ADAL" clId="{96675D79-D1A2-4548-BA94-5CE229F3E756}" dt="2025-11-25T01:18:38.881" v="614" actId="1076"/>
          <ac:picMkLst>
            <pc:docMk/>
            <pc:sldMk cId="1628186700" sldId="506"/>
            <ac:picMk id="13" creationId="{C6C073ED-BE51-D10D-CFA6-7C6A5C125382}"/>
          </ac:picMkLst>
        </pc:picChg>
        <pc:picChg chg="add mod">
          <ac:chgData name="진옥화" userId="20b55f0b-5a9b-4958-9543-f5cbd24a6a07" providerId="ADAL" clId="{96675D79-D1A2-4548-BA94-5CE229F3E756}" dt="2025-11-24T03:53:02.561" v="167" actId="34135"/>
          <ac:picMkLst>
            <pc:docMk/>
            <pc:sldMk cId="1628186700" sldId="506"/>
            <ac:picMk id="2050" creationId="{B632772F-0AC0-DD93-16ED-3C8178EB1F69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1:22:12.799" v="674"/>
        <pc:sldMkLst>
          <pc:docMk/>
          <pc:sldMk cId="3725973631" sldId="507"/>
        </pc:sldMkLst>
        <pc:spChg chg="mod">
          <ac:chgData name="진옥화" userId="20b55f0b-5a9b-4958-9543-f5cbd24a6a07" providerId="ADAL" clId="{96675D79-D1A2-4548-BA94-5CE229F3E756}" dt="2025-11-24T03:54:37.516" v="208" actId="20577"/>
          <ac:spMkLst>
            <pc:docMk/>
            <pc:sldMk cId="3725973631" sldId="507"/>
            <ac:spMk id="2" creationId="{32D32742-F05F-5226-459E-0970516C054C}"/>
          </ac:spMkLst>
        </pc:spChg>
        <pc:spChg chg="add mod">
          <ac:chgData name="진옥화" userId="20b55f0b-5a9b-4958-9543-f5cbd24a6a07" providerId="ADAL" clId="{96675D79-D1A2-4548-BA94-5CE229F3E756}" dt="2025-11-24T03:57:09.075" v="257" actId="14100"/>
          <ac:spMkLst>
            <pc:docMk/>
            <pc:sldMk cId="3725973631" sldId="507"/>
            <ac:spMk id="6" creationId="{EBDF32BA-CBA6-3AB8-6CFC-7B70F80219FB}"/>
          </ac:spMkLst>
        </pc:spChg>
        <pc:spChg chg="add mod">
          <ac:chgData name="진옥화" userId="20b55f0b-5a9b-4958-9543-f5cbd24a6a07" providerId="ADAL" clId="{96675D79-D1A2-4548-BA94-5CE229F3E756}" dt="2025-11-24T03:57:43.789" v="264" actId="1076"/>
          <ac:spMkLst>
            <pc:docMk/>
            <pc:sldMk cId="3725973631" sldId="507"/>
            <ac:spMk id="9" creationId="{998CC143-B26C-B934-E311-7DD15038C79C}"/>
          </ac:spMkLst>
        </pc:spChg>
        <pc:spChg chg="mod">
          <ac:chgData name="진옥화" userId="20b55f0b-5a9b-4958-9543-f5cbd24a6a07" providerId="ADAL" clId="{96675D79-D1A2-4548-BA94-5CE229F3E756}" dt="2025-11-25T01:22:12.799" v="674"/>
          <ac:spMkLst>
            <pc:docMk/>
            <pc:sldMk cId="3725973631" sldId="507"/>
            <ac:spMk id="11" creationId="{673AA611-9C51-45BC-3633-EA9C7032BE6C}"/>
          </ac:spMkLst>
        </pc:spChg>
        <pc:spChg chg="mod">
          <ac:chgData name="진옥화" userId="20b55f0b-5a9b-4958-9543-f5cbd24a6a07" providerId="ADAL" clId="{96675D79-D1A2-4548-BA94-5CE229F3E756}" dt="2025-11-24T03:54:16.748" v="203"/>
          <ac:spMkLst>
            <pc:docMk/>
            <pc:sldMk cId="3725973631" sldId="507"/>
            <ac:spMk id="15" creationId="{3A95B929-576E-8E4B-1CB3-628B1B715D8A}"/>
          </ac:spMkLst>
        </pc:spChg>
        <pc:spChg chg="mod">
          <ac:chgData name="진옥화" userId="20b55f0b-5a9b-4958-9543-f5cbd24a6a07" providerId="ADAL" clId="{96675D79-D1A2-4548-BA94-5CE229F3E756}" dt="2025-11-25T01:22:12.799" v="674"/>
          <ac:spMkLst>
            <pc:docMk/>
            <pc:sldMk cId="3725973631" sldId="507"/>
            <ac:spMk id="16" creationId="{4758D877-ADAD-2EEE-54B9-4C4E2B100318}"/>
          </ac:spMkLst>
        </pc:spChg>
        <pc:spChg chg="mod">
          <ac:chgData name="진옥화" userId="20b55f0b-5a9b-4958-9543-f5cbd24a6a07" providerId="ADAL" clId="{96675D79-D1A2-4548-BA94-5CE229F3E756}" dt="2025-11-25T01:22:12.799" v="674"/>
          <ac:spMkLst>
            <pc:docMk/>
            <pc:sldMk cId="3725973631" sldId="507"/>
            <ac:spMk id="17" creationId="{B70D4C7F-CE82-BB26-8A93-9E0B19A7CB0F}"/>
          </ac:spMkLst>
        </pc:spChg>
        <pc:spChg chg="mod">
          <ac:chgData name="진옥화" userId="20b55f0b-5a9b-4958-9543-f5cbd24a6a07" providerId="ADAL" clId="{96675D79-D1A2-4548-BA94-5CE229F3E756}" dt="2025-11-25T01:22:12.799" v="674"/>
          <ac:spMkLst>
            <pc:docMk/>
            <pc:sldMk cId="3725973631" sldId="507"/>
            <ac:spMk id="18" creationId="{FD4C6FCA-0BD9-FDA4-24B4-90CB31653DBA}"/>
          </ac:spMkLst>
        </pc:spChg>
        <pc:spChg chg="add mod">
          <ac:chgData name="진옥화" userId="20b55f0b-5a9b-4958-9543-f5cbd24a6a07" providerId="ADAL" clId="{96675D79-D1A2-4548-BA94-5CE229F3E756}" dt="2025-11-24T03:56:13.219" v="235" actId="1076"/>
          <ac:spMkLst>
            <pc:docMk/>
            <pc:sldMk cId="3725973631" sldId="507"/>
            <ac:spMk id="27" creationId="{208160F0-E35D-2758-D517-90B38CA45DC9}"/>
          </ac:spMkLst>
        </pc:spChg>
        <pc:spChg chg="mod">
          <ac:chgData name="진옥화" userId="20b55f0b-5a9b-4958-9543-f5cbd24a6a07" providerId="ADAL" clId="{96675D79-D1A2-4548-BA94-5CE229F3E756}" dt="2025-11-24T03:56:36.104" v="248" actId="1076"/>
          <ac:spMkLst>
            <pc:docMk/>
            <pc:sldMk cId="3725973631" sldId="507"/>
            <ac:spMk id="30" creationId="{611D57E3-C0F3-C87C-C701-226DEB64C2E1}"/>
          </ac:spMkLst>
        </pc:spChg>
        <pc:spChg chg="mod">
          <ac:chgData name="진옥화" userId="20b55f0b-5a9b-4958-9543-f5cbd24a6a07" providerId="ADAL" clId="{96675D79-D1A2-4548-BA94-5CE229F3E756}" dt="2025-11-24T03:56:47.303" v="250" actId="1076"/>
          <ac:spMkLst>
            <pc:docMk/>
            <pc:sldMk cId="3725973631" sldId="507"/>
            <ac:spMk id="31" creationId="{C1DAE526-CB74-6CA0-0EDC-2DF28E1DC4B0}"/>
          </ac:spMkLst>
        </pc:spChg>
        <pc:spChg chg="mod">
          <ac:chgData name="진옥화" userId="20b55f0b-5a9b-4958-9543-f5cbd24a6a07" providerId="ADAL" clId="{96675D79-D1A2-4548-BA94-5CE229F3E756}" dt="2025-11-24T03:55:42.230" v="229" actId="1037"/>
          <ac:spMkLst>
            <pc:docMk/>
            <pc:sldMk cId="3725973631" sldId="507"/>
            <ac:spMk id="32" creationId="{C52BE8F8-86DE-90BF-3C93-165B339BA5BD}"/>
          </ac:spMkLst>
        </pc:spChg>
        <pc:spChg chg="mod">
          <ac:chgData name="진옥화" userId="20b55f0b-5a9b-4958-9543-f5cbd24a6a07" providerId="ADAL" clId="{96675D79-D1A2-4548-BA94-5CE229F3E756}" dt="2025-11-24T03:54:16.748" v="203"/>
          <ac:spMkLst>
            <pc:docMk/>
            <pc:sldMk cId="3725973631" sldId="507"/>
            <ac:spMk id="44" creationId="{2048E35C-F332-1E11-2CBA-BF2E618BAB9F}"/>
          </ac:spMkLst>
        </pc:spChg>
        <pc:spChg chg="add mod">
          <ac:chgData name="진옥화" userId="20b55f0b-5a9b-4958-9543-f5cbd24a6a07" providerId="ADAL" clId="{96675D79-D1A2-4548-BA94-5CE229F3E756}" dt="2025-11-24T03:56:25.468" v="246" actId="14100"/>
          <ac:spMkLst>
            <pc:docMk/>
            <pc:sldMk cId="3725973631" sldId="507"/>
            <ac:spMk id="46" creationId="{916D155F-BEDA-A8DB-E7CB-6A0D7EDA8B1D}"/>
          </ac:spMkLst>
        </pc:spChg>
        <pc:spChg chg="add mod">
          <ac:chgData name="진옥화" userId="20b55f0b-5a9b-4958-9543-f5cbd24a6a07" providerId="ADAL" clId="{96675D79-D1A2-4548-BA94-5CE229F3E756}" dt="2025-11-24T03:58:12.630" v="276" actId="20577"/>
          <ac:spMkLst>
            <pc:docMk/>
            <pc:sldMk cId="3725973631" sldId="507"/>
            <ac:spMk id="49" creationId="{887E5361-B83D-F434-50A0-9FD18147A8D1}"/>
          </ac:spMkLst>
        </pc:spChg>
        <pc:grpChg chg="add mod">
          <ac:chgData name="진옥화" userId="20b55f0b-5a9b-4958-9543-f5cbd24a6a07" providerId="ADAL" clId="{96675D79-D1A2-4548-BA94-5CE229F3E756}" dt="2025-11-25T01:22:12.799" v="674"/>
          <ac:grpSpMkLst>
            <pc:docMk/>
            <pc:sldMk cId="3725973631" sldId="507"/>
            <ac:grpSpMk id="5" creationId="{9F865351-0F2B-E8B8-7159-18F5D9306145}"/>
          </ac:grpSpMkLst>
        </pc:grpChg>
        <pc:grpChg chg="mod">
          <ac:chgData name="진옥화" userId="20b55f0b-5a9b-4958-9543-f5cbd24a6a07" providerId="ADAL" clId="{96675D79-D1A2-4548-BA94-5CE229F3E756}" dt="2025-11-24T03:57:19.832" v="260" actId="1076"/>
          <ac:grpSpMkLst>
            <pc:docMk/>
            <pc:sldMk cId="3725973631" sldId="507"/>
            <ac:grpSpMk id="12" creationId="{68ABA7A2-032A-0329-3DF4-BC65BCC19284}"/>
          </ac:grpSpMkLst>
        </pc:grpChg>
        <pc:grpChg chg="mod">
          <ac:chgData name="진옥화" userId="20b55f0b-5a9b-4958-9543-f5cbd24a6a07" providerId="ADAL" clId="{96675D79-D1A2-4548-BA94-5CE229F3E756}" dt="2025-11-24T03:56:49.895" v="251" actId="1076"/>
          <ac:grpSpMkLst>
            <pc:docMk/>
            <pc:sldMk cId="3725973631" sldId="507"/>
            <ac:grpSpMk id="29" creationId="{3F4DFF8D-E74B-8137-C39C-5EADD3FF38B9}"/>
          </ac:grpSpMkLst>
        </pc:grpChg>
        <pc:grpChg chg="mod">
          <ac:chgData name="진옥화" userId="20b55f0b-5a9b-4958-9543-f5cbd24a6a07" providerId="ADAL" clId="{96675D79-D1A2-4548-BA94-5CE229F3E756}" dt="2025-11-24T03:57:26.430" v="261" actId="1076"/>
          <ac:grpSpMkLst>
            <pc:docMk/>
            <pc:sldMk cId="3725973631" sldId="507"/>
            <ac:grpSpMk id="42" creationId="{DEEBBC06-3116-54F6-480E-EAAE848DE9DA}"/>
          </ac:grpSpMkLst>
        </pc:grpChg>
        <pc:picChg chg="add mod">
          <ac:chgData name="진옥화" userId="20b55f0b-5a9b-4958-9543-f5cbd24a6a07" providerId="ADAL" clId="{96675D79-D1A2-4548-BA94-5CE229F3E756}" dt="2025-11-25T01:21:08.327" v="654" actId="1076"/>
          <ac:picMkLst>
            <pc:docMk/>
            <pc:sldMk cId="3725973631" sldId="507"/>
            <ac:picMk id="3" creationId="{BD198249-4031-E440-76C6-CA7F18841086}"/>
          </ac:picMkLst>
        </pc:picChg>
        <pc:picChg chg="add mod">
          <ac:chgData name="진옥화" userId="20b55f0b-5a9b-4958-9543-f5cbd24a6a07" providerId="ADAL" clId="{96675D79-D1A2-4548-BA94-5CE229F3E756}" dt="2025-11-24T03:53:40.127" v="202" actId="34135"/>
          <ac:picMkLst>
            <pc:docMk/>
            <pc:sldMk cId="3725973631" sldId="507"/>
            <ac:picMk id="3074" creationId="{66C342E2-C02B-DCD9-05FA-F03AFC4ED9AD}"/>
          </ac:picMkLst>
        </pc:picChg>
      </pc:sldChg>
      <pc:sldChg chg="addSp delSp modSp add mod ord">
        <pc:chgData name="진옥화" userId="20b55f0b-5a9b-4958-9543-f5cbd24a6a07" providerId="ADAL" clId="{96675D79-D1A2-4548-BA94-5CE229F3E756}" dt="2025-11-24T03:44:37.682" v="66" actId="14100"/>
        <pc:sldMkLst>
          <pc:docMk/>
          <pc:sldMk cId="2907631742" sldId="508"/>
        </pc:sldMkLst>
        <pc:picChg chg="add mod">
          <ac:chgData name="진옥화" userId="20b55f0b-5a9b-4958-9543-f5cbd24a6a07" providerId="ADAL" clId="{96675D79-D1A2-4548-BA94-5CE229F3E756}" dt="2025-11-24T03:44:37.682" v="66" actId="14100"/>
          <ac:picMkLst>
            <pc:docMk/>
            <pc:sldMk cId="2907631742" sldId="508"/>
            <ac:picMk id="3" creationId="{2B7E5E6C-BC0D-F1E6-2939-3579E78A446F}"/>
          </ac:picMkLst>
        </pc:picChg>
      </pc:sldChg>
      <pc:sldChg chg="addSp delSp modSp add mod ord">
        <pc:chgData name="진옥화" userId="20b55f0b-5a9b-4958-9543-f5cbd24a6a07" providerId="ADAL" clId="{96675D79-D1A2-4548-BA94-5CE229F3E756}" dt="2025-11-25T01:14:17.049" v="504" actId="478"/>
        <pc:sldMkLst>
          <pc:docMk/>
          <pc:sldMk cId="1125704102" sldId="509"/>
        </pc:sldMkLst>
        <pc:spChg chg="mod">
          <ac:chgData name="진옥화" userId="20b55f0b-5a9b-4958-9543-f5cbd24a6a07" providerId="ADAL" clId="{96675D79-D1A2-4548-BA94-5CE229F3E756}" dt="2025-11-24T04:00:25.759" v="374" actId="20577"/>
          <ac:spMkLst>
            <pc:docMk/>
            <pc:sldMk cId="1125704102" sldId="509"/>
            <ac:spMk id="2" creationId="{F4CE96AA-DAA7-8263-7D3B-2D97F0E0574D}"/>
          </ac:spMkLst>
        </pc:spChg>
        <pc:spChg chg="mod">
          <ac:chgData name="진옥화" userId="20b55f0b-5a9b-4958-9543-f5cbd24a6a07" providerId="ADAL" clId="{96675D79-D1A2-4548-BA94-5CE229F3E756}" dt="2025-11-25T01:13:11.391" v="492"/>
          <ac:spMkLst>
            <pc:docMk/>
            <pc:sldMk cId="1125704102" sldId="509"/>
            <ac:spMk id="4" creationId="{CEA646AC-EB68-FB02-6E85-29472FB73DCF}"/>
          </ac:spMkLst>
        </pc:spChg>
        <pc:spChg chg="mod">
          <ac:chgData name="진옥화" userId="20b55f0b-5a9b-4958-9543-f5cbd24a6a07" providerId="ADAL" clId="{96675D79-D1A2-4548-BA94-5CE229F3E756}" dt="2025-11-25T01:13:11.391" v="492"/>
          <ac:spMkLst>
            <pc:docMk/>
            <pc:sldMk cId="1125704102" sldId="509"/>
            <ac:spMk id="5" creationId="{B933FFD6-7345-60A2-CB2F-62D6082AD23E}"/>
          </ac:spMkLst>
        </pc:spChg>
        <pc:spChg chg="mod">
          <ac:chgData name="진옥화" userId="20b55f0b-5a9b-4958-9543-f5cbd24a6a07" providerId="ADAL" clId="{96675D79-D1A2-4548-BA94-5CE229F3E756}" dt="2025-11-24T04:01:55.516" v="455" actId="1037"/>
          <ac:spMkLst>
            <pc:docMk/>
            <pc:sldMk cId="1125704102" sldId="509"/>
            <ac:spMk id="6" creationId="{B6FE6FC4-0964-7636-974D-D1184BF409A5}"/>
          </ac:spMkLst>
        </pc:spChg>
        <pc:spChg chg="mod">
          <ac:chgData name="진옥화" userId="20b55f0b-5a9b-4958-9543-f5cbd24a6a07" providerId="ADAL" clId="{96675D79-D1A2-4548-BA94-5CE229F3E756}" dt="2025-11-25T01:13:55.929" v="497" actId="1038"/>
          <ac:spMkLst>
            <pc:docMk/>
            <pc:sldMk cId="1125704102" sldId="509"/>
            <ac:spMk id="9" creationId="{35F68024-2A55-0AAB-753F-56E1408A5612}"/>
          </ac:spMkLst>
        </pc:spChg>
        <pc:spChg chg="mod">
          <ac:chgData name="진옥화" userId="20b55f0b-5a9b-4958-9543-f5cbd24a6a07" providerId="ADAL" clId="{96675D79-D1A2-4548-BA94-5CE229F3E756}" dt="2025-11-25T01:13:11.391" v="492"/>
          <ac:spMkLst>
            <pc:docMk/>
            <pc:sldMk cId="1125704102" sldId="509"/>
            <ac:spMk id="11" creationId="{AA0C7E87-0202-CA12-815D-2FBA58720107}"/>
          </ac:spMkLst>
        </pc:spChg>
        <pc:spChg chg="mod">
          <ac:chgData name="진옥화" userId="20b55f0b-5a9b-4958-9543-f5cbd24a6a07" providerId="ADAL" clId="{96675D79-D1A2-4548-BA94-5CE229F3E756}" dt="2025-11-25T01:13:11.391" v="492"/>
          <ac:spMkLst>
            <pc:docMk/>
            <pc:sldMk cId="1125704102" sldId="509"/>
            <ac:spMk id="12" creationId="{8965B047-17E8-BF8A-90C6-412D7F5CC5FE}"/>
          </ac:spMkLst>
        </pc:spChg>
        <pc:spChg chg="mod">
          <ac:chgData name="진옥화" userId="20b55f0b-5a9b-4958-9543-f5cbd24a6a07" providerId="ADAL" clId="{96675D79-D1A2-4548-BA94-5CE229F3E756}" dt="2025-11-24T04:01:05.791" v="425" actId="1037"/>
          <ac:spMkLst>
            <pc:docMk/>
            <pc:sldMk cId="1125704102" sldId="509"/>
            <ac:spMk id="23" creationId="{52F1E52B-A0CC-FF5F-E118-5ACAB57806C8}"/>
          </ac:spMkLst>
        </pc:spChg>
        <pc:spChg chg="mod">
          <ac:chgData name="진옥화" userId="20b55f0b-5a9b-4958-9543-f5cbd24a6a07" providerId="ADAL" clId="{96675D79-D1A2-4548-BA94-5CE229F3E756}" dt="2025-11-24T04:01:11.558" v="450" actId="1037"/>
          <ac:spMkLst>
            <pc:docMk/>
            <pc:sldMk cId="1125704102" sldId="509"/>
            <ac:spMk id="25" creationId="{75CA65C0-28E2-98D9-A9DB-51FD4CF44184}"/>
          </ac:spMkLst>
        </pc:spChg>
        <pc:spChg chg="add mod">
          <ac:chgData name="진옥화" userId="20b55f0b-5a9b-4958-9543-f5cbd24a6a07" providerId="ADAL" clId="{96675D79-D1A2-4548-BA94-5CE229F3E756}" dt="2025-11-24T04:01:00.237" v="413" actId="14100"/>
          <ac:spMkLst>
            <pc:docMk/>
            <pc:sldMk cId="1125704102" sldId="509"/>
            <ac:spMk id="27" creationId="{F461BEFF-C725-66BF-31DF-F8E1A90C737B}"/>
          </ac:spMkLst>
        </pc:spChg>
        <pc:spChg chg="mod">
          <ac:chgData name="진옥화" userId="20b55f0b-5a9b-4958-9543-f5cbd24a6a07" providerId="ADAL" clId="{96675D79-D1A2-4548-BA94-5CE229F3E756}" dt="2025-11-24T03:54:26.761" v="204"/>
          <ac:spMkLst>
            <pc:docMk/>
            <pc:sldMk cId="1125704102" sldId="509"/>
            <ac:spMk id="39" creationId="{C14E9C8A-8924-4948-46E6-D46C363A220E}"/>
          </ac:spMkLst>
        </pc:spChg>
        <pc:spChg chg="add mod">
          <ac:chgData name="진옥화" userId="20b55f0b-5a9b-4958-9543-f5cbd24a6a07" providerId="ADAL" clId="{96675D79-D1A2-4548-BA94-5CE229F3E756}" dt="2025-11-24T04:00:49.834" v="411" actId="1037"/>
          <ac:spMkLst>
            <pc:docMk/>
            <pc:sldMk cId="1125704102" sldId="509"/>
            <ac:spMk id="41" creationId="{9CA88444-E0DF-48BF-0CDD-3960DA8EA42C}"/>
          </ac:spMkLst>
        </pc:spChg>
        <pc:spChg chg="add mod">
          <ac:chgData name="진옥화" userId="20b55f0b-5a9b-4958-9543-f5cbd24a6a07" providerId="ADAL" clId="{96675D79-D1A2-4548-BA94-5CE229F3E756}" dt="2025-11-24T04:02:30.317" v="469" actId="20577"/>
          <ac:spMkLst>
            <pc:docMk/>
            <pc:sldMk cId="1125704102" sldId="509"/>
            <ac:spMk id="46" creationId="{4D2F7532-6319-2A2F-300B-437131087D7F}"/>
          </ac:spMkLst>
        </pc:spChg>
        <pc:grpChg chg="add mod">
          <ac:chgData name="진옥화" userId="20b55f0b-5a9b-4958-9543-f5cbd24a6a07" providerId="ADAL" clId="{96675D79-D1A2-4548-BA94-5CE229F3E756}" dt="2025-11-25T01:13:11.391" v="492"/>
          <ac:grpSpMkLst>
            <pc:docMk/>
            <pc:sldMk cId="1125704102" sldId="509"/>
            <ac:grpSpMk id="3" creationId="{0FB2F40C-4355-BA94-12E9-6E99563C523A}"/>
          </ac:grpSpMkLst>
        </pc:grpChg>
        <pc:grpChg chg="mod">
          <ac:chgData name="진옥화" userId="20b55f0b-5a9b-4958-9543-f5cbd24a6a07" providerId="ADAL" clId="{96675D79-D1A2-4548-BA94-5CE229F3E756}" dt="2025-11-24T04:01:13.480" v="451" actId="1076"/>
          <ac:grpSpMkLst>
            <pc:docMk/>
            <pc:sldMk cId="1125704102" sldId="509"/>
            <ac:grpSpMk id="24" creationId="{0D7880FC-38B8-5863-B20D-6B7BAFDB7D7A}"/>
          </ac:grpSpMkLst>
        </pc:grpChg>
        <pc:grpChg chg="mod">
          <ac:chgData name="진옥화" userId="20b55f0b-5a9b-4958-9543-f5cbd24a6a07" providerId="ADAL" clId="{96675D79-D1A2-4548-BA94-5CE229F3E756}" dt="2025-11-24T04:01:59.542" v="456" actId="1076"/>
          <ac:grpSpMkLst>
            <pc:docMk/>
            <pc:sldMk cId="1125704102" sldId="509"/>
            <ac:grpSpMk id="37" creationId="{9B560084-4EC9-776E-B70C-2FD115629DB9}"/>
          </ac:grpSpMkLst>
        </pc:grpChg>
        <pc:grpChg chg="mod">
          <ac:chgData name="진옥화" userId="20b55f0b-5a9b-4958-9543-f5cbd24a6a07" providerId="ADAL" clId="{96675D79-D1A2-4548-BA94-5CE229F3E756}" dt="2025-11-24T04:02:03.446" v="457" actId="1076"/>
          <ac:grpSpMkLst>
            <pc:docMk/>
            <pc:sldMk cId="1125704102" sldId="509"/>
            <ac:grpSpMk id="42" creationId="{986AC02F-67E6-CBB5-4FB5-3EAA754828D7}"/>
          </ac:grpSpMkLst>
        </pc:grpChg>
        <pc:picChg chg="add mod">
          <ac:chgData name="진옥화" userId="20b55f0b-5a9b-4958-9543-f5cbd24a6a07" providerId="ADAL" clId="{96675D79-D1A2-4548-BA94-5CE229F3E756}" dt="2025-11-25T01:14:02.405" v="499" actId="1076"/>
          <ac:picMkLst>
            <pc:docMk/>
            <pc:sldMk cId="1125704102" sldId="509"/>
            <ac:picMk id="13" creationId="{84A5FAD0-188F-95F0-B9E4-56D71FF668D5}"/>
          </ac:picMkLst>
        </pc:picChg>
        <pc:picChg chg="add mod">
          <ac:chgData name="진옥화" userId="20b55f0b-5a9b-4958-9543-f5cbd24a6a07" providerId="ADAL" clId="{96675D79-D1A2-4548-BA94-5CE229F3E756}" dt="2025-11-24T03:52:33.558" v="134" actId="34135"/>
          <ac:picMkLst>
            <pc:docMk/>
            <pc:sldMk cId="1125704102" sldId="509"/>
            <ac:picMk id="1028" creationId="{F32EBC9D-6A0D-9894-A1DB-CAD01A55F1C6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4T03:44:15.048" v="62" actId="1076"/>
        <pc:sldMkLst>
          <pc:docMk/>
          <pc:sldMk cId="3031801477" sldId="510"/>
        </pc:sldMkLst>
        <pc:picChg chg="add mod">
          <ac:chgData name="진옥화" userId="20b55f0b-5a9b-4958-9543-f5cbd24a6a07" providerId="ADAL" clId="{96675D79-D1A2-4548-BA94-5CE229F3E756}" dt="2025-11-24T03:44:15.048" v="62" actId="1076"/>
          <ac:picMkLst>
            <pc:docMk/>
            <pc:sldMk cId="3031801477" sldId="510"/>
            <ac:picMk id="4" creationId="{ABCE9FDE-AC74-A895-C9C4-3255B86F3B3F}"/>
          </ac:picMkLst>
        </pc:picChg>
      </pc:sldChg>
      <pc:sldChg chg="addSp modSp add mod setBg">
        <pc:chgData name="진옥화" userId="20b55f0b-5a9b-4958-9543-f5cbd24a6a07" providerId="ADAL" clId="{96675D79-D1A2-4548-BA94-5CE229F3E756}" dt="2025-11-24T03:51:53.454" v="94" actId="1035"/>
        <pc:sldMkLst>
          <pc:docMk/>
          <pc:sldMk cId="1996346919" sldId="511"/>
        </pc:sldMkLst>
        <pc:spChg chg="add mod">
          <ac:chgData name="진옥화" userId="20b55f0b-5a9b-4958-9543-f5cbd24a6a07" providerId="ADAL" clId="{96675D79-D1A2-4548-BA94-5CE229F3E756}" dt="2025-11-24T03:51:53.454" v="94" actId="1035"/>
          <ac:spMkLst>
            <pc:docMk/>
            <pc:sldMk cId="1996346919" sldId="511"/>
            <ac:spMk id="10" creationId="{F2953EAF-F48D-FF8C-27C0-893EE272ECEB}"/>
          </ac:spMkLst>
        </pc:spChg>
        <pc:spChg chg="add">
          <ac:chgData name="진옥화" userId="20b55f0b-5a9b-4958-9543-f5cbd24a6a07" providerId="ADAL" clId="{96675D79-D1A2-4548-BA94-5CE229F3E756}" dt="2025-11-24T03:51:27.164" v="79" actId="26606"/>
          <ac:spMkLst>
            <pc:docMk/>
            <pc:sldMk cId="1996346919" sldId="511"/>
            <ac:spMk id="14" creationId="{B96FC576-AE30-4C09-A12C-0582F2A6A067}"/>
          </ac:spMkLst>
        </pc:spChg>
        <pc:picChg chg="add mod">
          <ac:chgData name="진옥화" userId="20b55f0b-5a9b-4958-9543-f5cbd24a6a07" providerId="ADAL" clId="{96675D79-D1A2-4548-BA94-5CE229F3E756}" dt="2025-11-24T03:51:27.164" v="79" actId="26606"/>
          <ac:picMkLst>
            <pc:docMk/>
            <pc:sldMk cId="1996346919" sldId="511"/>
            <ac:picMk id="3" creationId="{0E1DE85A-4065-5A15-9E23-30669A4749E8}"/>
          </ac:picMkLst>
        </pc:picChg>
        <pc:picChg chg="add mod">
          <ac:chgData name="진옥화" userId="20b55f0b-5a9b-4958-9543-f5cbd24a6a07" providerId="ADAL" clId="{96675D79-D1A2-4548-BA94-5CE229F3E756}" dt="2025-11-24T03:51:27.164" v="79" actId="26606"/>
          <ac:picMkLst>
            <pc:docMk/>
            <pc:sldMk cId="1996346919" sldId="511"/>
            <ac:picMk id="5" creationId="{117D8FD0-62BF-2272-3AF6-F487D30D7272}"/>
          </ac:picMkLst>
        </pc:picChg>
        <pc:picChg chg="add mod">
          <ac:chgData name="진옥화" userId="20b55f0b-5a9b-4958-9543-f5cbd24a6a07" providerId="ADAL" clId="{96675D79-D1A2-4548-BA94-5CE229F3E756}" dt="2025-11-24T03:51:27.164" v="79" actId="26606"/>
          <ac:picMkLst>
            <pc:docMk/>
            <pc:sldMk cId="1996346919" sldId="511"/>
            <ac:picMk id="7" creationId="{09D5F896-E257-8499-BFAE-ACAFFC67A4C4}"/>
          </ac:picMkLst>
        </pc:picChg>
        <pc:picChg chg="add mod ord">
          <ac:chgData name="진옥화" userId="20b55f0b-5a9b-4958-9543-f5cbd24a6a07" providerId="ADAL" clId="{96675D79-D1A2-4548-BA94-5CE229F3E756}" dt="2025-11-24T03:51:27.164" v="79" actId="26606"/>
          <ac:picMkLst>
            <pc:docMk/>
            <pc:sldMk cId="1996346919" sldId="511"/>
            <ac:picMk id="9" creationId="{EF736068-2F16-78EB-5416-593EBB1A6DAC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1:21:53.446" v="667" actId="20577"/>
        <pc:sldMkLst>
          <pc:docMk/>
          <pc:sldMk cId="919257294" sldId="512"/>
        </pc:sldMkLst>
        <pc:spChg chg="mod">
          <ac:chgData name="진옥화" userId="20b55f0b-5a9b-4958-9543-f5cbd24a6a07" providerId="ADAL" clId="{96675D79-D1A2-4548-BA94-5CE229F3E756}" dt="2025-11-25T01:21:27.454" v="657" actId="208"/>
          <ac:spMkLst>
            <pc:docMk/>
            <pc:sldMk cId="919257294" sldId="512"/>
            <ac:spMk id="8" creationId="{C1BEB129-4720-D6F2-5A36-981B1AF8062F}"/>
          </ac:spMkLst>
        </pc:spChg>
        <pc:spChg chg="add mod">
          <ac:chgData name="진옥화" userId="20b55f0b-5a9b-4958-9543-f5cbd24a6a07" providerId="ADAL" clId="{96675D79-D1A2-4548-BA94-5CE229F3E756}" dt="2025-11-25T01:21:40.363" v="660" actId="1076"/>
          <ac:spMkLst>
            <pc:docMk/>
            <pc:sldMk cId="919257294" sldId="512"/>
            <ac:spMk id="47" creationId="{F5F5E726-4AF6-8774-A47A-AAC0CC6A3EB5}"/>
          </ac:spMkLst>
        </pc:spChg>
        <pc:spChg chg="add mod">
          <ac:chgData name="진옥화" userId="20b55f0b-5a9b-4958-9543-f5cbd24a6a07" providerId="ADAL" clId="{96675D79-D1A2-4548-BA94-5CE229F3E756}" dt="2025-11-25T01:21:53.446" v="667" actId="20577"/>
          <ac:spMkLst>
            <pc:docMk/>
            <pc:sldMk cId="919257294" sldId="512"/>
            <ac:spMk id="48" creationId="{CE1EE86A-FB04-85B2-646A-69C8F0E8EEA0}"/>
          </ac:spMkLst>
        </pc:spChg>
        <pc:picChg chg="add mod">
          <ac:chgData name="진옥화" userId="20b55f0b-5a9b-4958-9543-f5cbd24a6a07" providerId="ADAL" clId="{96675D79-D1A2-4548-BA94-5CE229F3E756}" dt="2025-11-25T01:21:36.814" v="659" actId="1076"/>
          <ac:picMkLst>
            <pc:docMk/>
            <pc:sldMk cId="919257294" sldId="512"/>
            <ac:picMk id="28" creationId="{98D4F0EC-DBA2-AF26-24F5-4E2909000D3F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1:20:23.760" v="641"/>
        <pc:sldMkLst>
          <pc:docMk/>
          <pc:sldMk cId="1481658819" sldId="514"/>
        </pc:sldMkLst>
        <pc:spChg chg="mod">
          <ac:chgData name="진옥화" userId="20b55f0b-5a9b-4958-9543-f5cbd24a6a07" providerId="ADAL" clId="{96675D79-D1A2-4548-BA94-5CE229F3E756}" dt="2025-11-25T01:19:22.550" v="624" actId="208"/>
          <ac:spMkLst>
            <pc:docMk/>
            <pc:sldMk cId="1481658819" sldId="514"/>
            <ac:spMk id="8" creationId="{4CCED253-7206-C0F5-9F88-817D39AFF308}"/>
          </ac:spMkLst>
        </pc:spChg>
        <pc:spChg chg="add mod">
          <ac:chgData name="진옥화" userId="20b55f0b-5a9b-4958-9543-f5cbd24a6a07" providerId="ADAL" clId="{96675D79-D1A2-4548-BA94-5CE229F3E756}" dt="2025-11-25T01:19:58.537" v="639" actId="1037"/>
          <ac:spMkLst>
            <pc:docMk/>
            <pc:sldMk cId="1481658819" sldId="514"/>
            <ac:spMk id="46" creationId="{7842F906-EF62-500F-AF57-48EEE62BC35C}"/>
          </ac:spMkLst>
        </pc:spChg>
        <pc:spChg chg="add mod">
          <ac:chgData name="진옥화" userId="20b55f0b-5a9b-4958-9543-f5cbd24a6a07" providerId="ADAL" clId="{96675D79-D1A2-4548-BA94-5CE229F3E756}" dt="2025-11-25T01:20:23.760" v="641"/>
          <ac:spMkLst>
            <pc:docMk/>
            <pc:sldMk cId="1481658819" sldId="514"/>
            <ac:spMk id="48" creationId="{2C2AABEC-EB7A-A972-4F73-D7AB75D76BC4}"/>
          </ac:spMkLst>
        </pc:spChg>
        <pc:picChg chg="add mod">
          <ac:chgData name="진옥화" userId="20b55f0b-5a9b-4958-9543-f5cbd24a6a07" providerId="ADAL" clId="{96675D79-D1A2-4548-BA94-5CE229F3E756}" dt="2025-11-25T01:19:48.671" v="634"/>
          <ac:picMkLst>
            <pc:docMk/>
            <pc:sldMk cId="1481658819" sldId="514"/>
            <ac:picMk id="47" creationId="{B99BB203-DD84-6BDE-460F-4738D59CAD82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1:17:51.034" v="600" actId="20577"/>
        <pc:sldMkLst>
          <pc:docMk/>
          <pc:sldMk cId="2899470323" sldId="516"/>
        </pc:sldMkLst>
        <pc:spChg chg="mod">
          <ac:chgData name="진옥화" userId="20b55f0b-5a9b-4958-9543-f5cbd24a6a07" providerId="ADAL" clId="{96675D79-D1A2-4548-BA94-5CE229F3E756}" dt="2025-11-25T01:17:51.034" v="600" actId="20577"/>
          <ac:spMkLst>
            <pc:docMk/>
            <pc:sldMk cId="2899470323" sldId="516"/>
            <ac:spMk id="3" creationId="{81052E24-58AF-DD56-D62A-11E6564CB604}"/>
          </ac:spMkLst>
        </pc:spChg>
        <pc:spChg chg="mod">
          <ac:chgData name="진옥화" userId="20b55f0b-5a9b-4958-9543-f5cbd24a6a07" providerId="ADAL" clId="{96675D79-D1A2-4548-BA94-5CE229F3E756}" dt="2025-11-25T01:17:21.462" v="585" actId="208"/>
          <ac:spMkLst>
            <pc:docMk/>
            <pc:sldMk cId="2899470323" sldId="516"/>
            <ac:spMk id="8" creationId="{C893D8E9-A0C5-2761-6A2C-C5A56414D61E}"/>
          </ac:spMkLst>
        </pc:spChg>
        <pc:spChg chg="mod">
          <ac:chgData name="진옥화" userId="20b55f0b-5a9b-4958-9543-f5cbd24a6a07" providerId="ADAL" clId="{96675D79-D1A2-4548-BA94-5CE229F3E756}" dt="2025-11-24T04:02:51.494" v="487" actId="1038"/>
          <ac:spMkLst>
            <pc:docMk/>
            <pc:sldMk cId="2899470323" sldId="516"/>
            <ac:spMk id="11" creationId="{D165A886-7994-04AA-FA24-46FAE024753B}"/>
          </ac:spMkLst>
        </pc:spChg>
        <pc:spChg chg="mod">
          <ac:chgData name="진옥화" userId="20b55f0b-5a9b-4958-9543-f5cbd24a6a07" providerId="ADAL" clId="{96675D79-D1A2-4548-BA94-5CE229F3E756}" dt="2025-11-25T01:17:18.529" v="584" actId="20577"/>
          <ac:spMkLst>
            <pc:docMk/>
            <pc:sldMk cId="2899470323" sldId="516"/>
            <ac:spMk id="30" creationId="{FD5127D6-E1FC-9893-1FBE-263C4993DFF4}"/>
          </ac:spMkLst>
        </pc:spChg>
        <pc:picChg chg="add mod">
          <ac:chgData name="진옥화" userId="20b55f0b-5a9b-4958-9543-f5cbd24a6a07" providerId="ADAL" clId="{96675D79-D1A2-4548-BA94-5CE229F3E756}" dt="2025-11-25T01:17:39.958" v="590" actId="1076"/>
          <ac:picMkLst>
            <pc:docMk/>
            <pc:sldMk cId="2899470323" sldId="516"/>
            <ac:picMk id="46" creationId="{6BC11564-4F1C-8CBB-4FDE-BD2C0273B270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3:33:33.114" v="680" actId="20577"/>
        <pc:sldMkLst>
          <pc:docMk/>
          <pc:sldMk cId="2537370576" sldId="517"/>
        </pc:sldMkLst>
        <pc:spChg chg="mod">
          <ac:chgData name="진옥화" userId="20b55f0b-5a9b-4958-9543-f5cbd24a6a07" providerId="ADAL" clId="{96675D79-D1A2-4548-BA94-5CE229F3E756}" dt="2025-11-25T01:14:58.174" v="513" actId="208"/>
          <ac:spMkLst>
            <pc:docMk/>
            <pc:sldMk cId="2537370576" sldId="517"/>
            <ac:spMk id="7" creationId="{84D1F88D-E5F8-4E60-CF0A-B29AE1EA91A7}"/>
          </ac:spMkLst>
        </pc:spChg>
        <pc:spChg chg="mod">
          <ac:chgData name="진옥화" userId="20b55f0b-5a9b-4958-9543-f5cbd24a6a07" providerId="ADAL" clId="{96675D79-D1A2-4548-BA94-5CE229F3E756}" dt="2025-11-25T03:33:33.114" v="680" actId="20577"/>
          <ac:spMkLst>
            <pc:docMk/>
            <pc:sldMk cId="2537370576" sldId="517"/>
            <ac:spMk id="46" creationId="{CB02FC90-B20D-857A-3CC3-DB9231690825}"/>
          </ac:spMkLst>
        </pc:spChg>
        <pc:picChg chg="add mod">
          <ac:chgData name="진옥화" userId="20b55f0b-5a9b-4958-9543-f5cbd24a6a07" providerId="ADAL" clId="{96675D79-D1A2-4548-BA94-5CE229F3E756}" dt="2025-11-25T01:22:51.407" v="679" actId="1076"/>
          <ac:picMkLst>
            <pc:docMk/>
            <pc:sldMk cId="2537370576" sldId="517"/>
            <ac:picMk id="10" creationId="{E1F2B2F8-2D4F-30A9-66CD-5563F63C0497}"/>
          </ac:picMkLst>
        </pc:picChg>
        <pc:picChg chg="mod">
          <ac:chgData name="진옥화" userId="20b55f0b-5a9b-4958-9543-f5cbd24a6a07" providerId="ADAL" clId="{96675D79-D1A2-4548-BA94-5CE229F3E756}" dt="2025-11-25T01:22:48.610" v="678" actId="1076"/>
          <ac:picMkLst>
            <pc:docMk/>
            <pc:sldMk cId="2537370576" sldId="517"/>
            <ac:picMk id="13" creationId="{BC5922E1-2F3B-57BD-A76F-21915A6FE99E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3:34:14.605" v="687"/>
        <pc:sldMkLst>
          <pc:docMk/>
          <pc:sldMk cId="1979719276" sldId="518"/>
        </pc:sldMkLst>
        <pc:spChg chg="mod">
          <ac:chgData name="진옥화" userId="20b55f0b-5a9b-4958-9543-f5cbd24a6a07" providerId="ADAL" clId="{96675D79-D1A2-4548-BA94-5CE229F3E756}" dt="2025-11-25T01:18:53.471" v="620" actId="208"/>
          <ac:spMkLst>
            <pc:docMk/>
            <pc:sldMk cId="1979719276" sldId="518"/>
            <ac:spMk id="7" creationId="{C6E2B5D6-B4FA-A933-4626-A0448E9018F8}"/>
          </ac:spMkLst>
        </pc:spChg>
        <pc:spChg chg="mod">
          <ac:chgData name="진옥화" userId="20b55f0b-5a9b-4958-9543-f5cbd24a6a07" providerId="ADAL" clId="{96675D79-D1A2-4548-BA94-5CE229F3E756}" dt="2025-11-25T03:33:53.034" v="683"/>
          <ac:spMkLst>
            <pc:docMk/>
            <pc:sldMk cId="1979719276" sldId="518"/>
            <ac:spMk id="46" creationId="{FEE2DAB9-AD7E-0173-960A-88337008B545}"/>
          </ac:spMkLst>
        </pc:spChg>
        <pc:picChg chg="add mod">
          <ac:chgData name="진옥화" userId="20b55f0b-5a9b-4958-9543-f5cbd24a6a07" providerId="ADAL" clId="{96675D79-D1A2-4548-BA94-5CE229F3E756}" dt="2025-11-25T03:34:14.605" v="687"/>
          <ac:picMkLst>
            <pc:docMk/>
            <pc:sldMk cId="1979719276" sldId="518"/>
            <ac:picMk id="8" creationId="{822281E5-F1E8-2C1D-D6A5-75D9CEA65919}"/>
          </ac:picMkLst>
        </pc:picChg>
        <pc:picChg chg="add mod">
          <ac:chgData name="진옥화" userId="20b55f0b-5a9b-4958-9543-f5cbd24a6a07" providerId="ADAL" clId="{96675D79-D1A2-4548-BA94-5CE229F3E756}" dt="2025-11-25T01:22:38.867" v="677" actId="1076"/>
          <ac:picMkLst>
            <pc:docMk/>
            <pc:sldMk cId="1979719276" sldId="518"/>
            <ac:picMk id="10" creationId="{3C88E01D-D0B0-E245-8F58-AA1C4C621821}"/>
          </ac:picMkLst>
        </pc:picChg>
        <pc:picChg chg="add del">
          <ac:chgData name="진옥화" userId="20b55f0b-5a9b-4958-9543-f5cbd24a6a07" providerId="ADAL" clId="{96675D79-D1A2-4548-BA94-5CE229F3E756}" dt="2025-11-25T01:18:46.006" v="618" actId="478"/>
          <ac:picMkLst>
            <pc:docMk/>
            <pc:sldMk cId="1979719276" sldId="518"/>
            <ac:picMk id="2050" creationId="{065A11A1-7636-F962-714B-0C5B82D985FE}"/>
          </ac:picMkLst>
        </pc:picChg>
      </pc:sldChg>
      <pc:sldChg chg="addSp delSp modSp add mod">
        <pc:chgData name="진옥화" userId="20b55f0b-5a9b-4958-9543-f5cbd24a6a07" providerId="ADAL" clId="{96675D79-D1A2-4548-BA94-5CE229F3E756}" dt="2025-11-25T03:34:02.613" v="685"/>
        <pc:sldMkLst>
          <pc:docMk/>
          <pc:sldMk cId="4030590107" sldId="519"/>
        </pc:sldMkLst>
        <pc:spChg chg="mod">
          <ac:chgData name="진옥화" userId="20b55f0b-5a9b-4958-9543-f5cbd24a6a07" providerId="ADAL" clId="{96675D79-D1A2-4548-BA94-5CE229F3E756}" dt="2025-11-25T01:22:13.667" v="675"/>
          <ac:spMkLst>
            <pc:docMk/>
            <pc:sldMk cId="4030590107" sldId="519"/>
            <ac:spMk id="8" creationId="{7D684293-E0C5-0B0D-E462-0BDC8C27EF14}"/>
          </ac:spMkLst>
        </pc:spChg>
        <pc:spChg chg="mod">
          <ac:chgData name="진옥화" userId="20b55f0b-5a9b-4958-9543-f5cbd24a6a07" providerId="ADAL" clId="{96675D79-D1A2-4548-BA94-5CE229F3E756}" dt="2025-11-25T01:22:13.667" v="675"/>
          <ac:spMkLst>
            <pc:docMk/>
            <pc:sldMk cId="4030590107" sldId="519"/>
            <ac:spMk id="11" creationId="{4BE3C55D-BCA3-0F5F-0DE4-7AD84A99C86E}"/>
          </ac:spMkLst>
        </pc:spChg>
        <pc:spChg chg="mod">
          <ac:chgData name="진옥화" userId="20b55f0b-5a9b-4958-9543-f5cbd24a6a07" providerId="ADAL" clId="{96675D79-D1A2-4548-BA94-5CE229F3E756}" dt="2025-11-25T01:22:13.667" v="675"/>
          <ac:spMkLst>
            <pc:docMk/>
            <pc:sldMk cId="4030590107" sldId="519"/>
            <ac:spMk id="16" creationId="{60994D40-94C6-9E85-948F-83F012907445}"/>
          </ac:spMkLst>
        </pc:spChg>
        <pc:spChg chg="mod">
          <ac:chgData name="진옥화" userId="20b55f0b-5a9b-4958-9543-f5cbd24a6a07" providerId="ADAL" clId="{96675D79-D1A2-4548-BA94-5CE229F3E756}" dt="2025-11-25T01:22:13.667" v="675"/>
          <ac:spMkLst>
            <pc:docMk/>
            <pc:sldMk cId="4030590107" sldId="519"/>
            <ac:spMk id="17" creationId="{112EB8D5-24DD-3AFF-E97F-ED82D87EBD17}"/>
          </ac:spMkLst>
        </pc:spChg>
        <pc:spChg chg="mod">
          <ac:chgData name="진옥화" userId="20b55f0b-5a9b-4958-9543-f5cbd24a6a07" providerId="ADAL" clId="{96675D79-D1A2-4548-BA94-5CE229F3E756}" dt="2025-11-25T03:34:02.613" v="685"/>
          <ac:spMkLst>
            <pc:docMk/>
            <pc:sldMk cId="4030590107" sldId="519"/>
            <ac:spMk id="49" creationId="{B288D1FB-DEE9-92A9-A008-2EF5C0FAEB20}"/>
          </ac:spMkLst>
        </pc:spChg>
        <pc:grpChg chg="add mod">
          <ac:chgData name="진옥화" userId="20b55f0b-5a9b-4958-9543-f5cbd24a6a07" providerId="ADAL" clId="{96675D79-D1A2-4548-BA94-5CE229F3E756}" dt="2025-11-25T01:22:13.667" v="675"/>
          <ac:grpSpMkLst>
            <pc:docMk/>
            <pc:sldMk cId="4030590107" sldId="519"/>
            <ac:grpSpMk id="5" creationId="{058EDE48-C8FE-F180-D05D-7DE74D883989}"/>
          </ac:grpSpMkLst>
        </pc:grpChg>
        <pc:picChg chg="add mod">
          <ac:chgData name="진옥화" userId="20b55f0b-5a9b-4958-9543-f5cbd24a6a07" providerId="ADAL" clId="{96675D79-D1A2-4548-BA94-5CE229F3E756}" dt="2025-11-25T01:22:17.274" v="676" actId="1076"/>
          <ac:picMkLst>
            <pc:docMk/>
            <pc:sldMk cId="4030590107" sldId="519"/>
            <ac:picMk id="3" creationId="{6EA2C7EA-20DE-74CD-6D79-08C5A1945BB0}"/>
          </ac:picMkLst>
        </pc:picChg>
        <pc:picChg chg="add mod">
          <ac:chgData name="진옥화" userId="20b55f0b-5a9b-4958-9543-f5cbd24a6a07" providerId="ADAL" clId="{96675D79-D1A2-4548-BA94-5CE229F3E756}" dt="2025-11-25T01:21:03.727" v="652"/>
          <ac:picMkLst>
            <pc:docMk/>
            <pc:sldMk cId="4030590107" sldId="519"/>
            <ac:picMk id="4" creationId="{F5CDDBBF-FB56-0B6B-449F-811F0000941F}"/>
          </ac:picMkLst>
        </pc:picChg>
      </pc:sldChg>
    </pc:docChg>
  </pc:docChgLst>
  <pc:docChgLst>
    <pc:chgData name="진해리" userId="9a5681db-a239-4a7f-88c6-b5b9ec153aff" providerId="ADAL" clId="{D1484707-E4ED-438C-A773-D21D33D17191}"/>
    <pc:docChg chg="modSld">
      <pc:chgData name="진해리" userId="9a5681db-a239-4a7f-88c6-b5b9ec153aff" providerId="ADAL" clId="{D1484707-E4ED-438C-A773-D21D33D17191}" dt="2025-11-28T01:32:54.693" v="9" actId="1076"/>
      <pc:docMkLst>
        <pc:docMk/>
      </pc:docMkLst>
      <pc:sldChg chg="modSp mod">
        <pc:chgData name="진해리" userId="9a5681db-a239-4a7f-88c6-b5b9ec153aff" providerId="ADAL" clId="{D1484707-E4ED-438C-A773-D21D33D17191}" dt="2025-11-28T01:32:14.396" v="2" actId="1076"/>
        <pc:sldMkLst>
          <pc:docMk/>
          <pc:sldMk cId="919257294" sldId="512"/>
        </pc:sldMkLst>
        <pc:spChg chg="mod">
          <ac:chgData name="진해리" userId="9a5681db-a239-4a7f-88c6-b5b9ec153aff" providerId="ADAL" clId="{D1484707-E4ED-438C-A773-D21D33D17191}" dt="2025-11-28T01:32:14.396" v="2" actId="1076"/>
          <ac:spMkLst>
            <pc:docMk/>
            <pc:sldMk cId="919257294" sldId="512"/>
            <ac:spMk id="8" creationId="{C1BEB129-4720-D6F2-5A36-981B1AF8062F}"/>
          </ac:spMkLst>
        </pc:spChg>
      </pc:sldChg>
      <pc:sldChg chg="modSp mod">
        <pc:chgData name="진해리" userId="9a5681db-a239-4a7f-88c6-b5b9ec153aff" providerId="ADAL" clId="{D1484707-E4ED-438C-A773-D21D33D17191}" dt="2025-11-28T01:32:36.840" v="7" actId="1076"/>
        <pc:sldMkLst>
          <pc:docMk/>
          <pc:sldMk cId="1481658819" sldId="514"/>
        </pc:sldMkLst>
        <pc:spChg chg="mod">
          <ac:chgData name="진해리" userId="9a5681db-a239-4a7f-88c6-b5b9ec153aff" providerId="ADAL" clId="{D1484707-E4ED-438C-A773-D21D33D17191}" dt="2025-11-28T01:32:30.664" v="6" actId="14100"/>
          <ac:spMkLst>
            <pc:docMk/>
            <pc:sldMk cId="1481658819" sldId="514"/>
            <ac:spMk id="8" creationId="{4CCED253-7206-C0F5-9F88-817D39AFF308}"/>
          </ac:spMkLst>
        </pc:spChg>
        <pc:spChg chg="mod">
          <ac:chgData name="진해리" userId="9a5681db-a239-4a7f-88c6-b5b9ec153aff" providerId="ADAL" clId="{D1484707-E4ED-438C-A773-D21D33D17191}" dt="2025-11-28T01:32:36.840" v="7" actId="1076"/>
          <ac:spMkLst>
            <pc:docMk/>
            <pc:sldMk cId="1481658819" sldId="514"/>
            <ac:spMk id="11" creationId="{859B5EFB-B9C7-3B01-6286-3E3D2BDCE35F}"/>
          </ac:spMkLst>
        </pc:spChg>
      </pc:sldChg>
      <pc:sldChg chg="modSp mod">
        <pc:chgData name="진해리" userId="9a5681db-a239-4a7f-88c6-b5b9ec153aff" providerId="ADAL" clId="{D1484707-E4ED-438C-A773-D21D33D17191}" dt="2025-11-28T01:32:54.693" v="9" actId="1076"/>
        <pc:sldMkLst>
          <pc:docMk/>
          <pc:sldMk cId="2899470323" sldId="516"/>
        </pc:sldMkLst>
        <pc:spChg chg="mod">
          <ac:chgData name="진해리" userId="9a5681db-a239-4a7f-88c6-b5b9ec153aff" providerId="ADAL" clId="{D1484707-E4ED-438C-A773-D21D33D17191}" dt="2025-11-28T01:32:51.333" v="8" actId="14100"/>
          <ac:spMkLst>
            <pc:docMk/>
            <pc:sldMk cId="2899470323" sldId="516"/>
            <ac:spMk id="8" creationId="{C893D8E9-A0C5-2761-6A2C-C5A56414D61E}"/>
          </ac:spMkLst>
        </pc:spChg>
        <pc:spChg chg="mod">
          <ac:chgData name="진해리" userId="9a5681db-a239-4a7f-88c6-b5b9ec153aff" providerId="ADAL" clId="{D1484707-E4ED-438C-A773-D21D33D17191}" dt="2025-11-28T01:32:54.693" v="9" actId="1076"/>
          <ac:spMkLst>
            <pc:docMk/>
            <pc:sldMk cId="2899470323" sldId="516"/>
            <ac:spMk id="11" creationId="{D165A886-7994-04AA-FA24-46FAE024753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4413C-6F87-4D33-A715-D3EA10354617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F1708-2BF1-4CBF-A1C6-E2945B6FAF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7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94BF6-7C75-E047-65BC-113389F09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DF3F26-410A-30ED-65A6-4B41996E3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89EFCB-3B88-B884-D777-2D1CE51B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4FC746-B5AB-AA61-5FD5-1B902978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3591C-9875-ADCF-680F-52B9ECC4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00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3137E-0F09-C259-D69A-A2E0FF1F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7885E-A9E4-3B58-8086-D12324FEA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FAC8F-923D-934E-BB1A-D5C503D22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C5BFB-0D27-AAC6-9F24-4D697160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B812D4-E7E1-D989-BD9E-99E72FAE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7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3B348-AA65-1A74-E539-011F704A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083C12-4F56-71AF-B05B-F467A7255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B4C591-A585-ED5B-8707-1CA835EE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357AAD-6CE9-0BEC-D23C-4E844515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0B42A-6E44-E520-ED77-70F47470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8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6C271-06C3-DBA8-BFB8-6218EE39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EC83E-1028-34F3-5F9B-B9AE0BFF1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4FE9F3-95C4-C1EC-0F91-0B0D70724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540A5B-9DF2-3A94-0202-F89C3440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B8EC78-6E18-E001-8F69-345D666F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26201-A9E9-F276-6973-507B6C46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05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41BE9-214D-D825-3731-E1779E108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41B42E-4F9E-EFE0-6A09-6B6A75889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775C42-119E-3888-97EB-5E6BDE0C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6750F7-6F22-5D5B-C63A-8696E7521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76007E-F38C-2173-FD2C-AEC798C63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FAB0E5-6360-F710-A912-48B92A1E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AB95E7-A95D-A036-E29F-42E66B66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D78AAC-3BC8-62F1-368C-54E9854C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71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51AB2-241D-229B-B768-5CFC91ACA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A377DE-A4CC-C4A0-C3CE-6F8FC9BA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9F702-5B67-E998-D1DA-F9153CFA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DF3EE1-0B34-9B4C-1486-1AC0C209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232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7F571C-B59D-E0C5-FE9A-296CEBDF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5399FF-AFA0-1E99-5CEA-FE8E2700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EEAF6-0860-253C-F4E3-88D36E1E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57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1E835-EB3E-AB82-079B-2AF1FF4C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90508-FC1F-7BDA-547E-39FB3B1B6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BAC8C3-603A-6699-25E3-41A86A27D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C1BBBA-0039-6C9A-C945-7172A71E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38527E-4613-4DEB-FF67-7CCA47C1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3185DD-21D6-D874-BE28-324A03A2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30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AF151-398B-B3B7-234E-B7CF8D1A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425B9C-A269-2D1B-8374-595AC4A7E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3157D0-A45D-72AD-0498-1E544C521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8D2E-4E6B-A5C7-094D-0EE1F9C7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D9C48E-60F9-2800-ADE2-E9E9B35C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F6F652-3025-A8C3-67C5-DA9BAD26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16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02071-E948-539D-58DF-338C5B47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0A0391-EC54-C530-6D5A-263F8C4C0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A87E5A-6DD2-DA8A-BF48-D31E9785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55C446-F952-33FF-A308-8C998C5E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1C23A-48B4-DC31-E6E1-73261E5B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16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0BCCCF-6F95-B5D4-2851-FEB567FDE3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F8F92B-924C-BF70-B895-62F31C70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3E080-10AF-A9AE-5193-121277BB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38437D-43C8-FD98-55B1-3A5FDEFC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6510A-DBA8-0761-6794-3AA1F563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977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F25CF7-E54A-0589-5C30-889C20D6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E1709D-E010-BF50-18BF-8901D9F06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E7173-1990-A80A-E891-7DB9F1E8F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701F3-C9AE-4217-8BEF-9DD1FBE8A560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989FB-66DD-1B31-B089-FDF9EC3BD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7787B-5912-C233-CA2C-AE8662E10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E45BB-524E-4D35-9160-43323C3534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28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40.png"/><Relationship Id="rId5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4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40.png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3.wdp"/><Relationship Id="rId4" Type="http://schemas.openxmlformats.org/officeDocument/2006/relationships/image" Target="../media/image280.png"/><Relationship Id="rId5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4" Type="http://schemas.microsoft.com/office/2007/relationships/hdphoto" Target="../media/hdphoto3.wdp"/><Relationship Id="rId5" Type="http://schemas.openxmlformats.org/officeDocument/2006/relationships/image" Target="../media/image280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3.wdp"/><Relationship Id="rId4" Type="http://schemas.openxmlformats.org/officeDocument/2006/relationships/image" Target="../media/image280.png"/><Relationship Id="rId5" Type="http://schemas.openxmlformats.org/officeDocument/2006/relationships/image" Target="../media/image27.pn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65E9-E5FA-8A17-5BD3-464C8343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32EBC9D-6A0D-9894-A1DB-CAD01A55F1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CE96AA-DAA7-8263-7D3B-2D97F0E0574D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CE96AA-DAA7-8263-7D3B-2D97F0E05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B6FE6FC4-0964-7636-974D-D1184BF409A5}"/>
              </a:ext>
            </a:extLst>
          </p:cNvPr>
          <p:cNvSpPr/>
          <p:nvPr/>
        </p:nvSpPr>
        <p:spPr>
          <a:xfrm rot="5400000">
            <a:off x="5535064" y="5122381"/>
            <a:ext cx="102820" cy="19286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68024-2A55-0AAB-753F-56E1408A5612}"/>
              </a:ext>
            </a:extLst>
          </p:cNvPr>
          <p:cNvSpPr txBox="1"/>
          <p:nvPr/>
        </p:nvSpPr>
        <p:spPr>
          <a:xfrm>
            <a:off x="4622516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F1E52B-A0CC-FF5F-E118-5ACAB57806C8}"/>
              </a:ext>
            </a:extLst>
          </p:cNvPr>
          <p:cNvSpPr/>
          <p:nvPr/>
        </p:nvSpPr>
        <p:spPr>
          <a:xfrm flipV="1">
            <a:off x="8615311" y="2783436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D7880FC-38B8-5863-B20D-6B7BAFDB7D7A}"/>
              </a:ext>
            </a:extLst>
          </p:cNvPr>
          <p:cNvGrpSpPr/>
          <p:nvPr/>
        </p:nvGrpSpPr>
        <p:grpSpPr>
          <a:xfrm rot="5400000">
            <a:off x="7694318" y="3835828"/>
            <a:ext cx="98804" cy="602096"/>
            <a:chOff x="4737844" y="5009665"/>
            <a:chExt cx="98804" cy="60209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5CA65C0-28E2-98D9-A9DB-51FD4CF44184}"/>
                </a:ext>
              </a:extLst>
            </p:cNvPr>
            <p:cNvSpPr/>
            <p:nvPr/>
          </p:nvSpPr>
          <p:spPr>
            <a:xfrm>
              <a:off x="4737844" y="500966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F2CB794-54B6-920D-F426-5A19043E071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1BEFF-C725-66BF-31DF-F8E1A90C737B}"/>
              </a:ext>
            </a:extLst>
          </p:cNvPr>
          <p:cNvSpPr/>
          <p:nvPr/>
        </p:nvSpPr>
        <p:spPr>
          <a:xfrm flipV="1">
            <a:off x="9621730" y="3395663"/>
            <a:ext cx="98385" cy="82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B560084-4EC9-776E-B70C-2FD115629DB9}"/>
              </a:ext>
            </a:extLst>
          </p:cNvPr>
          <p:cNvGrpSpPr/>
          <p:nvPr/>
        </p:nvGrpSpPr>
        <p:grpSpPr>
          <a:xfrm>
            <a:off x="6558506" y="4352455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5EAE423F-2456-83E6-0F6D-18D9ED33E01F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14E9C8A-8924-4948-46E6-D46C363A220E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CE82C4E-DD9C-FEFA-099A-3A03DBF124C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A88444-E0DF-48BF-0CDD-3960DA8EA42C}"/>
              </a:ext>
            </a:extLst>
          </p:cNvPr>
          <p:cNvSpPr/>
          <p:nvPr/>
        </p:nvSpPr>
        <p:spPr>
          <a:xfrm flipV="1">
            <a:off x="4271723" y="2797723"/>
            <a:ext cx="98385" cy="6856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86AC02F-67E6-CBB5-4FB5-3EAA754828D7}"/>
              </a:ext>
            </a:extLst>
          </p:cNvPr>
          <p:cNvGrpSpPr/>
          <p:nvPr/>
        </p:nvGrpSpPr>
        <p:grpSpPr>
          <a:xfrm>
            <a:off x="4467249" y="4350866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80301AF-7CAA-1E0B-AFAB-3054A2FEAD99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EFA2827-653C-083A-CD55-F78C7F9A46F2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10E47DC-2992-9129-3040-444D30A40D1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2F7532-6319-2A2F-300B-437131087D7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FB2F40C-4355-BA94-12E9-6E99563C523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EA646AC-EB68-FB02-6E85-29472FB73DC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933FFD6-7345-60A2-CB2F-62D6082AD23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A0C7E87-0202-CA12-815D-2FBA58720107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65B047-17E8-BF8A-90C6-412D7F5CC5FE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간접 </a:t>
              </a:r>
              <a:r>
                <a:rPr lang="ko-KR" altLang="en-US" sz="700" dirty="0" err="1"/>
                <a:t>센서등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84A5FAD0-188F-95F0-B9E4-56D71FF668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3336606"/>
            <a:ext cx="1826709" cy="1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0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7D0D-DEEE-AF21-E4DA-56C2215DB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025C71E-688B-3CE5-9FC0-ADF1110081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D30929-3239-B613-350E-6000245482C2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CE96AA-DAA7-8263-7D3B-2D97F0E05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E856666-4834-7809-CA5C-47C53A6C0C2D}"/>
              </a:ext>
            </a:extLst>
          </p:cNvPr>
          <p:cNvSpPr/>
          <p:nvPr/>
        </p:nvSpPr>
        <p:spPr>
          <a:xfrm rot="5400000">
            <a:off x="5535064" y="5122381"/>
            <a:ext cx="102820" cy="19286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4D1F88D-E5F8-4E60-CF0A-B29AE1EA91A7}"/>
              </a:ext>
            </a:extLst>
          </p:cNvPr>
          <p:cNvSpPr/>
          <p:nvPr/>
        </p:nvSpPr>
        <p:spPr>
          <a:xfrm>
            <a:off x="4933651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27DC2-416B-43CC-4EA0-C7F849F78A92}"/>
              </a:ext>
            </a:extLst>
          </p:cNvPr>
          <p:cNvSpPr txBox="1"/>
          <p:nvPr/>
        </p:nvSpPr>
        <p:spPr>
          <a:xfrm>
            <a:off x="4622516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D3D3DC-BE8C-58D1-613B-F672ABBF2799}"/>
              </a:ext>
            </a:extLst>
          </p:cNvPr>
          <p:cNvSpPr/>
          <p:nvPr/>
        </p:nvSpPr>
        <p:spPr>
          <a:xfrm flipV="1">
            <a:off x="8615311" y="2783436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F5C6CDA-04F9-5295-EF62-FBAC2BF7A558}"/>
              </a:ext>
            </a:extLst>
          </p:cNvPr>
          <p:cNvGrpSpPr/>
          <p:nvPr/>
        </p:nvGrpSpPr>
        <p:grpSpPr>
          <a:xfrm rot="5400000">
            <a:off x="7694318" y="3835828"/>
            <a:ext cx="98804" cy="602096"/>
            <a:chOff x="4737844" y="5009665"/>
            <a:chExt cx="98804" cy="602096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CA5D75F-54B2-065D-178A-345FC75533BC}"/>
                </a:ext>
              </a:extLst>
            </p:cNvPr>
            <p:cNvSpPr/>
            <p:nvPr/>
          </p:nvSpPr>
          <p:spPr>
            <a:xfrm>
              <a:off x="4737844" y="500966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12C4F5C9-5228-2EDE-0652-27CEE53B77C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38A3A43-1362-DE36-6F57-991B8ECDFF38}"/>
              </a:ext>
            </a:extLst>
          </p:cNvPr>
          <p:cNvSpPr/>
          <p:nvPr/>
        </p:nvSpPr>
        <p:spPr>
          <a:xfrm flipV="1">
            <a:off x="9621730" y="3395663"/>
            <a:ext cx="98385" cy="821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D9C142A-2A7C-2064-DCE2-AD5FEF5EC338}"/>
              </a:ext>
            </a:extLst>
          </p:cNvPr>
          <p:cNvGrpSpPr/>
          <p:nvPr/>
        </p:nvGrpSpPr>
        <p:grpSpPr>
          <a:xfrm>
            <a:off x="6558506" y="4352455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5A480B7-1F81-C085-E7CF-04017188DB8F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A02C1B8-0747-8C61-8937-B8082EBE7880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9E40722-6756-2932-0662-C5DD043EA38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75C961D-94EB-F931-23D2-1F262458035D}"/>
              </a:ext>
            </a:extLst>
          </p:cNvPr>
          <p:cNvSpPr/>
          <p:nvPr/>
        </p:nvSpPr>
        <p:spPr>
          <a:xfrm flipV="1">
            <a:off x="4271723" y="2797723"/>
            <a:ext cx="98385" cy="6856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E7CD601-2A3F-27AC-AD2C-3A90EC59C0D4}"/>
              </a:ext>
            </a:extLst>
          </p:cNvPr>
          <p:cNvGrpSpPr/>
          <p:nvPr/>
        </p:nvGrpSpPr>
        <p:grpSpPr>
          <a:xfrm>
            <a:off x="4467249" y="4350866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50E6321-DE9A-0D6F-F0B0-058B97E3D4C2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F426891-7F90-4992-C6D7-D3743266E551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1F459D6-FD02-E3E3-C7AA-89F86C381CEF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B02FC90-B20D-857A-3CC3-DB923169082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SET/</a:t>
            </a:r>
            <a:r>
              <a:rPr lang="ko-KR" altLang="en-US" sz="2000" b="1" dirty="0"/>
              <a:t>목공 라운드우물</a:t>
            </a:r>
            <a:endParaRPr lang="en-US" altLang="ko-KR" sz="20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7F43DAC-5736-A967-1EC4-F29822522DFA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95C85D9-51AF-EDDA-D30A-A5F2EA9A734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05E741C-9C12-3F90-B8E8-6FDACE45729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A2F0F29-6491-F395-3C59-4B0EA201CED9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83FAB7-9C16-21C3-3752-FFB135AEBD00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간접 </a:t>
              </a:r>
              <a:r>
                <a:rPr lang="ko-KR" altLang="en-US" sz="700" dirty="0" err="1"/>
                <a:t>센서등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BC5922E1-2F3B-57BD-A76F-21915A6FE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12" y="2017748"/>
            <a:ext cx="1826709" cy="1826709"/>
          </a:xfrm>
          <a:prstGeom prst="rect">
            <a:avLst/>
          </a:prstGeom>
        </p:spPr>
      </p:pic>
      <p:pic>
        <p:nvPicPr>
          <p:cNvPr id="10" name="그림 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1F2B2F8-2D4F-30A9-66CD-5563F63C04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82" y="4103662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7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1712-DF4C-717E-05F2-6D97E6D9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CC18231-41E5-18BD-C6EA-9D263D98B6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1" y="822685"/>
            <a:ext cx="7966301" cy="58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95E7C-12FC-58ED-152F-07E931B71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1052E24-58AF-DD56-D62A-11E6564CB604}"/>
              </a:ext>
            </a:extLst>
          </p:cNvPr>
          <p:cNvSpPr txBox="1"/>
          <p:nvPr/>
        </p:nvSpPr>
        <p:spPr>
          <a:xfrm>
            <a:off x="1875980" y="34991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 </a:t>
            </a:r>
            <a:r>
              <a:rPr lang="en-US" altLang="ko-KR" sz="2000" b="1" dirty="0"/>
              <a:t>1</a:t>
            </a:r>
            <a:r>
              <a:rPr lang="ko-KR" altLang="en-US" sz="2000" b="1" dirty="0" err="1"/>
              <a:t>줄추가</a:t>
            </a:r>
            <a:endParaRPr lang="en-US" altLang="ko-KR" sz="2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893D8E9-A0C5-2761-6A2C-C5A56414D61E}"/>
              </a:ext>
            </a:extLst>
          </p:cNvPr>
          <p:cNvSpPr/>
          <p:nvPr/>
        </p:nvSpPr>
        <p:spPr>
          <a:xfrm>
            <a:off x="5093063" y="4581236"/>
            <a:ext cx="1086064" cy="1060725"/>
          </a:xfrm>
          <a:prstGeom prst="roundRect">
            <a:avLst>
              <a:gd name="adj" fmla="val 15905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D165A886-7994-04AA-FA24-46FAE024753B}"/>
              </a:ext>
            </a:extLst>
          </p:cNvPr>
          <p:cNvSpPr/>
          <p:nvPr/>
        </p:nvSpPr>
        <p:spPr>
          <a:xfrm>
            <a:off x="5316634" y="483633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5127D6-E1FC-9893-1FBE-263C4993DFF4}"/>
              </a:ext>
            </a:extLst>
          </p:cNvPr>
          <p:cNvSpPr txBox="1"/>
          <p:nvPr/>
        </p:nvSpPr>
        <p:spPr>
          <a:xfrm>
            <a:off x="443225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1</a:t>
            </a:r>
            <a:r>
              <a:rPr lang="ko-KR" altLang="en-US" sz="1000" b="1" dirty="0">
                <a:highlight>
                  <a:srgbClr val="FFFF00"/>
                </a:highlight>
              </a:rPr>
              <a:t>줄 추가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6BC11564-4F1C-8CBB-4FDE-BD2C0273B2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8284" y="4751928"/>
            <a:ext cx="2233508" cy="155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70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6B65-4FAE-37D9-CC3E-B14755BC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632772F-0AC0-DD93-16ED-3C8178EB1F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87" y="801218"/>
            <a:ext cx="7983719" cy="584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3D3FE6-A47E-C2BF-2565-50433E41EE40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3D3FE6-A47E-C2BF-2565-50433E41E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9F5D2EA7-173E-3366-D829-A2B27E1B43C3}"/>
              </a:ext>
            </a:extLst>
          </p:cNvPr>
          <p:cNvSpPr/>
          <p:nvPr/>
        </p:nvSpPr>
        <p:spPr>
          <a:xfrm rot="5400000">
            <a:off x="5498568" y="5104768"/>
            <a:ext cx="102820" cy="195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F8C31-C80A-F438-E999-CE0BBA649877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08E8C1-5657-F5A9-7D64-3108DB8D5139}"/>
              </a:ext>
            </a:extLst>
          </p:cNvPr>
          <p:cNvSpPr/>
          <p:nvPr/>
        </p:nvSpPr>
        <p:spPr>
          <a:xfrm flipV="1">
            <a:off x="8587811" y="2761255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9CBB0D2-B2DA-625E-D44D-11978A6D6FE9}"/>
              </a:ext>
            </a:extLst>
          </p:cNvPr>
          <p:cNvGrpSpPr/>
          <p:nvPr/>
        </p:nvGrpSpPr>
        <p:grpSpPr>
          <a:xfrm rot="5400000">
            <a:off x="7609781" y="3803679"/>
            <a:ext cx="98807" cy="656864"/>
            <a:chOff x="4737841" y="4954897"/>
            <a:chExt cx="98807" cy="656864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5705634-292C-162C-D4C9-603F8CE45094}"/>
                </a:ext>
              </a:extLst>
            </p:cNvPr>
            <p:cNvSpPr/>
            <p:nvPr/>
          </p:nvSpPr>
          <p:spPr>
            <a:xfrm>
              <a:off x="4737841" y="49548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3C2EDB3-8C19-EC29-3855-112969E2BF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A3A894-D1D4-8F7C-3DF4-99555992D4D2}"/>
              </a:ext>
            </a:extLst>
          </p:cNvPr>
          <p:cNvSpPr/>
          <p:nvPr/>
        </p:nvSpPr>
        <p:spPr>
          <a:xfrm flipV="1">
            <a:off x="9597917" y="3375432"/>
            <a:ext cx="98385" cy="7727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D233D71-4AA8-ECFE-1718-24A296B53E21}"/>
              </a:ext>
            </a:extLst>
          </p:cNvPr>
          <p:cNvGrpSpPr/>
          <p:nvPr/>
        </p:nvGrpSpPr>
        <p:grpSpPr>
          <a:xfrm>
            <a:off x="6509833" y="4357214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91AB4E2-1D17-3183-FB55-D91C23442041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F36CCDC0-76A3-67D3-0CE5-67478084F78E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13B5CA3-6EAB-CD0E-BAA6-66A862FE189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975721B-CFAC-39BB-56EA-FD4CEED3981B}"/>
              </a:ext>
            </a:extLst>
          </p:cNvPr>
          <p:cNvSpPr/>
          <p:nvPr/>
        </p:nvSpPr>
        <p:spPr>
          <a:xfrm rot="16200000" flipV="1">
            <a:off x="3753125" y="2359099"/>
            <a:ext cx="98385" cy="705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FAB6B0E-72AC-E6AC-72D1-8C12C86C3EC8}"/>
              </a:ext>
            </a:extLst>
          </p:cNvPr>
          <p:cNvGrpSpPr/>
          <p:nvPr/>
        </p:nvGrpSpPr>
        <p:grpSpPr>
          <a:xfrm>
            <a:off x="4412847" y="4355625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B04E862-6DF3-12A6-8499-AF3E4D7CC6A4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C6ADC3E-693A-DD34-1F3B-EFEC1F8FCEB8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76B339B-2292-8DDE-ECDB-8ECA8B89322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070AF2C-14CE-170E-4B1D-554B00578724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6739DA6-52A7-15A9-212A-46EF58D187D7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674273C-8E6C-8570-4E54-4269B05FA54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EDF3B78-B0A6-4105-AAD1-CD21D1F9620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FECC396-7ABD-9671-DA0D-69225FE8C89B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F2F392-F98E-6279-A87F-E95BB6852B71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간접 </a:t>
              </a:r>
              <a:r>
                <a:rPr lang="ko-KR" altLang="en-US" sz="700" dirty="0" err="1"/>
                <a:t>센서등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C6C073ED-BE51-D10D-CFA6-7C6A5C1253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14" y="3337374"/>
            <a:ext cx="1826709" cy="1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86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7DEE-0959-4F4A-E4B7-0097004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65A11A1-7636-F962-714B-0C5B82D985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87" y="801218"/>
            <a:ext cx="7983719" cy="584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2BDEFE-F757-9D67-BDB2-F6D9C83DCD4F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3D3FE6-A47E-C2BF-2565-50433E41E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C6E62A0D-F075-2B6A-5CC0-9FF2D79D5B0F}"/>
              </a:ext>
            </a:extLst>
          </p:cNvPr>
          <p:cNvSpPr/>
          <p:nvPr/>
        </p:nvSpPr>
        <p:spPr>
          <a:xfrm rot="5400000">
            <a:off x="5498568" y="5104768"/>
            <a:ext cx="102820" cy="195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6E2B5D6-B4FA-A933-4626-A0448E9018F8}"/>
              </a:ext>
            </a:extLst>
          </p:cNvPr>
          <p:cNvSpPr/>
          <p:nvPr/>
        </p:nvSpPr>
        <p:spPr>
          <a:xfrm>
            <a:off x="4866976" y="4537865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A59A7-A0B8-28F2-2E0D-D9A88DEB5A2E}"/>
              </a:ext>
            </a:extLst>
          </p:cNvPr>
          <p:cNvSpPr txBox="1"/>
          <p:nvPr/>
        </p:nvSpPr>
        <p:spPr>
          <a:xfrm>
            <a:off x="4522765" y="386852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A7356E-CBC7-91FE-4A1D-440986A939F9}"/>
              </a:ext>
            </a:extLst>
          </p:cNvPr>
          <p:cNvSpPr/>
          <p:nvPr/>
        </p:nvSpPr>
        <p:spPr>
          <a:xfrm flipV="1">
            <a:off x="8587811" y="2761255"/>
            <a:ext cx="98384" cy="7482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CC3FAD2-047B-E542-3B80-6597E6E16756}"/>
              </a:ext>
            </a:extLst>
          </p:cNvPr>
          <p:cNvGrpSpPr/>
          <p:nvPr/>
        </p:nvGrpSpPr>
        <p:grpSpPr>
          <a:xfrm rot="5400000">
            <a:off x="7609781" y="3803679"/>
            <a:ext cx="98807" cy="656864"/>
            <a:chOff x="4737841" y="4954897"/>
            <a:chExt cx="98807" cy="656864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D071F99-E0B9-97DB-7F54-EDFEC72AE417}"/>
                </a:ext>
              </a:extLst>
            </p:cNvPr>
            <p:cNvSpPr/>
            <p:nvPr/>
          </p:nvSpPr>
          <p:spPr>
            <a:xfrm>
              <a:off x="4737841" y="495489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71F895A-CACB-A6FC-FDD8-A9A37D6E5A7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9A9F778-596E-8C06-427E-83DB80AA681D}"/>
              </a:ext>
            </a:extLst>
          </p:cNvPr>
          <p:cNvSpPr/>
          <p:nvPr/>
        </p:nvSpPr>
        <p:spPr>
          <a:xfrm flipV="1">
            <a:off x="9597917" y="3375432"/>
            <a:ext cx="98385" cy="7727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C8FBF71-E7BA-7212-CDDB-98145D877E62}"/>
              </a:ext>
            </a:extLst>
          </p:cNvPr>
          <p:cNvGrpSpPr/>
          <p:nvPr/>
        </p:nvGrpSpPr>
        <p:grpSpPr>
          <a:xfrm>
            <a:off x="6509833" y="4357214"/>
            <a:ext cx="98868" cy="1556654"/>
            <a:chOff x="4737857" y="4674706"/>
            <a:chExt cx="98868" cy="155665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CE0677C-4578-71B2-74D3-9AE663FBFF49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A0DB75F-33C2-5F0B-BC2D-CB6D74C1E701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9AF57DC-70C5-202D-53BB-AE0D4A8179F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B59D33-5B62-3B0B-83BC-3625963D3CF5}"/>
              </a:ext>
            </a:extLst>
          </p:cNvPr>
          <p:cNvSpPr/>
          <p:nvPr/>
        </p:nvSpPr>
        <p:spPr>
          <a:xfrm rot="16200000" flipV="1">
            <a:off x="3753125" y="2359099"/>
            <a:ext cx="98385" cy="705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97C960B-CF7E-B211-19E5-188D03B32402}"/>
              </a:ext>
            </a:extLst>
          </p:cNvPr>
          <p:cNvGrpSpPr/>
          <p:nvPr/>
        </p:nvGrpSpPr>
        <p:grpSpPr>
          <a:xfrm>
            <a:off x="4412847" y="4355625"/>
            <a:ext cx="98868" cy="1556654"/>
            <a:chOff x="4737857" y="4674706"/>
            <a:chExt cx="98868" cy="155665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1875FA8-976D-7390-CF84-B58CAE5C0073}"/>
                </a:ext>
              </a:extLst>
            </p:cNvPr>
            <p:cNvSpPr/>
            <p:nvPr/>
          </p:nvSpPr>
          <p:spPr>
            <a:xfrm>
              <a:off x="4737857" y="467470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FC50827-CC86-BACD-BC82-C85EAEF94720}"/>
                </a:ext>
              </a:extLst>
            </p:cNvPr>
            <p:cNvSpPr/>
            <p:nvPr/>
          </p:nvSpPr>
          <p:spPr>
            <a:xfrm>
              <a:off x="4738263" y="54022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1EC2647-F0D0-9816-3B28-9C7D0720A3A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EE2DAB9-AD7E-0173-960A-88337008B54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SET/</a:t>
            </a:r>
            <a:r>
              <a:rPr lang="ko-KR" altLang="en-US" sz="2000" b="1" dirty="0"/>
              <a:t> 목공 라운드우물</a:t>
            </a:r>
            <a:endParaRPr lang="en-US" altLang="ko-KR" sz="20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D7A5CF-6D63-C012-3A19-BE93220D11EC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3DF6544-8EA0-5F01-E89E-3B75EC6B63B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9297C91-BE78-7D69-AF7C-EBBC3CB5F90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DED5377-0C75-A6D9-0261-C4115583C4CC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4256E0-90ED-0063-F397-F40E8FE31242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간접조명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간접 </a:t>
              </a:r>
              <a:r>
                <a:rPr lang="ko-KR" altLang="en-US" sz="700" dirty="0" err="1"/>
                <a:t>센서등</a:t>
              </a:r>
              <a:endParaRPr lang="en-US" altLang="ko-KR" sz="700" dirty="0"/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  <a:endParaRPr lang="ko-KR" altLang="en-US" sz="700" dirty="0"/>
            </a:p>
          </p:txBody>
        </p:sp>
      </p:grp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3C88E01D-D0B0-E245-8F58-AA1C4C6218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6" y="1749513"/>
            <a:ext cx="1826709" cy="1826709"/>
          </a:xfrm>
          <a:prstGeom prst="rect">
            <a:avLst/>
          </a:prstGeom>
        </p:spPr>
      </p:pic>
      <p:pic>
        <p:nvPicPr>
          <p:cNvPr id="8" name="그림 7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22281E5-F1E8-2C1D-D6A5-75D9CEA659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5" y="3825335"/>
            <a:ext cx="2086944" cy="20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19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0B2D-75E1-52CA-3B87-F4AFE50E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4021FBA-EDC4-3415-F60A-04174B0180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87" y="801218"/>
            <a:ext cx="7983719" cy="584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FAF715-8B0A-9416-7E91-5E62185ADE3F}"/>
                  </a:ext>
                </a:extLst>
              </p:cNvPr>
              <p:cNvSpPr txBox="1"/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FAF715-8B0A-9416-7E91-5E62185AD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305" y="106507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CCED253-7206-C0F5-9F88-817D39AFF308}"/>
              </a:ext>
            </a:extLst>
          </p:cNvPr>
          <p:cNvSpPr/>
          <p:nvPr/>
        </p:nvSpPr>
        <p:spPr>
          <a:xfrm>
            <a:off x="4952785" y="4488873"/>
            <a:ext cx="1143215" cy="1092508"/>
          </a:xfrm>
          <a:prstGeom prst="roundRect">
            <a:avLst>
              <a:gd name="adj" fmla="val 14580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859B5EFB-B9C7-3B01-6286-3E3D2BDCE35F}"/>
              </a:ext>
            </a:extLst>
          </p:cNvPr>
          <p:cNvSpPr/>
          <p:nvPr/>
        </p:nvSpPr>
        <p:spPr>
          <a:xfrm>
            <a:off x="5284917" y="48268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42F906-EF62-500F-AF57-48EEE62BC35C}"/>
              </a:ext>
            </a:extLst>
          </p:cNvPr>
          <p:cNvSpPr txBox="1"/>
          <p:nvPr/>
        </p:nvSpPr>
        <p:spPr>
          <a:xfrm>
            <a:off x="1885066" y="373241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 </a:t>
            </a:r>
            <a:r>
              <a:rPr lang="en-US" altLang="ko-KR" sz="2000" b="1" dirty="0"/>
              <a:t>1</a:t>
            </a:r>
            <a:r>
              <a:rPr lang="ko-KR" altLang="en-US" sz="2000" b="1" dirty="0" err="1"/>
              <a:t>줄추가</a:t>
            </a:r>
            <a:endParaRPr lang="en-US" altLang="ko-KR" sz="2000" b="1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B99BB203-DD84-6BDE-460F-4738D59CAD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8284" y="4751928"/>
            <a:ext cx="2233508" cy="155207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C2AABEC-EB7A-A972-4F73-D7AB75D76BC4}"/>
              </a:ext>
            </a:extLst>
          </p:cNvPr>
          <p:cNvSpPr txBox="1"/>
          <p:nvPr/>
        </p:nvSpPr>
        <p:spPr>
          <a:xfrm>
            <a:off x="443225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1</a:t>
            </a:r>
            <a:r>
              <a:rPr lang="ko-KR" altLang="en-US" sz="1000" b="1" dirty="0">
                <a:highlight>
                  <a:srgbClr val="FFFF00"/>
                </a:highlight>
              </a:rPr>
              <a:t>줄 추가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1658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4405-F057-AFFA-3DE0-A6857EB2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6C342E2-C02B-DCD9-05FA-F03AFC4ED9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74"/>
          <a:stretch>
            <a:fillRect/>
          </a:stretch>
        </p:blipFill>
        <p:spPr bwMode="auto">
          <a:xfrm>
            <a:off x="1865672" y="892428"/>
            <a:ext cx="8445274" cy="5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D32742-F05F-5226-459E-0970516C054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D32742-F05F-5226-459E-0970516C0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EBDF32BA-CBA6-3AB8-6CFC-7B70F80219FB}"/>
              </a:ext>
            </a:extLst>
          </p:cNvPr>
          <p:cNvSpPr/>
          <p:nvPr/>
        </p:nvSpPr>
        <p:spPr>
          <a:xfrm rot="10800000">
            <a:off x="2255930" y="3453114"/>
            <a:ext cx="102820" cy="20094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CC143-B26C-B934-E311-7DD15038C79C}"/>
              </a:ext>
            </a:extLst>
          </p:cNvPr>
          <p:cNvSpPr txBox="1"/>
          <p:nvPr/>
        </p:nvSpPr>
        <p:spPr>
          <a:xfrm>
            <a:off x="4076820" y="352820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8ABA7A2-032A-0329-3DF4-BC65BCC19284}"/>
              </a:ext>
            </a:extLst>
          </p:cNvPr>
          <p:cNvGrpSpPr/>
          <p:nvPr/>
        </p:nvGrpSpPr>
        <p:grpSpPr>
          <a:xfrm rot="5400000">
            <a:off x="3364947" y="2674245"/>
            <a:ext cx="98859" cy="1382033"/>
            <a:chOff x="4737866" y="4849327"/>
            <a:chExt cx="98859" cy="13820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78833EC-0F55-D61B-7835-C7C0E1A72822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E239243-35DC-0DF2-DCA1-834560DF53D4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A95B929-576E-8E4B-1CB3-628B1B715D8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8160F0-E35D-2758-D517-90B38CA45DC9}"/>
              </a:ext>
            </a:extLst>
          </p:cNvPr>
          <p:cNvSpPr/>
          <p:nvPr/>
        </p:nvSpPr>
        <p:spPr>
          <a:xfrm rot="5400000" flipV="1">
            <a:off x="5282706" y="2818320"/>
            <a:ext cx="98384" cy="7376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F4DFF8D-E74B-8137-C39C-5EADD3FF38B9}"/>
              </a:ext>
            </a:extLst>
          </p:cNvPr>
          <p:cNvGrpSpPr/>
          <p:nvPr/>
        </p:nvGrpSpPr>
        <p:grpSpPr>
          <a:xfrm rot="5400000">
            <a:off x="7756288" y="3564534"/>
            <a:ext cx="100299" cy="494938"/>
            <a:chOff x="4744122" y="4338948"/>
            <a:chExt cx="100299" cy="49493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11D57E3-C0F3-C87C-C701-226DEB64C2E1}"/>
                </a:ext>
              </a:extLst>
            </p:cNvPr>
            <p:cNvSpPr/>
            <p:nvPr/>
          </p:nvSpPr>
          <p:spPr>
            <a:xfrm>
              <a:off x="4746036" y="43389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1DAE526-CB74-6CA0-0EDC-2DF28E1DC4B0}"/>
                </a:ext>
              </a:extLst>
            </p:cNvPr>
            <p:cNvSpPr/>
            <p:nvPr/>
          </p:nvSpPr>
          <p:spPr>
            <a:xfrm>
              <a:off x="4744122" y="47355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52BE8F8-86DE-90BF-3C93-165B339BA5BD}"/>
              </a:ext>
            </a:extLst>
          </p:cNvPr>
          <p:cNvSpPr/>
          <p:nvPr/>
        </p:nvSpPr>
        <p:spPr>
          <a:xfrm flipV="1">
            <a:off x="6644570" y="2328114"/>
            <a:ext cx="98385" cy="8737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EEBBC06-3116-54F6-480E-EAAE848DE9DA}"/>
              </a:ext>
            </a:extLst>
          </p:cNvPr>
          <p:cNvGrpSpPr/>
          <p:nvPr/>
        </p:nvGrpSpPr>
        <p:grpSpPr>
          <a:xfrm rot="5400000">
            <a:off x="3371289" y="4880917"/>
            <a:ext cx="98859" cy="1382033"/>
            <a:chOff x="4737866" y="4849327"/>
            <a:chExt cx="98859" cy="13820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3649AB1-1B38-CEEF-4B78-C43009CACDE9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48E35C-F332-1E11-2CBA-BF2E618BAB9F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12DACEA-4834-A1AE-2B3A-3277FC29592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16D155F-BEDA-A8DB-E7CB-6A0D7EDA8B1D}"/>
              </a:ext>
            </a:extLst>
          </p:cNvPr>
          <p:cNvSpPr/>
          <p:nvPr/>
        </p:nvSpPr>
        <p:spPr>
          <a:xfrm rot="5400000" flipV="1">
            <a:off x="8539247" y="1981289"/>
            <a:ext cx="98384" cy="782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7E5361-B83D-F434-50A0-9FD18147A8D1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BD198249-4031-E440-76C6-CA7F188410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2" y="3460044"/>
            <a:ext cx="1826709" cy="1826709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F865351-0F2B-E8B8-7159-18F5D9306145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73AA611-9C51-45BC-3633-EA9C7032BE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758D877-ADAD-2EEE-54B9-4C4E2B10031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0D4C7F-CE82-BB26-8A93-9E0B19A7CB0F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D4C6FCA-0BD9-FDA4-24B4-90CB31653DBA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</p:spTree>
    <p:extLst>
      <p:ext uri="{BB962C8B-B14F-4D97-AF65-F5344CB8AC3E}">
        <p14:creationId xmlns:p14="http://schemas.microsoft.com/office/powerpoint/2010/main" val="3725973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48B0-2298-886C-9E41-5541DCF71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21B57BD-53A2-CF92-C6F7-88946332CB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74"/>
          <a:stretch>
            <a:fillRect/>
          </a:stretch>
        </p:blipFill>
        <p:spPr bwMode="auto">
          <a:xfrm>
            <a:off x="1865672" y="892428"/>
            <a:ext cx="8445274" cy="5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A6A0E6-B01D-8C8D-F18D-086E33A963B2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D32742-F05F-5226-459E-0970516C0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0ABB8B8E-E36E-60F8-9A61-30CA644BC8C5}"/>
              </a:ext>
            </a:extLst>
          </p:cNvPr>
          <p:cNvSpPr/>
          <p:nvPr/>
        </p:nvSpPr>
        <p:spPr>
          <a:xfrm rot="10800000">
            <a:off x="2255930" y="3453114"/>
            <a:ext cx="102820" cy="200947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5A6CF23-5094-9451-B017-1C01CCDB2B8F}"/>
              </a:ext>
            </a:extLst>
          </p:cNvPr>
          <p:cNvSpPr/>
          <p:nvPr/>
        </p:nvSpPr>
        <p:spPr>
          <a:xfrm>
            <a:off x="2777597" y="3791607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F7180-42AF-2023-6004-DD73F9D13542}"/>
              </a:ext>
            </a:extLst>
          </p:cNvPr>
          <p:cNvSpPr txBox="1"/>
          <p:nvPr/>
        </p:nvSpPr>
        <p:spPr>
          <a:xfrm>
            <a:off x="4076820" y="352820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B3FBDA1-CB61-BAB9-CCAE-155FBCF89721}"/>
              </a:ext>
            </a:extLst>
          </p:cNvPr>
          <p:cNvGrpSpPr/>
          <p:nvPr/>
        </p:nvGrpSpPr>
        <p:grpSpPr>
          <a:xfrm rot="5400000">
            <a:off x="3364947" y="2674245"/>
            <a:ext cx="98859" cy="1382033"/>
            <a:chOff x="4737866" y="4849327"/>
            <a:chExt cx="98859" cy="13820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DDEDB6A-65CC-D710-C4AD-A080948B9EEF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3E7BE84-F0ED-BC5D-BF22-54E6BAF69E62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A209E56-FB77-30EB-FA1E-2ED8CA1A587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C9DDC1B-21F6-B7B7-A880-59E0ED3F1DF7}"/>
              </a:ext>
            </a:extLst>
          </p:cNvPr>
          <p:cNvSpPr/>
          <p:nvPr/>
        </p:nvSpPr>
        <p:spPr>
          <a:xfrm rot="5400000" flipV="1">
            <a:off x="5282706" y="2818320"/>
            <a:ext cx="98384" cy="7376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5AD32CB-A005-4759-B0C3-46CF61F0819A}"/>
              </a:ext>
            </a:extLst>
          </p:cNvPr>
          <p:cNvGrpSpPr/>
          <p:nvPr/>
        </p:nvGrpSpPr>
        <p:grpSpPr>
          <a:xfrm rot="5400000">
            <a:off x="7756288" y="3564534"/>
            <a:ext cx="100299" cy="494938"/>
            <a:chOff x="4744122" y="4338948"/>
            <a:chExt cx="100299" cy="49493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B773B9B-2FF6-9C50-00E9-2056387EF5EE}"/>
                </a:ext>
              </a:extLst>
            </p:cNvPr>
            <p:cNvSpPr/>
            <p:nvPr/>
          </p:nvSpPr>
          <p:spPr>
            <a:xfrm>
              <a:off x="4746036" y="43389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DB55DB4-143A-7B26-A169-3385877A48BB}"/>
                </a:ext>
              </a:extLst>
            </p:cNvPr>
            <p:cNvSpPr/>
            <p:nvPr/>
          </p:nvSpPr>
          <p:spPr>
            <a:xfrm>
              <a:off x="4744122" y="47355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34D979D-8571-EF5D-FAFF-716BAD5EEB80}"/>
              </a:ext>
            </a:extLst>
          </p:cNvPr>
          <p:cNvSpPr/>
          <p:nvPr/>
        </p:nvSpPr>
        <p:spPr>
          <a:xfrm flipV="1">
            <a:off x="6644570" y="2328114"/>
            <a:ext cx="98385" cy="8737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C13DC8F-3886-D2E7-9E49-E6A132524968}"/>
              </a:ext>
            </a:extLst>
          </p:cNvPr>
          <p:cNvGrpSpPr/>
          <p:nvPr/>
        </p:nvGrpSpPr>
        <p:grpSpPr>
          <a:xfrm rot="5400000">
            <a:off x="3371289" y="4880917"/>
            <a:ext cx="98859" cy="1382033"/>
            <a:chOff x="4737866" y="4849327"/>
            <a:chExt cx="98859" cy="13820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D202C86-B031-A490-EF7D-74B03508AAFB}"/>
                </a:ext>
              </a:extLst>
            </p:cNvPr>
            <p:cNvSpPr/>
            <p:nvPr/>
          </p:nvSpPr>
          <p:spPr>
            <a:xfrm>
              <a:off x="4737866" y="48493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09B7820-8634-C00C-25E8-DE0F8700AB6C}"/>
                </a:ext>
              </a:extLst>
            </p:cNvPr>
            <p:cNvSpPr/>
            <p:nvPr/>
          </p:nvSpPr>
          <p:spPr>
            <a:xfrm>
              <a:off x="4738295" y="549115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D40CD36-CE75-12FA-F51C-940E5DCDE03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08A4EB7-EC31-1F96-A47C-DE8E18A2DA67}"/>
              </a:ext>
            </a:extLst>
          </p:cNvPr>
          <p:cNvSpPr/>
          <p:nvPr/>
        </p:nvSpPr>
        <p:spPr>
          <a:xfrm rot="5400000" flipV="1">
            <a:off x="8539247" y="1981289"/>
            <a:ext cx="98384" cy="7825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88D1FB-DEE9-92A9-A008-2EF5C0FAEB20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SET/</a:t>
            </a:r>
            <a:r>
              <a:rPr lang="ko-KR" altLang="en-US" sz="2000" b="1" dirty="0"/>
              <a:t> 목공 라운드우물</a:t>
            </a:r>
            <a:endParaRPr lang="en-US" altLang="ko-KR" sz="2000" b="1" dirty="0"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6EA2C7EA-20DE-74CD-6D79-08C5A1945B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92" y="1699194"/>
            <a:ext cx="1826709" cy="1826709"/>
          </a:xfrm>
          <a:prstGeom prst="rect">
            <a:avLst/>
          </a:prstGeom>
        </p:spPr>
      </p:pic>
      <p:pic>
        <p:nvPicPr>
          <p:cNvPr id="4" name="그림 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F5CDDBBF-FB56-0B6B-449F-811F000094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5" y="3825335"/>
            <a:ext cx="2086944" cy="208694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58EDE48-C8FE-F180-D05D-7DE74D883989}"/>
              </a:ext>
            </a:extLst>
          </p:cNvPr>
          <p:cNvGrpSpPr/>
          <p:nvPr/>
        </p:nvGrpSpPr>
        <p:grpSpPr>
          <a:xfrm>
            <a:off x="83658" y="84129"/>
            <a:ext cx="3888132" cy="630942"/>
            <a:chOff x="209306" y="114311"/>
            <a:chExt cx="3888132" cy="63094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D684293-E0C5-0B0D-E462-0BDC8C27EF1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E3C55D-BCA3-0F5F-0DE4-7AD84A99C86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0994D40-94C6-9E85-948F-83F012907445}"/>
                </a:ext>
              </a:extLst>
            </p:cNvPr>
            <p:cNvSpPr/>
            <p:nvPr/>
          </p:nvSpPr>
          <p:spPr>
            <a:xfrm>
              <a:off x="209306" y="573832"/>
              <a:ext cx="108998" cy="983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2EB8D5-24DD-3AFF-E97F-ED82D87EBD17}"/>
                </a:ext>
              </a:extLst>
            </p:cNvPr>
            <p:cNvSpPr txBox="1"/>
            <p:nvPr/>
          </p:nvSpPr>
          <p:spPr>
            <a:xfrm>
              <a:off x="318304" y="114311"/>
              <a:ext cx="377913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간접조명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간접 </a:t>
              </a:r>
              <a:r>
                <a:rPr lang="ko-KR" altLang="en-US" sz="700" err="1"/>
                <a:t>센서등</a:t>
              </a:r>
              <a:endParaRPr lang="en-US" altLang="ko-KR" sz="700"/>
            </a:p>
            <a:p>
              <a:endParaRPr lang="en-US" altLang="ko-KR" sz="700"/>
            </a:p>
            <a:p>
              <a:r>
                <a:rPr lang="ko-KR" altLang="en-US" sz="700"/>
                <a:t>우물천장간접조명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  <a:endParaRPr lang="ko-KR" altLang="en-US" sz="700"/>
            </a:p>
          </p:txBody>
        </p:sp>
      </p:grpSp>
    </p:spTree>
    <p:extLst>
      <p:ext uri="{BB962C8B-B14F-4D97-AF65-F5344CB8AC3E}">
        <p14:creationId xmlns:p14="http://schemas.microsoft.com/office/powerpoint/2010/main" val="4030590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53AA-8F53-F2DD-4A50-914CBDFE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B6414C3-9BC2-2325-B9AC-F95AEF18F0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74"/>
          <a:stretch>
            <a:fillRect/>
          </a:stretch>
        </p:blipFill>
        <p:spPr bwMode="auto">
          <a:xfrm>
            <a:off x="1865672" y="892428"/>
            <a:ext cx="8445274" cy="5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A1B77E-3B2F-8D67-CABB-2D820D8BF3F7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A1B77E-3B2F-8D67-CABB-2D820D8BF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1BEB129-4720-D6F2-5A36-981B1AF8062F}"/>
              </a:ext>
            </a:extLst>
          </p:cNvPr>
          <p:cNvSpPr/>
          <p:nvPr/>
        </p:nvSpPr>
        <p:spPr>
          <a:xfrm>
            <a:off x="2820711" y="3881055"/>
            <a:ext cx="1167816" cy="1099558"/>
          </a:xfrm>
          <a:prstGeom prst="roundRect">
            <a:avLst>
              <a:gd name="adj" fmla="val 11929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086198F6-5FBA-9A01-81C2-FEE23D0D9B47}"/>
              </a:ext>
            </a:extLst>
          </p:cNvPr>
          <p:cNvSpPr/>
          <p:nvPr/>
        </p:nvSpPr>
        <p:spPr>
          <a:xfrm>
            <a:off x="3125962" y="412702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8D4F0EC-DBA2-AF26-24F5-4E2909000D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0" y="4936498"/>
            <a:ext cx="2233508" cy="155207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5F5E726-4AF6-8774-A47A-AAC0CC6A3EB5}"/>
              </a:ext>
            </a:extLst>
          </p:cNvPr>
          <p:cNvSpPr txBox="1"/>
          <p:nvPr/>
        </p:nvSpPr>
        <p:spPr>
          <a:xfrm>
            <a:off x="-36246" y="366811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1</a:t>
            </a:r>
            <a:r>
              <a:rPr lang="ko-KR" altLang="en-US" sz="1000" b="1" dirty="0">
                <a:highlight>
                  <a:srgbClr val="FFFF00"/>
                </a:highlight>
              </a:rPr>
              <a:t>줄 추가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1EE86A-FB04-85B2-646A-69C8F0E8EEA0}"/>
              </a:ext>
            </a:extLst>
          </p:cNvPr>
          <p:cNvSpPr txBox="1"/>
          <p:nvPr/>
        </p:nvSpPr>
        <p:spPr>
          <a:xfrm>
            <a:off x="1885066" y="373241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 </a:t>
            </a:r>
            <a:r>
              <a:rPr lang="en-US" altLang="ko-KR" sz="2000" b="1" dirty="0"/>
              <a:t>1</a:t>
            </a:r>
            <a:r>
              <a:rPr lang="ko-KR" altLang="en-US" sz="2000" b="1" dirty="0" err="1"/>
              <a:t>줄추가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919257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진해리</cp:lastModifiedBy>
  <cp:revision>3</cp:revision>
  <dcterms:created xsi:type="dcterms:W3CDTF">2025-11-24T03:34:56Z</dcterms:created>
  <dcterms:modified xsi:type="dcterms:W3CDTF">2025-12-04T01:13:08Z</dcterms:modified>
</cp:coreProperties>
</file>