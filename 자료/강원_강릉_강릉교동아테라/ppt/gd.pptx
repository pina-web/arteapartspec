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478" r:id="rId10"/>
    <p:sldId id="481" r:id="rId11"/>
    <p:sldId id="482" r:id="rId12"/>
    <p:sldId id="479" r:id="rId13"/>
    <p:sldId id="483" r:id="rId14"/>
    <p:sldId id="484" r:id="rId15"/>
    <p:sldId id="480" r:id="rId16"/>
    <p:sldId id="485" r:id="rId17"/>
    <p:sldId id="48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5CBF0363-FDB2-46A3-8FBD-C7C1579BE33C}">
          <p14:sldIdLst>
            <p14:sldId id="478"/>
            <p14:sldId id="481"/>
            <p14:sldId id="482"/>
          </p14:sldIdLst>
        </p14:section>
        <p14:section name="84b" id="{9B0CD24C-ACF3-4E29-93F7-B27036BB6951}">
          <p14:sldIdLst>
            <p14:sldId id="479"/>
            <p14:sldId id="483"/>
            <p14:sldId id="484"/>
          </p14:sldIdLst>
        </p14:section>
        <p14:section name="118" id="{6629B836-BBD6-4252-B0CC-2970925AF8F1}">
          <p14:sldIdLst>
            <p14:sldId id="480"/>
            <p14:sldId id="485"/>
            <p14:sldId id="4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0000"/>
    <a:srgbClr val="FF505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2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병욱" userId="ce2315ba-dfc8-46e4-b6a1-9910caa687ba" providerId="ADAL" clId="{7373719F-9B6E-49D3-B9E6-5A76C9D29AB8}"/>
    <pc:docChg chg="custSel addSld delSld modSld addSection delSection modSection">
      <pc:chgData name="김병욱" userId="ce2315ba-dfc8-46e4-b6a1-9910caa687ba" providerId="ADAL" clId="{7373719F-9B6E-49D3-B9E6-5A76C9D29AB8}" dt="2024-09-03T03:12:56.435" v="255" actId="47"/>
      <pc:docMkLst>
        <pc:docMk/>
      </pc:docMkLst>
      <pc:sldChg chg="addSp delSp modSp mod">
        <pc:chgData name="김병욱" userId="ce2315ba-dfc8-46e4-b6a1-9910caa687ba" providerId="ADAL" clId="{7373719F-9B6E-49D3-B9E6-5A76C9D29AB8}" dt="2024-08-09T09:21:57.544" v="245"/>
        <pc:sldMkLst>
          <pc:docMk/>
          <pc:sldMk cId="1183158221" sldId="404"/>
        </pc:sldMkLst>
      </pc:sldChg>
      <pc:sldChg chg="addSp delSp modSp mod">
        <pc:chgData name="김병욱" userId="ce2315ba-dfc8-46e4-b6a1-9910caa687ba" providerId="ADAL" clId="{7373719F-9B6E-49D3-B9E6-5A76C9D29AB8}" dt="2024-08-09T08:09:21.788" v="243"/>
        <pc:sldMkLst>
          <pc:docMk/>
          <pc:sldMk cId="3665709775" sldId="420"/>
        </pc:sldMkLst>
      </pc:sldChg>
      <pc:sldChg chg="modSp mod">
        <pc:chgData name="김병욱" userId="ce2315ba-dfc8-46e4-b6a1-9910caa687ba" providerId="ADAL" clId="{7373719F-9B6E-49D3-B9E6-5A76C9D29AB8}" dt="2024-08-09T08:08:26.034" v="239" actId="1038"/>
        <pc:sldMkLst>
          <pc:docMk/>
          <pc:sldMk cId="3828798220" sldId="421"/>
        </pc:sldMkLst>
      </pc:sldChg>
      <pc:sldChg chg="addSp delSp modSp mod">
        <pc:chgData name="김병욱" userId="ce2315ba-dfc8-46e4-b6a1-9910caa687ba" providerId="ADAL" clId="{7373719F-9B6E-49D3-B9E6-5A76C9D29AB8}" dt="2024-08-09T08:09:18.983" v="241"/>
        <pc:sldMkLst>
          <pc:docMk/>
          <pc:sldMk cId="1814470369" sldId="422"/>
        </pc:sldMkLst>
      </pc:sldChg>
      <pc:sldChg chg="addSp delSp modSp new del mod">
        <pc:chgData name="김병욱" userId="ce2315ba-dfc8-46e4-b6a1-9910caa687ba" providerId="ADAL" clId="{7373719F-9B6E-49D3-B9E6-5A76C9D29AB8}" dt="2024-09-03T03:12:56.435" v="255" actId="47"/>
        <pc:sldMkLst>
          <pc:docMk/>
          <pc:sldMk cId="3270180091" sldId="423"/>
        </pc:sldMkLst>
      </pc:sldChg>
    </pc:docChg>
  </pc:docChgLst>
  <pc:docChgLst>
    <pc:chgData name="박미화_Y" userId="38f93cd7-6593-4fe2-9589-972eca35f8af" providerId="ADAL" clId="{8A18FFD9-1A5D-4255-A426-2083765CFBBC}"/>
    <pc:docChg chg="custSel addSld delSld modSld delSection modSection">
      <pc:chgData name="박미화_Y" userId="38f93cd7-6593-4fe2-9589-972eca35f8af" providerId="ADAL" clId="{8A18FFD9-1A5D-4255-A426-2083765CFBBC}" dt="2025-03-18T07:53:16.498" v="33" actId="20577"/>
      <pc:docMkLst>
        <pc:docMk/>
      </pc:docMkLst>
      <pc:sldChg chg="modSp mod">
        <pc:chgData name="박미화_Y" userId="38f93cd7-6593-4fe2-9589-972eca35f8af" providerId="ADAL" clId="{8A18FFD9-1A5D-4255-A426-2083765CFBBC}" dt="2025-03-18T07:50:52.680" v="0" actId="20577"/>
        <pc:sldMkLst>
          <pc:docMk/>
          <pc:sldMk cId="1864480258" sldId="257"/>
        </pc:sldMkLst>
        <pc:spChg chg="mod">
          <ac:chgData name="박미화_Y" userId="38f93cd7-6593-4fe2-9589-972eca35f8af" providerId="ADAL" clId="{8A18FFD9-1A5D-4255-A426-2083765CFBBC}" dt="2025-03-18T07:50:52.680" v="0" actId="20577"/>
          <ac:spMkLst>
            <pc:docMk/>
            <pc:sldMk cId="1864480258" sldId="257"/>
            <ac:spMk id="7" creationId="{00000000-0000-0000-0000-000000000000}"/>
          </ac:spMkLst>
        </pc:spChg>
      </pc:sldChg>
      <pc:sldChg chg="del">
        <pc:chgData name="박미화_Y" userId="38f93cd7-6593-4fe2-9589-972eca35f8af" providerId="ADAL" clId="{8A18FFD9-1A5D-4255-A426-2083765CFBBC}" dt="2025-03-18T07:51:05.520" v="1" actId="47"/>
        <pc:sldMkLst>
          <pc:docMk/>
          <pc:sldMk cId="255795989" sldId="380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3685555084" sldId="424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2133387" sldId="425"/>
        </pc:sldMkLst>
      </pc:sldChg>
      <pc:sldChg chg="modSp mod">
        <pc:chgData name="박미화_Y" userId="38f93cd7-6593-4fe2-9589-972eca35f8af" providerId="ADAL" clId="{8A18FFD9-1A5D-4255-A426-2083765CFBBC}" dt="2025-03-18T07:53:16.498" v="33" actId="20577"/>
        <pc:sldMkLst>
          <pc:docMk/>
          <pc:sldMk cId="3604104524" sldId="436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234625319" sldId="437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2724996834" sldId="438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3854325330" sldId="439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380431423" sldId="440"/>
        </pc:sldMkLst>
      </pc:sldChg>
      <pc:sldChg chg="del">
        <pc:chgData name="박미화_Y" userId="38f93cd7-6593-4fe2-9589-972eca35f8af" providerId="ADAL" clId="{8A18FFD9-1A5D-4255-A426-2083765CFBBC}" dt="2025-03-18T07:52:32.972" v="10" actId="47"/>
        <pc:sldMkLst>
          <pc:docMk/>
          <pc:sldMk cId="2569052602" sldId="459"/>
        </pc:sldMkLst>
      </pc:sldChg>
      <pc:sldChg chg="del">
        <pc:chgData name="박미화_Y" userId="38f93cd7-6593-4fe2-9589-972eca35f8af" providerId="ADAL" clId="{8A18FFD9-1A5D-4255-A426-2083765CFBBC}" dt="2025-03-18T07:52:38.182" v="12" actId="47"/>
        <pc:sldMkLst>
          <pc:docMk/>
          <pc:sldMk cId="2659716829" sldId="460"/>
        </pc:sldMkLst>
      </pc:sldChg>
      <pc:sldChg chg="del">
        <pc:chgData name="박미화_Y" userId="38f93cd7-6593-4fe2-9589-972eca35f8af" providerId="ADAL" clId="{8A18FFD9-1A5D-4255-A426-2083765CFBBC}" dt="2025-03-18T07:52:39.342" v="13" actId="47"/>
        <pc:sldMkLst>
          <pc:docMk/>
          <pc:sldMk cId="2541083038" sldId="461"/>
        </pc:sldMkLst>
      </pc:sldChg>
      <pc:sldChg chg="del">
        <pc:chgData name="박미화_Y" userId="38f93cd7-6593-4fe2-9589-972eca35f8af" providerId="ADAL" clId="{8A18FFD9-1A5D-4255-A426-2083765CFBBC}" dt="2025-03-18T07:51:39.457" v="4" actId="47"/>
        <pc:sldMkLst>
          <pc:docMk/>
          <pc:sldMk cId="2587310421" sldId="462"/>
        </pc:sldMkLst>
      </pc:sldChg>
      <pc:sldChg chg="del">
        <pc:chgData name="박미화_Y" userId="38f93cd7-6593-4fe2-9589-972eca35f8af" providerId="ADAL" clId="{8A18FFD9-1A5D-4255-A426-2083765CFBBC}" dt="2025-03-18T07:52:34.644" v="11" actId="47"/>
        <pc:sldMkLst>
          <pc:docMk/>
          <pc:sldMk cId="3296764142" sldId="463"/>
        </pc:sldMkLst>
      </pc:sldChg>
      <pc:sldChg chg="del">
        <pc:chgData name="박미화_Y" userId="38f93cd7-6593-4fe2-9589-972eca35f8af" providerId="ADAL" clId="{8A18FFD9-1A5D-4255-A426-2083765CFBBC}" dt="2025-03-18T07:51:40.520" v="5" actId="47"/>
        <pc:sldMkLst>
          <pc:docMk/>
          <pc:sldMk cId="2394847757" sldId="464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936659187" sldId="465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1427981917" sldId="466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43902333" sldId="467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4234612075" sldId="468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4265300068" sldId="469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4014503255" sldId="470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2780006617" sldId="471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4111473111" sldId="472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3830499191" sldId="473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2253865639" sldId="474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178047759" sldId="475"/>
        </pc:sldMkLst>
      </pc:sldChg>
      <pc:sldChg chg="del">
        <pc:chgData name="박미화_Y" userId="38f93cd7-6593-4fe2-9589-972eca35f8af" providerId="ADAL" clId="{8A18FFD9-1A5D-4255-A426-2083765CFBBC}" dt="2025-03-18T07:52:49.512" v="14" actId="47"/>
        <pc:sldMkLst>
          <pc:docMk/>
          <pc:sldMk cId="1550271189" sldId="476"/>
        </pc:sldMkLst>
      </pc:sldChg>
      <pc:sldChg chg="addSp delSp modSp new mod">
        <pc:chgData name="박미화_Y" userId="38f93cd7-6593-4fe2-9589-972eca35f8af" providerId="ADAL" clId="{8A18FFD9-1A5D-4255-A426-2083765CFBBC}" dt="2025-03-18T07:52:13.391" v="9" actId="1076"/>
        <pc:sldMkLst>
          <pc:docMk/>
          <pc:sldMk cId="518927880" sldId="477"/>
        </pc:sldMkLst>
        <pc:spChg chg="add mod">
          <ac:chgData name="박미화_Y" userId="38f93cd7-6593-4fe2-9589-972eca35f8af" providerId="ADAL" clId="{8A18FFD9-1A5D-4255-A426-2083765CFBBC}" dt="2025-03-18T07:52:13.391" v="9" actId="1076"/>
          <ac:spMkLst>
            <pc:docMk/>
            <pc:sldMk cId="518927880" sldId="477"/>
            <ac:spMk id="5" creationId="{AEB471CD-7449-8E8D-C2E9-3F09E42B9069}"/>
          </ac:spMkLst>
        </pc:spChg>
      </pc:sldChg>
      <pc:sldChg chg="del">
        <pc:chgData name="박미화_Y" userId="38f93cd7-6593-4fe2-9589-972eca35f8af" providerId="ADAL" clId="{8A18FFD9-1A5D-4255-A426-2083765CFBBC}" dt="2025-03-18T07:51:06.725" v="2" actId="47"/>
        <pc:sldMkLst>
          <pc:docMk/>
          <pc:sldMk cId="2940994491" sldId="477"/>
        </pc:sldMkLst>
      </pc:sldChg>
      <pc:sldChg chg="del">
        <pc:chgData name="박미화_Y" userId="38f93cd7-6593-4fe2-9589-972eca35f8af" providerId="ADAL" clId="{8A18FFD9-1A5D-4255-A426-2083765CFBBC}" dt="2025-03-18T07:51:09.285" v="3" actId="47"/>
        <pc:sldMkLst>
          <pc:docMk/>
          <pc:sldMk cId="1824772507" sldId="478"/>
        </pc:sldMkLst>
      </pc:sldChg>
    </pc:docChg>
  </pc:docChgLst>
  <pc:docChgLst>
    <pc:chgData name="김병욱" userId="ce2315ba-dfc8-46e4-b6a1-9910caa687ba" providerId="ADAL" clId="{F677753F-8E4F-43E1-AC81-213F19BE0AE2}"/>
    <pc:docChg chg="modSld">
      <pc:chgData name="김병욱" userId="ce2315ba-dfc8-46e4-b6a1-9910caa687ba" providerId="ADAL" clId="{F677753F-8E4F-43E1-AC81-213F19BE0AE2}" dt="2024-09-30T09:22:24.243" v="15" actId="1037"/>
      <pc:docMkLst>
        <pc:docMk/>
      </pc:docMkLst>
      <pc:sldChg chg="modSp mod">
        <pc:chgData name="김병욱" userId="ce2315ba-dfc8-46e4-b6a1-9910caa687ba" providerId="ADAL" clId="{F677753F-8E4F-43E1-AC81-213F19BE0AE2}" dt="2024-09-30T09:22:17.116" v="10" actId="1038"/>
        <pc:sldMkLst>
          <pc:docMk/>
          <pc:sldMk cId="3665709775" sldId="420"/>
        </pc:sldMkLst>
      </pc:sldChg>
      <pc:sldChg chg="modSp mod">
        <pc:chgData name="김병욱" userId="ce2315ba-dfc8-46e4-b6a1-9910caa687ba" providerId="ADAL" clId="{F677753F-8E4F-43E1-AC81-213F19BE0AE2}" dt="2024-09-30T09:22:24.243" v="15" actId="1037"/>
        <pc:sldMkLst>
          <pc:docMk/>
          <pc:sldMk cId="3828798220" sldId="421"/>
        </pc:sldMkLst>
      </pc:sldChg>
      <pc:sldChg chg="modSp mod">
        <pc:chgData name="김병욱" userId="ce2315ba-dfc8-46e4-b6a1-9910caa687ba" providerId="ADAL" clId="{F677753F-8E4F-43E1-AC81-213F19BE0AE2}" dt="2024-09-30T09:22:20.674" v="12" actId="1037"/>
        <pc:sldMkLst>
          <pc:docMk/>
          <pc:sldMk cId="1814470369" sldId="422"/>
        </pc:sldMkLst>
      </pc:sldChg>
    </pc:docChg>
  </pc:docChgLst>
  <pc:docChgLst>
    <pc:chgData name="김병욱" userId="ce2315ba-dfc8-46e4-b6a1-9910caa687ba" providerId="ADAL" clId="{C82B31A8-5E97-497E-8687-90521DFCC065}"/>
    <pc:docChg chg="undo custSel modSld">
      <pc:chgData name="김병욱" userId="ce2315ba-dfc8-46e4-b6a1-9910caa687ba" providerId="ADAL" clId="{C82B31A8-5E97-497E-8687-90521DFCC065}" dt="2024-11-06T08:53:07.017" v="112"/>
      <pc:docMkLst>
        <pc:docMk/>
      </pc:docMkLst>
      <pc:sldChg chg="modSp mod">
        <pc:chgData name="김병욱" userId="ce2315ba-dfc8-46e4-b6a1-9910caa687ba" providerId="ADAL" clId="{C82B31A8-5E97-497E-8687-90521DFCC065}" dt="2024-10-29T01:44:22.405" v="19" actId="14100"/>
        <pc:sldMkLst>
          <pc:docMk/>
          <pc:sldMk cId="1825727504" sldId="326"/>
        </pc:sldMkLst>
      </pc:sldChg>
      <pc:sldChg chg="addSp delSp modSp mod">
        <pc:chgData name="김병욱" userId="ce2315ba-dfc8-46e4-b6a1-9910caa687ba" providerId="ADAL" clId="{C82B31A8-5E97-497E-8687-90521DFCC065}" dt="2024-11-06T08:53:07.017" v="112"/>
        <pc:sldMkLst>
          <pc:docMk/>
          <pc:sldMk cId="1814470369" sldId="422"/>
        </pc:sldMkLst>
      </pc:sldChg>
    </pc:docChg>
  </pc:docChgLst>
  <pc:docChgLst>
    <pc:chgData name="류기환" userId="574bcd0c-82ed-4332-b231-21724e5be9c5" providerId="ADAL" clId="{E63120BA-F07D-49D1-867C-708EC3563EA3}"/>
    <pc:docChg chg="undo custSel addSld delSld modSld delSection modSection">
      <pc:chgData name="류기환" userId="574bcd0c-82ed-4332-b231-21724e5be9c5" providerId="ADAL" clId="{E63120BA-F07D-49D1-867C-708EC3563EA3}" dt="2025-03-12T09:20:55.042" v="675" actId="478"/>
      <pc:docMkLst>
        <pc:docMk/>
      </pc:docMkLst>
      <pc:sldChg chg="modSp mod">
        <pc:chgData name="류기환" userId="574bcd0c-82ed-4332-b231-21724e5be9c5" providerId="ADAL" clId="{E63120BA-F07D-49D1-867C-708EC3563EA3}" dt="2025-03-05T03:42:10.693" v="121" actId="20577"/>
        <pc:sldMkLst>
          <pc:docMk/>
          <pc:sldMk cId="1864480258" sldId="257"/>
        </pc:sldMkLst>
        <pc:spChg chg="mod">
          <ac:chgData name="류기환" userId="574bcd0c-82ed-4332-b231-21724e5be9c5" providerId="ADAL" clId="{E63120BA-F07D-49D1-867C-708EC3563EA3}" dt="2025-03-05T03:42:01.459" v="115" actId="20577"/>
          <ac:spMkLst>
            <pc:docMk/>
            <pc:sldMk cId="1864480258" sldId="257"/>
            <ac:spMk id="7" creationId="{00000000-0000-0000-0000-000000000000}"/>
          </ac:spMkLst>
        </pc:spChg>
        <pc:spChg chg="mod">
          <ac:chgData name="류기환" userId="574bcd0c-82ed-4332-b231-21724e5be9c5" providerId="ADAL" clId="{E63120BA-F07D-49D1-867C-708EC3563EA3}" dt="2025-03-05T03:42:10.693" v="121" actId="20577"/>
          <ac:spMkLst>
            <pc:docMk/>
            <pc:sldMk cId="1864480258" sldId="257"/>
            <ac:spMk id="8" creationId="{00000000-0000-0000-0000-000000000000}"/>
          </ac:spMkLst>
        </pc:spChg>
      </pc:sldChg>
      <pc:sldChg chg="addSp delSp modSp mod">
        <pc:chgData name="류기환" userId="574bcd0c-82ed-4332-b231-21724e5be9c5" providerId="ADAL" clId="{E63120BA-F07D-49D1-867C-708EC3563EA3}" dt="2025-03-05T04:32:39.866" v="168" actId="1076"/>
        <pc:sldMkLst>
          <pc:docMk/>
          <pc:sldMk cId="255795989" sldId="380"/>
        </pc:sldMkLst>
      </pc:sldChg>
      <pc:sldChg chg="addSp delSp modSp mod">
        <pc:chgData name="류기환" userId="574bcd0c-82ed-4332-b231-21724e5be9c5" providerId="ADAL" clId="{E63120BA-F07D-49D1-867C-708EC3563EA3}" dt="2025-03-12T09:18:59.942" v="672" actId="478"/>
        <pc:sldMkLst>
          <pc:docMk/>
          <pc:sldMk cId="812258047" sldId="423"/>
        </pc:sldMkLst>
      </pc:sldChg>
      <pc:sldChg chg="addSp delSp modSp mod">
        <pc:chgData name="류기환" userId="574bcd0c-82ed-4332-b231-21724e5be9c5" providerId="ADAL" clId="{E63120BA-F07D-49D1-867C-708EC3563EA3}" dt="2025-03-05T09:22:49.445" v="641" actId="20577"/>
        <pc:sldMkLst>
          <pc:docMk/>
          <pc:sldMk cId="3685555084" sldId="424"/>
        </pc:sldMkLst>
      </pc:sldChg>
      <pc:sldChg chg="addSp delSp modSp mod">
        <pc:chgData name="류기환" userId="574bcd0c-82ed-4332-b231-21724e5be9c5" providerId="ADAL" clId="{E63120BA-F07D-49D1-867C-708EC3563EA3}" dt="2025-03-05T09:23:27.374" v="654" actId="20577"/>
        <pc:sldMkLst>
          <pc:docMk/>
          <pc:sldMk cId="2133387" sldId="425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788703593" sldId="426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213478492" sldId="427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696363155" sldId="428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3143630319" sldId="429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2316092525" sldId="430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3474504345" sldId="431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175708851" sldId="432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4125518208" sldId="433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1407303705" sldId="434"/>
        </pc:sldMkLst>
      </pc:sldChg>
      <pc:sldChg chg="addSp delSp modSp mod">
        <pc:chgData name="류기환" userId="574bcd0c-82ed-4332-b231-21724e5be9c5" providerId="ADAL" clId="{E63120BA-F07D-49D1-867C-708EC3563EA3}" dt="2025-03-05T09:22:35.477" v="633" actId="20577"/>
        <pc:sldMkLst>
          <pc:docMk/>
          <pc:sldMk cId="789913644" sldId="435"/>
        </pc:sldMkLst>
      </pc:sldChg>
      <pc:sldChg chg="addSp delSp modSp mod">
        <pc:chgData name="류기환" userId="574bcd0c-82ed-4332-b231-21724e5be9c5" providerId="ADAL" clId="{E63120BA-F07D-49D1-867C-708EC3563EA3}" dt="2025-03-05T09:22:42.384" v="637" actId="20577"/>
        <pc:sldMkLst>
          <pc:docMk/>
          <pc:sldMk cId="3604104524" sldId="436"/>
        </pc:sldMkLst>
      </pc:sldChg>
      <pc:sldChg chg="addSp delSp modSp mod">
        <pc:chgData name="류기환" userId="574bcd0c-82ed-4332-b231-21724e5be9c5" providerId="ADAL" clId="{E63120BA-F07D-49D1-867C-708EC3563EA3}" dt="2025-03-05T09:22:56.338" v="645" actId="20577"/>
        <pc:sldMkLst>
          <pc:docMk/>
          <pc:sldMk cId="234625319" sldId="437"/>
        </pc:sldMkLst>
      </pc:sldChg>
      <pc:sldChg chg="addSp delSp modSp mod">
        <pc:chgData name="류기환" userId="574bcd0c-82ed-4332-b231-21724e5be9c5" providerId="ADAL" clId="{E63120BA-F07D-49D1-867C-708EC3563EA3}" dt="2025-03-05T09:23:17.643" v="652" actId="20577"/>
        <pc:sldMkLst>
          <pc:docMk/>
          <pc:sldMk cId="2724996834" sldId="438"/>
        </pc:sldMkLst>
      </pc:sldChg>
      <pc:sldChg chg="addSp delSp modSp mod">
        <pc:chgData name="류기환" userId="574bcd0c-82ed-4332-b231-21724e5be9c5" providerId="ADAL" clId="{E63120BA-F07D-49D1-867C-708EC3563EA3}" dt="2025-03-05T09:23:24.940" v="653" actId="20577"/>
        <pc:sldMkLst>
          <pc:docMk/>
          <pc:sldMk cId="3854325330" sldId="439"/>
        </pc:sldMkLst>
      </pc:sldChg>
      <pc:sldChg chg="addSp delSp modSp mod">
        <pc:chgData name="류기환" userId="574bcd0c-82ed-4332-b231-21724e5be9c5" providerId="ADAL" clId="{E63120BA-F07D-49D1-867C-708EC3563EA3}" dt="2025-03-05T09:23:32.883" v="655"/>
        <pc:sldMkLst>
          <pc:docMk/>
          <pc:sldMk cId="380431423" sldId="440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963165192" sldId="441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3948663430" sldId="442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4050259175" sldId="443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3936158256" sldId="444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588281735" sldId="445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582759803" sldId="446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2667562023" sldId="447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3423581532" sldId="448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1765293409" sldId="449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3003715459" sldId="450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1729345794" sldId="451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4146651937" sldId="452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3407644181" sldId="453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964888156" sldId="454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4077440524" sldId="455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1479907432" sldId="456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3639518930" sldId="457"/>
        </pc:sldMkLst>
      </pc:sldChg>
      <pc:sldChg chg="del">
        <pc:chgData name="류기환" userId="574bcd0c-82ed-4332-b231-21724e5be9c5" providerId="ADAL" clId="{E63120BA-F07D-49D1-867C-708EC3563EA3}" dt="2025-03-05T06:39:19.690" v="577" actId="2696"/>
        <pc:sldMkLst>
          <pc:docMk/>
          <pc:sldMk cId="2864281868" sldId="458"/>
        </pc:sldMkLst>
      </pc:sldChg>
      <pc:sldChg chg="addSp delSp modSp mod">
        <pc:chgData name="류기환" userId="574bcd0c-82ed-4332-b231-21724e5be9c5" providerId="ADAL" clId="{E63120BA-F07D-49D1-867C-708EC3563EA3}" dt="2025-03-05T04:35:11.200" v="181" actId="167"/>
        <pc:sldMkLst>
          <pc:docMk/>
          <pc:sldMk cId="2569052602" sldId="459"/>
        </pc:sldMkLst>
      </pc:sldChg>
      <pc:sldChg chg="addSp delSp modSp mod">
        <pc:chgData name="류기환" userId="574bcd0c-82ed-4332-b231-21724e5be9c5" providerId="ADAL" clId="{E63120BA-F07D-49D1-867C-708EC3563EA3}" dt="2025-03-05T04:50:22.945" v="365" actId="1076"/>
        <pc:sldMkLst>
          <pc:docMk/>
          <pc:sldMk cId="2659716829" sldId="460"/>
        </pc:sldMkLst>
      </pc:sldChg>
      <pc:sldChg chg="addSp delSp modSp mod">
        <pc:chgData name="류기환" userId="574bcd0c-82ed-4332-b231-21724e5be9c5" providerId="ADAL" clId="{E63120BA-F07D-49D1-867C-708EC3563EA3}" dt="2025-03-05T04:50:51.367" v="379" actId="1076"/>
        <pc:sldMkLst>
          <pc:docMk/>
          <pc:sldMk cId="2541083038" sldId="461"/>
        </pc:sldMkLst>
      </pc:sldChg>
      <pc:sldChg chg="delSp del mod">
        <pc:chgData name="류기환" userId="574bcd0c-82ed-4332-b231-21724e5be9c5" providerId="ADAL" clId="{E63120BA-F07D-49D1-867C-708EC3563EA3}" dt="2025-03-05T04:32:59.955" v="173" actId="47"/>
        <pc:sldMkLst>
          <pc:docMk/>
          <pc:sldMk cId="754731597" sldId="462"/>
        </pc:sldMkLst>
      </pc:sldChg>
      <pc:sldChg chg="addSp modSp new mod">
        <pc:chgData name="류기환" userId="574bcd0c-82ed-4332-b231-21724e5be9c5" providerId="ADAL" clId="{E63120BA-F07D-49D1-867C-708EC3563EA3}" dt="2025-03-05T04:39:52.602" v="217" actId="20577"/>
        <pc:sldMkLst>
          <pc:docMk/>
          <pc:sldMk cId="2587310421" sldId="462"/>
        </pc:sldMkLst>
      </pc:sldChg>
      <pc:sldChg chg="addSp modSp new mod">
        <pc:chgData name="류기환" userId="574bcd0c-82ed-4332-b231-21724e5be9c5" providerId="ADAL" clId="{E63120BA-F07D-49D1-867C-708EC3563EA3}" dt="2025-03-05T04:36:48.737" v="189"/>
        <pc:sldMkLst>
          <pc:docMk/>
          <pc:sldMk cId="3296764142" sldId="463"/>
        </pc:sldMkLst>
      </pc:sldChg>
      <pc:sldChg chg="del">
        <pc:chgData name="류기환" userId="574bcd0c-82ed-4332-b231-21724e5be9c5" providerId="ADAL" clId="{E63120BA-F07D-49D1-867C-708EC3563EA3}" dt="2025-03-05T04:32:54.956" v="169" actId="2696"/>
        <pc:sldMkLst>
          <pc:docMk/>
          <pc:sldMk cId="4294118302" sldId="463"/>
        </pc:sldMkLst>
      </pc:sldChg>
      <pc:sldChg chg="del">
        <pc:chgData name="류기환" userId="574bcd0c-82ed-4332-b231-21724e5be9c5" providerId="ADAL" clId="{E63120BA-F07D-49D1-867C-708EC3563EA3}" dt="2025-03-05T04:32:56.774" v="170" actId="47"/>
        <pc:sldMkLst>
          <pc:docMk/>
          <pc:sldMk cId="2212025937" sldId="464"/>
        </pc:sldMkLst>
      </pc:sldChg>
      <pc:sldChg chg="addSp modSp new mod">
        <pc:chgData name="류기환" userId="574bcd0c-82ed-4332-b231-21724e5be9c5" providerId="ADAL" clId="{E63120BA-F07D-49D1-867C-708EC3563EA3}" dt="2025-03-05T04:42:21.913" v="231" actId="20577"/>
        <pc:sldMkLst>
          <pc:docMk/>
          <pc:sldMk cId="2394847757" sldId="464"/>
        </pc:sldMkLst>
      </pc:sldChg>
      <pc:sldChg chg="modSp add mod">
        <pc:chgData name="류기환" userId="574bcd0c-82ed-4332-b231-21724e5be9c5" providerId="ADAL" clId="{E63120BA-F07D-49D1-867C-708EC3563EA3}" dt="2025-03-05T09:23:37.968" v="656"/>
        <pc:sldMkLst>
          <pc:docMk/>
          <pc:sldMk cId="936659187" sldId="465"/>
        </pc:sldMkLst>
      </pc:sldChg>
      <pc:sldChg chg="del">
        <pc:chgData name="류기환" userId="574bcd0c-82ed-4332-b231-21724e5be9c5" providerId="ADAL" clId="{E63120BA-F07D-49D1-867C-708EC3563EA3}" dt="2025-03-05T04:32:57.311" v="171" actId="47"/>
        <pc:sldMkLst>
          <pc:docMk/>
          <pc:sldMk cId="2123074447" sldId="465"/>
        </pc:sldMkLst>
      </pc:sldChg>
      <pc:sldChg chg="addSp delSp new del">
        <pc:chgData name="류기환" userId="574bcd0c-82ed-4332-b231-21724e5be9c5" providerId="ADAL" clId="{E63120BA-F07D-49D1-867C-708EC3563EA3}" dt="2025-03-05T06:40:33.567" v="585" actId="47"/>
        <pc:sldMkLst>
          <pc:docMk/>
          <pc:sldMk cId="3953752078" sldId="465"/>
        </pc:sldMkLst>
      </pc:sldChg>
      <pc:sldChg chg="modSp add mod">
        <pc:chgData name="류기환" userId="574bcd0c-82ed-4332-b231-21724e5be9c5" providerId="ADAL" clId="{E63120BA-F07D-49D1-867C-708EC3563EA3}" dt="2025-03-05T09:23:40.609" v="657"/>
        <pc:sldMkLst>
          <pc:docMk/>
          <pc:sldMk cId="1427981917" sldId="466"/>
        </pc:sldMkLst>
      </pc:sldChg>
      <pc:sldChg chg="del">
        <pc:chgData name="류기환" userId="574bcd0c-82ed-4332-b231-21724e5be9c5" providerId="ADAL" clId="{E63120BA-F07D-49D1-867C-708EC3563EA3}" dt="2025-03-05T04:32:57.968" v="172" actId="47"/>
        <pc:sldMkLst>
          <pc:docMk/>
          <pc:sldMk cId="2782398742" sldId="466"/>
        </pc:sldMkLst>
      </pc:sldChg>
      <pc:sldChg chg="modSp add mod">
        <pc:chgData name="류기환" userId="574bcd0c-82ed-4332-b231-21724e5be9c5" providerId="ADAL" clId="{E63120BA-F07D-49D1-867C-708EC3563EA3}" dt="2025-03-05T09:23:43.888" v="658"/>
        <pc:sldMkLst>
          <pc:docMk/>
          <pc:sldMk cId="43902333" sldId="467"/>
        </pc:sldMkLst>
      </pc:sldChg>
      <pc:sldChg chg="del">
        <pc:chgData name="류기환" userId="574bcd0c-82ed-4332-b231-21724e5be9c5" providerId="ADAL" clId="{E63120BA-F07D-49D1-867C-708EC3563EA3}" dt="2025-03-05T03:37:43.214" v="0" actId="47"/>
        <pc:sldMkLst>
          <pc:docMk/>
          <pc:sldMk cId="546546513" sldId="467"/>
        </pc:sldMkLst>
      </pc:sldChg>
      <pc:sldChg chg="del">
        <pc:chgData name="류기환" userId="574bcd0c-82ed-4332-b231-21724e5be9c5" providerId="ADAL" clId="{E63120BA-F07D-49D1-867C-708EC3563EA3}" dt="2025-03-05T03:37:44.429" v="1" actId="47"/>
        <pc:sldMkLst>
          <pc:docMk/>
          <pc:sldMk cId="3683439537" sldId="468"/>
        </pc:sldMkLst>
      </pc:sldChg>
      <pc:sldChg chg="delSp modSp add mod">
        <pc:chgData name="류기환" userId="574bcd0c-82ed-4332-b231-21724e5be9c5" providerId="ADAL" clId="{E63120BA-F07D-49D1-867C-708EC3563EA3}" dt="2025-03-12T09:20:55.042" v="675" actId="478"/>
        <pc:sldMkLst>
          <pc:docMk/>
          <pc:sldMk cId="4234612075" sldId="468"/>
        </pc:sldMkLst>
      </pc:sldChg>
      <pc:sldChg chg="del">
        <pc:chgData name="류기환" userId="574bcd0c-82ed-4332-b231-21724e5be9c5" providerId="ADAL" clId="{E63120BA-F07D-49D1-867C-708EC3563EA3}" dt="2025-03-05T03:37:45.230" v="2" actId="47"/>
        <pc:sldMkLst>
          <pc:docMk/>
          <pc:sldMk cId="1146865733" sldId="469"/>
        </pc:sldMkLst>
      </pc:sldChg>
      <pc:sldChg chg="modSp add mod">
        <pc:chgData name="류기환" userId="574bcd0c-82ed-4332-b231-21724e5be9c5" providerId="ADAL" clId="{E63120BA-F07D-49D1-867C-708EC3563EA3}" dt="2025-03-05T09:23:58.773" v="662"/>
        <pc:sldMkLst>
          <pc:docMk/>
          <pc:sldMk cId="4265300068" sldId="469"/>
        </pc:sldMkLst>
      </pc:sldChg>
      <pc:sldChg chg="del">
        <pc:chgData name="류기환" userId="574bcd0c-82ed-4332-b231-21724e5be9c5" providerId="ADAL" clId="{E63120BA-F07D-49D1-867C-708EC3563EA3}" dt="2025-03-05T03:37:45.973" v="3" actId="47"/>
        <pc:sldMkLst>
          <pc:docMk/>
          <pc:sldMk cId="725426635" sldId="470"/>
        </pc:sldMkLst>
      </pc:sldChg>
      <pc:sldChg chg="modSp add mod">
        <pc:chgData name="류기환" userId="574bcd0c-82ed-4332-b231-21724e5be9c5" providerId="ADAL" clId="{E63120BA-F07D-49D1-867C-708EC3563EA3}" dt="2025-03-05T09:24:00.588" v="663"/>
        <pc:sldMkLst>
          <pc:docMk/>
          <pc:sldMk cId="4014503255" sldId="470"/>
        </pc:sldMkLst>
      </pc:sldChg>
      <pc:sldChg chg="modSp add mod">
        <pc:chgData name="류기환" userId="574bcd0c-82ed-4332-b231-21724e5be9c5" providerId="ADAL" clId="{E63120BA-F07D-49D1-867C-708EC3563EA3}" dt="2025-03-05T09:24:03.466" v="664"/>
        <pc:sldMkLst>
          <pc:docMk/>
          <pc:sldMk cId="2780006617" sldId="471"/>
        </pc:sldMkLst>
      </pc:sldChg>
      <pc:sldChg chg="modSp add mod">
        <pc:chgData name="류기환" userId="574bcd0c-82ed-4332-b231-21724e5be9c5" providerId="ADAL" clId="{E63120BA-F07D-49D1-867C-708EC3563EA3}" dt="2025-03-05T09:24:06.473" v="665"/>
        <pc:sldMkLst>
          <pc:docMk/>
          <pc:sldMk cId="4111473111" sldId="472"/>
        </pc:sldMkLst>
      </pc:sldChg>
      <pc:sldChg chg="modSp add mod">
        <pc:chgData name="류기환" userId="574bcd0c-82ed-4332-b231-21724e5be9c5" providerId="ADAL" clId="{E63120BA-F07D-49D1-867C-708EC3563EA3}" dt="2025-03-05T09:24:08.694" v="666"/>
        <pc:sldMkLst>
          <pc:docMk/>
          <pc:sldMk cId="3830499191" sldId="473"/>
        </pc:sldMkLst>
      </pc:sldChg>
      <pc:sldChg chg="modSp add mod">
        <pc:chgData name="류기환" userId="574bcd0c-82ed-4332-b231-21724e5be9c5" providerId="ADAL" clId="{E63120BA-F07D-49D1-867C-708EC3563EA3}" dt="2025-03-05T09:24:11.646" v="667"/>
        <pc:sldMkLst>
          <pc:docMk/>
          <pc:sldMk cId="2253865639" sldId="474"/>
        </pc:sldMkLst>
      </pc:sldChg>
      <pc:sldChg chg="modSp add mod">
        <pc:chgData name="류기환" userId="574bcd0c-82ed-4332-b231-21724e5be9c5" providerId="ADAL" clId="{E63120BA-F07D-49D1-867C-708EC3563EA3}" dt="2025-03-05T09:24:13.877" v="668"/>
        <pc:sldMkLst>
          <pc:docMk/>
          <pc:sldMk cId="178047759" sldId="475"/>
        </pc:sldMkLst>
      </pc:sldChg>
      <pc:sldChg chg="modSp add mod">
        <pc:chgData name="류기환" userId="574bcd0c-82ed-4332-b231-21724e5be9c5" providerId="ADAL" clId="{E63120BA-F07D-49D1-867C-708EC3563EA3}" dt="2025-03-05T09:24:16.009" v="669"/>
        <pc:sldMkLst>
          <pc:docMk/>
          <pc:sldMk cId="1550271189" sldId="476"/>
        </pc:sldMkLst>
      </pc:sldChg>
    </pc:docChg>
  </pc:docChgLst>
  <pc:docChgLst>
    <pc:chgData name="류기환" userId="574bcd0c-82ed-4332-b231-21724e5be9c5" providerId="ADAL" clId="{E10B8B1E-FC73-4F7D-9426-0B87799B9FCA}"/>
    <pc:docChg chg="undo custSel addSld modSld sldOrd modSection">
      <pc:chgData name="류기환" userId="574bcd0c-82ed-4332-b231-21724e5be9c5" providerId="ADAL" clId="{E10B8B1E-FC73-4F7D-9426-0B87799B9FCA}" dt="2025-03-05T02:43:54.099" v="643" actId="14100"/>
      <pc:docMkLst>
        <pc:docMk/>
      </pc:docMkLst>
      <pc:sldChg chg="addSp delSp modSp mod">
        <pc:chgData name="류기환" userId="574bcd0c-82ed-4332-b231-21724e5be9c5" providerId="ADAL" clId="{E10B8B1E-FC73-4F7D-9426-0B87799B9FCA}" dt="2025-03-05T02:35:52.059" v="601" actId="13926"/>
        <pc:sldMkLst>
          <pc:docMk/>
          <pc:sldMk cId="255795989" sldId="380"/>
        </pc:sldMkLst>
      </pc:sldChg>
      <pc:sldChg chg="addSp delSp modSp mod">
        <pc:chgData name="류기환" userId="574bcd0c-82ed-4332-b231-21724e5be9c5" providerId="ADAL" clId="{E10B8B1E-FC73-4F7D-9426-0B87799B9FCA}" dt="2025-03-05T01:55:20.402" v="189"/>
        <pc:sldMkLst>
          <pc:docMk/>
          <pc:sldMk cId="812258047" sldId="423"/>
        </pc:sldMkLst>
      </pc:sldChg>
      <pc:sldChg chg="addSp delSp modSp mod">
        <pc:chgData name="류기환" userId="574bcd0c-82ed-4332-b231-21724e5be9c5" providerId="ADAL" clId="{E10B8B1E-FC73-4F7D-9426-0B87799B9FCA}" dt="2025-03-05T01:55:20.402" v="189"/>
        <pc:sldMkLst>
          <pc:docMk/>
          <pc:sldMk cId="3685555084" sldId="424"/>
        </pc:sldMkLst>
      </pc:sldChg>
      <pc:sldChg chg="addSp modSp">
        <pc:chgData name="류기환" userId="574bcd0c-82ed-4332-b231-21724e5be9c5" providerId="ADAL" clId="{E10B8B1E-FC73-4F7D-9426-0B87799B9FCA}" dt="2025-03-05T01:55:20.402" v="189"/>
        <pc:sldMkLst>
          <pc:docMk/>
          <pc:sldMk cId="2133387" sldId="425"/>
        </pc:sldMkLst>
      </pc:sldChg>
      <pc:sldChg chg="addSp modSp">
        <pc:chgData name="류기환" userId="574bcd0c-82ed-4332-b231-21724e5be9c5" providerId="ADAL" clId="{E10B8B1E-FC73-4F7D-9426-0B87799B9FCA}" dt="2025-03-05T02:15:07.021" v="436"/>
        <pc:sldMkLst>
          <pc:docMk/>
          <pc:sldMk cId="788703593" sldId="426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213478492" sldId="427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696363155" sldId="428"/>
        </pc:sldMkLst>
      </pc:sldChg>
      <pc:sldChg chg="addSp delSp modSp mod">
        <pc:chgData name="류기환" userId="574bcd0c-82ed-4332-b231-21724e5be9c5" providerId="ADAL" clId="{E10B8B1E-FC73-4F7D-9426-0B87799B9FCA}" dt="2025-03-05T02:06:11.742" v="338" actId="478"/>
        <pc:sldMkLst>
          <pc:docMk/>
          <pc:sldMk cId="3143630319" sldId="429"/>
        </pc:sldMkLst>
      </pc:sldChg>
      <pc:sldChg chg="addSp delSp modSp mod ord">
        <pc:chgData name="류기환" userId="574bcd0c-82ed-4332-b231-21724e5be9c5" providerId="ADAL" clId="{E10B8B1E-FC73-4F7D-9426-0B87799B9FCA}" dt="2025-03-05T02:12:50.007" v="410"/>
        <pc:sldMkLst>
          <pc:docMk/>
          <pc:sldMk cId="2316092525" sldId="430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3474504345" sldId="431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175708851" sldId="432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4125518208" sldId="433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1407303705" sldId="434"/>
        </pc:sldMkLst>
      </pc:sldChg>
      <pc:sldChg chg="addSp delSp modSp mod">
        <pc:chgData name="류기환" userId="574bcd0c-82ed-4332-b231-21724e5be9c5" providerId="ADAL" clId="{E10B8B1E-FC73-4F7D-9426-0B87799B9FCA}" dt="2025-03-05T01:55:20.402" v="189"/>
        <pc:sldMkLst>
          <pc:docMk/>
          <pc:sldMk cId="789913644" sldId="435"/>
        </pc:sldMkLst>
      </pc:sldChg>
      <pc:sldChg chg="addSp delSp modSp mod">
        <pc:chgData name="류기환" userId="574bcd0c-82ed-4332-b231-21724e5be9c5" providerId="ADAL" clId="{E10B8B1E-FC73-4F7D-9426-0B87799B9FCA}" dt="2025-03-05T01:55:20.402" v="189"/>
        <pc:sldMkLst>
          <pc:docMk/>
          <pc:sldMk cId="3604104524" sldId="436"/>
        </pc:sldMkLst>
      </pc:sldChg>
      <pc:sldChg chg="addSp delSp modSp mod">
        <pc:chgData name="류기환" userId="574bcd0c-82ed-4332-b231-21724e5be9c5" providerId="ADAL" clId="{E10B8B1E-FC73-4F7D-9426-0B87799B9FCA}" dt="2025-03-05T01:55:20.402" v="189"/>
        <pc:sldMkLst>
          <pc:docMk/>
          <pc:sldMk cId="234625319" sldId="437"/>
        </pc:sldMkLst>
      </pc:sldChg>
      <pc:sldChg chg="addSp delSp modSp mod">
        <pc:chgData name="류기환" userId="574bcd0c-82ed-4332-b231-21724e5be9c5" providerId="ADAL" clId="{E10B8B1E-FC73-4F7D-9426-0B87799B9FCA}" dt="2025-03-05T01:55:20.402" v="189"/>
        <pc:sldMkLst>
          <pc:docMk/>
          <pc:sldMk cId="2724996834" sldId="438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3854325330" sldId="439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380431423" sldId="440"/>
        </pc:sldMkLst>
      </pc:sldChg>
      <pc:sldChg chg="addSp modSp">
        <pc:chgData name="류기환" userId="574bcd0c-82ed-4332-b231-21724e5be9c5" providerId="ADAL" clId="{E10B8B1E-FC73-4F7D-9426-0B87799B9FCA}" dt="2025-03-05T02:15:05.654" v="435"/>
        <pc:sldMkLst>
          <pc:docMk/>
          <pc:sldMk cId="963165192" sldId="441"/>
        </pc:sldMkLst>
      </pc:sldChg>
      <pc:sldChg chg="addSp modSp mod">
        <pc:chgData name="류기환" userId="574bcd0c-82ed-4332-b231-21724e5be9c5" providerId="ADAL" clId="{E10B8B1E-FC73-4F7D-9426-0B87799B9FCA}" dt="2025-03-05T02:14:57.554" v="434" actId="1076"/>
        <pc:sldMkLst>
          <pc:docMk/>
          <pc:sldMk cId="3948663430" sldId="442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4050259175" sldId="443"/>
        </pc:sldMkLst>
      </pc:sldChg>
      <pc:sldChg chg="addSp delSp modSp mod">
        <pc:chgData name="류기환" userId="574bcd0c-82ed-4332-b231-21724e5be9c5" providerId="ADAL" clId="{E10B8B1E-FC73-4F7D-9426-0B87799B9FCA}" dt="2025-03-05T02:14:03.863" v="421" actId="478"/>
        <pc:sldMkLst>
          <pc:docMk/>
          <pc:sldMk cId="3936158256" sldId="444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588281735" sldId="445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582759803" sldId="446"/>
        </pc:sldMkLst>
      </pc:sldChg>
      <pc:sldChg chg="addSp delSp modSp mod">
        <pc:chgData name="류기환" userId="574bcd0c-82ed-4332-b231-21724e5be9c5" providerId="ADAL" clId="{E10B8B1E-FC73-4F7D-9426-0B87799B9FCA}" dt="2025-03-05T02:06:20.257" v="340" actId="478"/>
        <pc:sldMkLst>
          <pc:docMk/>
          <pc:sldMk cId="2667562023" sldId="447"/>
        </pc:sldMkLst>
      </pc:sldChg>
      <pc:sldChg chg="addSp delSp modSp mod">
        <pc:chgData name="류기환" userId="574bcd0c-82ed-4332-b231-21724e5be9c5" providerId="ADAL" clId="{E10B8B1E-FC73-4F7D-9426-0B87799B9FCA}" dt="2025-03-05T02:04:41.917" v="316" actId="1076"/>
        <pc:sldMkLst>
          <pc:docMk/>
          <pc:sldMk cId="3423581532" sldId="448"/>
        </pc:sldMkLst>
      </pc:sldChg>
      <pc:sldChg chg="addSp delSp modSp mod ord">
        <pc:chgData name="류기환" userId="574bcd0c-82ed-4332-b231-21724e5be9c5" providerId="ADAL" clId="{E10B8B1E-FC73-4F7D-9426-0B87799B9FCA}" dt="2025-03-05T02:12:09.653" v="401"/>
        <pc:sldMkLst>
          <pc:docMk/>
          <pc:sldMk cId="1765293409" sldId="449"/>
        </pc:sldMkLst>
      </pc:sldChg>
      <pc:sldChg chg="addSp modSp mod ord">
        <pc:chgData name="류기환" userId="574bcd0c-82ed-4332-b231-21724e5be9c5" providerId="ADAL" clId="{E10B8B1E-FC73-4F7D-9426-0B87799B9FCA}" dt="2025-03-05T02:10:08.499" v="394" actId="167"/>
        <pc:sldMkLst>
          <pc:docMk/>
          <pc:sldMk cId="3003715459" sldId="450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1729345794" sldId="451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4146651937" sldId="452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3407644181" sldId="453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964888156" sldId="454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4077440524" sldId="455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1479907432" sldId="456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3639518930" sldId="457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2864281868" sldId="458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4294118302" sldId="463"/>
        </pc:sldMkLst>
      </pc:sldChg>
      <pc:sldChg chg="modSp">
        <pc:chgData name="류기환" userId="574bcd0c-82ed-4332-b231-21724e5be9c5" providerId="ADAL" clId="{E10B8B1E-FC73-4F7D-9426-0B87799B9FCA}" dt="2025-03-05T01:55:20.402" v="189"/>
        <pc:sldMkLst>
          <pc:docMk/>
          <pc:sldMk cId="2212025937" sldId="464"/>
        </pc:sldMkLst>
      </pc:sldChg>
      <pc:sldChg chg="addSp delSp modSp new mod">
        <pc:chgData name="류기환" userId="574bcd0c-82ed-4332-b231-21724e5be9c5" providerId="ADAL" clId="{E10B8B1E-FC73-4F7D-9426-0B87799B9FCA}" dt="2025-03-05T02:37:26.038" v="608" actId="14100"/>
        <pc:sldMkLst>
          <pc:docMk/>
          <pc:sldMk cId="546546513" sldId="467"/>
        </pc:sldMkLst>
      </pc:sldChg>
      <pc:sldChg chg="addSp delSp modSp new mod">
        <pc:chgData name="류기환" userId="574bcd0c-82ed-4332-b231-21724e5be9c5" providerId="ADAL" clId="{E10B8B1E-FC73-4F7D-9426-0B87799B9FCA}" dt="2025-03-05T02:41:01.502" v="624" actId="14100"/>
        <pc:sldMkLst>
          <pc:docMk/>
          <pc:sldMk cId="3683439537" sldId="468"/>
        </pc:sldMkLst>
      </pc:sldChg>
      <pc:sldChg chg="addSp modSp new mod">
        <pc:chgData name="류기환" userId="574bcd0c-82ed-4332-b231-21724e5be9c5" providerId="ADAL" clId="{E10B8B1E-FC73-4F7D-9426-0B87799B9FCA}" dt="2025-03-05T02:41:57.309" v="633" actId="14100"/>
        <pc:sldMkLst>
          <pc:docMk/>
          <pc:sldMk cId="1146865733" sldId="469"/>
        </pc:sldMkLst>
      </pc:sldChg>
      <pc:sldChg chg="addSp delSp modSp new mod">
        <pc:chgData name="류기환" userId="574bcd0c-82ed-4332-b231-21724e5be9c5" providerId="ADAL" clId="{E10B8B1E-FC73-4F7D-9426-0B87799B9FCA}" dt="2025-03-05T02:43:54.099" v="643" actId="14100"/>
        <pc:sldMkLst>
          <pc:docMk/>
          <pc:sldMk cId="725426635" sldId="470"/>
        </pc:sldMkLst>
      </pc:sldChg>
    </pc:docChg>
  </pc:docChgLst>
  <pc:docChgLst>
    <pc:chgData name="김지현" userId="5154eb2d-02ba-4010-852a-c5258d5d16a7" providerId="ADAL" clId="{8A9E6C39-8C9B-4D1F-AA75-9E2820B87651}"/>
    <pc:docChg chg="undo custSel addSld modSld">
      <pc:chgData name="김지현" userId="5154eb2d-02ba-4010-852a-c5258d5d16a7" providerId="ADAL" clId="{8A9E6C39-8C9B-4D1F-AA75-9E2820B87651}" dt="2025-03-15T02:22:54.208" v="370" actId="20577"/>
      <pc:docMkLst>
        <pc:docMk/>
      </pc:docMkLst>
      <pc:sldChg chg="addSp delSp modSp mod">
        <pc:chgData name="김지현" userId="5154eb2d-02ba-4010-852a-c5258d5d16a7" providerId="ADAL" clId="{8A9E6C39-8C9B-4D1F-AA75-9E2820B87651}" dt="2025-03-15T02:06:18.749" v="88" actId="20577"/>
        <pc:sldMkLst>
          <pc:docMk/>
          <pc:sldMk cId="3830499191" sldId="473"/>
        </pc:sldMkLst>
      </pc:sldChg>
      <pc:sldChg chg="addSp delSp modSp add mod">
        <pc:chgData name="김지현" userId="5154eb2d-02ba-4010-852a-c5258d5d16a7" providerId="ADAL" clId="{8A9E6C39-8C9B-4D1F-AA75-9E2820B87651}" dt="2025-03-15T02:22:54.208" v="370" actId="20577"/>
        <pc:sldMkLst>
          <pc:docMk/>
          <pc:sldMk cId="2940994491" sldId="477"/>
        </pc:sldMkLst>
      </pc:sldChg>
      <pc:sldChg chg="addSp delSp modSp add mod">
        <pc:chgData name="김지현" userId="5154eb2d-02ba-4010-852a-c5258d5d16a7" providerId="ADAL" clId="{8A9E6C39-8C9B-4D1F-AA75-9E2820B87651}" dt="2025-03-15T02:21:53.254" v="334" actId="1076"/>
        <pc:sldMkLst>
          <pc:docMk/>
          <pc:sldMk cId="1824772507" sldId="478"/>
        </pc:sldMkLst>
      </pc:sldChg>
    </pc:docChg>
  </pc:docChgLst>
  <pc:docChgLst>
    <pc:chgData name="박명화" userId="91ce6522-fdb6-4b72-9d0d-967f79252d86" providerId="ADAL" clId="{A33B4278-1811-4A1E-81D1-0B20D0022312}"/>
    <pc:docChg chg="undo custSel addSld delSld modSld sldOrd addSection delSection modSection">
      <pc:chgData name="박명화" userId="91ce6522-fdb6-4b72-9d0d-967f79252d86" providerId="ADAL" clId="{A33B4278-1811-4A1E-81D1-0B20D0022312}" dt="2025-02-28T07:22:23.958" v="4209" actId="14100"/>
      <pc:docMkLst>
        <pc:docMk/>
      </pc:docMkLst>
      <pc:sldChg chg="modSp mod">
        <pc:chgData name="박명화" userId="91ce6522-fdb6-4b72-9d0d-967f79252d86" providerId="ADAL" clId="{A33B4278-1811-4A1E-81D1-0B20D0022312}" dt="2025-02-28T03:32:11.324" v="38" actId="20577"/>
        <pc:sldMkLst>
          <pc:docMk/>
          <pc:sldMk cId="1864480258" sldId="257"/>
        </pc:sldMkLst>
      </pc:sldChg>
      <pc:sldChg chg="del">
        <pc:chgData name="박명화" userId="91ce6522-fdb6-4b72-9d0d-967f79252d86" providerId="ADAL" clId="{A33B4278-1811-4A1E-81D1-0B20D0022312}" dt="2025-02-28T06:48:03.418" v="4166" actId="2696"/>
        <pc:sldMkLst>
          <pc:docMk/>
          <pc:sldMk cId="208803472" sldId="325"/>
        </pc:sldMkLst>
      </pc:sldChg>
      <pc:sldChg chg="del">
        <pc:chgData name="박명화" userId="91ce6522-fdb6-4b72-9d0d-967f79252d86" providerId="ADAL" clId="{A33B4278-1811-4A1E-81D1-0B20D0022312}" dt="2025-02-28T06:48:03.418" v="4166" actId="2696"/>
        <pc:sldMkLst>
          <pc:docMk/>
          <pc:sldMk cId="1825727504" sldId="326"/>
        </pc:sldMkLst>
      </pc:sldChg>
      <pc:sldChg chg="del">
        <pc:chgData name="박명화" userId="91ce6522-fdb6-4b72-9d0d-967f79252d86" providerId="ADAL" clId="{A33B4278-1811-4A1E-81D1-0B20D0022312}" dt="2025-02-28T06:48:10.384" v="4167" actId="2696"/>
        <pc:sldMkLst>
          <pc:docMk/>
          <pc:sldMk cId="2925632334" sldId="327"/>
        </pc:sldMkLst>
      </pc:sldChg>
      <pc:sldChg chg="del">
        <pc:chgData name="박명화" userId="91ce6522-fdb6-4b72-9d0d-967f79252d86" providerId="ADAL" clId="{A33B4278-1811-4A1E-81D1-0B20D0022312}" dt="2025-02-28T06:48:14.671" v="4168" actId="2696"/>
        <pc:sldMkLst>
          <pc:docMk/>
          <pc:sldMk cId="724289286" sldId="328"/>
        </pc:sldMkLst>
      </pc:sldChg>
      <pc:sldChg chg="del">
        <pc:chgData name="박명화" userId="91ce6522-fdb6-4b72-9d0d-967f79252d86" providerId="ADAL" clId="{A33B4278-1811-4A1E-81D1-0B20D0022312}" dt="2025-02-28T06:48:03.418" v="4166" actId="2696"/>
        <pc:sldMkLst>
          <pc:docMk/>
          <pc:sldMk cId="1815903552" sldId="330"/>
        </pc:sldMkLst>
      </pc:sldChg>
      <pc:sldChg chg="del">
        <pc:chgData name="박명화" userId="91ce6522-fdb6-4b72-9d0d-967f79252d86" providerId="ADAL" clId="{A33B4278-1811-4A1E-81D1-0B20D0022312}" dt="2025-02-28T06:48:03.418" v="4166" actId="2696"/>
        <pc:sldMkLst>
          <pc:docMk/>
          <pc:sldMk cId="580913729" sldId="331"/>
        </pc:sldMkLst>
      </pc:sldChg>
      <pc:sldChg chg="del">
        <pc:chgData name="박명화" userId="91ce6522-fdb6-4b72-9d0d-967f79252d86" providerId="ADAL" clId="{A33B4278-1811-4A1E-81D1-0B20D0022312}" dt="2025-02-28T06:48:14.671" v="4168" actId="2696"/>
        <pc:sldMkLst>
          <pc:docMk/>
          <pc:sldMk cId="3551816371" sldId="332"/>
        </pc:sldMkLst>
      </pc:sldChg>
      <pc:sldChg chg="del">
        <pc:chgData name="박명화" userId="91ce6522-fdb6-4b72-9d0d-967f79252d86" providerId="ADAL" clId="{A33B4278-1811-4A1E-81D1-0B20D0022312}" dt="2025-02-28T06:48:14.671" v="4168" actId="2696"/>
        <pc:sldMkLst>
          <pc:docMk/>
          <pc:sldMk cId="496533388" sldId="333"/>
        </pc:sldMkLst>
      </pc:sldChg>
      <pc:sldChg chg="del">
        <pc:chgData name="박명화" userId="91ce6522-fdb6-4b72-9d0d-967f79252d86" providerId="ADAL" clId="{A33B4278-1811-4A1E-81D1-0B20D0022312}" dt="2025-02-28T06:47:58.405" v="4165" actId="2696"/>
        <pc:sldMkLst>
          <pc:docMk/>
          <pc:sldMk cId="3291443906" sldId="342"/>
        </pc:sldMkLst>
      </pc:sldChg>
      <pc:sldChg chg="del">
        <pc:chgData name="박명화" userId="91ce6522-fdb6-4b72-9d0d-967f79252d86" providerId="ADAL" clId="{A33B4278-1811-4A1E-81D1-0B20D0022312}" dt="2025-02-28T06:47:45.380" v="4163" actId="2696"/>
        <pc:sldMkLst>
          <pc:docMk/>
          <pc:sldMk cId="3858513551" sldId="353"/>
        </pc:sldMkLst>
      </pc:sldChg>
      <pc:sldChg chg="del">
        <pc:chgData name="박명화" userId="91ce6522-fdb6-4b72-9d0d-967f79252d86" providerId="ADAL" clId="{A33B4278-1811-4A1E-81D1-0B20D0022312}" dt="2025-02-28T06:47:45.380" v="4163" actId="2696"/>
        <pc:sldMkLst>
          <pc:docMk/>
          <pc:sldMk cId="15686714" sldId="354"/>
        </pc:sldMkLst>
      </pc:sldChg>
      <pc:sldChg chg="del">
        <pc:chgData name="박명화" userId="91ce6522-fdb6-4b72-9d0d-967f79252d86" providerId="ADAL" clId="{A33B4278-1811-4A1E-81D1-0B20D0022312}" dt="2025-02-28T06:47:58.405" v="4165" actId="2696"/>
        <pc:sldMkLst>
          <pc:docMk/>
          <pc:sldMk cId="237006733" sldId="403"/>
        </pc:sldMkLst>
      </pc:sldChg>
      <pc:sldChg chg="del">
        <pc:chgData name="박명화" userId="91ce6522-fdb6-4b72-9d0d-967f79252d86" providerId="ADAL" clId="{A33B4278-1811-4A1E-81D1-0B20D0022312}" dt="2025-02-28T06:47:51.801" v="4164" actId="2696"/>
        <pc:sldMkLst>
          <pc:docMk/>
          <pc:sldMk cId="1183158221" sldId="404"/>
        </pc:sldMkLst>
      </pc:sldChg>
      <pc:sldChg chg="del">
        <pc:chgData name="박명화" userId="91ce6522-fdb6-4b72-9d0d-967f79252d86" providerId="ADAL" clId="{A33B4278-1811-4A1E-81D1-0B20D0022312}" dt="2025-02-28T06:47:45.380" v="4163" actId="2696"/>
        <pc:sldMkLst>
          <pc:docMk/>
          <pc:sldMk cId="302571309" sldId="414"/>
        </pc:sldMkLst>
      </pc:sldChg>
      <pc:sldChg chg="del">
        <pc:chgData name="박명화" userId="91ce6522-fdb6-4b72-9d0d-967f79252d86" providerId="ADAL" clId="{A33B4278-1811-4A1E-81D1-0B20D0022312}" dt="2025-02-28T06:47:58.405" v="4165" actId="2696"/>
        <pc:sldMkLst>
          <pc:docMk/>
          <pc:sldMk cId="628142396" sldId="416"/>
        </pc:sldMkLst>
      </pc:sldChg>
      <pc:sldChg chg="del">
        <pc:chgData name="박명화" userId="91ce6522-fdb6-4b72-9d0d-967f79252d86" providerId="ADAL" clId="{A33B4278-1811-4A1E-81D1-0B20D0022312}" dt="2025-02-28T06:47:51.801" v="4164" actId="2696"/>
        <pc:sldMkLst>
          <pc:docMk/>
          <pc:sldMk cId="3665709775" sldId="420"/>
        </pc:sldMkLst>
      </pc:sldChg>
      <pc:sldChg chg="del">
        <pc:chgData name="박명화" userId="91ce6522-fdb6-4b72-9d0d-967f79252d86" providerId="ADAL" clId="{A33B4278-1811-4A1E-81D1-0B20D0022312}" dt="2025-02-28T06:47:51.801" v="4164" actId="2696"/>
        <pc:sldMkLst>
          <pc:docMk/>
          <pc:sldMk cId="3828798220" sldId="421"/>
        </pc:sldMkLst>
      </pc:sldChg>
      <pc:sldChg chg="modSp del mod">
        <pc:chgData name="박명화" userId="91ce6522-fdb6-4b72-9d0d-967f79252d86" providerId="ADAL" clId="{A33B4278-1811-4A1E-81D1-0B20D0022312}" dt="2025-02-28T06:47:51.801" v="4164" actId="2696"/>
        <pc:sldMkLst>
          <pc:docMk/>
          <pc:sldMk cId="1814470369" sldId="422"/>
        </pc:sldMkLst>
      </pc:sldChg>
      <pc:sldChg chg="new del">
        <pc:chgData name="박명화" userId="91ce6522-fdb6-4b72-9d0d-967f79252d86" providerId="ADAL" clId="{A33B4278-1811-4A1E-81D1-0B20D0022312}" dt="2025-02-28T03:33:31.427" v="40" actId="47"/>
        <pc:sldMkLst>
          <pc:docMk/>
          <pc:sldMk cId="466209839" sldId="423"/>
        </pc:sldMkLst>
      </pc:sldChg>
      <pc:sldChg chg="addSp delSp modSp new mod">
        <pc:chgData name="박명화" userId="91ce6522-fdb6-4b72-9d0d-967f79252d86" providerId="ADAL" clId="{A33B4278-1811-4A1E-81D1-0B20D0022312}" dt="2025-02-28T03:55:44.241" v="526" actId="20577"/>
        <pc:sldMkLst>
          <pc:docMk/>
          <pc:sldMk cId="812258047" sldId="423"/>
        </pc:sldMkLst>
      </pc:sldChg>
      <pc:sldChg chg="addSp delSp modSp new mod">
        <pc:chgData name="박명화" userId="91ce6522-fdb6-4b72-9d0d-967f79252d86" providerId="ADAL" clId="{A33B4278-1811-4A1E-81D1-0B20D0022312}" dt="2025-02-28T05:16:20.053" v="1186" actId="1076"/>
        <pc:sldMkLst>
          <pc:docMk/>
          <pc:sldMk cId="3685555084" sldId="424"/>
        </pc:sldMkLst>
      </pc:sldChg>
      <pc:sldChg chg="addSp delSp modSp new mod">
        <pc:chgData name="박명화" userId="91ce6522-fdb6-4b72-9d0d-967f79252d86" providerId="ADAL" clId="{A33B4278-1811-4A1E-81D1-0B20D0022312}" dt="2025-02-28T05:20:39.779" v="1432" actId="1076"/>
        <pc:sldMkLst>
          <pc:docMk/>
          <pc:sldMk cId="2133387" sldId="425"/>
        </pc:sldMkLst>
      </pc:sldChg>
      <pc:sldChg chg="addSp delSp modSp new mod">
        <pc:chgData name="박명화" userId="91ce6522-fdb6-4b72-9d0d-967f79252d86" providerId="ADAL" clId="{A33B4278-1811-4A1E-81D1-0B20D0022312}" dt="2025-02-28T05:26:04.666" v="1598" actId="1076"/>
        <pc:sldMkLst>
          <pc:docMk/>
          <pc:sldMk cId="788703593" sldId="426"/>
        </pc:sldMkLst>
      </pc:sldChg>
      <pc:sldChg chg="addSp delSp modSp new mod">
        <pc:chgData name="박명화" userId="91ce6522-fdb6-4b72-9d0d-967f79252d86" providerId="ADAL" clId="{A33B4278-1811-4A1E-81D1-0B20D0022312}" dt="2025-02-28T05:37:20.533" v="2132" actId="1076"/>
        <pc:sldMkLst>
          <pc:docMk/>
          <pc:sldMk cId="213478492" sldId="427"/>
        </pc:sldMkLst>
      </pc:sldChg>
      <pc:sldChg chg="addSp delSp modSp new mod">
        <pc:chgData name="박명화" userId="91ce6522-fdb6-4b72-9d0d-967f79252d86" providerId="ADAL" clId="{A33B4278-1811-4A1E-81D1-0B20D0022312}" dt="2025-02-28T05:44:43.625" v="2501" actId="1076"/>
        <pc:sldMkLst>
          <pc:docMk/>
          <pc:sldMk cId="696363155" sldId="428"/>
        </pc:sldMkLst>
      </pc:sldChg>
      <pc:sldChg chg="addSp delSp modSp new mod">
        <pc:chgData name="박명화" userId="91ce6522-fdb6-4b72-9d0d-967f79252d86" providerId="ADAL" clId="{A33B4278-1811-4A1E-81D1-0B20D0022312}" dt="2025-02-28T05:55:16.803" v="2712" actId="1076"/>
        <pc:sldMkLst>
          <pc:docMk/>
          <pc:sldMk cId="3143630319" sldId="429"/>
        </pc:sldMkLst>
      </pc:sldChg>
      <pc:sldChg chg="addSp delSp modSp new mod">
        <pc:chgData name="박명화" userId="91ce6522-fdb6-4b72-9d0d-967f79252d86" providerId="ADAL" clId="{A33B4278-1811-4A1E-81D1-0B20D0022312}" dt="2025-02-28T06:01:19.630" v="2916" actId="1076"/>
        <pc:sldMkLst>
          <pc:docMk/>
          <pc:sldMk cId="2316092525" sldId="430"/>
        </pc:sldMkLst>
      </pc:sldChg>
      <pc:sldChg chg="addSp delSp modSp new mod">
        <pc:chgData name="박명화" userId="91ce6522-fdb6-4b72-9d0d-967f79252d86" providerId="ADAL" clId="{A33B4278-1811-4A1E-81D1-0B20D0022312}" dt="2025-02-28T06:11:24.574" v="3162" actId="1076"/>
        <pc:sldMkLst>
          <pc:docMk/>
          <pc:sldMk cId="3474504345" sldId="431"/>
        </pc:sldMkLst>
      </pc:sldChg>
      <pc:sldChg chg="addSp delSp modSp new mod">
        <pc:chgData name="박명화" userId="91ce6522-fdb6-4b72-9d0d-967f79252d86" providerId="ADAL" clId="{A33B4278-1811-4A1E-81D1-0B20D0022312}" dt="2025-02-28T06:21:29.676" v="3361" actId="1076"/>
        <pc:sldMkLst>
          <pc:docMk/>
          <pc:sldMk cId="175708851" sldId="432"/>
        </pc:sldMkLst>
      </pc:sldChg>
      <pc:sldChg chg="addSp delSp modSp new mod ord">
        <pc:chgData name="박명화" userId="91ce6522-fdb6-4b72-9d0d-967f79252d86" providerId="ADAL" clId="{A33B4278-1811-4A1E-81D1-0B20D0022312}" dt="2025-02-28T06:39:54.124" v="3896"/>
        <pc:sldMkLst>
          <pc:docMk/>
          <pc:sldMk cId="4125518208" sldId="433"/>
        </pc:sldMkLst>
      </pc:sldChg>
      <pc:sldChg chg="addSp delSp modSp new mod">
        <pc:chgData name="박명화" userId="91ce6522-fdb6-4b72-9d0d-967f79252d86" providerId="ADAL" clId="{A33B4278-1811-4A1E-81D1-0B20D0022312}" dt="2025-02-28T06:47:25.201" v="4162" actId="1076"/>
        <pc:sldMkLst>
          <pc:docMk/>
          <pc:sldMk cId="1407303705" sldId="434"/>
        </pc:sldMkLst>
      </pc:sldChg>
      <pc:sldChg chg="delSp modSp add mod">
        <pc:chgData name="박명화" userId="91ce6522-fdb6-4b72-9d0d-967f79252d86" providerId="ADAL" clId="{A33B4278-1811-4A1E-81D1-0B20D0022312}" dt="2025-02-28T03:54:30.763" v="457"/>
        <pc:sldMkLst>
          <pc:docMk/>
          <pc:sldMk cId="789913644" sldId="435"/>
        </pc:sldMkLst>
      </pc:sldChg>
      <pc:sldChg chg="modSp add mod">
        <pc:chgData name="박명화" userId="91ce6522-fdb6-4b72-9d0d-967f79252d86" providerId="ADAL" clId="{A33B4278-1811-4A1E-81D1-0B20D0022312}" dt="2025-02-28T03:55:18.965" v="474" actId="20577"/>
        <pc:sldMkLst>
          <pc:docMk/>
          <pc:sldMk cId="3604104524" sldId="436"/>
        </pc:sldMkLst>
      </pc:sldChg>
      <pc:sldChg chg="delSp modSp add mod">
        <pc:chgData name="박명화" userId="91ce6522-fdb6-4b72-9d0d-967f79252d86" providerId="ADAL" clId="{A33B4278-1811-4A1E-81D1-0B20D0022312}" dt="2025-02-28T05:15:16.138" v="1132" actId="20577"/>
        <pc:sldMkLst>
          <pc:docMk/>
          <pc:sldMk cId="234625319" sldId="437"/>
        </pc:sldMkLst>
      </pc:sldChg>
      <pc:sldChg chg="add">
        <pc:chgData name="박명화" userId="91ce6522-fdb6-4b72-9d0d-967f79252d86" providerId="ADAL" clId="{A33B4278-1811-4A1E-81D1-0B20D0022312}" dt="2025-02-28T05:15:00.488" v="1127"/>
        <pc:sldMkLst>
          <pc:docMk/>
          <pc:sldMk cId="2724996834" sldId="438"/>
        </pc:sldMkLst>
      </pc:sldChg>
      <pc:sldChg chg="addSp delSp modSp add mod">
        <pc:chgData name="박명화" userId="91ce6522-fdb6-4b72-9d0d-967f79252d86" providerId="ADAL" clId="{A33B4278-1811-4A1E-81D1-0B20D0022312}" dt="2025-02-28T05:19:07.149" v="1346"/>
        <pc:sldMkLst>
          <pc:docMk/>
          <pc:sldMk cId="3854325330" sldId="439"/>
        </pc:sldMkLst>
      </pc:sldChg>
      <pc:sldChg chg="add">
        <pc:chgData name="박명화" userId="91ce6522-fdb6-4b72-9d0d-967f79252d86" providerId="ADAL" clId="{A33B4278-1811-4A1E-81D1-0B20D0022312}" dt="2025-02-28T05:18:30.749" v="1337"/>
        <pc:sldMkLst>
          <pc:docMk/>
          <pc:sldMk cId="380431423" sldId="440"/>
        </pc:sldMkLst>
      </pc:sldChg>
      <pc:sldChg chg="delSp modSp add mod">
        <pc:chgData name="박명화" userId="91ce6522-fdb6-4b72-9d0d-967f79252d86" providerId="ADAL" clId="{A33B4278-1811-4A1E-81D1-0B20D0022312}" dt="2025-02-28T05:25:04.105" v="1533"/>
        <pc:sldMkLst>
          <pc:docMk/>
          <pc:sldMk cId="963165192" sldId="441"/>
        </pc:sldMkLst>
      </pc:sldChg>
      <pc:sldChg chg="add">
        <pc:chgData name="박명화" userId="91ce6522-fdb6-4b72-9d0d-967f79252d86" providerId="ADAL" clId="{A33B4278-1811-4A1E-81D1-0B20D0022312}" dt="2025-02-28T05:24:52.695" v="1528"/>
        <pc:sldMkLst>
          <pc:docMk/>
          <pc:sldMk cId="3948663430" sldId="442"/>
        </pc:sldMkLst>
      </pc:sldChg>
      <pc:sldChg chg="addSp delSp modSp add mod">
        <pc:chgData name="박명화" userId="91ce6522-fdb6-4b72-9d0d-967f79252d86" providerId="ADAL" clId="{A33B4278-1811-4A1E-81D1-0B20D0022312}" dt="2025-02-28T05:37:58.335" v="2139" actId="1076"/>
        <pc:sldMkLst>
          <pc:docMk/>
          <pc:sldMk cId="4050259175" sldId="443"/>
        </pc:sldMkLst>
      </pc:sldChg>
      <pc:sldChg chg="addSp modSp add mod">
        <pc:chgData name="박명화" userId="91ce6522-fdb6-4b72-9d0d-967f79252d86" providerId="ADAL" clId="{A33B4278-1811-4A1E-81D1-0B20D0022312}" dt="2025-02-28T05:38:23.231" v="2143" actId="1076"/>
        <pc:sldMkLst>
          <pc:docMk/>
          <pc:sldMk cId="3936158256" sldId="444"/>
        </pc:sldMkLst>
      </pc:sldChg>
      <pc:sldChg chg="delSp modSp add mod">
        <pc:chgData name="박명화" userId="91ce6522-fdb6-4b72-9d0d-967f79252d86" providerId="ADAL" clId="{A33B4278-1811-4A1E-81D1-0B20D0022312}" dt="2025-02-28T05:43:37.878" v="2438"/>
        <pc:sldMkLst>
          <pc:docMk/>
          <pc:sldMk cId="588281735" sldId="445"/>
        </pc:sldMkLst>
      </pc:sldChg>
      <pc:sldChg chg="add">
        <pc:chgData name="박명화" userId="91ce6522-fdb6-4b72-9d0d-967f79252d86" providerId="ADAL" clId="{A33B4278-1811-4A1E-81D1-0B20D0022312}" dt="2025-02-28T05:43:26.960" v="2433"/>
        <pc:sldMkLst>
          <pc:docMk/>
          <pc:sldMk cId="582759803" sldId="446"/>
        </pc:sldMkLst>
      </pc:sldChg>
      <pc:sldChg chg="delSp modSp add mod">
        <pc:chgData name="박명화" userId="91ce6522-fdb6-4b72-9d0d-967f79252d86" providerId="ADAL" clId="{A33B4278-1811-4A1E-81D1-0B20D0022312}" dt="2025-02-28T05:53:46.855" v="2657"/>
        <pc:sldMkLst>
          <pc:docMk/>
          <pc:sldMk cId="2667562023" sldId="447"/>
        </pc:sldMkLst>
      </pc:sldChg>
      <pc:sldChg chg="add">
        <pc:chgData name="박명화" userId="91ce6522-fdb6-4b72-9d0d-967f79252d86" providerId="ADAL" clId="{A33B4278-1811-4A1E-81D1-0B20D0022312}" dt="2025-02-28T05:53:33.534" v="2652"/>
        <pc:sldMkLst>
          <pc:docMk/>
          <pc:sldMk cId="3423581532" sldId="448"/>
        </pc:sldMkLst>
      </pc:sldChg>
      <pc:sldChg chg="delSp modSp add mod">
        <pc:chgData name="박명화" userId="91ce6522-fdb6-4b72-9d0d-967f79252d86" providerId="ADAL" clId="{A33B4278-1811-4A1E-81D1-0B20D0022312}" dt="2025-02-28T06:00:22.798" v="2862"/>
        <pc:sldMkLst>
          <pc:docMk/>
          <pc:sldMk cId="1765293409" sldId="449"/>
        </pc:sldMkLst>
      </pc:sldChg>
      <pc:sldChg chg="add">
        <pc:chgData name="박명화" userId="91ce6522-fdb6-4b72-9d0d-967f79252d86" providerId="ADAL" clId="{A33B4278-1811-4A1E-81D1-0B20D0022312}" dt="2025-02-28T06:00:10.218" v="2857"/>
        <pc:sldMkLst>
          <pc:docMk/>
          <pc:sldMk cId="3003715459" sldId="450"/>
        </pc:sldMkLst>
      </pc:sldChg>
      <pc:sldChg chg="delSp modSp add mod">
        <pc:chgData name="박명화" userId="91ce6522-fdb6-4b72-9d0d-967f79252d86" providerId="ADAL" clId="{A33B4278-1811-4A1E-81D1-0B20D0022312}" dt="2025-02-28T06:10:27.636" v="3106"/>
        <pc:sldMkLst>
          <pc:docMk/>
          <pc:sldMk cId="1729345794" sldId="451"/>
        </pc:sldMkLst>
      </pc:sldChg>
      <pc:sldChg chg="add">
        <pc:chgData name="박명화" userId="91ce6522-fdb6-4b72-9d0d-967f79252d86" providerId="ADAL" clId="{A33B4278-1811-4A1E-81D1-0B20D0022312}" dt="2025-02-28T06:10:14.304" v="3101"/>
        <pc:sldMkLst>
          <pc:docMk/>
          <pc:sldMk cId="4146651937" sldId="452"/>
        </pc:sldMkLst>
      </pc:sldChg>
      <pc:sldChg chg="delSp modSp add mod">
        <pc:chgData name="박명화" userId="91ce6522-fdb6-4b72-9d0d-967f79252d86" providerId="ADAL" clId="{A33B4278-1811-4A1E-81D1-0B20D0022312}" dt="2025-02-28T06:19:49.747" v="3308"/>
        <pc:sldMkLst>
          <pc:docMk/>
          <pc:sldMk cId="3407644181" sldId="453"/>
        </pc:sldMkLst>
      </pc:sldChg>
      <pc:sldChg chg="add ord">
        <pc:chgData name="박명화" userId="91ce6522-fdb6-4b72-9d0d-967f79252d86" providerId="ADAL" clId="{A33B4278-1811-4A1E-81D1-0B20D0022312}" dt="2025-02-28T06:20:01.012" v="3310"/>
        <pc:sldMkLst>
          <pc:docMk/>
          <pc:sldMk cId="964888156" sldId="454"/>
        </pc:sldMkLst>
      </pc:sldChg>
      <pc:sldChg chg="delSp modSp add mod">
        <pc:chgData name="박명화" userId="91ce6522-fdb6-4b72-9d0d-967f79252d86" providerId="ADAL" clId="{A33B4278-1811-4A1E-81D1-0B20D0022312}" dt="2025-02-28T06:39:37.993" v="3889" actId="1076"/>
        <pc:sldMkLst>
          <pc:docMk/>
          <pc:sldMk cId="4077440524" sldId="455"/>
        </pc:sldMkLst>
      </pc:sldChg>
      <pc:sldChg chg="add">
        <pc:chgData name="박명화" userId="91ce6522-fdb6-4b72-9d0d-967f79252d86" providerId="ADAL" clId="{A33B4278-1811-4A1E-81D1-0B20D0022312}" dt="2025-02-28T06:38:20.788" v="3834"/>
        <pc:sldMkLst>
          <pc:docMk/>
          <pc:sldMk cId="1479907432" sldId="456"/>
        </pc:sldMkLst>
      </pc:sldChg>
      <pc:sldChg chg="delSp modSp add mod">
        <pc:chgData name="박명화" userId="91ce6522-fdb6-4b72-9d0d-967f79252d86" providerId="ADAL" clId="{A33B4278-1811-4A1E-81D1-0B20D0022312}" dt="2025-02-28T06:46:17.015" v="4115"/>
        <pc:sldMkLst>
          <pc:docMk/>
          <pc:sldMk cId="3639518930" sldId="457"/>
        </pc:sldMkLst>
      </pc:sldChg>
      <pc:sldChg chg="add">
        <pc:chgData name="박명화" userId="91ce6522-fdb6-4b72-9d0d-967f79252d86" providerId="ADAL" clId="{A33B4278-1811-4A1E-81D1-0B20D0022312}" dt="2025-02-28T06:46:02.165" v="4110"/>
        <pc:sldMkLst>
          <pc:docMk/>
          <pc:sldMk cId="2864281868" sldId="458"/>
        </pc:sldMkLst>
      </pc:sldChg>
      <pc:sldChg chg="addSp modSp new mod">
        <pc:chgData name="박명화" userId="91ce6522-fdb6-4b72-9d0d-967f79252d86" providerId="ADAL" clId="{A33B4278-1811-4A1E-81D1-0B20D0022312}" dt="2025-02-28T07:00:44.320" v="4177" actId="14100"/>
        <pc:sldMkLst>
          <pc:docMk/>
          <pc:sldMk cId="2569052602" sldId="459"/>
        </pc:sldMkLst>
      </pc:sldChg>
      <pc:sldChg chg="addSp modSp new mod">
        <pc:chgData name="박명화" userId="91ce6522-fdb6-4b72-9d0d-967f79252d86" providerId="ADAL" clId="{A33B4278-1811-4A1E-81D1-0B20D0022312}" dt="2025-02-28T07:20:22.596" v="4191" actId="14100"/>
        <pc:sldMkLst>
          <pc:docMk/>
          <pc:sldMk cId="2659716829" sldId="460"/>
        </pc:sldMkLst>
      </pc:sldChg>
      <pc:sldChg chg="addSp delSp modSp new mod">
        <pc:chgData name="박명화" userId="91ce6522-fdb6-4b72-9d0d-967f79252d86" providerId="ADAL" clId="{A33B4278-1811-4A1E-81D1-0B20D0022312}" dt="2025-02-28T07:21:52.151" v="4205" actId="14100"/>
        <pc:sldMkLst>
          <pc:docMk/>
          <pc:sldMk cId="2541083038" sldId="461"/>
        </pc:sldMkLst>
      </pc:sldChg>
      <pc:sldChg chg="addSp modSp new mod">
        <pc:chgData name="박명화" userId="91ce6522-fdb6-4b72-9d0d-967f79252d86" providerId="ADAL" clId="{A33B4278-1811-4A1E-81D1-0B20D0022312}" dt="2025-02-28T07:22:23.958" v="4209" actId="14100"/>
        <pc:sldMkLst>
          <pc:docMk/>
          <pc:sldMk cId="754731597" sldId="462"/>
        </pc:sldMkLst>
      </pc:sldChg>
    </pc:docChg>
  </pc:docChgLst>
  <pc:docChgLst>
    <pc:chgData name="변경순" userId="934bc8be-092b-48fe-8084-8bf381ca8c96" providerId="ADAL" clId="{274A98B8-D174-40AC-BFB1-1B6F9DD21B1F}"/>
    <pc:docChg chg="modSld">
      <pc:chgData name="변경순" userId="934bc8be-092b-48fe-8084-8bf381ca8c96" providerId="ADAL" clId="{274A98B8-D174-40AC-BFB1-1B6F9DD21B1F}" dt="2025-05-30T03:07:59.926" v="0" actId="1076"/>
      <pc:docMkLst>
        <pc:docMk/>
      </pc:docMkLst>
      <pc:sldChg chg="modSp mod">
        <pc:chgData name="변경순" userId="934bc8be-092b-48fe-8084-8bf381ca8c96" providerId="ADAL" clId="{274A98B8-D174-40AC-BFB1-1B6F9DD21B1F}" dt="2025-05-30T03:07:59.926" v="0" actId="1076"/>
        <pc:sldMkLst>
          <pc:docMk/>
          <pc:sldMk cId="488886384" sldId="487"/>
        </pc:sldMkLst>
        <pc:picChg chg="mod">
          <ac:chgData name="변경순" userId="934bc8be-092b-48fe-8084-8bf381ca8c96" providerId="ADAL" clId="{274A98B8-D174-40AC-BFB1-1B6F9DD21B1F}" dt="2025-05-30T03:07:59.926" v="0" actId="1076"/>
          <ac:picMkLst>
            <pc:docMk/>
            <pc:sldMk cId="488886384" sldId="487"/>
            <ac:picMk id="16" creationId="{B0253328-C675-CFD7-89DB-C586A99EEAE7}"/>
          </ac:picMkLst>
        </pc:picChg>
      </pc:sldChg>
    </pc:docChg>
  </pc:docChgLst>
  <pc:docChgLst>
    <pc:chgData name="류기환" userId="574bcd0c-82ed-4332-b231-21724e5be9c5" providerId="ADAL" clId="{81469E28-964C-4133-810F-747EB890FEA6}"/>
    <pc:docChg chg="custSel addSld modSld">
      <pc:chgData name="류기환" userId="574bcd0c-82ed-4332-b231-21724e5be9c5" providerId="ADAL" clId="{81469E28-964C-4133-810F-747EB890FEA6}" dt="2025-03-05T01:13:12.303" v="67" actId="1076"/>
      <pc:docMkLst>
        <pc:docMk/>
      </pc:docMkLst>
      <pc:sldChg chg="addSp modSp mod">
        <pc:chgData name="류기환" userId="574bcd0c-82ed-4332-b231-21724e5be9c5" providerId="ADAL" clId="{81469E28-964C-4133-810F-747EB890FEA6}" dt="2025-03-05T01:11:23.497" v="55" actId="403"/>
        <pc:sldMkLst>
          <pc:docMk/>
          <pc:sldMk cId="812258047" sldId="423"/>
        </pc:sldMkLst>
      </pc:sldChg>
      <pc:sldChg chg="addSp delSp modSp mod">
        <pc:chgData name="류기환" userId="574bcd0c-82ed-4332-b231-21724e5be9c5" providerId="ADAL" clId="{81469E28-964C-4133-810F-747EB890FEA6}" dt="2025-03-05T01:07:39.128" v="36" actId="20577"/>
        <pc:sldMkLst>
          <pc:docMk/>
          <pc:sldMk cId="788703593" sldId="426"/>
        </pc:sldMkLst>
      </pc:sldChg>
      <pc:sldChg chg="addSp modSp mod">
        <pc:chgData name="류기환" userId="574bcd0c-82ed-4332-b231-21724e5be9c5" providerId="ADAL" clId="{81469E28-964C-4133-810F-747EB890FEA6}" dt="2025-03-05T01:12:01.327" v="61" actId="1076"/>
        <pc:sldMkLst>
          <pc:docMk/>
          <pc:sldMk cId="213478492" sldId="427"/>
        </pc:sldMkLst>
      </pc:sldChg>
      <pc:sldChg chg="modSp mod">
        <pc:chgData name="류기환" userId="574bcd0c-82ed-4332-b231-21724e5be9c5" providerId="ADAL" clId="{81469E28-964C-4133-810F-747EB890FEA6}" dt="2025-03-05T01:13:12.303" v="67" actId="1076"/>
        <pc:sldMkLst>
          <pc:docMk/>
          <pc:sldMk cId="3143630319" sldId="429"/>
        </pc:sldMkLst>
      </pc:sldChg>
      <pc:sldChg chg="addSp modSp">
        <pc:chgData name="류기환" userId="574bcd0c-82ed-4332-b231-21724e5be9c5" providerId="ADAL" clId="{81469E28-964C-4133-810F-747EB890FEA6}" dt="2025-03-05T01:11:28.218" v="56"/>
        <pc:sldMkLst>
          <pc:docMk/>
          <pc:sldMk cId="789913644" sldId="435"/>
        </pc:sldMkLst>
      </pc:sldChg>
      <pc:sldChg chg="addSp modSp">
        <pc:chgData name="류기환" userId="574bcd0c-82ed-4332-b231-21724e5be9c5" providerId="ADAL" clId="{81469E28-964C-4133-810F-747EB890FEA6}" dt="2025-03-05T01:11:29.046" v="57"/>
        <pc:sldMkLst>
          <pc:docMk/>
          <pc:sldMk cId="3604104524" sldId="436"/>
        </pc:sldMkLst>
      </pc:sldChg>
      <pc:sldChg chg="addSp delSp modSp mod">
        <pc:chgData name="류기환" userId="574bcd0c-82ed-4332-b231-21724e5be9c5" providerId="ADAL" clId="{81469E28-964C-4133-810F-747EB890FEA6}" dt="2025-03-05T01:07:47.655" v="38" actId="1076"/>
        <pc:sldMkLst>
          <pc:docMk/>
          <pc:sldMk cId="963165192" sldId="441"/>
        </pc:sldMkLst>
      </pc:sldChg>
      <pc:sldChg chg="addSp delSp modSp mod">
        <pc:chgData name="류기환" userId="574bcd0c-82ed-4332-b231-21724e5be9c5" providerId="ADAL" clId="{81469E28-964C-4133-810F-747EB890FEA6}" dt="2025-03-05T01:07:53.367" v="40"/>
        <pc:sldMkLst>
          <pc:docMk/>
          <pc:sldMk cId="3948663430" sldId="442"/>
        </pc:sldMkLst>
      </pc:sldChg>
      <pc:sldChg chg="addSp delSp modSp mod">
        <pc:chgData name="류기환" userId="574bcd0c-82ed-4332-b231-21724e5be9c5" providerId="ADAL" clId="{81469E28-964C-4133-810F-747EB890FEA6}" dt="2025-03-05T01:12:19.915" v="63"/>
        <pc:sldMkLst>
          <pc:docMk/>
          <pc:sldMk cId="4050259175" sldId="443"/>
        </pc:sldMkLst>
      </pc:sldChg>
      <pc:sldChg chg="addSp delSp modSp mod">
        <pc:chgData name="류기환" userId="574bcd0c-82ed-4332-b231-21724e5be9c5" providerId="ADAL" clId="{81469E28-964C-4133-810F-747EB890FEA6}" dt="2025-03-05T01:12:25.462" v="65"/>
        <pc:sldMkLst>
          <pc:docMk/>
          <pc:sldMk cId="3936158256" sldId="444"/>
        </pc:sldMkLst>
      </pc:sldChg>
      <pc:sldChg chg="add">
        <pc:chgData name="류기환" userId="574bcd0c-82ed-4332-b231-21724e5be9c5" providerId="ADAL" clId="{81469E28-964C-4133-810F-747EB890FEA6}" dt="2025-03-05T00:51:39.223" v="0"/>
        <pc:sldMkLst>
          <pc:docMk/>
          <pc:sldMk cId="4294118302" sldId="463"/>
        </pc:sldMkLst>
      </pc:sldChg>
      <pc:sldChg chg="add">
        <pc:chgData name="류기환" userId="574bcd0c-82ed-4332-b231-21724e5be9c5" providerId="ADAL" clId="{81469E28-964C-4133-810F-747EB890FEA6}" dt="2025-03-05T00:51:39.223" v="0"/>
        <pc:sldMkLst>
          <pc:docMk/>
          <pc:sldMk cId="2212025937" sldId="464"/>
        </pc:sldMkLst>
      </pc:sldChg>
      <pc:sldChg chg="add">
        <pc:chgData name="류기환" userId="574bcd0c-82ed-4332-b231-21724e5be9c5" providerId="ADAL" clId="{81469E28-964C-4133-810F-747EB890FEA6}" dt="2025-03-05T00:51:39.223" v="0"/>
        <pc:sldMkLst>
          <pc:docMk/>
          <pc:sldMk cId="2123074447" sldId="465"/>
        </pc:sldMkLst>
      </pc:sldChg>
      <pc:sldChg chg="add">
        <pc:chgData name="류기환" userId="574bcd0c-82ed-4332-b231-21724e5be9c5" providerId="ADAL" clId="{81469E28-964C-4133-810F-747EB890FEA6}" dt="2025-03-05T00:51:39.223" v="0"/>
        <pc:sldMkLst>
          <pc:docMk/>
          <pc:sldMk cId="2782398742" sldId="466"/>
        </pc:sldMkLst>
      </pc:sldChg>
    </pc:docChg>
  </pc:docChgLst>
  <pc:docChgLst>
    <pc:chgData name="박미화_Y" userId="38f93cd7-6593-4fe2-9589-972eca35f8af" providerId="ADAL" clId="{9B1DBB65-D0F0-470F-855A-D32DE7A2660B}"/>
    <pc:docChg chg="custSel modSld">
      <pc:chgData name="박미화_Y" userId="38f93cd7-6593-4fe2-9589-972eca35f8af" providerId="ADAL" clId="{9B1DBB65-D0F0-470F-855A-D32DE7A2660B}" dt="2025-03-20T07:05:30.266" v="51" actId="20577"/>
      <pc:docMkLst>
        <pc:docMk/>
      </pc:docMkLst>
      <pc:sldChg chg="delSp modSp mod">
        <pc:chgData name="박미화_Y" userId="38f93cd7-6593-4fe2-9589-972eca35f8af" providerId="ADAL" clId="{9B1DBB65-D0F0-470F-855A-D32DE7A2660B}" dt="2025-03-20T07:05:30.266" v="51" actId="20577"/>
        <pc:sldMkLst>
          <pc:docMk/>
          <pc:sldMk cId="812258047" sldId="423"/>
        </pc:sldMkLst>
      </pc:sldChg>
      <pc:sldChg chg="delSp modSp mod">
        <pc:chgData name="박미화_Y" userId="38f93cd7-6593-4fe2-9589-972eca35f8af" providerId="ADAL" clId="{9B1DBB65-D0F0-470F-855A-D32DE7A2660B}" dt="2025-03-20T05:03:29.252" v="39" actId="20577"/>
        <pc:sldMkLst>
          <pc:docMk/>
          <pc:sldMk cId="789913644" sldId="435"/>
        </pc:sldMkLst>
      </pc:sldChg>
      <pc:sldChg chg="delSp modSp mod">
        <pc:chgData name="박미화_Y" userId="38f93cd7-6593-4fe2-9589-972eca35f8af" providerId="ADAL" clId="{9B1DBB65-D0F0-470F-855A-D32DE7A2660B}" dt="2025-03-20T05:40:39.559" v="47" actId="20577"/>
        <pc:sldMkLst>
          <pc:docMk/>
          <pc:sldMk cId="3604104524" sldId="436"/>
        </pc:sldMkLst>
      </pc:sldChg>
    </pc:docChg>
  </pc:docChgLst>
  <pc:docChgLst>
    <pc:chgData name="박미화_Y" userId="38f93cd7-6593-4fe2-9589-972eca35f8af" providerId="ADAL" clId="{3F6D12CF-A875-4133-8735-954A0D1DA116}"/>
    <pc:docChg chg="undo custSel addSld delSld modSld sldOrd addSection delSection modSection">
      <pc:chgData name="박미화_Y" userId="38f93cd7-6593-4fe2-9589-972eca35f8af" providerId="ADAL" clId="{3F6D12CF-A875-4133-8735-954A0D1DA116}" dt="2025-04-01T07:21:12.857" v="464" actId="20577"/>
      <pc:docMkLst>
        <pc:docMk/>
      </pc:docMkLst>
      <pc:sldChg chg="modSp mod">
        <pc:chgData name="박미화_Y" userId="38f93cd7-6593-4fe2-9589-972eca35f8af" providerId="ADAL" clId="{3F6D12CF-A875-4133-8735-954A0D1DA116}" dt="2025-04-01T07:21:12.857" v="464" actId="20577"/>
        <pc:sldMkLst>
          <pc:docMk/>
          <pc:sldMk cId="1864480258" sldId="257"/>
        </pc:sldMkLst>
        <pc:spChg chg="mod">
          <ac:chgData name="박미화_Y" userId="38f93cd7-6593-4fe2-9589-972eca35f8af" providerId="ADAL" clId="{3F6D12CF-A875-4133-8735-954A0D1DA116}" dt="2025-04-01T07:21:04.866" v="459" actId="20577"/>
          <ac:spMkLst>
            <pc:docMk/>
            <pc:sldMk cId="1864480258" sldId="257"/>
            <ac:spMk id="7" creationId="{00000000-0000-0000-0000-000000000000}"/>
          </ac:spMkLst>
        </pc:spChg>
        <pc:spChg chg="mod">
          <ac:chgData name="박미화_Y" userId="38f93cd7-6593-4fe2-9589-972eca35f8af" providerId="ADAL" clId="{3F6D12CF-A875-4133-8735-954A0D1DA116}" dt="2025-04-01T07:21:12.857" v="464" actId="20577"/>
          <ac:spMkLst>
            <pc:docMk/>
            <pc:sldMk cId="1864480258" sldId="257"/>
            <ac:spMk id="8" creationId="{00000000-0000-0000-0000-000000000000}"/>
          </ac:spMkLst>
        </pc:spChg>
      </pc:sldChg>
      <pc:sldChg chg="del">
        <pc:chgData name="박미화_Y" userId="38f93cd7-6593-4fe2-9589-972eca35f8af" providerId="ADAL" clId="{3F6D12CF-A875-4133-8735-954A0D1DA116}" dt="2025-04-01T05:39:14.595" v="267" actId="47"/>
        <pc:sldMkLst>
          <pc:docMk/>
          <pc:sldMk cId="812258047" sldId="423"/>
        </pc:sldMkLst>
      </pc:sldChg>
      <pc:sldChg chg="del">
        <pc:chgData name="박미화_Y" userId="38f93cd7-6593-4fe2-9589-972eca35f8af" providerId="ADAL" clId="{3F6D12CF-A875-4133-8735-954A0D1DA116}" dt="2025-04-01T05:39:14.595" v="267" actId="47"/>
        <pc:sldMkLst>
          <pc:docMk/>
          <pc:sldMk cId="789913644" sldId="435"/>
        </pc:sldMkLst>
      </pc:sldChg>
      <pc:sldChg chg="del">
        <pc:chgData name="박미화_Y" userId="38f93cd7-6593-4fe2-9589-972eca35f8af" providerId="ADAL" clId="{3F6D12CF-A875-4133-8735-954A0D1DA116}" dt="2025-04-01T05:39:14.595" v="267" actId="47"/>
        <pc:sldMkLst>
          <pc:docMk/>
          <pc:sldMk cId="3604104524" sldId="436"/>
        </pc:sldMkLst>
      </pc:sldChg>
      <pc:sldChg chg="addSp modSp new mod">
        <pc:chgData name="박미화_Y" userId="38f93cd7-6593-4fe2-9589-972eca35f8af" providerId="ADAL" clId="{3F6D12CF-A875-4133-8735-954A0D1DA116}" dt="2025-04-01T05:20:44.277" v="67" actId="1076"/>
        <pc:sldMkLst>
          <pc:docMk/>
          <pc:sldMk cId="618580274" sldId="478"/>
        </pc:sldMkLst>
        <pc:spChg chg="mod">
          <ac:chgData name="박미화_Y" userId="38f93cd7-6593-4fe2-9589-972eca35f8af" providerId="ADAL" clId="{3F6D12CF-A875-4133-8735-954A0D1DA116}" dt="2025-04-01T05:18:44.576" v="27" actId="20577"/>
          <ac:spMkLst>
            <pc:docMk/>
            <pc:sldMk cId="618580274" sldId="478"/>
            <ac:spMk id="4" creationId="{C7891753-1DEA-9087-D40A-B65595764CC1}"/>
          </ac:spMkLst>
        </pc:spChg>
        <pc:spChg chg="add mod">
          <ac:chgData name="박미화_Y" userId="38f93cd7-6593-4fe2-9589-972eca35f8af" providerId="ADAL" clId="{3F6D12CF-A875-4133-8735-954A0D1DA116}" dt="2025-04-01T05:18:47.289" v="30" actId="20577"/>
          <ac:spMkLst>
            <pc:docMk/>
            <pc:sldMk cId="618580274" sldId="478"/>
            <ac:spMk id="5" creationId="{67D2D6FE-34CF-3A9B-E215-83854DB76DF0}"/>
          </ac:spMkLst>
        </pc:spChg>
        <pc:spChg chg="mod">
          <ac:chgData name="박미화_Y" userId="38f93cd7-6593-4fe2-9589-972eca35f8af" providerId="ADAL" clId="{3F6D12CF-A875-4133-8735-954A0D1DA116}" dt="2025-04-01T05:20:32.845" v="63" actId="1076"/>
          <ac:spMkLst>
            <pc:docMk/>
            <pc:sldMk cId="618580274" sldId="478"/>
            <ac:spMk id="6" creationId="{6C896936-492F-8846-B667-B3587B5EF9D9}"/>
          </ac:spMkLst>
        </pc:spChg>
        <pc:spChg chg="mod">
          <ac:chgData name="박미화_Y" userId="38f93cd7-6593-4fe2-9589-972eca35f8af" providerId="ADAL" clId="{3F6D12CF-A875-4133-8735-954A0D1DA116}" dt="2025-04-01T05:20:35.589" v="64" actId="1076"/>
          <ac:spMkLst>
            <pc:docMk/>
            <pc:sldMk cId="618580274" sldId="478"/>
            <ac:spMk id="7" creationId="{B4D4EA54-872E-7F8F-2DA2-B75DE4A3A8C6}"/>
          </ac:spMkLst>
        </pc:spChg>
        <pc:spChg chg="mod">
          <ac:chgData name="박미화_Y" userId="38f93cd7-6593-4fe2-9589-972eca35f8af" providerId="ADAL" clId="{3F6D12CF-A875-4133-8735-954A0D1DA116}" dt="2025-04-01T05:18:31.215" v="19"/>
          <ac:spMkLst>
            <pc:docMk/>
            <pc:sldMk cId="618580274" sldId="478"/>
            <ac:spMk id="10" creationId="{175B4600-CAC8-A70E-C8A3-24A7617C4B54}"/>
          </ac:spMkLst>
        </pc:spChg>
        <pc:spChg chg="mod">
          <ac:chgData name="박미화_Y" userId="38f93cd7-6593-4fe2-9589-972eca35f8af" providerId="ADAL" clId="{3F6D12CF-A875-4133-8735-954A0D1DA116}" dt="2025-04-01T05:18:31.215" v="19"/>
          <ac:spMkLst>
            <pc:docMk/>
            <pc:sldMk cId="618580274" sldId="478"/>
            <ac:spMk id="11" creationId="{DE0F0A94-DF16-DF2C-0B7C-CA2CFE3174E5}"/>
          </ac:spMkLst>
        </pc:spChg>
        <pc:spChg chg="add mod">
          <ac:chgData name="박미화_Y" userId="38f93cd7-6593-4fe2-9589-972eca35f8af" providerId="ADAL" clId="{3F6D12CF-A875-4133-8735-954A0D1DA116}" dt="2025-04-01T05:18:31.215" v="19"/>
          <ac:spMkLst>
            <pc:docMk/>
            <pc:sldMk cId="618580274" sldId="478"/>
            <ac:spMk id="13" creationId="{600BC496-B014-D020-40AB-CDEB0DDCCF2F}"/>
          </ac:spMkLst>
        </pc:spChg>
        <pc:spChg chg="add mod">
          <ac:chgData name="박미화_Y" userId="38f93cd7-6593-4fe2-9589-972eca35f8af" providerId="ADAL" clId="{3F6D12CF-A875-4133-8735-954A0D1DA116}" dt="2025-04-01T05:18:31.215" v="19"/>
          <ac:spMkLst>
            <pc:docMk/>
            <pc:sldMk cId="618580274" sldId="478"/>
            <ac:spMk id="14" creationId="{986EEA88-5940-0233-672D-45F30E02ADB2}"/>
          </ac:spMkLst>
        </pc:spChg>
        <pc:spChg chg="mod">
          <ac:chgData name="박미화_Y" userId="38f93cd7-6593-4fe2-9589-972eca35f8af" providerId="ADAL" clId="{3F6D12CF-A875-4133-8735-954A0D1DA116}" dt="2025-04-01T05:19:03.019" v="37" actId="1035"/>
          <ac:spMkLst>
            <pc:docMk/>
            <pc:sldMk cId="618580274" sldId="478"/>
            <ac:spMk id="19" creationId="{F6770F6B-0343-DFE3-D6BB-2F1C698C2EDE}"/>
          </ac:spMkLst>
        </pc:spChg>
        <pc:spChg chg="mod">
          <ac:chgData name="박미화_Y" userId="38f93cd7-6593-4fe2-9589-972eca35f8af" providerId="ADAL" clId="{3F6D12CF-A875-4133-8735-954A0D1DA116}" dt="2025-04-01T05:19:15.078" v="41" actId="14100"/>
          <ac:spMkLst>
            <pc:docMk/>
            <pc:sldMk cId="618580274" sldId="478"/>
            <ac:spMk id="20" creationId="{F164E2CA-A7B0-2CB0-3513-7D1417048D7E}"/>
          </ac:spMkLst>
        </pc:spChg>
        <pc:spChg chg="add mod">
          <ac:chgData name="박미화_Y" userId="38f93cd7-6593-4fe2-9589-972eca35f8af" providerId="ADAL" clId="{3F6D12CF-A875-4133-8735-954A0D1DA116}" dt="2025-04-01T05:20:18.885" v="58" actId="1076"/>
          <ac:spMkLst>
            <pc:docMk/>
            <pc:sldMk cId="618580274" sldId="478"/>
            <ac:spMk id="22" creationId="{57BBF02E-B085-E87D-70F2-44A7180EF497}"/>
          </ac:spMkLst>
        </pc:spChg>
        <pc:spChg chg="add mod">
          <ac:chgData name="박미화_Y" userId="38f93cd7-6593-4fe2-9589-972eca35f8af" providerId="ADAL" clId="{3F6D12CF-A875-4133-8735-954A0D1DA116}" dt="2025-04-01T05:20:38.930" v="65" actId="1076"/>
          <ac:spMkLst>
            <pc:docMk/>
            <pc:sldMk cId="618580274" sldId="478"/>
            <ac:spMk id="23" creationId="{71488DB8-6ACF-621D-9E2D-F84853ADA867}"/>
          </ac:spMkLst>
        </pc:spChg>
        <pc:spChg chg="mod">
          <ac:chgData name="박미화_Y" userId="38f93cd7-6593-4fe2-9589-972eca35f8af" providerId="ADAL" clId="{3F6D12CF-A875-4133-8735-954A0D1DA116}" dt="2025-04-01T05:18:31.215" v="19"/>
          <ac:spMkLst>
            <pc:docMk/>
            <pc:sldMk cId="618580274" sldId="478"/>
            <ac:spMk id="25" creationId="{908461C5-6BFF-B22E-3192-6250B966C6FF}"/>
          </ac:spMkLst>
        </pc:spChg>
        <pc:spChg chg="add mod">
          <ac:chgData name="박미화_Y" userId="38f93cd7-6593-4fe2-9589-972eca35f8af" providerId="ADAL" clId="{3F6D12CF-A875-4133-8735-954A0D1DA116}" dt="2025-04-01T05:19:22.761" v="43" actId="14100"/>
          <ac:spMkLst>
            <pc:docMk/>
            <pc:sldMk cId="618580274" sldId="478"/>
            <ac:spMk id="28" creationId="{5C7ED66D-5795-44AE-ED2E-8192927F2764}"/>
          </ac:spMkLst>
        </pc:spChg>
        <pc:spChg chg="add mod">
          <ac:chgData name="박미화_Y" userId="38f93cd7-6593-4fe2-9589-972eca35f8af" providerId="ADAL" clId="{3F6D12CF-A875-4133-8735-954A0D1DA116}" dt="2025-04-01T05:18:31.215" v="19"/>
          <ac:spMkLst>
            <pc:docMk/>
            <pc:sldMk cId="618580274" sldId="478"/>
            <ac:spMk id="29" creationId="{E81D1BB9-DBF5-80AD-BFFB-27C2DF29B87E}"/>
          </ac:spMkLst>
        </pc:spChg>
        <pc:spChg chg="mod">
          <ac:chgData name="박미화_Y" userId="38f93cd7-6593-4fe2-9589-972eca35f8af" providerId="ADAL" clId="{3F6D12CF-A875-4133-8735-954A0D1DA116}" dt="2025-04-01T05:20:44.277" v="67" actId="1076"/>
          <ac:spMkLst>
            <pc:docMk/>
            <pc:sldMk cId="618580274" sldId="478"/>
            <ac:spMk id="30" creationId="{26B4F45E-EF28-95FB-7645-D6EC54AA5A41}"/>
          </ac:spMkLst>
        </pc:spChg>
        <pc:spChg chg="mod">
          <ac:chgData name="박미화_Y" userId="38f93cd7-6593-4fe2-9589-972eca35f8af" providerId="ADAL" clId="{3F6D12CF-A875-4133-8735-954A0D1DA116}" dt="2025-04-01T05:20:41.381" v="66" actId="1076"/>
          <ac:spMkLst>
            <pc:docMk/>
            <pc:sldMk cId="618580274" sldId="478"/>
            <ac:spMk id="31" creationId="{0B2088C9-4762-B772-D7D0-4ADE32AE48C1}"/>
          </ac:spMkLst>
        </pc:spChg>
        <pc:grpChg chg="mod">
          <ac:chgData name="박미화_Y" userId="38f93cd7-6593-4fe2-9589-972eca35f8af" providerId="ADAL" clId="{3F6D12CF-A875-4133-8735-954A0D1DA116}" dt="2025-04-01T05:20:27.299" v="61" actId="1076"/>
          <ac:grpSpMkLst>
            <pc:docMk/>
            <pc:sldMk cId="618580274" sldId="478"/>
            <ac:grpSpMk id="15" creationId="{1B4F0DEC-C97E-0FDA-F290-12EDB7477A16}"/>
          </ac:grpSpMkLst>
        </pc:grpChg>
        <pc:grpChg chg="mod">
          <ac:chgData name="박미화_Y" userId="38f93cd7-6593-4fe2-9589-972eca35f8af" providerId="ADAL" clId="{3F6D12CF-A875-4133-8735-954A0D1DA116}" dt="2025-04-01T05:20:21.699" v="59" actId="1076"/>
          <ac:grpSpMkLst>
            <pc:docMk/>
            <pc:sldMk cId="618580274" sldId="478"/>
            <ac:grpSpMk id="24" creationId="{C06ADD06-F35B-77CA-1345-20F96A25D9C9}"/>
          </ac:grpSpMkLst>
        </pc:grpChg>
        <pc:picChg chg="add mod">
          <ac:chgData name="박미화_Y" userId="38f93cd7-6593-4fe2-9589-972eca35f8af" providerId="ADAL" clId="{3F6D12CF-A875-4133-8735-954A0D1DA116}" dt="2025-04-01T05:18:38.403" v="22"/>
          <ac:picMkLst>
            <pc:docMk/>
            <pc:sldMk cId="618580274" sldId="478"/>
            <ac:picMk id="3" creationId="{58F6A49E-A5CF-C16D-6E48-978FFFAB43F1}"/>
          </ac:picMkLst>
        </pc:picChg>
        <pc:cxnChg chg="mod">
          <ac:chgData name="박미화_Y" userId="38f93cd7-6593-4fe2-9589-972eca35f8af" providerId="ADAL" clId="{3F6D12CF-A875-4133-8735-954A0D1DA116}" dt="2025-04-01T05:20:30.065" v="62" actId="1076"/>
          <ac:cxnSpMkLst>
            <pc:docMk/>
            <pc:sldMk cId="618580274" sldId="478"/>
            <ac:cxnSpMk id="21" creationId="{76AC087E-338C-5604-C20F-32F3BC9BE944}"/>
          </ac:cxnSpMkLst>
        </pc:cxnChg>
      </pc:sldChg>
      <pc:sldChg chg="addSp modSp new mod ord">
        <pc:chgData name="박미화_Y" userId="38f93cd7-6593-4fe2-9589-972eca35f8af" providerId="ADAL" clId="{3F6D12CF-A875-4133-8735-954A0D1DA116}" dt="2025-04-01T05:29:57.750" v="138" actId="14100"/>
        <pc:sldMkLst>
          <pc:docMk/>
          <pc:sldMk cId="3831410099" sldId="479"/>
        </pc:sldMkLst>
        <pc:spChg chg="mod">
          <ac:chgData name="박미화_Y" userId="38f93cd7-6593-4fe2-9589-972eca35f8af" providerId="ADAL" clId="{3F6D12CF-A875-4133-8735-954A0D1DA116}" dt="2025-04-01T05:28:05.985" v="106" actId="20577"/>
          <ac:spMkLst>
            <pc:docMk/>
            <pc:sldMk cId="3831410099" sldId="479"/>
            <ac:spMk id="4" creationId="{2A087863-79D9-0657-92D9-99CD7BF95EC3}"/>
          </ac:spMkLst>
        </pc:spChg>
        <pc:spChg chg="add mod">
          <ac:chgData name="박미화_Y" userId="38f93cd7-6593-4fe2-9589-972eca35f8af" providerId="ADAL" clId="{3F6D12CF-A875-4133-8735-954A0D1DA116}" dt="2025-04-01T05:28:03.346" v="104" actId="20577"/>
          <ac:spMkLst>
            <pc:docMk/>
            <pc:sldMk cId="3831410099" sldId="479"/>
            <ac:spMk id="5" creationId="{FE349703-32D6-7900-94AA-A0A90A25286F}"/>
          </ac:spMkLst>
        </pc:spChg>
        <pc:spChg chg="mod">
          <ac:chgData name="박미화_Y" userId="38f93cd7-6593-4fe2-9589-972eca35f8af" providerId="ADAL" clId="{3F6D12CF-A875-4133-8735-954A0D1DA116}" dt="2025-04-01T05:28:52.796" v="124" actId="1076"/>
          <ac:spMkLst>
            <pc:docMk/>
            <pc:sldMk cId="3831410099" sldId="479"/>
            <ac:spMk id="6" creationId="{D9731567-327B-C639-6BBB-1FB36BF0159C}"/>
          </ac:spMkLst>
        </pc:spChg>
        <pc:spChg chg="add mod">
          <ac:chgData name="박미화_Y" userId="38f93cd7-6593-4fe2-9589-972eca35f8af" providerId="ADAL" clId="{3F6D12CF-A875-4133-8735-954A0D1DA116}" dt="2025-04-01T05:28:52.796" v="124" actId="1076"/>
          <ac:spMkLst>
            <pc:docMk/>
            <pc:sldMk cId="3831410099" sldId="479"/>
            <ac:spMk id="7" creationId="{C11BBD83-C76D-95FE-5C77-46F3C5E881FA}"/>
          </ac:spMkLst>
        </pc:spChg>
        <pc:spChg chg="mod">
          <ac:chgData name="박미화_Y" userId="38f93cd7-6593-4fe2-9589-972eca35f8af" providerId="ADAL" clId="{3F6D12CF-A875-4133-8735-954A0D1DA116}" dt="2025-04-01T05:27:59.269" v="100"/>
          <ac:spMkLst>
            <pc:docMk/>
            <pc:sldMk cId="3831410099" sldId="479"/>
            <ac:spMk id="9" creationId="{3589CA94-BC18-66BE-58F6-F04ADA89D694}"/>
          </ac:spMkLst>
        </pc:spChg>
        <pc:spChg chg="mod">
          <ac:chgData name="박미화_Y" userId="38f93cd7-6593-4fe2-9589-972eca35f8af" providerId="ADAL" clId="{3F6D12CF-A875-4133-8735-954A0D1DA116}" dt="2025-04-01T05:27:59.269" v="100"/>
          <ac:spMkLst>
            <pc:docMk/>
            <pc:sldMk cId="3831410099" sldId="479"/>
            <ac:spMk id="11" creationId="{BFDC6724-838E-201C-1B4B-832C6A46329B}"/>
          </ac:spMkLst>
        </pc:spChg>
        <pc:spChg chg="add mod">
          <ac:chgData name="박미화_Y" userId="38f93cd7-6593-4fe2-9589-972eca35f8af" providerId="ADAL" clId="{3F6D12CF-A875-4133-8735-954A0D1DA116}" dt="2025-04-01T05:27:59.269" v="100"/>
          <ac:spMkLst>
            <pc:docMk/>
            <pc:sldMk cId="3831410099" sldId="479"/>
            <ac:spMk id="13" creationId="{F99D215D-B492-C9F7-BFE8-E4594ECAE4CC}"/>
          </ac:spMkLst>
        </pc:spChg>
        <pc:spChg chg="mod">
          <ac:chgData name="박미화_Y" userId="38f93cd7-6593-4fe2-9589-972eca35f8af" providerId="ADAL" clId="{3F6D12CF-A875-4133-8735-954A0D1DA116}" dt="2025-04-01T05:27:59.269" v="100"/>
          <ac:spMkLst>
            <pc:docMk/>
            <pc:sldMk cId="3831410099" sldId="479"/>
            <ac:spMk id="17" creationId="{49EC52F4-E9CD-2ECB-55A5-92B05EFD458A}"/>
          </ac:spMkLst>
        </pc:spChg>
        <pc:spChg chg="add mod">
          <ac:chgData name="박미화_Y" userId="38f93cd7-6593-4fe2-9589-972eca35f8af" providerId="ADAL" clId="{3F6D12CF-A875-4133-8735-954A0D1DA116}" dt="2025-04-01T05:28:29.556" v="117" actId="1076"/>
          <ac:spMkLst>
            <pc:docMk/>
            <pc:sldMk cId="3831410099" sldId="479"/>
            <ac:spMk id="19" creationId="{D2F3DE7B-4CCB-7BB5-26A4-AA93ABA4148C}"/>
          </ac:spMkLst>
        </pc:spChg>
        <pc:spChg chg="mod">
          <ac:chgData name="박미화_Y" userId="38f93cd7-6593-4fe2-9589-972eca35f8af" providerId="ADAL" clId="{3F6D12CF-A875-4133-8735-954A0D1DA116}" dt="2025-04-01T05:28:21.848" v="114" actId="1035"/>
          <ac:spMkLst>
            <pc:docMk/>
            <pc:sldMk cId="3831410099" sldId="479"/>
            <ac:spMk id="20" creationId="{234C6452-0DAA-6A7B-984F-F316400637C4}"/>
          </ac:spMkLst>
        </pc:spChg>
        <pc:spChg chg="mod">
          <ac:chgData name="박미화_Y" userId="38f93cd7-6593-4fe2-9589-972eca35f8af" providerId="ADAL" clId="{3F6D12CF-A875-4133-8735-954A0D1DA116}" dt="2025-04-01T05:29:57.750" v="138" actId="14100"/>
          <ac:spMkLst>
            <pc:docMk/>
            <pc:sldMk cId="3831410099" sldId="479"/>
            <ac:spMk id="22" creationId="{9F1AEAAF-4181-115B-857C-02FD1E14653F}"/>
          </ac:spMkLst>
        </pc:spChg>
        <pc:spChg chg="add mod">
          <ac:chgData name="박미화_Y" userId="38f93cd7-6593-4fe2-9589-972eca35f8af" providerId="ADAL" clId="{3F6D12CF-A875-4133-8735-954A0D1DA116}" dt="2025-04-01T05:28:31.230" v="118" actId="1076"/>
          <ac:spMkLst>
            <pc:docMk/>
            <pc:sldMk cId="3831410099" sldId="479"/>
            <ac:spMk id="23" creationId="{87581AD2-E4FB-B14C-62FA-28162E5BBB8E}"/>
          </ac:spMkLst>
        </pc:spChg>
        <pc:spChg chg="mod">
          <ac:chgData name="박미화_Y" userId="38f93cd7-6593-4fe2-9589-972eca35f8af" providerId="ADAL" clId="{3F6D12CF-A875-4133-8735-954A0D1DA116}" dt="2025-04-01T05:28:10.621" v="107" actId="1076"/>
          <ac:spMkLst>
            <pc:docMk/>
            <pc:sldMk cId="3831410099" sldId="479"/>
            <ac:spMk id="28" creationId="{733354F7-E5E3-9FA7-9BFC-8C0BC486C2D8}"/>
          </ac:spMkLst>
        </pc:spChg>
        <pc:spChg chg="add mod">
          <ac:chgData name="박미화_Y" userId="38f93cd7-6593-4fe2-9589-972eca35f8af" providerId="ADAL" clId="{3F6D12CF-A875-4133-8735-954A0D1DA116}" dt="2025-04-01T05:29:09.370" v="128" actId="1076"/>
          <ac:spMkLst>
            <pc:docMk/>
            <pc:sldMk cId="3831410099" sldId="479"/>
            <ac:spMk id="29" creationId="{C497AF75-3BDA-01CE-7220-7C6BDC297DDD}"/>
          </ac:spMkLst>
        </pc:spChg>
        <pc:spChg chg="add mod">
          <ac:chgData name="박미화_Y" userId="38f93cd7-6593-4fe2-9589-972eca35f8af" providerId="ADAL" clId="{3F6D12CF-A875-4133-8735-954A0D1DA116}" dt="2025-04-01T05:29:28.456" v="137" actId="1036"/>
          <ac:spMkLst>
            <pc:docMk/>
            <pc:sldMk cId="3831410099" sldId="479"/>
            <ac:spMk id="30" creationId="{D3E716A2-2EB1-DD89-DE0E-308A8F112F3B}"/>
          </ac:spMkLst>
        </pc:spChg>
        <pc:spChg chg="mod">
          <ac:chgData name="박미화_Y" userId="38f93cd7-6593-4fe2-9589-972eca35f8af" providerId="ADAL" clId="{3F6D12CF-A875-4133-8735-954A0D1DA116}" dt="2025-04-01T05:29:22.598" v="131" actId="1076"/>
          <ac:spMkLst>
            <pc:docMk/>
            <pc:sldMk cId="3831410099" sldId="479"/>
            <ac:spMk id="31" creationId="{EA0A1E6E-48B1-A2AD-37E2-2032689686F0}"/>
          </ac:spMkLst>
        </pc:spChg>
        <pc:grpChg chg="mod">
          <ac:chgData name="박미화_Y" userId="38f93cd7-6593-4fe2-9589-972eca35f8af" providerId="ADAL" clId="{3F6D12CF-A875-4133-8735-954A0D1DA116}" dt="2025-04-01T05:28:46.682" v="123" actId="1076"/>
          <ac:grpSpMkLst>
            <pc:docMk/>
            <pc:sldMk cId="3831410099" sldId="479"/>
            <ac:grpSpMk id="15" creationId="{343C1F7E-4CC2-AF78-9C40-4215AD2200E5}"/>
          </ac:grpSpMkLst>
        </pc:grpChg>
        <pc:grpChg chg="mod">
          <ac:chgData name="박미화_Y" userId="38f93cd7-6593-4fe2-9589-972eca35f8af" providerId="ADAL" clId="{3F6D12CF-A875-4133-8735-954A0D1DA116}" dt="2025-04-01T05:28:39.014" v="121" actId="1076"/>
          <ac:grpSpMkLst>
            <pc:docMk/>
            <pc:sldMk cId="3831410099" sldId="479"/>
            <ac:grpSpMk id="24" creationId="{FF2371E3-509D-194E-B04C-A87CE3154456}"/>
          </ac:grpSpMkLst>
        </pc:grpChg>
        <pc:picChg chg="add mod">
          <ac:chgData name="박미화_Y" userId="38f93cd7-6593-4fe2-9589-972eca35f8af" providerId="ADAL" clId="{3F6D12CF-A875-4133-8735-954A0D1DA116}" dt="2025-04-01T05:27:53.733" v="99"/>
          <ac:picMkLst>
            <pc:docMk/>
            <pc:sldMk cId="3831410099" sldId="479"/>
            <ac:picMk id="3" creationId="{CC13C589-AE6B-DFD4-36E7-2FD7CC405FA6}"/>
          </ac:picMkLst>
        </pc:picChg>
        <pc:cxnChg chg="mod">
          <ac:chgData name="박미화_Y" userId="38f93cd7-6593-4fe2-9589-972eca35f8af" providerId="ADAL" clId="{3F6D12CF-A875-4133-8735-954A0D1DA116}" dt="2025-04-01T05:29:15.448" v="130" actId="14100"/>
          <ac:cxnSpMkLst>
            <pc:docMk/>
            <pc:sldMk cId="3831410099" sldId="479"/>
            <ac:cxnSpMk id="21" creationId="{E7343CED-2CFA-DDC5-8120-B64940145DEF}"/>
          </ac:cxnSpMkLst>
        </pc:cxnChg>
      </pc:sldChg>
      <pc:sldChg chg="addSp modSp new mod">
        <pc:chgData name="박미화_Y" userId="38f93cd7-6593-4fe2-9589-972eca35f8af" providerId="ADAL" clId="{3F6D12CF-A875-4133-8735-954A0D1DA116}" dt="2025-04-01T05:37:58.309" v="233" actId="1036"/>
        <pc:sldMkLst>
          <pc:docMk/>
          <pc:sldMk cId="500153201" sldId="480"/>
        </pc:sldMkLst>
        <pc:spChg chg="mod">
          <ac:chgData name="박미화_Y" userId="38f93cd7-6593-4fe2-9589-972eca35f8af" providerId="ADAL" clId="{3F6D12CF-A875-4133-8735-954A0D1DA116}" dt="2025-04-01T05:33:13.585" v="187" actId="20577"/>
          <ac:spMkLst>
            <pc:docMk/>
            <pc:sldMk cId="500153201" sldId="480"/>
            <ac:spMk id="4" creationId="{61927AAC-7198-4035-FA8B-6BF20975681B}"/>
          </ac:spMkLst>
        </pc:spChg>
        <pc:spChg chg="mod">
          <ac:chgData name="박미화_Y" userId="38f93cd7-6593-4fe2-9589-972eca35f8af" providerId="ADAL" clId="{3F6D12CF-A875-4133-8735-954A0D1DA116}" dt="2025-04-01T05:33:07.917" v="181" actId="20577"/>
          <ac:spMkLst>
            <pc:docMk/>
            <pc:sldMk cId="500153201" sldId="480"/>
            <ac:spMk id="5" creationId="{72CBC852-704F-A2A2-1297-62489A9E6A6E}"/>
          </ac:spMkLst>
        </pc:spChg>
        <pc:spChg chg="mod">
          <ac:chgData name="박미화_Y" userId="38f93cd7-6593-4fe2-9589-972eca35f8af" providerId="ADAL" clId="{3F6D12CF-A875-4133-8735-954A0D1DA116}" dt="2025-04-01T05:33:48.695" v="196" actId="1076"/>
          <ac:spMkLst>
            <pc:docMk/>
            <pc:sldMk cId="500153201" sldId="480"/>
            <ac:spMk id="6" creationId="{57EEFFE8-FF90-A0C4-8902-1C1FAD9419C1}"/>
          </ac:spMkLst>
        </pc:spChg>
        <pc:spChg chg="add mod">
          <ac:chgData name="박미화_Y" userId="38f93cd7-6593-4fe2-9589-972eca35f8af" providerId="ADAL" clId="{3F6D12CF-A875-4133-8735-954A0D1DA116}" dt="2025-04-01T05:33:54.300" v="197" actId="1076"/>
          <ac:spMkLst>
            <pc:docMk/>
            <pc:sldMk cId="500153201" sldId="480"/>
            <ac:spMk id="7" creationId="{8F8994E4-028D-268B-4261-8F2B43F8DCBF}"/>
          </ac:spMkLst>
        </pc:spChg>
        <pc:spChg chg="mod">
          <ac:chgData name="박미화_Y" userId="38f93cd7-6593-4fe2-9589-972eca35f8af" providerId="ADAL" clId="{3F6D12CF-A875-4133-8735-954A0D1DA116}" dt="2025-04-01T05:33:02.902" v="175"/>
          <ac:spMkLst>
            <pc:docMk/>
            <pc:sldMk cId="500153201" sldId="480"/>
            <ac:spMk id="12" creationId="{6C07DACF-099F-DF3F-0761-1A97B371B70D}"/>
          </ac:spMkLst>
        </pc:spChg>
        <pc:spChg chg="add mod">
          <ac:chgData name="박미화_Y" userId="38f93cd7-6593-4fe2-9589-972eca35f8af" providerId="ADAL" clId="{3F6D12CF-A875-4133-8735-954A0D1DA116}" dt="2025-04-01T05:33:02.902" v="175"/>
          <ac:spMkLst>
            <pc:docMk/>
            <pc:sldMk cId="500153201" sldId="480"/>
            <ac:spMk id="14" creationId="{C633F5DB-785C-8895-064E-B7212F8075E2}"/>
          </ac:spMkLst>
        </pc:spChg>
        <pc:spChg chg="mod">
          <ac:chgData name="박미화_Y" userId="38f93cd7-6593-4fe2-9589-972eca35f8af" providerId="ADAL" clId="{3F6D12CF-A875-4133-8735-954A0D1DA116}" dt="2025-04-01T05:33:02.902" v="175"/>
          <ac:spMkLst>
            <pc:docMk/>
            <pc:sldMk cId="500153201" sldId="480"/>
            <ac:spMk id="16" creationId="{ACB85525-EAC9-CD61-0708-15D70BD33DBE}"/>
          </ac:spMkLst>
        </pc:spChg>
        <pc:spChg chg="mod">
          <ac:chgData name="박미화_Y" userId="38f93cd7-6593-4fe2-9589-972eca35f8af" providerId="ADAL" clId="{3F6D12CF-A875-4133-8735-954A0D1DA116}" dt="2025-04-01T05:33:02.902" v="175"/>
          <ac:spMkLst>
            <pc:docMk/>
            <pc:sldMk cId="500153201" sldId="480"/>
            <ac:spMk id="17" creationId="{6B77183E-FD03-4BCD-53A7-6477DFF47E9B}"/>
          </ac:spMkLst>
        </pc:spChg>
        <pc:spChg chg="mod">
          <ac:chgData name="박미화_Y" userId="38f93cd7-6593-4fe2-9589-972eca35f8af" providerId="ADAL" clId="{3F6D12CF-A875-4133-8735-954A0D1DA116}" dt="2025-04-01T05:37:58.309" v="233" actId="1036"/>
          <ac:spMkLst>
            <pc:docMk/>
            <pc:sldMk cId="500153201" sldId="480"/>
            <ac:spMk id="19" creationId="{B62328D6-2799-60DD-F441-CDE1B5C8F071}"/>
          </ac:spMkLst>
        </pc:spChg>
        <pc:spChg chg="add mod">
          <ac:chgData name="박미화_Y" userId="38f93cd7-6593-4fe2-9589-972eca35f8af" providerId="ADAL" clId="{3F6D12CF-A875-4133-8735-954A0D1DA116}" dt="2025-04-01T05:37:49.242" v="223" actId="14100"/>
          <ac:spMkLst>
            <pc:docMk/>
            <pc:sldMk cId="500153201" sldId="480"/>
            <ac:spMk id="20" creationId="{3D8EDC8B-5788-77C8-01EF-65E286F91045}"/>
          </ac:spMkLst>
        </pc:spChg>
        <pc:spChg chg="mod">
          <ac:chgData name="박미화_Y" userId="38f93cd7-6593-4fe2-9589-972eca35f8af" providerId="ADAL" clId="{3F6D12CF-A875-4133-8735-954A0D1DA116}" dt="2025-04-01T05:34:01.731" v="200" actId="1076"/>
          <ac:spMkLst>
            <pc:docMk/>
            <pc:sldMk cId="500153201" sldId="480"/>
            <ac:spMk id="22" creationId="{1DC9B46B-C9E5-1E5F-BC4A-2D69EB7CEAF7}"/>
          </ac:spMkLst>
        </pc:spChg>
        <pc:spChg chg="mod">
          <ac:chgData name="박미화_Y" userId="38f93cd7-6593-4fe2-9589-972eca35f8af" providerId="ADAL" clId="{3F6D12CF-A875-4133-8735-954A0D1DA116}" dt="2025-04-01T05:37:35.337" v="216" actId="1076"/>
          <ac:spMkLst>
            <pc:docMk/>
            <pc:sldMk cId="500153201" sldId="480"/>
            <ac:spMk id="23" creationId="{F3D2935E-1554-3C82-79C3-8B34B8969B5A}"/>
          </ac:spMkLst>
        </pc:spChg>
        <pc:spChg chg="mod">
          <ac:chgData name="박미화_Y" userId="38f93cd7-6593-4fe2-9589-972eca35f8af" providerId="ADAL" clId="{3F6D12CF-A875-4133-8735-954A0D1DA116}" dt="2025-04-01T05:33:02.902" v="175"/>
          <ac:spMkLst>
            <pc:docMk/>
            <pc:sldMk cId="500153201" sldId="480"/>
            <ac:spMk id="25" creationId="{A9E1190B-8792-8E0E-1467-5087416782E5}"/>
          </ac:spMkLst>
        </pc:spChg>
        <pc:spChg chg="mod">
          <ac:chgData name="박미화_Y" userId="38f93cd7-6593-4fe2-9589-972eca35f8af" providerId="ADAL" clId="{3F6D12CF-A875-4133-8735-954A0D1DA116}" dt="2025-04-01T05:33:02.902" v="175"/>
          <ac:spMkLst>
            <pc:docMk/>
            <pc:sldMk cId="500153201" sldId="480"/>
            <ac:spMk id="27" creationId="{BD2BEC9A-09E8-F866-43C1-91E961640394}"/>
          </ac:spMkLst>
        </pc:spChg>
        <pc:spChg chg="mod">
          <ac:chgData name="박미화_Y" userId="38f93cd7-6593-4fe2-9589-972eca35f8af" providerId="ADAL" clId="{3F6D12CF-A875-4133-8735-954A0D1DA116}" dt="2025-04-01T05:37:41.200" v="219" actId="1076"/>
          <ac:spMkLst>
            <pc:docMk/>
            <pc:sldMk cId="500153201" sldId="480"/>
            <ac:spMk id="28" creationId="{18289AB0-13CA-B70C-DF07-FCF8F2E62868}"/>
          </ac:spMkLst>
        </pc:spChg>
        <pc:spChg chg="add mod">
          <ac:chgData name="박미화_Y" userId="38f93cd7-6593-4fe2-9589-972eca35f8af" providerId="ADAL" clId="{3F6D12CF-A875-4133-8735-954A0D1DA116}" dt="2025-04-01T05:34:09.242" v="202" actId="1076"/>
          <ac:spMkLst>
            <pc:docMk/>
            <pc:sldMk cId="500153201" sldId="480"/>
            <ac:spMk id="29" creationId="{22FAF2A8-50D9-6AE3-F1E0-E267A7FCBC4A}"/>
          </ac:spMkLst>
        </pc:spChg>
        <pc:spChg chg="mod">
          <ac:chgData name="박미화_Y" userId="38f93cd7-6593-4fe2-9589-972eca35f8af" providerId="ADAL" clId="{3F6D12CF-A875-4133-8735-954A0D1DA116}" dt="2025-04-01T05:37:39.386" v="218" actId="1076"/>
          <ac:spMkLst>
            <pc:docMk/>
            <pc:sldMk cId="500153201" sldId="480"/>
            <ac:spMk id="30" creationId="{4CD83980-CB47-82CF-D43B-DD063941F64C}"/>
          </ac:spMkLst>
        </pc:spChg>
        <pc:spChg chg="add mod">
          <ac:chgData name="박미화_Y" userId="38f93cd7-6593-4fe2-9589-972eca35f8af" providerId="ADAL" clId="{3F6D12CF-A875-4133-8735-954A0D1DA116}" dt="2025-04-01T05:37:36.802" v="217" actId="1076"/>
          <ac:spMkLst>
            <pc:docMk/>
            <pc:sldMk cId="500153201" sldId="480"/>
            <ac:spMk id="31" creationId="{F4AD4570-7C28-1176-A30F-FB5229A451A4}"/>
          </ac:spMkLst>
        </pc:spChg>
        <pc:grpChg chg="mod">
          <ac:chgData name="박미화_Y" userId="38f93cd7-6593-4fe2-9589-972eca35f8af" providerId="ADAL" clId="{3F6D12CF-A875-4133-8735-954A0D1DA116}" dt="2025-04-01T05:33:26.597" v="192" actId="1076"/>
          <ac:grpSpMkLst>
            <pc:docMk/>
            <pc:sldMk cId="500153201" sldId="480"/>
            <ac:grpSpMk id="15" creationId="{0C09D268-E190-24FF-1547-FA9413B55914}"/>
          </ac:grpSpMkLst>
        </pc:grpChg>
        <pc:grpChg chg="mod">
          <ac:chgData name="박미화_Y" userId="38f93cd7-6593-4fe2-9589-972eca35f8af" providerId="ADAL" clId="{3F6D12CF-A875-4133-8735-954A0D1DA116}" dt="2025-04-01T05:33:36.595" v="195" actId="1076"/>
          <ac:grpSpMkLst>
            <pc:docMk/>
            <pc:sldMk cId="500153201" sldId="480"/>
            <ac:grpSpMk id="24" creationId="{54364D98-6F7D-CDD7-EA71-BF9B397B15B3}"/>
          </ac:grpSpMkLst>
        </pc:grpChg>
        <pc:picChg chg="add mod">
          <ac:chgData name="박미화_Y" userId="38f93cd7-6593-4fe2-9589-972eca35f8af" providerId="ADAL" clId="{3F6D12CF-A875-4133-8735-954A0D1DA116}" dt="2025-04-01T05:33:24.065" v="191" actId="1076"/>
          <ac:picMkLst>
            <pc:docMk/>
            <pc:sldMk cId="500153201" sldId="480"/>
            <ac:picMk id="3" creationId="{BAA051F9-F583-7F81-F11E-CDB9456B742A}"/>
          </ac:picMkLst>
        </pc:picChg>
        <pc:cxnChg chg="mod">
          <ac:chgData name="박미화_Y" userId="38f93cd7-6593-4fe2-9589-972eca35f8af" providerId="ADAL" clId="{3F6D12CF-A875-4133-8735-954A0D1DA116}" dt="2025-04-01T05:34:04.689" v="201" actId="1076"/>
          <ac:cxnSpMkLst>
            <pc:docMk/>
            <pc:sldMk cId="500153201" sldId="480"/>
            <ac:cxnSpMk id="21" creationId="{FC80D5DE-8C90-E67A-EE2B-883BCB91F3AD}"/>
          </ac:cxnSpMkLst>
        </pc:cxnChg>
      </pc:sldChg>
      <pc:sldChg chg="addSp delSp modSp add mod">
        <pc:chgData name="박미화_Y" userId="38f93cd7-6593-4fe2-9589-972eca35f8af" providerId="ADAL" clId="{3F6D12CF-A875-4133-8735-954A0D1DA116}" dt="2025-04-01T05:27:06.096" v="86" actId="1037"/>
        <pc:sldMkLst>
          <pc:docMk/>
          <pc:sldMk cId="488754796" sldId="481"/>
        </pc:sldMkLst>
        <pc:spChg chg="add mod">
          <ac:chgData name="박미화_Y" userId="38f93cd7-6593-4fe2-9589-972eca35f8af" providerId="ADAL" clId="{3F6D12CF-A875-4133-8735-954A0D1DA116}" dt="2025-04-01T05:26:50.099" v="75" actId="20577"/>
          <ac:spMkLst>
            <pc:docMk/>
            <pc:sldMk cId="488754796" sldId="481"/>
            <ac:spMk id="2" creationId="{76EE4358-C567-219B-4428-F3AB1EE38E7C}"/>
          </ac:spMkLst>
        </pc:spChg>
        <pc:spChg chg="add mod">
          <ac:chgData name="박미화_Y" userId="38f93cd7-6593-4fe2-9589-972eca35f8af" providerId="ADAL" clId="{3F6D12CF-A875-4133-8735-954A0D1DA116}" dt="2025-04-01T05:27:06.096" v="86" actId="1037"/>
          <ac:spMkLst>
            <pc:docMk/>
            <pc:sldMk cId="488754796" sldId="481"/>
            <ac:spMk id="32" creationId="{7653C12F-50A5-2270-277C-49E6A9DD0F9E}"/>
          </ac:spMkLst>
        </pc:spChg>
        <pc:spChg chg="add mod">
          <ac:chgData name="박미화_Y" userId="38f93cd7-6593-4fe2-9589-972eca35f8af" providerId="ADAL" clId="{3F6D12CF-A875-4133-8735-954A0D1DA116}" dt="2025-04-01T05:26:58.896" v="78" actId="1076"/>
          <ac:spMkLst>
            <pc:docMk/>
            <pc:sldMk cId="488754796" sldId="481"/>
            <ac:spMk id="33" creationId="{AB97DFF1-0139-4675-0DA1-407B8208CA54}"/>
          </ac:spMkLst>
        </pc:spChg>
        <pc:spChg chg="mod">
          <ac:chgData name="박미화_Y" userId="38f93cd7-6593-4fe2-9589-972eca35f8af" providerId="ADAL" clId="{3F6D12CF-A875-4133-8735-954A0D1DA116}" dt="2025-04-01T05:26:46.255" v="70"/>
          <ac:spMkLst>
            <pc:docMk/>
            <pc:sldMk cId="488754796" sldId="481"/>
            <ac:spMk id="35" creationId="{F455CD95-1371-094F-5228-A387C54D1639}"/>
          </ac:spMkLst>
        </pc:spChg>
        <pc:spChg chg="mod">
          <ac:chgData name="박미화_Y" userId="38f93cd7-6593-4fe2-9589-972eca35f8af" providerId="ADAL" clId="{3F6D12CF-A875-4133-8735-954A0D1DA116}" dt="2025-04-01T05:26:46.255" v="70"/>
          <ac:spMkLst>
            <pc:docMk/>
            <pc:sldMk cId="488754796" sldId="481"/>
            <ac:spMk id="36" creationId="{D06DFAB6-2793-1759-13F0-6F0A0BA3A574}"/>
          </ac:spMkLst>
        </pc:spChg>
        <pc:spChg chg="mod">
          <ac:chgData name="박미화_Y" userId="38f93cd7-6593-4fe2-9589-972eca35f8af" providerId="ADAL" clId="{3F6D12CF-A875-4133-8735-954A0D1DA116}" dt="2025-04-01T05:26:46.255" v="70"/>
          <ac:spMkLst>
            <pc:docMk/>
            <pc:sldMk cId="488754796" sldId="481"/>
            <ac:spMk id="39" creationId="{D9D229C2-D38A-37DF-A307-74BF3F1869B5}"/>
          </ac:spMkLst>
        </pc:spChg>
        <pc:spChg chg="mod">
          <ac:chgData name="박미화_Y" userId="38f93cd7-6593-4fe2-9589-972eca35f8af" providerId="ADAL" clId="{3F6D12CF-A875-4133-8735-954A0D1DA116}" dt="2025-04-01T05:26:46.255" v="70"/>
          <ac:spMkLst>
            <pc:docMk/>
            <pc:sldMk cId="488754796" sldId="481"/>
            <ac:spMk id="41" creationId="{9CC925C9-2A46-B212-2883-647C9E27D61F}"/>
          </ac:spMkLst>
        </pc:spChg>
        <pc:spChg chg="mod">
          <ac:chgData name="박미화_Y" userId="38f93cd7-6593-4fe2-9589-972eca35f8af" providerId="ADAL" clId="{3F6D12CF-A875-4133-8735-954A0D1DA116}" dt="2025-04-01T05:26:46.255" v="70"/>
          <ac:spMkLst>
            <pc:docMk/>
            <pc:sldMk cId="488754796" sldId="481"/>
            <ac:spMk id="42" creationId="{2AA3FA80-6E30-AE01-63B2-9E9DBB52EB71}"/>
          </ac:spMkLst>
        </pc:spChg>
        <pc:spChg chg="mod">
          <ac:chgData name="박미화_Y" userId="38f93cd7-6593-4fe2-9589-972eca35f8af" providerId="ADAL" clId="{3F6D12CF-A875-4133-8735-954A0D1DA116}" dt="2025-04-01T05:26:46.255" v="70"/>
          <ac:spMkLst>
            <pc:docMk/>
            <pc:sldMk cId="488754796" sldId="481"/>
            <ac:spMk id="43" creationId="{009D2DC1-7FDB-31C7-1E3D-96FD8DF29167}"/>
          </ac:spMkLst>
        </pc:spChg>
        <pc:spChg chg="mod">
          <ac:chgData name="박미화_Y" userId="38f93cd7-6593-4fe2-9589-972eca35f8af" providerId="ADAL" clId="{3F6D12CF-A875-4133-8735-954A0D1DA116}" dt="2025-04-01T05:26:46.255" v="70"/>
          <ac:spMkLst>
            <pc:docMk/>
            <pc:sldMk cId="488754796" sldId="481"/>
            <ac:spMk id="44" creationId="{9326D41F-97AB-F077-C181-32AC6AEBC881}"/>
          </ac:spMkLst>
        </pc:spChg>
        <pc:grpChg chg="mod">
          <ac:chgData name="박미화_Y" userId="38f93cd7-6593-4fe2-9589-972eca35f8af" providerId="ADAL" clId="{3F6D12CF-A875-4133-8735-954A0D1DA116}" dt="2025-04-01T05:26:56.424" v="77" actId="1076"/>
          <ac:grpSpMkLst>
            <pc:docMk/>
            <pc:sldMk cId="488754796" sldId="481"/>
            <ac:grpSpMk id="34" creationId="{CD0BFEF3-3178-AEC5-A263-056A6D9642CF}"/>
          </ac:grpSpMkLst>
        </pc:grpChg>
        <pc:grpChg chg="mod">
          <ac:chgData name="박미화_Y" userId="38f93cd7-6593-4fe2-9589-972eca35f8af" providerId="ADAL" clId="{3F6D12CF-A875-4133-8735-954A0D1DA116}" dt="2025-04-01T05:26:54.101" v="76" actId="1076"/>
          <ac:grpSpMkLst>
            <pc:docMk/>
            <pc:sldMk cId="488754796" sldId="481"/>
            <ac:grpSpMk id="37" creationId="{0F479CA9-9E80-6D7C-DDCF-3E2CB2275A16}"/>
          </ac:grpSpMkLst>
        </pc:grpChg>
      </pc:sldChg>
      <pc:sldChg chg="addSp delSp modSp add mod">
        <pc:chgData name="박미화_Y" userId="38f93cd7-6593-4fe2-9589-972eca35f8af" providerId="ADAL" clId="{3F6D12CF-A875-4133-8735-954A0D1DA116}" dt="2025-04-01T05:27:39.940" v="96" actId="14100"/>
        <pc:sldMkLst>
          <pc:docMk/>
          <pc:sldMk cId="2850382409" sldId="482"/>
        </pc:sldMkLst>
        <pc:spChg chg="add mod">
          <ac:chgData name="박미화_Y" userId="38f93cd7-6593-4fe2-9589-972eca35f8af" providerId="ADAL" clId="{3F6D12CF-A875-4133-8735-954A0D1DA116}" dt="2025-04-01T05:27:29.734" v="92" actId="20577"/>
          <ac:spMkLst>
            <pc:docMk/>
            <pc:sldMk cId="2850382409" sldId="482"/>
            <ac:spMk id="5" creationId="{5779F384-98DD-BB09-F54D-7348633D6F9F}"/>
          </ac:spMkLst>
        </pc:spChg>
        <pc:spChg chg="add mod">
          <ac:chgData name="박미화_Y" userId="38f93cd7-6593-4fe2-9589-972eca35f8af" providerId="ADAL" clId="{3F6D12CF-A875-4133-8735-954A0D1DA116}" dt="2025-04-01T05:27:33.477" v="93" actId="1076"/>
          <ac:spMkLst>
            <pc:docMk/>
            <pc:sldMk cId="2850382409" sldId="482"/>
            <ac:spMk id="45" creationId="{5A728D69-C11B-BEAF-87B7-7DE0CDEF42E6}"/>
          </ac:spMkLst>
        </pc:spChg>
        <pc:spChg chg="add mod">
          <ac:chgData name="박미화_Y" userId="38f93cd7-6593-4fe2-9589-972eca35f8af" providerId="ADAL" clId="{3F6D12CF-A875-4133-8735-954A0D1DA116}" dt="2025-04-01T05:27:35.752" v="94" actId="1076"/>
          <ac:spMkLst>
            <pc:docMk/>
            <pc:sldMk cId="2850382409" sldId="482"/>
            <ac:spMk id="46" creationId="{EC45C1AF-3D1A-ABFA-C2A9-7C2AD3B6AC4D}"/>
          </ac:spMkLst>
        </pc:spChg>
        <pc:cxnChg chg="add mod">
          <ac:chgData name="박미화_Y" userId="38f93cd7-6593-4fe2-9589-972eca35f8af" providerId="ADAL" clId="{3F6D12CF-A875-4133-8735-954A0D1DA116}" dt="2025-04-01T05:27:39.940" v="96" actId="14100"/>
          <ac:cxnSpMkLst>
            <pc:docMk/>
            <pc:sldMk cId="2850382409" sldId="482"/>
            <ac:cxnSpMk id="47" creationId="{D1048C1B-299E-FEE8-C26C-5E1EDAE6DFD4}"/>
          </ac:cxnSpMkLst>
        </pc:cxnChg>
      </pc:sldChg>
      <pc:sldChg chg="addSp delSp modSp add mod">
        <pc:chgData name="박미화_Y" userId="38f93cd7-6593-4fe2-9589-972eca35f8af" providerId="ADAL" clId="{3F6D12CF-A875-4133-8735-954A0D1DA116}" dt="2025-04-01T05:30:59.969" v="152" actId="1076"/>
        <pc:sldMkLst>
          <pc:docMk/>
          <pc:sldMk cId="3923160529" sldId="483"/>
        </pc:sldMkLst>
        <pc:spChg chg="add mod">
          <ac:chgData name="박미화_Y" userId="38f93cd7-6593-4fe2-9589-972eca35f8af" providerId="ADAL" clId="{3F6D12CF-A875-4133-8735-954A0D1DA116}" dt="2025-04-01T05:30:40.508" v="141"/>
          <ac:spMkLst>
            <pc:docMk/>
            <pc:sldMk cId="3923160529" sldId="483"/>
            <ac:spMk id="2" creationId="{96AE15A9-F140-4879-BEB9-4E9F8DF99DB9}"/>
          </ac:spMkLst>
        </pc:spChg>
        <pc:spChg chg="add mod">
          <ac:chgData name="박미화_Y" userId="38f93cd7-6593-4fe2-9589-972eca35f8af" providerId="ADAL" clId="{3F6D12CF-A875-4133-8735-954A0D1DA116}" dt="2025-04-01T05:30:59.969" v="152" actId="1076"/>
          <ac:spMkLst>
            <pc:docMk/>
            <pc:sldMk cId="3923160529" sldId="483"/>
            <ac:spMk id="32" creationId="{FCC46B05-24BA-512B-72F4-892950CBBDC6}"/>
          </ac:spMkLst>
        </pc:spChg>
        <pc:spChg chg="add mod">
          <ac:chgData name="박미화_Y" userId="38f93cd7-6593-4fe2-9589-972eca35f8af" providerId="ADAL" clId="{3F6D12CF-A875-4133-8735-954A0D1DA116}" dt="2025-04-01T05:30:46.511" v="143" actId="1076"/>
          <ac:spMkLst>
            <pc:docMk/>
            <pc:sldMk cId="3923160529" sldId="483"/>
            <ac:spMk id="33" creationId="{48A385E6-937F-9A07-9FFB-A63A5CA13B42}"/>
          </ac:spMkLst>
        </pc:spChg>
        <pc:spChg chg="mod">
          <ac:chgData name="박미화_Y" userId="38f93cd7-6593-4fe2-9589-972eca35f8af" providerId="ADAL" clId="{3F6D12CF-A875-4133-8735-954A0D1DA116}" dt="2025-04-01T05:30:40.508" v="141"/>
          <ac:spMkLst>
            <pc:docMk/>
            <pc:sldMk cId="3923160529" sldId="483"/>
            <ac:spMk id="35" creationId="{C5C8B242-5D53-C904-B450-EFFDADFD50A6}"/>
          </ac:spMkLst>
        </pc:spChg>
        <pc:spChg chg="mod">
          <ac:chgData name="박미화_Y" userId="38f93cd7-6593-4fe2-9589-972eca35f8af" providerId="ADAL" clId="{3F6D12CF-A875-4133-8735-954A0D1DA116}" dt="2025-04-01T05:30:40.508" v="141"/>
          <ac:spMkLst>
            <pc:docMk/>
            <pc:sldMk cId="3923160529" sldId="483"/>
            <ac:spMk id="36" creationId="{4245AED6-3809-16FC-4FA2-1FD39C51F34F}"/>
          </ac:spMkLst>
        </pc:spChg>
        <pc:spChg chg="mod">
          <ac:chgData name="박미화_Y" userId="38f93cd7-6593-4fe2-9589-972eca35f8af" providerId="ADAL" clId="{3F6D12CF-A875-4133-8735-954A0D1DA116}" dt="2025-04-01T05:30:40.508" v="141"/>
          <ac:spMkLst>
            <pc:docMk/>
            <pc:sldMk cId="3923160529" sldId="483"/>
            <ac:spMk id="39" creationId="{1CE0B4C7-03B3-B1CE-D4D4-2A6E9171C066}"/>
          </ac:spMkLst>
        </pc:spChg>
        <pc:spChg chg="mod">
          <ac:chgData name="박미화_Y" userId="38f93cd7-6593-4fe2-9589-972eca35f8af" providerId="ADAL" clId="{3F6D12CF-A875-4133-8735-954A0D1DA116}" dt="2025-04-01T05:30:40.508" v="141"/>
          <ac:spMkLst>
            <pc:docMk/>
            <pc:sldMk cId="3923160529" sldId="483"/>
            <ac:spMk id="41" creationId="{C805A2BE-0CC2-34A7-D804-338800AFC273}"/>
          </ac:spMkLst>
        </pc:spChg>
        <pc:spChg chg="mod">
          <ac:chgData name="박미화_Y" userId="38f93cd7-6593-4fe2-9589-972eca35f8af" providerId="ADAL" clId="{3F6D12CF-A875-4133-8735-954A0D1DA116}" dt="2025-04-01T05:30:40.508" v="141"/>
          <ac:spMkLst>
            <pc:docMk/>
            <pc:sldMk cId="3923160529" sldId="483"/>
            <ac:spMk id="42" creationId="{C6DBBE1B-8983-B628-D91F-7B127E4F8723}"/>
          </ac:spMkLst>
        </pc:spChg>
        <pc:spChg chg="mod">
          <ac:chgData name="박미화_Y" userId="38f93cd7-6593-4fe2-9589-972eca35f8af" providerId="ADAL" clId="{3F6D12CF-A875-4133-8735-954A0D1DA116}" dt="2025-04-01T05:30:40.508" v="141"/>
          <ac:spMkLst>
            <pc:docMk/>
            <pc:sldMk cId="3923160529" sldId="483"/>
            <ac:spMk id="43" creationId="{D63D64FD-9932-4232-8BC9-A59FC6B56253}"/>
          </ac:spMkLst>
        </pc:spChg>
        <pc:spChg chg="mod">
          <ac:chgData name="박미화_Y" userId="38f93cd7-6593-4fe2-9589-972eca35f8af" providerId="ADAL" clId="{3F6D12CF-A875-4133-8735-954A0D1DA116}" dt="2025-04-01T05:30:40.508" v="141"/>
          <ac:spMkLst>
            <pc:docMk/>
            <pc:sldMk cId="3923160529" sldId="483"/>
            <ac:spMk id="44" creationId="{720EFD7B-3B1C-7EF3-9B6C-556565930E61}"/>
          </ac:spMkLst>
        </pc:spChg>
        <pc:grpChg chg="mod">
          <ac:chgData name="박미화_Y" userId="38f93cd7-6593-4fe2-9589-972eca35f8af" providerId="ADAL" clId="{3F6D12CF-A875-4133-8735-954A0D1DA116}" dt="2025-04-01T05:30:51.682" v="149" actId="1035"/>
          <ac:grpSpMkLst>
            <pc:docMk/>
            <pc:sldMk cId="3923160529" sldId="483"/>
            <ac:grpSpMk id="34" creationId="{856D488D-4C6D-A90C-622F-ADED0EDEA4AA}"/>
          </ac:grpSpMkLst>
        </pc:grpChg>
        <pc:grpChg chg="mod">
          <ac:chgData name="박미화_Y" userId="38f93cd7-6593-4fe2-9589-972eca35f8af" providerId="ADAL" clId="{3F6D12CF-A875-4133-8735-954A0D1DA116}" dt="2025-04-01T05:30:43.907" v="142" actId="1076"/>
          <ac:grpSpMkLst>
            <pc:docMk/>
            <pc:sldMk cId="3923160529" sldId="483"/>
            <ac:grpSpMk id="37" creationId="{30D61C12-251A-5736-72CA-59699F99D234}"/>
          </ac:grpSpMkLst>
        </pc:grpChg>
      </pc:sldChg>
      <pc:sldChg chg="addSp delSp modSp add mod">
        <pc:chgData name="박미화_Y" userId="38f93cd7-6593-4fe2-9589-972eca35f8af" providerId="ADAL" clId="{3F6D12CF-A875-4133-8735-954A0D1DA116}" dt="2025-04-01T05:31:59.778" v="169" actId="14100"/>
        <pc:sldMkLst>
          <pc:docMk/>
          <pc:sldMk cId="3798190585" sldId="484"/>
        </pc:sldMkLst>
        <pc:spChg chg="add mod">
          <ac:chgData name="박미화_Y" userId="38f93cd7-6593-4fe2-9589-972eca35f8af" providerId="ADAL" clId="{3F6D12CF-A875-4133-8735-954A0D1DA116}" dt="2025-04-01T05:31:42.185" v="159" actId="20577"/>
          <ac:spMkLst>
            <pc:docMk/>
            <pc:sldMk cId="3798190585" sldId="484"/>
            <ac:spMk id="5" creationId="{F77513CE-5BDB-B91F-D23B-7AAC2B1C65BB}"/>
          </ac:spMkLst>
        </pc:spChg>
        <pc:spChg chg="add mod">
          <ac:chgData name="박미화_Y" userId="38f93cd7-6593-4fe2-9589-972eca35f8af" providerId="ADAL" clId="{3F6D12CF-A875-4133-8735-954A0D1DA116}" dt="2025-04-01T05:31:45.193" v="160" actId="1076"/>
          <ac:spMkLst>
            <pc:docMk/>
            <pc:sldMk cId="3798190585" sldId="484"/>
            <ac:spMk id="45" creationId="{BBE84011-2B3A-2080-680D-487CA6F8F179}"/>
          </ac:spMkLst>
        </pc:spChg>
        <pc:spChg chg="add mod">
          <ac:chgData name="박미화_Y" userId="38f93cd7-6593-4fe2-9589-972eca35f8af" providerId="ADAL" clId="{3F6D12CF-A875-4133-8735-954A0D1DA116}" dt="2025-04-01T05:31:50.824" v="166" actId="1036"/>
          <ac:spMkLst>
            <pc:docMk/>
            <pc:sldMk cId="3798190585" sldId="484"/>
            <ac:spMk id="46" creationId="{3089813B-4542-A0C8-9468-000A49BBB753}"/>
          </ac:spMkLst>
        </pc:spChg>
        <pc:cxnChg chg="add mod">
          <ac:chgData name="박미화_Y" userId="38f93cd7-6593-4fe2-9589-972eca35f8af" providerId="ADAL" clId="{3F6D12CF-A875-4133-8735-954A0D1DA116}" dt="2025-04-01T05:31:59.778" v="169" actId="14100"/>
          <ac:cxnSpMkLst>
            <pc:docMk/>
            <pc:sldMk cId="3798190585" sldId="484"/>
            <ac:cxnSpMk id="47" creationId="{3DC67F8B-51A3-B9E7-073B-09C69CBD3DFC}"/>
          </ac:cxnSpMkLst>
        </pc:cxnChg>
      </pc:sldChg>
      <pc:sldChg chg="addSp delSp modSp add mod">
        <pc:chgData name="박미화_Y" userId="38f93cd7-6593-4fe2-9589-972eca35f8af" providerId="ADAL" clId="{3F6D12CF-A875-4133-8735-954A0D1DA116}" dt="2025-04-01T05:38:38.170" v="253" actId="1076"/>
        <pc:sldMkLst>
          <pc:docMk/>
          <pc:sldMk cId="2267768845" sldId="485"/>
        </pc:sldMkLst>
        <pc:spChg chg="add mod">
          <ac:chgData name="박미화_Y" userId="38f93cd7-6593-4fe2-9589-972eca35f8af" providerId="ADAL" clId="{3F6D12CF-A875-4133-8735-954A0D1DA116}" dt="2025-04-01T05:38:20.689" v="245" actId="20577"/>
          <ac:spMkLst>
            <pc:docMk/>
            <pc:sldMk cId="2267768845" sldId="485"/>
            <ac:spMk id="2" creationId="{98C4DC2A-17B0-4ADD-AB81-35CC28232E77}"/>
          </ac:spMkLst>
        </pc:spChg>
        <pc:spChg chg="mod">
          <ac:chgData name="박미화_Y" userId="38f93cd7-6593-4fe2-9589-972eca35f8af" providerId="ADAL" clId="{3F6D12CF-A875-4133-8735-954A0D1DA116}" dt="2025-04-01T05:36:01.474" v="210" actId="14100"/>
          <ac:spMkLst>
            <pc:docMk/>
            <pc:sldMk cId="2267768845" sldId="485"/>
            <ac:spMk id="19" creationId="{B59C3632-A5DB-8887-76CB-2AF2989347E2}"/>
          </ac:spMkLst>
        </pc:spChg>
        <pc:spChg chg="mod">
          <ac:chgData name="박미화_Y" userId="38f93cd7-6593-4fe2-9589-972eca35f8af" providerId="ADAL" clId="{3F6D12CF-A875-4133-8735-954A0D1DA116}" dt="2025-04-01T05:36:16.684" v="215" actId="14100"/>
          <ac:spMkLst>
            <pc:docMk/>
            <pc:sldMk cId="2267768845" sldId="485"/>
            <ac:spMk id="20" creationId="{4166760F-4464-D88E-7193-71F7E39398CC}"/>
          </ac:spMkLst>
        </pc:spChg>
        <pc:spChg chg="mod">
          <ac:chgData name="박미화_Y" userId="38f93cd7-6593-4fe2-9589-972eca35f8af" providerId="ADAL" clId="{3F6D12CF-A875-4133-8735-954A0D1DA116}" dt="2025-04-01T05:35:51.539" v="206" actId="1076"/>
          <ac:spMkLst>
            <pc:docMk/>
            <pc:sldMk cId="2267768845" sldId="485"/>
            <ac:spMk id="23" creationId="{EFF27421-4392-6268-E4C8-23AFD3240854}"/>
          </ac:spMkLst>
        </pc:spChg>
        <pc:spChg chg="mod">
          <ac:chgData name="박미화_Y" userId="38f93cd7-6593-4fe2-9589-972eca35f8af" providerId="ADAL" clId="{3F6D12CF-A875-4133-8735-954A0D1DA116}" dt="2025-04-01T05:38:05.141" v="237" actId="1035"/>
          <ac:spMkLst>
            <pc:docMk/>
            <pc:sldMk cId="2267768845" sldId="485"/>
            <ac:spMk id="28" creationId="{D62D8B8A-894E-7ABA-4B2C-7318C983EDD1}"/>
          </ac:spMkLst>
        </pc:spChg>
        <pc:spChg chg="mod">
          <ac:chgData name="박미화_Y" userId="38f93cd7-6593-4fe2-9589-972eca35f8af" providerId="ADAL" clId="{3F6D12CF-A875-4133-8735-954A0D1DA116}" dt="2025-04-01T05:35:45.878" v="204" actId="1076"/>
          <ac:spMkLst>
            <pc:docMk/>
            <pc:sldMk cId="2267768845" sldId="485"/>
            <ac:spMk id="30" creationId="{2EE5AAE3-BF77-2C66-0B38-430F647A7414}"/>
          </ac:spMkLst>
        </pc:spChg>
        <pc:spChg chg="mod">
          <ac:chgData name="박미화_Y" userId="38f93cd7-6593-4fe2-9589-972eca35f8af" providerId="ADAL" clId="{3F6D12CF-A875-4133-8735-954A0D1DA116}" dt="2025-04-01T05:35:48.297" v="205" actId="1076"/>
          <ac:spMkLst>
            <pc:docMk/>
            <pc:sldMk cId="2267768845" sldId="485"/>
            <ac:spMk id="31" creationId="{E0F84F0B-CD44-0EF7-CF28-47AB7F7DD01B}"/>
          </ac:spMkLst>
        </pc:spChg>
        <pc:spChg chg="add mod">
          <ac:chgData name="박미화_Y" userId="38f93cd7-6593-4fe2-9589-972eca35f8af" providerId="ADAL" clId="{3F6D12CF-A875-4133-8735-954A0D1DA116}" dt="2025-04-01T05:38:29.341" v="249" actId="1076"/>
          <ac:spMkLst>
            <pc:docMk/>
            <pc:sldMk cId="2267768845" sldId="485"/>
            <ac:spMk id="32" creationId="{CA1773FE-CA1A-D449-192C-0936F79498EC}"/>
          </ac:spMkLst>
        </pc:spChg>
        <pc:spChg chg="add mod">
          <ac:chgData name="박미화_Y" userId="38f93cd7-6593-4fe2-9589-972eca35f8af" providerId="ADAL" clId="{3F6D12CF-A875-4133-8735-954A0D1DA116}" dt="2025-04-01T05:38:23.816" v="246" actId="1076"/>
          <ac:spMkLst>
            <pc:docMk/>
            <pc:sldMk cId="2267768845" sldId="485"/>
            <ac:spMk id="33" creationId="{4436340A-4EB6-A9DD-91FF-82759D9DF63D}"/>
          </ac:spMkLst>
        </pc:spChg>
        <pc:spChg chg="mod">
          <ac:chgData name="박미화_Y" userId="38f93cd7-6593-4fe2-9589-972eca35f8af" providerId="ADAL" clId="{3F6D12CF-A875-4133-8735-954A0D1DA116}" dt="2025-04-01T05:38:17.157" v="239"/>
          <ac:spMkLst>
            <pc:docMk/>
            <pc:sldMk cId="2267768845" sldId="485"/>
            <ac:spMk id="35" creationId="{A9F80D02-8B64-4A7C-104D-F5D1CFEE3EE2}"/>
          </ac:spMkLst>
        </pc:spChg>
        <pc:spChg chg="mod">
          <ac:chgData name="박미화_Y" userId="38f93cd7-6593-4fe2-9589-972eca35f8af" providerId="ADAL" clId="{3F6D12CF-A875-4133-8735-954A0D1DA116}" dt="2025-04-01T05:38:17.157" v="239"/>
          <ac:spMkLst>
            <pc:docMk/>
            <pc:sldMk cId="2267768845" sldId="485"/>
            <ac:spMk id="36" creationId="{BD217414-2F8D-E110-45B5-0D64DA8328C2}"/>
          </ac:spMkLst>
        </pc:spChg>
        <pc:spChg chg="mod">
          <ac:chgData name="박미화_Y" userId="38f93cd7-6593-4fe2-9589-972eca35f8af" providerId="ADAL" clId="{3F6D12CF-A875-4133-8735-954A0D1DA116}" dt="2025-04-01T05:38:17.157" v="239"/>
          <ac:spMkLst>
            <pc:docMk/>
            <pc:sldMk cId="2267768845" sldId="485"/>
            <ac:spMk id="39" creationId="{56D24AC7-06CA-8229-A194-0FD16162EA5C}"/>
          </ac:spMkLst>
        </pc:spChg>
        <pc:spChg chg="mod">
          <ac:chgData name="박미화_Y" userId="38f93cd7-6593-4fe2-9589-972eca35f8af" providerId="ADAL" clId="{3F6D12CF-A875-4133-8735-954A0D1DA116}" dt="2025-04-01T05:38:17.157" v="239"/>
          <ac:spMkLst>
            <pc:docMk/>
            <pc:sldMk cId="2267768845" sldId="485"/>
            <ac:spMk id="41" creationId="{CEED05C1-3AC8-D3A7-0E16-D9DFD50F5300}"/>
          </ac:spMkLst>
        </pc:spChg>
        <pc:spChg chg="mod">
          <ac:chgData name="박미화_Y" userId="38f93cd7-6593-4fe2-9589-972eca35f8af" providerId="ADAL" clId="{3F6D12CF-A875-4133-8735-954A0D1DA116}" dt="2025-04-01T05:38:17.157" v="239"/>
          <ac:spMkLst>
            <pc:docMk/>
            <pc:sldMk cId="2267768845" sldId="485"/>
            <ac:spMk id="42" creationId="{1478048E-4521-CF67-1A24-BA4DA788BA8A}"/>
          </ac:spMkLst>
        </pc:spChg>
        <pc:spChg chg="mod">
          <ac:chgData name="박미화_Y" userId="38f93cd7-6593-4fe2-9589-972eca35f8af" providerId="ADAL" clId="{3F6D12CF-A875-4133-8735-954A0D1DA116}" dt="2025-04-01T05:38:17.157" v="239"/>
          <ac:spMkLst>
            <pc:docMk/>
            <pc:sldMk cId="2267768845" sldId="485"/>
            <ac:spMk id="43" creationId="{E0D9B3DE-EFC5-2981-F97C-905081D920E8}"/>
          </ac:spMkLst>
        </pc:spChg>
        <pc:spChg chg="mod">
          <ac:chgData name="박미화_Y" userId="38f93cd7-6593-4fe2-9589-972eca35f8af" providerId="ADAL" clId="{3F6D12CF-A875-4133-8735-954A0D1DA116}" dt="2025-04-01T05:38:17.157" v="239"/>
          <ac:spMkLst>
            <pc:docMk/>
            <pc:sldMk cId="2267768845" sldId="485"/>
            <ac:spMk id="44" creationId="{78FD6FE1-A0A2-0C12-E9CD-CF83C2540BB7}"/>
          </ac:spMkLst>
        </pc:spChg>
        <pc:grpChg chg="mod">
          <ac:chgData name="박미화_Y" userId="38f93cd7-6593-4fe2-9589-972eca35f8af" providerId="ADAL" clId="{3F6D12CF-A875-4133-8735-954A0D1DA116}" dt="2025-04-01T05:38:34.608" v="252" actId="1076"/>
          <ac:grpSpMkLst>
            <pc:docMk/>
            <pc:sldMk cId="2267768845" sldId="485"/>
            <ac:grpSpMk id="34" creationId="{86D103A1-3928-341A-1A2F-2F5A85CEDA5C}"/>
          </ac:grpSpMkLst>
        </pc:grpChg>
        <pc:grpChg chg="mod">
          <ac:chgData name="박미화_Y" userId="38f93cd7-6593-4fe2-9589-972eca35f8af" providerId="ADAL" clId="{3F6D12CF-A875-4133-8735-954A0D1DA116}" dt="2025-04-01T05:38:38.170" v="253" actId="1076"/>
          <ac:grpSpMkLst>
            <pc:docMk/>
            <pc:sldMk cId="2267768845" sldId="485"/>
            <ac:grpSpMk id="37" creationId="{F9ED9627-AD63-FB52-70BD-EFA607BB2A94}"/>
          </ac:grpSpMkLst>
        </pc:grpChg>
      </pc:sldChg>
      <pc:sldChg chg="addSp delSp modSp add mod">
        <pc:chgData name="박미화_Y" userId="38f93cd7-6593-4fe2-9589-972eca35f8af" providerId="ADAL" clId="{3F6D12CF-A875-4133-8735-954A0D1DA116}" dt="2025-04-01T05:39:07.132" v="266" actId="14100"/>
        <pc:sldMkLst>
          <pc:docMk/>
          <pc:sldMk cId="2444295906" sldId="486"/>
        </pc:sldMkLst>
        <pc:spChg chg="add mod">
          <ac:chgData name="박미화_Y" userId="38f93cd7-6593-4fe2-9589-972eca35f8af" providerId="ADAL" clId="{3F6D12CF-A875-4133-8735-954A0D1DA116}" dt="2025-04-01T05:38:56.502" v="262" actId="20577"/>
          <ac:spMkLst>
            <pc:docMk/>
            <pc:sldMk cId="2444295906" sldId="486"/>
            <ac:spMk id="5" creationId="{525D0A66-3585-FC3E-87D7-B988F2C8908E}"/>
          </ac:spMkLst>
        </pc:spChg>
        <pc:spChg chg="add mod">
          <ac:chgData name="박미화_Y" userId="38f93cd7-6593-4fe2-9589-972eca35f8af" providerId="ADAL" clId="{3F6D12CF-A875-4133-8735-954A0D1DA116}" dt="2025-04-01T05:39:00.470" v="263" actId="1076"/>
          <ac:spMkLst>
            <pc:docMk/>
            <pc:sldMk cId="2444295906" sldId="486"/>
            <ac:spMk id="45" creationId="{C2422158-3626-908F-C69D-52070F7C8664}"/>
          </ac:spMkLst>
        </pc:spChg>
        <pc:spChg chg="add mod">
          <ac:chgData name="박미화_Y" userId="38f93cd7-6593-4fe2-9589-972eca35f8af" providerId="ADAL" clId="{3F6D12CF-A875-4133-8735-954A0D1DA116}" dt="2025-04-01T05:39:02.816" v="264" actId="1076"/>
          <ac:spMkLst>
            <pc:docMk/>
            <pc:sldMk cId="2444295906" sldId="486"/>
            <ac:spMk id="46" creationId="{B5EA7FA0-75C8-EC2D-31DE-27717F751BCD}"/>
          </ac:spMkLst>
        </pc:spChg>
        <pc:cxnChg chg="add mod">
          <ac:chgData name="박미화_Y" userId="38f93cd7-6593-4fe2-9589-972eca35f8af" providerId="ADAL" clId="{3F6D12CF-A875-4133-8735-954A0D1DA116}" dt="2025-04-01T05:39:07.132" v="266" actId="14100"/>
          <ac:cxnSpMkLst>
            <pc:docMk/>
            <pc:sldMk cId="2444295906" sldId="486"/>
            <ac:cxnSpMk id="47" creationId="{68F6A28F-7652-E39F-6E6C-9DCD361816D9}"/>
          </ac:cxnSpMkLst>
        </pc:cxnChg>
      </pc:sldChg>
      <pc:sldChg chg="addSp delSp modSp new mod">
        <pc:chgData name="박미화_Y" userId="38f93cd7-6593-4fe2-9589-972eca35f8af" providerId="ADAL" clId="{3F6D12CF-A875-4133-8735-954A0D1DA116}" dt="2025-04-01T06:58:01.931" v="427" actId="166"/>
        <pc:sldMkLst>
          <pc:docMk/>
          <pc:sldMk cId="488886384" sldId="487"/>
        </pc:sldMkLst>
        <pc:spChg chg="add mod ord">
          <ac:chgData name="박미화_Y" userId="38f93cd7-6593-4fe2-9589-972eca35f8af" providerId="ADAL" clId="{3F6D12CF-A875-4133-8735-954A0D1DA116}" dt="2025-04-01T06:58:01.931" v="427" actId="166"/>
          <ac:spMkLst>
            <pc:docMk/>
            <pc:sldMk cId="488886384" sldId="487"/>
            <ac:spMk id="10" creationId="{EE67180D-1321-1878-1F80-1D1E1C107D73}"/>
          </ac:spMkLst>
        </pc:spChg>
        <pc:picChg chg="add mod">
          <ac:chgData name="박미화_Y" userId="38f93cd7-6593-4fe2-9589-972eca35f8af" providerId="ADAL" clId="{3F6D12CF-A875-4133-8735-954A0D1DA116}" dt="2025-04-01T05:52:13.119" v="282" actId="1076"/>
          <ac:picMkLst>
            <pc:docMk/>
            <pc:sldMk cId="488886384" sldId="487"/>
            <ac:picMk id="9" creationId="{17827A6B-C36D-23A3-A8D9-94BE742D4635}"/>
          </ac:picMkLst>
        </pc:picChg>
        <pc:picChg chg="add mod">
          <ac:chgData name="박미화_Y" userId="38f93cd7-6593-4fe2-9589-972eca35f8af" providerId="ADAL" clId="{3F6D12CF-A875-4133-8735-954A0D1DA116}" dt="2025-04-01T06:32:10.226" v="337" actId="1036"/>
          <ac:picMkLst>
            <pc:docMk/>
            <pc:sldMk cId="488886384" sldId="487"/>
            <ac:picMk id="12" creationId="{322A53D6-3B88-7B72-8F0C-8FC029CC62C9}"/>
          </ac:picMkLst>
        </pc:picChg>
        <pc:picChg chg="add mod">
          <ac:chgData name="박미화_Y" userId="38f93cd7-6593-4fe2-9589-972eca35f8af" providerId="ADAL" clId="{3F6D12CF-A875-4133-8735-954A0D1DA116}" dt="2025-04-01T06:56:41.099" v="420" actId="14100"/>
          <ac:picMkLst>
            <pc:docMk/>
            <pc:sldMk cId="488886384" sldId="487"/>
            <ac:picMk id="14" creationId="{B785A6BF-7391-B037-9B9B-D8CA589491AA}"/>
          </ac:picMkLst>
        </pc:picChg>
        <pc:picChg chg="add mod">
          <ac:chgData name="박미화_Y" userId="38f93cd7-6593-4fe2-9589-972eca35f8af" providerId="ADAL" clId="{3F6D12CF-A875-4133-8735-954A0D1DA116}" dt="2025-04-01T06:57:57.413" v="426" actId="1076"/>
          <ac:picMkLst>
            <pc:docMk/>
            <pc:sldMk cId="488886384" sldId="487"/>
            <ac:picMk id="16" creationId="{B0253328-C675-CFD7-89DB-C586A99EEAE7}"/>
          </ac:picMkLst>
        </pc:picChg>
      </pc:sldChg>
      <pc:sldChg chg="addSp delSp modSp new del mod">
        <pc:chgData name="박미화_Y" userId="38f93cd7-6593-4fe2-9589-972eca35f8af" providerId="ADAL" clId="{3F6D12CF-A875-4133-8735-954A0D1DA116}" dt="2025-04-01T07:04:52.669" v="428" actId="47"/>
        <pc:sldMkLst>
          <pc:docMk/>
          <pc:sldMk cId="3679896376" sldId="488"/>
        </pc:sldMkLst>
      </pc:sldChg>
      <pc:sldChg chg="addSp delSp modSp new mod">
        <pc:chgData name="박미화_Y" userId="38f93cd7-6593-4fe2-9589-972eca35f8af" providerId="ADAL" clId="{3F6D12CF-A875-4133-8735-954A0D1DA116}" dt="2025-04-01T06:42:02.915" v="388" actId="13926"/>
        <pc:sldMkLst>
          <pc:docMk/>
          <pc:sldMk cId="1593835101" sldId="489"/>
        </pc:sldMkLst>
        <pc:spChg chg="add mod">
          <ac:chgData name="박미화_Y" userId="38f93cd7-6593-4fe2-9589-972eca35f8af" providerId="ADAL" clId="{3F6D12CF-A875-4133-8735-954A0D1DA116}" dt="2025-04-01T06:42:02.915" v="388" actId="13926"/>
          <ac:spMkLst>
            <pc:docMk/>
            <pc:sldMk cId="1593835101" sldId="489"/>
            <ac:spMk id="16" creationId="{7D714C1A-74AC-692A-05B5-2E1522388EEC}"/>
          </ac:spMkLst>
        </pc:spChg>
        <pc:picChg chg="add mod">
          <ac:chgData name="박미화_Y" userId="38f93cd7-6593-4fe2-9589-972eca35f8af" providerId="ADAL" clId="{3F6D12CF-A875-4133-8735-954A0D1DA116}" dt="2025-04-01T06:39:51.734" v="366" actId="14100"/>
          <ac:picMkLst>
            <pc:docMk/>
            <pc:sldMk cId="1593835101" sldId="489"/>
            <ac:picMk id="9" creationId="{8189F5C3-999D-F71E-A0BF-07129A295D00}"/>
          </ac:picMkLst>
        </pc:picChg>
        <pc:picChg chg="add mod">
          <ac:chgData name="박미화_Y" userId="38f93cd7-6593-4fe2-9589-972eca35f8af" providerId="ADAL" clId="{3F6D12CF-A875-4133-8735-954A0D1DA116}" dt="2025-04-01T06:40:15.257" v="374" actId="14100"/>
          <ac:picMkLst>
            <pc:docMk/>
            <pc:sldMk cId="1593835101" sldId="489"/>
            <ac:picMk id="11" creationId="{3B4C6449-5FA2-D128-D08C-998C60B1023E}"/>
          </ac:picMkLst>
        </pc:picChg>
        <pc:picChg chg="add mod">
          <ac:chgData name="박미화_Y" userId="38f93cd7-6593-4fe2-9589-972eca35f8af" providerId="ADAL" clId="{3F6D12CF-A875-4133-8735-954A0D1DA116}" dt="2025-04-01T06:40:24.832" v="377" actId="14100"/>
          <ac:picMkLst>
            <pc:docMk/>
            <pc:sldMk cId="1593835101" sldId="489"/>
            <ac:picMk id="13" creationId="{E8909035-E9FB-AE5A-2DE1-783694F79F49}"/>
          </ac:picMkLst>
        </pc:picChg>
        <pc:picChg chg="add mod">
          <ac:chgData name="박미화_Y" userId="38f93cd7-6593-4fe2-9589-972eca35f8af" providerId="ADAL" clId="{3F6D12CF-A875-4133-8735-954A0D1DA116}" dt="2025-04-01T06:41:47.441" v="382" actId="14100"/>
          <ac:picMkLst>
            <pc:docMk/>
            <pc:sldMk cId="1593835101" sldId="489"/>
            <ac:picMk id="15" creationId="{7F69F8DE-C5D0-9097-AA6D-07262D81A9C2}"/>
          </ac:picMkLst>
        </pc:picChg>
      </pc:sldChg>
      <pc:sldChg chg="addSp delSp modSp new mod">
        <pc:chgData name="박미화_Y" userId="38f93cd7-6593-4fe2-9589-972eca35f8af" providerId="ADAL" clId="{3F6D12CF-A875-4133-8735-954A0D1DA116}" dt="2025-04-01T06:44:33.701" v="410" actId="1076"/>
        <pc:sldMkLst>
          <pc:docMk/>
          <pc:sldMk cId="3458235309" sldId="490"/>
        </pc:sldMkLst>
        <pc:picChg chg="add mod">
          <ac:chgData name="박미화_Y" userId="38f93cd7-6593-4fe2-9589-972eca35f8af" providerId="ADAL" clId="{3F6D12CF-A875-4133-8735-954A0D1DA116}" dt="2025-04-01T06:44:28.868" v="407" actId="1036"/>
          <ac:picMkLst>
            <pc:docMk/>
            <pc:sldMk cId="3458235309" sldId="490"/>
            <ac:picMk id="5" creationId="{29F2BAB9-4FE2-3AD8-F56E-CC6657F24B77}"/>
          </ac:picMkLst>
        </pc:picChg>
        <pc:picChg chg="add mod">
          <ac:chgData name="박미화_Y" userId="38f93cd7-6593-4fe2-9589-972eca35f8af" providerId="ADAL" clId="{3F6D12CF-A875-4133-8735-954A0D1DA116}" dt="2025-04-01T06:44:33.701" v="410" actId="1076"/>
          <ac:picMkLst>
            <pc:docMk/>
            <pc:sldMk cId="3458235309" sldId="490"/>
            <ac:picMk id="7" creationId="{580A84DF-4C46-3EB4-AD39-CA84BFE99AE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1BC60-84CE-471A-8396-C8FB440E2B50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B8791-B4AE-492C-982A-092AC6B1F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08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4132D-5CD9-D465-C510-459B7FDB5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DDD24-A952-4CBB-D865-971DBB515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B6EC4E-C9AE-693F-8CA7-2C0B8DA0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1B556-D710-6544-09A8-6649AC2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C4D62-F90E-9AC4-5391-69ED7EF8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54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59494-CE0D-772A-F500-423740CC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FC7BF5-EF0A-A762-1FBD-7E2EC24D0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FCB01-B086-3520-5164-BE32B4D09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DE3226-BE6A-BE74-9BD0-F4F5ACF8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1622E-5100-4B91-B4E6-A0D7F301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85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0331D-1CAF-B8BE-69AA-8DCC86EBD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4044D0-955B-5AE3-4EB6-E274270E3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CFB3F-EF0A-95EF-7392-105ED039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81434-14BA-8286-0BCA-03BA9D90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667D6-578A-B82E-4C2C-AF91F2F2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064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EB666-5793-B7D8-E829-179CE2B1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FC7233-E8E0-374A-38FB-F46BFC900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78D50C-BE67-61F9-D3FB-07F3AF077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93CCEF-012C-8FED-CC68-2E1FA774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6F093B-9F81-AD2C-6CF7-8C903F33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638505-5117-059A-3009-7F1394FC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27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D3B1E-B3F1-C5BB-A2E8-2BA41AFA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C972BC-436F-C744-DD4E-58BA81F8F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1EC42A-27B7-0E5E-2798-0D739C43B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2B7B30-ACC9-5337-78D2-EDC92E447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6D14B4-F5A5-4F31-D43F-573742C14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2B852-63E0-EB67-37A9-ED5F8EFE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8B91F2-E21F-07D1-A5AA-43F2D821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7B14BE-345A-6C28-B0E1-542B83C6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4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E795A-43BB-F166-8D27-FCD68B9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B38B6A-8763-ED56-A657-6FEC1246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1B8EE3-1A3A-96BA-7855-8203D0CE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513528-DE5D-821D-635E-20889F16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68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4992FE-8DFC-FB3C-B553-69EE75EF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B9B948-D538-6EE7-EAA4-012F1C01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972F1B-B563-D843-1E58-963BAC85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618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FBAEC-4883-5453-C61E-24F36ABC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57C827-72CC-F3FB-9B95-74CA2EBB8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7CC8C4-D7F1-2FAA-F5DD-C131DE8AB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BB4095-E2E7-4281-1B71-A3B1B107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FDBA51-0D4C-F789-2477-254AC68F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D7E012-6B7D-7249-B174-4F6DC687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93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0A46F-4E95-47CE-6E1A-F5761718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3C94B0-CB9A-B40C-D2A8-1B0918301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EA6B3E-D67A-6FF8-E931-8BE9D419E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6F33A5-E4E1-848F-48B5-9F50040F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6FD7D7-5836-1225-DE02-AE17E828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4B3E43-DA59-E513-E185-862A10A0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5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A2858-4E54-98D9-555C-D64B3C22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762B32-58C2-43D5-548E-7CACFF7A5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1C1112-CC9B-920F-0C0A-21561ED8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A732D-FF7F-70E4-D9A6-F607BDE9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65F61F-B488-E251-2876-128E4801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33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CA5AA4-11B1-1E56-B08F-5455F2992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F9748C-37F0-E3F1-DA39-A0CC69751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778FF8-4562-0FBE-7553-952AF895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82703-B494-8D9D-44CF-DA76AA30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47F568-B5AF-2A08-454F-1775CAA1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3842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4556DE-23F9-1367-598A-47D9BDB4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5D0BE-E00B-D40C-7F2B-1D59A88E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CCEF3-7D54-E862-B787-4D2F5AE9A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8DB13-AF67-4518-B78E-BF50D1ACDC44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E3C35C-5096-F814-77ED-79A8AC966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D27289-7D16-FB21-0008-447BACB9E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9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2.wdp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2.wdp"/><Relationship Id="rId4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2.wdp"/><Relationship Id="rId4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8F6A49E-A5CF-C16D-6E48-978FFFAB4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622" y="771812"/>
            <a:ext cx="7616523" cy="55782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891753-1DEA-9087-D40A-B65595764CC1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891753-1DEA-9087-D40A-B65595764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7D2D6FE-34CF-3A9B-E215-83854DB76DF0}"/>
              </a:ext>
            </a:extLst>
          </p:cNvPr>
          <p:cNvSpPr txBox="1"/>
          <p:nvPr/>
        </p:nvSpPr>
        <p:spPr>
          <a:xfrm>
            <a:off x="2110929" y="188539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</a:t>
            </a:r>
            <a:r>
              <a:rPr lang="en-US" altLang="ko-KR" sz="2000" b="1" dirty="0"/>
              <a:t>A </a:t>
            </a:r>
            <a:r>
              <a:rPr lang="ko-KR" altLang="en-US" sz="2000" b="1" dirty="0"/>
              <a:t>세트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896936-492F-8846-B667-B3587B5EF9D9}"/>
              </a:ext>
            </a:extLst>
          </p:cNvPr>
          <p:cNvSpPr/>
          <p:nvPr/>
        </p:nvSpPr>
        <p:spPr>
          <a:xfrm>
            <a:off x="5413826" y="43379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4D4EA54-872E-7F8F-2DA2-B75DE4A3A8C6}"/>
              </a:ext>
            </a:extLst>
          </p:cNvPr>
          <p:cNvSpPr/>
          <p:nvPr/>
        </p:nvSpPr>
        <p:spPr>
          <a:xfrm>
            <a:off x="5579237" y="446308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FD63CA9-3154-6105-AB1C-175AAA2FC130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FF971F6-F3A7-481A-540A-DED52456679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175B4600-CAC8-A70E-C8A3-24A7617C4B5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E0F0A94-DF16-DF2C-0B7C-CA2CFE3174E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6D75F1-A8A3-71C7-7FC8-AD70ABDB4C99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00BC496-B014-D020-40AB-CDEB0DDCCF2F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6EEA88-5940-0233-672D-45F30E02ADB2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B4F0DEC-C97E-0FDA-F290-12EDB7477A16}"/>
              </a:ext>
            </a:extLst>
          </p:cNvPr>
          <p:cNvGrpSpPr/>
          <p:nvPr/>
        </p:nvGrpSpPr>
        <p:grpSpPr>
          <a:xfrm>
            <a:off x="6995930" y="4300974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3B95AD0-5138-4151-6BD6-E78E6D5975D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25F2F01-038C-3979-8D9B-EDA5B57A95E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C94DBD6-B2D8-70E8-EF97-96FFE76A56C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770F6B-0343-DFE3-D6BB-2F1C698C2EDE}"/>
              </a:ext>
            </a:extLst>
          </p:cNvPr>
          <p:cNvSpPr/>
          <p:nvPr/>
        </p:nvSpPr>
        <p:spPr>
          <a:xfrm flipV="1">
            <a:off x="4653917" y="2862245"/>
            <a:ext cx="98385" cy="827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64E2CA-A7B0-2CB0-3513-7D1417048D7E}"/>
              </a:ext>
            </a:extLst>
          </p:cNvPr>
          <p:cNvSpPr/>
          <p:nvPr/>
        </p:nvSpPr>
        <p:spPr>
          <a:xfrm rot="16200000" flipV="1">
            <a:off x="9369388" y="2696583"/>
            <a:ext cx="112449" cy="443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6AC087E-338C-5604-C20F-32F3BC9BE944}"/>
              </a:ext>
            </a:extLst>
          </p:cNvPr>
          <p:cNvCxnSpPr>
            <a:cxnSpLocks/>
          </p:cNvCxnSpPr>
          <p:nvPr/>
        </p:nvCxnSpPr>
        <p:spPr>
          <a:xfrm flipV="1">
            <a:off x="4942834" y="5754374"/>
            <a:ext cx="779734" cy="728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7BBF02E-B085-E87D-70F2-44A7180EF497}"/>
              </a:ext>
            </a:extLst>
          </p:cNvPr>
          <p:cNvSpPr/>
          <p:nvPr/>
        </p:nvSpPr>
        <p:spPr>
          <a:xfrm rot="5400000">
            <a:off x="5913018" y="5111322"/>
            <a:ext cx="14294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488DB8-6ACF-621D-9E2D-F84853ADA867}"/>
              </a:ext>
            </a:extLst>
          </p:cNvPr>
          <p:cNvSpPr txBox="1"/>
          <p:nvPr/>
        </p:nvSpPr>
        <p:spPr>
          <a:xfrm>
            <a:off x="4984310" y="378900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06ADD06-F35B-77CA-1345-20F96A25D9C9}"/>
              </a:ext>
            </a:extLst>
          </p:cNvPr>
          <p:cNvGrpSpPr/>
          <p:nvPr/>
        </p:nvGrpSpPr>
        <p:grpSpPr>
          <a:xfrm>
            <a:off x="4885925" y="4254957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08461C5-6BFF-B22E-3192-6250B966C6F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75101047-6657-6706-FA76-F38DD1BB559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5D7C677D-1DBB-830C-B9D7-284DF0DB480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7ED66D-5795-44AE-ED2E-8192927F2764}"/>
              </a:ext>
            </a:extLst>
          </p:cNvPr>
          <p:cNvSpPr/>
          <p:nvPr/>
        </p:nvSpPr>
        <p:spPr>
          <a:xfrm flipV="1">
            <a:off x="8960964" y="2677844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1D1BB9-DBF5-80AD-BFFB-27C2DF29B87E}"/>
              </a:ext>
            </a:extLst>
          </p:cNvPr>
          <p:cNvSpPr txBox="1"/>
          <p:nvPr/>
        </p:nvSpPr>
        <p:spPr>
          <a:xfrm>
            <a:off x="4592242" y="636189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6B4F45E-EF28-95FB-7645-D6EC54AA5A41}"/>
              </a:ext>
            </a:extLst>
          </p:cNvPr>
          <p:cNvSpPr/>
          <p:nvPr/>
        </p:nvSpPr>
        <p:spPr>
          <a:xfrm rot="5400000">
            <a:off x="9101615" y="4030068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B2088C9-4762-B772-D7D0-4ADE32AE48C1}"/>
              </a:ext>
            </a:extLst>
          </p:cNvPr>
          <p:cNvSpPr/>
          <p:nvPr/>
        </p:nvSpPr>
        <p:spPr>
          <a:xfrm rot="5400000">
            <a:off x="8269417" y="4030068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58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7A1A6-DAF0-4F09-2CA9-F84E869A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501F48A-6D34-4743-2F89-D524ED5FE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622" y="771812"/>
            <a:ext cx="7616523" cy="55782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EDC469-537B-060D-B3EC-7E2B158B5FD8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EDC469-537B-060D-B3EC-7E2B158B5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3425683-DD45-99D4-3A99-30314093D1AA}"/>
              </a:ext>
            </a:extLst>
          </p:cNvPr>
          <p:cNvSpPr/>
          <p:nvPr/>
        </p:nvSpPr>
        <p:spPr>
          <a:xfrm>
            <a:off x="5413826" y="43379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76B2E5-BC07-F844-2B6B-07F5D3CF0C1C}"/>
              </a:ext>
            </a:extLst>
          </p:cNvPr>
          <p:cNvSpPr/>
          <p:nvPr/>
        </p:nvSpPr>
        <p:spPr>
          <a:xfrm>
            <a:off x="5579237" y="446308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9C3074C-9CD1-FC54-E1BA-533C260D31A3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5B61629-82C9-E001-F5CF-B51D54FB4A8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B217F1C-4568-81B1-5CB6-9CE6FDD887E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55C3D77-1406-9702-502E-1F5E498D7FB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8A8493-1F99-8514-47F9-BE6DE761665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E0AF5A5-FE58-B4C9-70B6-F2DCA7A15C01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A0498-C971-81A7-B540-B607611C79AF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99C6F50-E36E-DDBD-70F1-0F55CAEAA67C}"/>
              </a:ext>
            </a:extLst>
          </p:cNvPr>
          <p:cNvGrpSpPr/>
          <p:nvPr/>
        </p:nvGrpSpPr>
        <p:grpSpPr>
          <a:xfrm>
            <a:off x="6995930" y="4300974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A80BEE0-0FF0-415E-28EE-E5DDFF11C1C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EE80905-79B6-AB35-6F1F-0267384A447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5EE8840-6C7D-BD5E-BEBC-38648B778E7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D6AD18-A192-B63C-9300-FD49D2838C55}"/>
              </a:ext>
            </a:extLst>
          </p:cNvPr>
          <p:cNvSpPr/>
          <p:nvPr/>
        </p:nvSpPr>
        <p:spPr>
          <a:xfrm flipV="1">
            <a:off x="4653917" y="2862245"/>
            <a:ext cx="98385" cy="827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A2011C-9776-4260-2883-4EE0427AB04F}"/>
              </a:ext>
            </a:extLst>
          </p:cNvPr>
          <p:cNvSpPr/>
          <p:nvPr/>
        </p:nvSpPr>
        <p:spPr>
          <a:xfrm rot="16200000" flipV="1">
            <a:off x="9369388" y="2696583"/>
            <a:ext cx="112449" cy="443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65C113A-7EDE-DA52-F68F-16D2A78C3385}"/>
              </a:ext>
            </a:extLst>
          </p:cNvPr>
          <p:cNvCxnSpPr>
            <a:cxnSpLocks/>
          </p:cNvCxnSpPr>
          <p:nvPr/>
        </p:nvCxnSpPr>
        <p:spPr>
          <a:xfrm flipV="1">
            <a:off x="4942834" y="5754374"/>
            <a:ext cx="779734" cy="728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C19977-8E29-6261-D1AB-7703DEB225A1}"/>
              </a:ext>
            </a:extLst>
          </p:cNvPr>
          <p:cNvSpPr/>
          <p:nvPr/>
        </p:nvSpPr>
        <p:spPr>
          <a:xfrm rot="5400000">
            <a:off x="5913018" y="5111322"/>
            <a:ext cx="14294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902520-DDE3-F52F-4A50-CDCCB93928BD}"/>
              </a:ext>
            </a:extLst>
          </p:cNvPr>
          <p:cNvSpPr txBox="1"/>
          <p:nvPr/>
        </p:nvSpPr>
        <p:spPr>
          <a:xfrm>
            <a:off x="4984310" y="378900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E5C7A21-D307-36B1-1CB5-805F628B427C}"/>
              </a:ext>
            </a:extLst>
          </p:cNvPr>
          <p:cNvGrpSpPr/>
          <p:nvPr/>
        </p:nvGrpSpPr>
        <p:grpSpPr>
          <a:xfrm>
            <a:off x="4885925" y="4254957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BF007810-785E-DD70-0182-FFA7C8C7B46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4CCF31B-DED2-4139-E123-EC9D0C19069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C0024C6-4DCA-118C-584D-50339F573C8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205290F-BC7D-3240-451D-34751AEB9D21}"/>
              </a:ext>
            </a:extLst>
          </p:cNvPr>
          <p:cNvSpPr/>
          <p:nvPr/>
        </p:nvSpPr>
        <p:spPr>
          <a:xfrm flipV="1">
            <a:off x="8960964" y="2677844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F2F18F-5856-2AF6-83F2-394D507E52FB}"/>
              </a:ext>
            </a:extLst>
          </p:cNvPr>
          <p:cNvSpPr txBox="1"/>
          <p:nvPr/>
        </p:nvSpPr>
        <p:spPr>
          <a:xfrm>
            <a:off x="4592242" y="636189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1A6492B-9635-CD2F-C52C-39B6338B137C}"/>
              </a:ext>
            </a:extLst>
          </p:cNvPr>
          <p:cNvSpPr/>
          <p:nvPr/>
        </p:nvSpPr>
        <p:spPr>
          <a:xfrm rot="5400000">
            <a:off x="9101615" y="4030068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0DF4597-AE51-4300-B1CC-DED4BC795BEB}"/>
              </a:ext>
            </a:extLst>
          </p:cNvPr>
          <p:cNvSpPr/>
          <p:nvPr/>
        </p:nvSpPr>
        <p:spPr>
          <a:xfrm rot="5400000">
            <a:off x="8269417" y="4030068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EE4358-C567-219B-4428-F3AB1EE38E7C}"/>
              </a:ext>
            </a:extLst>
          </p:cNvPr>
          <p:cNvSpPr txBox="1"/>
          <p:nvPr/>
        </p:nvSpPr>
        <p:spPr>
          <a:xfrm>
            <a:off x="2039310" y="2309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53C12F-50A5-2270-277C-49E6A9DD0F9E}"/>
              </a:ext>
            </a:extLst>
          </p:cNvPr>
          <p:cNvSpPr/>
          <p:nvPr/>
        </p:nvSpPr>
        <p:spPr>
          <a:xfrm>
            <a:off x="3601023" y="5414649"/>
            <a:ext cx="1006478" cy="731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97DFF1-0139-4675-0DA1-407B8208CA54}"/>
              </a:ext>
            </a:extLst>
          </p:cNvPr>
          <p:cNvSpPr txBox="1"/>
          <p:nvPr/>
        </p:nvSpPr>
        <p:spPr>
          <a:xfrm>
            <a:off x="3195461" y="392436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D0BFEF3-3178-AEC5-A263-056A6D9642CF}"/>
              </a:ext>
            </a:extLst>
          </p:cNvPr>
          <p:cNvGrpSpPr/>
          <p:nvPr/>
        </p:nvGrpSpPr>
        <p:grpSpPr>
          <a:xfrm>
            <a:off x="4578565" y="4453949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455CD95-1371-094F-5228-A387C54D163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06DFAB6-2793-1759-13F0-6F0A0BA3A57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F479CA9-9E80-6D7C-DDCF-3E2CB2275A16}"/>
              </a:ext>
            </a:extLst>
          </p:cNvPr>
          <p:cNvGrpSpPr/>
          <p:nvPr/>
        </p:nvGrpSpPr>
        <p:grpSpPr>
          <a:xfrm rot="5400000">
            <a:off x="8408628" y="2898731"/>
            <a:ext cx="538696" cy="468531"/>
            <a:chOff x="9022177" y="3797098"/>
            <a:chExt cx="637082" cy="542991"/>
          </a:xfrm>
          <a:solidFill>
            <a:srgbClr val="CC0000"/>
          </a:solidFill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747F17F2-98D2-0FDB-78DF-14FDB51FAE9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009D2DC1-7FDB-31C7-1E3D-96FD8DF29167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9326D41F-97AB-F077-C181-32AC6AEBC881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별: 꼭짓점 7개 38">
              <a:extLst>
                <a:ext uri="{FF2B5EF4-FFF2-40B4-BE49-F238E27FC236}">
                  <a16:creationId xmlns:a16="http://schemas.microsoft.com/office/drawing/2014/main" id="{D9D229C2-D38A-37DF-A307-74BF3F1869B5}"/>
                </a:ext>
              </a:extLst>
            </p:cNvPr>
            <p:cNvSpPr/>
            <p:nvPr/>
          </p:nvSpPr>
          <p:spPr>
            <a:xfrm rot="5400000">
              <a:off x="9188731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4D5E7D75-A181-5723-7DB0-66D8D34C0B31}"/>
                </a:ext>
              </a:extLst>
            </p:cNvPr>
            <p:cNvGrpSpPr/>
            <p:nvPr/>
          </p:nvGrpSpPr>
          <p:grpSpPr>
            <a:xfrm>
              <a:off x="9022177" y="3797098"/>
              <a:ext cx="98814" cy="540184"/>
              <a:chOff x="4568765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9CC925C9-2A46-B212-2883-647C9E27D61F}"/>
                  </a:ext>
                </a:extLst>
              </p:cNvPr>
              <p:cNvSpPr/>
              <p:nvPr/>
            </p:nvSpPr>
            <p:spPr>
              <a:xfrm>
                <a:off x="4568765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2AA3FA80-6E30-AE01-63B2-9E9DBB52EB71}"/>
                  </a:ext>
                </a:extLst>
              </p:cNvPr>
              <p:cNvSpPr/>
              <p:nvPr/>
            </p:nvSpPr>
            <p:spPr>
              <a:xfrm>
                <a:off x="4569194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875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BBE2-0BB9-73AE-CB63-D5CAA109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5F8CB76-0836-C953-7CFF-F99E30704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622" y="771812"/>
            <a:ext cx="7616523" cy="55782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D8156-DEA6-8124-4801-4DBEB7C8D810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D8156-DEA6-8124-4801-4DBEB7C8D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F28CD97-B983-3F60-E26C-4D9CB9F17329}"/>
              </a:ext>
            </a:extLst>
          </p:cNvPr>
          <p:cNvSpPr/>
          <p:nvPr/>
        </p:nvSpPr>
        <p:spPr>
          <a:xfrm>
            <a:off x="5413826" y="43379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74506AD-2C11-00B6-A677-4D27944B87E6}"/>
              </a:ext>
            </a:extLst>
          </p:cNvPr>
          <p:cNvSpPr/>
          <p:nvPr/>
        </p:nvSpPr>
        <p:spPr>
          <a:xfrm>
            <a:off x="5579237" y="446308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B32476D-C781-F4FC-6D10-572A9789FDF5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4E6DB1B-9ED2-1756-5A87-94356A8E5DF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E475934-9505-00E1-AA30-55B9BF36C70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E311CA1-B889-FD26-382D-47293D43529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465F56-25BA-B3B5-5853-99057C41808B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3815BB-D596-5136-6C59-3A8455CF48A6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D0F870-12B5-6AF2-0903-7D1C4345C659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00A67D5-55B7-A44B-1181-B9A9BF060A91}"/>
              </a:ext>
            </a:extLst>
          </p:cNvPr>
          <p:cNvGrpSpPr/>
          <p:nvPr/>
        </p:nvGrpSpPr>
        <p:grpSpPr>
          <a:xfrm>
            <a:off x="6995930" y="4300974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362D941-B17D-8E96-6D92-4A8780F39F9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BEBBD81-DF3F-AAD9-F521-50F4FD3AEC8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D42FEA-3530-0232-012C-D25AB7960B2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CF7FF4-5134-93CD-2A2D-B0A23F62B6A8}"/>
              </a:ext>
            </a:extLst>
          </p:cNvPr>
          <p:cNvSpPr/>
          <p:nvPr/>
        </p:nvSpPr>
        <p:spPr>
          <a:xfrm flipV="1">
            <a:off x="4653917" y="2862245"/>
            <a:ext cx="98385" cy="827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6947FC3-63E9-7F6C-D6D1-A935C508823D}"/>
              </a:ext>
            </a:extLst>
          </p:cNvPr>
          <p:cNvSpPr/>
          <p:nvPr/>
        </p:nvSpPr>
        <p:spPr>
          <a:xfrm rot="16200000" flipV="1">
            <a:off x="9369388" y="2696583"/>
            <a:ext cx="112449" cy="443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B460E5B-0E71-86BB-7BE3-68AE70B498BE}"/>
              </a:ext>
            </a:extLst>
          </p:cNvPr>
          <p:cNvCxnSpPr>
            <a:cxnSpLocks/>
          </p:cNvCxnSpPr>
          <p:nvPr/>
        </p:nvCxnSpPr>
        <p:spPr>
          <a:xfrm flipV="1">
            <a:off x="4942834" y="5754374"/>
            <a:ext cx="779734" cy="728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A321DE-0935-9329-ED50-546FF558540E}"/>
              </a:ext>
            </a:extLst>
          </p:cNvPr>
          <p:cNvSpPr/>
          <p:nvPr/>
        </p:nvSpPr>
        <p:spPr>
          <a:xfrm rot="5400000">
            <a:off x="5913018" y="5111322"/>
            <a:ext cx="14294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4BB5B3-5257-9289-0C58-DBA2F04FB0C4}"/>
              </a:ext>
            </a:extLst>
          </p:cNvPr>
          <p:cNvSpPr txBox="1"/>
          <p:nvPr/>
        </p:nvSpPr>
        <p:spPr>
          <a:xfrm>
            <a:off x="4984310" y="378900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8F22CC7-65A2-D377-0856-99A7B377E73C}"/>
              </a:ext>
            </a:extLst>
          </p:cNvPr>
          <p:cNvGrpSpPr/>
          <p:nvPr/>
        </p:nvGrpSpPr>
        <p:grpSpPr>
          <a:xfrm>
            <a:off x="4885925" y="4254957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018D899-E73E-6813-3520-D62BEF594D4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DDA79F5-CD65-3E4B-BFB8-4F4342B4243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255C8BD-F791-A744-E70B-6A45C15B430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B71DE4C-8840-8B3A-1C7A-28F975A03F15}"/>
              </a:ext>
            </a:extLst>
          </p:cNvPr>
          <p:cNvSpPr/>
          <p:nvPr/>
        </p:nvSpPr>
        <p:spPr>
          <a:xfrm flipV="1">
            <a:off x="8960964" y="2677844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AD965D-D1E2-0289-528D-00C0DF406027}"/>
              </a:ext>
            </a:extLst>
          </p:cNvPr>
          <p:cNvSpPr txBox="1"/>
          <p:nvPr/>
        </p:nvSpPr>
        <p:spPr>
          <a:xfrm>
            <a:off x="4592242" y="636189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FA5E42C-2375-E2CB-10F3-228550EC67B8}"/>
              </a:ext>
            </a:extLst>
          </p:cNvPr>
          <p:cNvSpPr/>
          <p:nvPr/>
        </p:nvSpPr>
        <p:spPr>
          <a:xfrm rot="5400000">
            <a:off x="9101615" y="4030068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AD7051F-F603-E7EB-D708-0D308B7D63D8}"/>
              </a:ext>
            </a:extLst>
          </p:cNvPr>
          <p:cNvSpPr/>
          <p:nvPr/>
        </p:nvSpPr>
        <p:spPr>
          <a:xfrm rot="5400000">
            <a:off x="8269417" y="4030068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F924B3C-B432-3000-326E-F8B61E64F363}"/>
              </a:ext>
            </a:extLst>
          </p:cNvPr>
          <p:cNvSpPr/>
          <p:nvPr/>
        </p:nvSpPr>
        <p:spPr>
          <a:xfrm>
            <a:off x="3601023" y="5414649"/>
            <a:ext cx="1006478" cy="731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54351C-BF19-C668-1B55-19C89FB74957}"/>
              </a:ext>
            </a:extLst>
          </p:cNvPr>
          <p:cNvSpPr txBox="1"/>
          <p:nvPr/>
        </p:nvSpPr>
        <p:spPr>
          <a:xfrm>
            <a:off x="3195461" y="392436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3BE3A4A-49D9-92E4-7A09-B542574A4144}"/>
              </a:ext>
            </a:extLst>
          </p:cNvPr>
          <p:cNvGrpSpPr/>
          <p:nvPr/>
        </p:nvGrpSpPr>
        <p:grpSpPr>
          <a:xfrm>
            <a:off x="4578565" y="4453949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148A5A3D-DC35-526F-96BB-8FD61F0B0A9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B78A676-2E3C-BA76-251B-66B1B287FA8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F6F7CE7-D3F4-391A-7E67-23A28E943585}"/>
              </a:ext>
            </a:extLst>
          </p:cNvPr>
          <p:cNvGrpSpPr/>
          <p:nvPr/>
        </p:nvGrpSpPr>
        <p:grpSpPr>
          <a:xfrm rot="5400000">
            <a:off x="8408628" y="2898731"/>
            <a:ext cx="538696" cy="468531"/>
            <a:chOff x="9022177" y="3797098"/>
            <a:chExt cx="637082" cy="542991"/>
          </a:xfrm>
          <a:solidFill>
            <a:srgbClr val="CC0000"/>
          </a:solidFill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2DFEC034-523C-EEE9-9F9C-24ED8400923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A1E8D21-91F3-4793-A37F-026848B554E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28C5F9AC-0924-4707-BECA-249A3E3BA608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별: 꼭짓점 7개 38">
              <a:extLst>
                <a:ext uri="{FF2B5EF4-FFF2-40B4-BE49-F238E27FC236}">
                  <a16:creationId xmlns:a16="http://schemas.microsoft.com/office/drawing/2014/main" id="{F8B6C5BB-6EDC-68E3-6B83-27EB2681C0E8}"/>
                </a:ext>
              </a:extLst>
            </p:cNvPr>
            <p:cNvSpPr/>
            <p:nvPr/>
          </p:nvSpPr>
          <p:spPr>
            <a:xfrm rot="5400000">
              <a:off x="9188731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D1705D18-3B86-5CCE-424D-B533EE34D7F2}"/>
                </a:ext>
              </a:extLst>
            </p:cNvPr>
            <p:cNvGrpSpPr/>
            <p:nvPr/>
          </p:nvGrpSpPr>
          <p:grpSpPr>
            <a:xfrm>
              <a:off x="9022177" y="3797098"/>
              <a:ext cx="98814" cy="540184"/>
              <a:chOff x="4568765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FF01DC08-ACBD-EC37-913E-E3AB93F0B3E6}"/>
                  </a:ext>
                </a:extLst>
              </p:cNvPr>
              <p:cNvSpPr/>
              <p:nvPr/>
            </p:nvSpPr>
            <p:spPr>
              <a:xfrm>
                <a:off x="4568765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FDC8DBDC-0822-8339-3F08-93A8A081A3DD}"/>
                  </a:ext>
                </a:extLst>
              </p:cNvPr>
              <p:cNvSpPr/>
              <p:nvPr/>
            </p:nvSpPr>
            <p:spPr>
              <a:xfrm>
                <a:off x="4569194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79F384-98DD-BB09-F54D-7348633D6F9F}"/>
              </a:ext>
            </a:extLst>
          </p:cNvPr>
          <p:cNvSpPr txBox="1"/>
          <p:nvPr/>
        </p:nvSpPr>
        <p:spPr>
          <a:xfrm>
            <a:off x="2110929" y="188539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SET+</a:t>
            </a:r>
            <a:r>
              <a:rPr lang="ko-KR" altLang="en-US" sz="2000" b="1" dirty="0" err="1"/>
              <a:t>실링팬</a:t>
            </a:r>
            <a:endParaRPr lang="en-US" altLang="ko-KR" sz="2000" b="1" dirty="0"/>
          </a:p>
        </p:txBody>
      </p:sp>
      <p:sp>
        <p:nvSpPr>
          <p:cNvPr id="45" name="별: 꼭짓점 4개 44">
            <a:extLst>
              <a:ext uri="{FF2B5EF4-FFF2-40B4-BE49-F238E27FC236}">
                <a16:creationId xmlns:a16="http://schemas.microsoft.com/office/drawing/2014/main" id="{5A728D69-C11B-BEAF-87B7-7DE0CDEF42E6}"/>
              </a:ext>
            </a:extLst>
          </p:cNvPr>
          <p:cNvSpPr/>
          <p:nvPr/>
        </p:nvSpPr>
        <p:spPr>
          <a:xfrm>
            <a:off x="5796426" y="467228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45C1AF-3D1A-ABFA-C2A9-7C2AD3B6AC4D}"/>
              </a:ext>
            </a:extLst>
          </p:cNvPr>
          <p:cNvSpPr txBox="1"/>
          <p:nvPr/>
        </p:nvSpPr>
        <p:spPr>
          <a:xfrm>
            <a:off x="6995930" y="6310977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</a:t>
            </a:r>
            <a:r>
              <a:rPr lang="ko-KR" altLang="en-US" sz="1000" b="1" dirty="0" err="1">
                <a:highlight>
                  <a:srgbClr val="FFFF00"/>
                </a:highlight>
              </a:rPr>
              <a:t>실크도배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1048C1B-299E-FEE8-C26C-5E1EDAE6DFD4}"/>
              </a:ext>
            </a:extLst>
          </p:cNvPr>
          <p:cNvCxnSpPr>
            <a:cxnSpLocks/>
          </p:cNvCxnSpPr>
          <p:nvPr/>
        </p:nvCxnSpPr>
        <p:spPr>
          <a:xfrm flipH="1" flipV="1">
            <a:off x="6263064" y="5186485"/>
            <a:ext cx="1053499" cy="1154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38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사각형, 평면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C13C589-AE6B-DFD4-36E7-2FD7CC405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99" y="660963"/>
            <a:ext cx="7953074" cy="58247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087863-79D9-0657-92D9-99CD7BF95EC3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087863-79D9-0657-92D9-99CD7BF95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349703-32D6-7900-94AA-A0A90A25286F}"/>
              </a:ext>
            </a:extLst>
          </p:cNvPr>
          <p:cNvSpPr txBox="1"/>
          <p:nvPr/>
        </p:nvSpPr>
        <p:spPr>
          <a:xfrm>
            <a:off x="2110929" y="188539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</a:t>
            </a:r>
            <a:r>
              <a:rPr lang="en-US" altLang="ko-KR" sz="2000" b="1" dirty="0"/>
              <a:t>A </a:t>
            </a:r>
            <a:r>
              <a:rPr lang="ko-KR" altLang="en-US" sz="2000" b="1" dirty="0"/>
              <a:t>세트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731567-327B-C639-6BBB-1FB36BF0159C}"/>
              </a:ext>
            </a:extLst>
          </p:cNvPr>
          <p:cNvSpPr/>
          <p:nvPr/>
        </p:nvSpPr>
        <p:spPr>
          <a:xfrm>
            <a:off x="3489226" y="340343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11BBD83-C76D-95FE-5C77-46F3C5E881FA}"/>
              </a:ext>
            </a:extLst>
          </p:cNvPr>
          <p:cNvSpPr/>
          <p:nvPr/>
        </p:nvSpPr>
        <p:spPr>
          <a:xfrm>
            <a:off x="3654637" y="352856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CDF0B28-FFCB-1085-654F-ADBCDC429FBA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3589CA94-BC18-66BE-58F6-F04ADA89D69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57407D6-9A30-16A5-64CA-25FEAC98DE8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FDC6724-838E-201C-1B4B-832C6A46329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58DC8E-8740-A08F-0517-006E945C2C43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99D215D-B492-C9F7-BFE8-E4594ECAE4CC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D4D74-C8AA-F775-9E77-989DCB82396E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43C1F7E-4CC2-AF78-9C40-4215AD2200E5}"/>
              </a:ext>
            </a:extLst>
          </p:cNvPr>
          <p:cNvGrpSpPr/>
          <p:nvPr/>
        </p:nvGrpSpPr>
        <p:grpSpPr>
          <a:xfrm rot="5400000">
            <a:off x="4089785" y="4578766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D53626E-7DBD-01FC-A6B4-E055651F573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9EC52F4-E9CD-2ECB-55A5-92B05EFD458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B5036EE-F199-BB47-21CB-C5050A9A81A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F3DE7B-4CCB-7BB5-26A4-AA93ABA4148C}"/>
              </a:ext>
            </a:extLst>
          </p:cNvPr>
          <p:cNvSpPr/>
          <p:nvPr/>
        </p:nvSpPr>
        <p:spPr>
          <a:xfrm rot="16200000" flipV="1">
            <a:off x="5874320" y="2272651"/>
            <a:ext cx="98385" cy="827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34C6452-0DAA-6A7B-984F-F316400637C4}"/>
              </a:ext>
            </a:extLst>
          </p:cNvPr>
          <p:cNvSpPr/>
          <p:nvPr/>
        </p:nvSpPr>
        <p:spPr>
          <a:xfrm rot="10800000" flipV="1">
            <a:off x="9473560" y="2605633"/>
            <a:ext cx="98384" cy="7886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7343CED-2CFA-DDC5-8120-B64940145DEF}"/>
              </a:ext>
            </a:extLst>
          </p:cNvPr>
          <p:cNvCxnSpPr>
            <a:cxnSpLocks/>
          </p:cNvCxnSpPr>
          <p:nvPr/>
        </p:nvCxnSpPr>
        <p:spPr>
          <a:xfrm flipV="1">
            <a:off x="2967580" y="4654339"/>
            <a:ext cx="765639" cy="92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1AEAAF-4181-115B-857C-02FD1E14653F}"/>
              </a:ext>
            </a:extLst>
          </p:cNvPr>
          <p:cNvSpPr/>
          <p:nvPr/>
        </p:nvSpPr>
        <p:spPr>
          <a:xfrm>
            <a:off x="2824636" y="3104393"/>
            <a:ext cx="9838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581AD2-E4FB-B14C-62FA-28162E5BBB8E}"/>
              </a:ext>
            </a:extLst>
          </p:cNvPr>
          <p:cNvSpPr txBox="1"/>
          <p:nvPr/>
        </p:nvSpPr>
        <p:spPr>
          <a:xfrm>
            <a:off x="5341227" y="304663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F2371E3-509D-194E-B04C-A87CE3154456}"/>
              </a:ext>
            </a:extLst>
          </p:cNvPr>
          <p:cNvGrpSpPr/>
          <p:nvPr/>
        </p:nvGrpSpPr>
        <p:grpSpPr>
          <a:xfrm rot="5400000">
            <a:off x="4045084" y="2161186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17A3AF8-A236-A2DA-A64F-04265040BED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6320375-BFA2-A7A6-DBF6-73536648829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88E3981-285C-D3F4-DF70-B24BC7230EE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33354F7-E5E3-9FA7-9BFC-8C0BC486C2D8}"/>
              </a:ext>
            </a:extLst>
          </p:cNvPr>
          <p:cNvSpPr/>
          <p:nvPr/>
        </p:nvSpPr>
        <p:spPr>
          <a:xfrm flipV="1">
            <a:off x="8474827" y="1832892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97AF75-3BDA-01CE-7220-7C6BDC297DDD}"/>
              </a:ext>
            </a:extLst>
          </p:cNvPr>
          <p:cNvSpPr txBox="1"/>
          <p:nvPr/>
        </p:nvSpPr>
        <p:spPr>
          <a:xfrm>
            <a:off x="1210427" y="547888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3E716A2-2EB1-DD89-DE0E-308A8F112F3B}"/>
              </a:ext>
            </a:extLst>
          </p:cNvPr>
          <p:cNvSpPr/>
          <p:nvPr/>
        </p:nvSpPr>
        <p:spPr>
          <a:xfrm rot="5400000">
            <a:off x="8212489" y="3252343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A0A1E6E-48B1-A2AD-37E2-2032689686F0}"/>
              </a:ext>
            </a:extLst>
          </p:cNvPr>
          <p:cNvSpPr/>
          <p:nvPr/>
        </p:nvSpPr>
        <p:spPr>
          <a:xfrm rot="5400000">
            <a:off x="7479081" y="3243661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410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E71C-A230-AF3A-B4E1-1E810ED0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사각형, 평면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9883DA2-88B9-EE00-0A69-A5664EB70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99" y="660963"/>
            <a:ext cx="7953074" cy="58247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843ED6-2309-B78D-7E79-3EA7CBC7F6C0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843ED6-2309-B78D-7E79-3EA7CBC7F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BC05E2-C396-7A0F-C607-AAA0E5997872}"/>
              </a:ext>
            </a:extLst>
          </p:cNvPr>
          <p:cNvSpPr/>
          <p:nvPr/>
        </p:nvSpPr>
        <p:spPr>
          <a:xfrm>
            <a:off x="3489226" y="340343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2DEF1E7-4C99-5339-4AA6-2301E524E6AE}"/>
              </a:ext>
            </a:extLst>
          </p:cNvPr>
          <p:cNvSpPr/>
          <p:nvPr/>
        </p:nvSpPr>
        <p:spPr>
          <a:xfrm>
            <a:off x="3654637" y="352856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4051ECB-CD4F-3C9B-6A61-A40D5773C728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93EC3CA-6F99-6CBA-3359-64DDA93519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A7E170B-725C-3457-E8F3-C1CAE044573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E63EB93-1FC4-2AAD-DE1A-766BF9D2364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4DA181-C9C0-54F5-00D7-C9F98726C6BB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FB17BF3-1E2A-3596-AB62-4BB5A5C470AC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14C4E8-E8B0-7F9B-F501-ED41D1843A35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FDE0156-690F-0BF8-2614-C9CC7A651CCE}"/>
              </a:ext>
            </a:extLst>
          </p:cNvPr>
          <p:cNvGrpSpPr/>
          <p:nvPr/>
        </p:nvGrpSpPr>
        <p:grpSpPr>
          <a:xfrm rot="5400000">
            <a:off x="4089785" y="4578766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ACF778A-0FAE-E295-7599-4C9D1789724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4D90091-7AC8-B6BC-DB09-B91924D7038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72A987D-2657-EF82-4D38-70C568707C8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0023CDC-FB3F-38A0-90FF-88F3D3C53189}"/>
              </a:ext>
            </a:extLst>
          </p:cNvPr>
          <p:cNvSpPr/>
          <p:nvPr/>
        </p:nvSpPr>
        <p:spPr>
          <a:xfrm rot="16200000" flipV="1">
            <a:off x="5874320" y="2272651"/>
            <a:ext cx="98385" cy="827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E74706-00DA-5A3B-29BB-99852C2880F6}"/>
              </a:ext>
            </a:extLst>
          </p:cNvPr>
          <p:cNvSpPr/>
          <p:nvPr/>
        </p:nvSpPr>
        <p:spPr>
          <a:xfrm rot="10800000" flipV="1">
            <a:off x="9473560" y="2605633"/>
            <a:ext cx="98384" cy="7886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CEC10E2-76AD-3E64-A667-BAE50BB8A37F}"/>
              </a:ext>
            </a:extLst>
          </p:cNvPr>
          <p:cNvCxnSpPr>
            <a:cxnSpLocks/>
          </p:cNvCxnSpPr>
          <p:nvPr/>
        </p:nvCxnSpPr>
        <p:spPr>
          <a:xfrm flipV="1">
            <a:off x="2967580" y="4654339"/>
            <a:ext cx="765639" cy="92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2ECEAF-3A18-A0B3-776F-923E479CBDB2}"/>
              </a:ext>
            </a:extLst>
          </p:cNvPr>
          <p:cNvSpPr/>
          <p:nvPr/>
        </p:nvSpPr>
        <p:spPr>
          <a:xfrm>
            <a:off x="2824636" y="3104393"/>
            <a:ext cx="9838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C845C8-D9C7-F1B9-966D-98ED2BCC6879}"/>
              </a:ext>
            </a:extLst>
          </p:cNvPr>
          <p:cNvSpPr txBox="1"/>
          <p:nvPr/>
        </p:nvSpPr>
        <p:spPr>
          <a:xfrm>
            <a:off x="5341227" y="304663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5AD82C5-111C-7B6A-527E-0351B0F23903}"/>
              </a:ext>
            </a:extLst>
          </p:cNvPr>
          <p:cNvGrpSpPr/>
          <p:nvPr/>
        </p:nvGrpSpPr>
        <p:grpSpPr>
          <a:xfrm rot="5400000">
            <a:off x="4045084" y="2161186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2980F4D-76F8-696E-A995-F9E74E21B7D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C4148FF0-7FAF-4807-719C-7C002681DB8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0FFE74C0-8089-7AAC-DFF8-0AC17E21712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34D9B0C-FE38-D746-9A90-91DA2DDEF390}"/>
              </a:ext>
            </a:extLst>
          </p:cNvPr>
          <p:cNvSpPr/>
          <p:nvPr/>
        </p:nvSpPr>
        <p:spPr>
          <a:xfrm flipV="1">
            <a:off x="8474827" y="1832892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BCB630-AEB4-9FC2-C757-411064CE95CB}"/>
              </a:ext>
            </a:extLst>
          </p:cNvPr>
          <p:cNvSpPr txBox="1"/>
          <p:nvPr/>
        </p:nvSpPr>
        <p:spPr>
          <a:xfrm>
            <a:off x="1210427" y="547888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289A72C-2B0B-9C1C-3768-4CE20168DB8C}"/>
              </a:ext>
            </a:extLst>
          </p:cNvPr>
          <p:cNvSpPr/>
          <p:nvPr/>
        </p:nvSpPr>
        <p:spPr>
          <a:xfrm rot="5400000">
            <a:off x="8212489" y="3252343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8FD443E-ECC9-444F-AC64-62087975E7A9}"/>
              </a:ext>
            </a:extLst>
          </p:cNvPr>
          <p:cNvSpPr/>
          <p:nvPr/>
        </p:nvSpPr>
        <p:spPr>
          <a:xfrm rot="5400000">
            <a:off x="7479081" y="3243661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E15A9-F140-4879-BEB9-4E9F8DF99DB9}"/>
              </a:ext>
            </a:extLst>
          </p:cNvPr>
          <p:cNvSpPr txBox="1"/>
          <p:nvPr/>
        </p:nvSpPr>
        <p:spPr>
          <a:xfrm>
            <a:off x="2039310" y="2309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C46B05-24BA-512B-72F4-892950CBBDC6}"/>
              </a:ext>
            </a:extLst>
          </p:cNvPr>
          <p:cNvSpPr/>
          <p:nvPr/>
        </p:nvSpPr>
        <p:spPr>
          <a:xfrm rot="5400000">
            <a:off x="3104874" y="2116787"/>
            <a:ext cx="1006478" cy="731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A385E6-937F-9A07-9FFB-A63A5CA13B42}"/>
              </a:ext>
            </a:extLst>
          </p:cNvPr>
          <p:cNvSpPr txBox="1"/>
          <p:nvPr/>
        </p:nvSpPr>
        <p:spPr>
          <a:xfrm>
            <a:off x="3842502" y="198313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56D488D-4C6D-A90C-622F-ADED0EDEA4AA}"/>
              </a:ext>
            </a:extLst>
          </p:cNvPr>
          <p:cNvGrpSpPr/>
          <p:nvPr/>
        </p:nvGrpSpPr>
        <p:grpSpPr>
          <a:xfrm rot="16200000">
            <a:off x="4230239" y="2277602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C5C8B242-5D53-C904-B450-EFFDADFD50A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4245AED6-3809-16FC-4FA2-1FD39C51F34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0D61C12-251A-5736-72CA-59699F99D234}"/>
              </a:ext>
            </a:extLst>
          </p:cNvPr>
          <p:cNvGrpSpPr/>
          <p:nvPr/>
        </p:nvGrpSpPr>
        <p:grpSpPr>
          <a:xfrm rot="5400000">
            <a:off x="7897619" y="2081247"/>
            <a:ext cx="538696" cy="468531"/>
            <a:chOff x="9022177" y="3797098"/>
            <a:chExt cx="637082" cy="542991"/>
          </a:xfrm>
          <a:solidFill>
            <a:srgbClr val="CC0000"/>
          </a:solidFill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6E47AAD-6EC1-F07A-C678-A3B6EA94691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D63D64FD-9932-4232-8BC9-A59FC6B5625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720EFD7B-3B1C-7EF3-9B6C-556565930E61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별: 꼭짓점 7개 38">
              <a:extLst>
                <a:ext uri="{FF2B5EF4-FFF2-40B4-BE49-F238E27FC236}">
                  <a16:creationId xmlns:a16="http://schemas.microsoft.com/office/drawing/2014/main" id="{1CE0B4C7-03B3-B1CE-D4D4-2A6E9171C066}"/>
                </a:ext>
              </a:extLst>
            </p:cNvPr>
            <p:cNvSpPr/>
            <p:nvPr/>
          </p:nvSpPr>
          <p:spPr>
            <a:xfrm rot="5400000">
              <a:off x="9188731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E8A02CFD-291B-1797-7DAA-89960359C0E5}"/>
                </a:ext>
              </a:extLst>
            </p:cNvPr>
            <p:cNvGrpSpPr/>
            <p:nvPr/>
          </p:nvGrpSpPr>
          <p:grpSpPr>
            <a:xfrm>
              <a:off x="9022177" y="3797098"/>
              <a:ext cx="98814" cy="540184"/>
              <a:chOff x="4568765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C805A2BE-0CC2-34A7-D804-338800AFC273}"/>
                  </a:ext>
                </a:extLst>
              </p:cNvPr>
              <p:cNvSpPr/>
              <p:nvPr/>
            </p:nvSpPr>
            <p:spPr>
              <a:xfrm>
                <a:off x="4568765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C6DBBE1B-8983-B628-D91F-7B127E4F8723}"/>
                  </a:ext>
                </a:extLst>
              </p:cNvPr>
              <p:cNvSpPr/>
              <p:nvPr/>
            </p:nvSpPr>
            <p:spPr>
              <a:xfrm>
                <a:off x="4569194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3160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2748-2B2E-B77C-EC7C-E9CD9DA7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사각형, 평면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450EA3-09E6-C598-68C3-E3C404763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99" y="660963"/>
            <a:ext cx="7953074" cy="58247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4F8F8F-EECA-DB4A-BDF6-DAD1FEEC7402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4F8F8F-EECA-DB4A-BDF6-DAD1FEEC7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0B89721-E76E-6E42-4014-4037E6B1551F}"/>
              </a:ext>
            </a:extLst>
          </p:cNvPr>
          <p:cNvSpPr/>
          <p:nvPr/>
        </p:nvSpPr>
        <p:spPr>
          <a:xfrm>
            <a:off x="3489226" y="340343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EBEEBA5-0B4F-A02E-8CEC-F4B6BDDBF4DE}"/>
              </a:ext>
            </a:extLst>
          </p:cNvPr>
          <p:cNvSpPr/>
          <p:nvPr/>
        </p:nvSpPr>
        <p:spPr>
          <a:xfrm>
            <a:off x="3654637" y="352856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F077CC8-7216-A6AE-F8D7-1A76D459F005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CA05EA0-263C-FDE4-7D6E-9F9C2B59DFE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82DF3F5-5F14-E54F-A08D-EDBE0C0168D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8DFFC4A-97FA-FA7D-E715-7A7C69B360F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2DA3D40-648C-50F5-C3EF-032C32C036D1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18A68C-7842-8E98-4FD9-129C53FC253D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E55BB7-5C5A-DCF3-3CD8-13EA71F49E51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EA1ABB1-F7C2-3CA8-6DE3-A117F76B53F0}"/>
              </a:ext>
            </a:extLst>
          </p:cNvPr>
          <p:cNvGrpSpPr/>
          <p:nvPr/>
        </p:nvGrpSpPr>
        <p:grpSpPr>
          <a:xfrm rot="5400000">
            <a:off x="4089785" y="4578766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140DDE7-F8C7-F950-9791-F49BA9CB0D2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E7DF553-FBD3-6C50-7B80-24BC62151E5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78AA9F7-2471-AA66-419B-567173A5558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AEA555-EA12-9485-102A-1891DA5E4FC2}"/>
              </a:ext>
            </a:extLst>
          </p:cNvPr>
          <p:cNvSpPr/>
          <p:nvPr/>
        </p:nvSpPr>
        <p:spPr>
          <a:xfrm rot="16200000" flipV="1">
            <a:off x="5874320" y="2272651"/>
            <a:ext cx="98385" cy="827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0B12324-70A3-47E1-2A6A-BC7C56EE5FF2}"/>
              </a:ext>
            </a:extLst>
          </p:cNvPr>
          <p:cNvSpPr/>
          <p:nvPr/>
        </p:nvSpPr>
        <p:spPr>
          <a:xfrm rot="10800000" flipV="1">
            <a:off x="9473560" y="2605633"/>
            <a:ext cx="98384" cy="7886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CD2060F-5F58-E11E-8C20-B66B25D25CF0}"/>
              </a:ext>
            </a:extLst>
          </p:cNvPr>
          <p:cNvCxnSpPr>
            <a:cxnSpLocks/>
          </p:cNvCxnSpPr>
          <p:nvPr/>
        </p:nvCxnSpPr>
        <p:spPr>
          <a:xfrm flipV="1">
            <a:off x="2967580" y="4654339"/>
            <a:ext cx="765639" cy="92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D0406BE-B882-6109-391B-13809DC2F0FE}"/>
              </a:ext>
            </a:extLst>
          </p:cNvPr>
          <p:cNvSpPr/>
          <p:nvPr/>
        </p:nvSpPr>
        <p:spPr>
          <a:xfrm>
            <a:off x="2824636" y="3104393"/>
            <a:ext cx="9838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36AD4D-5B3E-3AAE-EA08-6208447EEAA2}"/>
              </a:ext>
            </a:extLst>
          </p:cNvPr>
          <p:cNvSpPr txBox="1"/>
          <p:nvPr/>
        </p:nvSpPr>
        <p:spPr>
          <a:xfrm>
            <a:off x="5341227" y="304663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86FBE90-7B94-3B3D-CF44-8DDFC2F9A3B3}"/>
              </a:ext>
            </a:extLst>
          </p:cNvPr>
          <p:cNvGrpSpPr/>
          <p:nvPr/>
        </p:nvGrpSpPr>
        <p:grpSpPr>
          <a:xfrm rot="5400000">
            <a:off x="4045084" y="2161186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2AE0119F-E445-5DD2-CD9B-CF9A81DFF33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20BC2DD-E047-8496-F618-1663EFF4F3A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BA84257-412E-0B4C-6CC2-AB65F5C2737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E1F34C-3C7D-3A62-E1AB-3AF175919C32}"/>
              </a:ext>
            </a:extLst>
          </p:cNvPr>
          <p:cNvSpPr/>
          <p:nvPr/>
        </p:nvSpPr>
        <p:spPr>
          <a:xfrm flipV="1">
            <a:off x="8474827" y="1832892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7098BD-1739-3DBA-5B3A-DC2A8D063B68}"/>
              </a:ext>
            </a:extLst>
          </p:cNvPr>
          <p:cNvSpPr txBox="1"/>
          <p:nvPr/>
        </p:nvSpPr>
        <p:spPr>
          <a:xfrm>
            <a:off x="1210427" y="547888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1A38DDD-2078-67C2-E3D1-ABD8D81F95D5}"/>
              </a:ext>
            </a:extLst>
          </p:cNvPr>
          <p:cNvSpPr/>
          <p:nvPr/>
        </p:nvSpPr>
        <p:spPr>
          <a:xfrm rot="5400000">
            <a:off x="8212489" y="3252343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66AE8F50-56D0-BD21-52FD-6FA5CBCA9BE3}"/>
              </a:ext>
            </a:extLst>
          </p:cNvPr>
          <p:cNvSpPr/>
          <p:nvPr/>
        </p:nvSpPr>
        <p:spPr>
          <a:xfrm rot="5400000">
            <a:off x="7479081" y="3243661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8E8B869-2642-F9A3-E7D7-7154998E9407}"/>
              </a:ext>
            </a:extLst>
          </p:cNvPr>
          <p:cNvSpPr/>
          <p:nvPr/>
        </p:nvSpPr>
        <p:spPr>
          <a:xfrm rot="5400000">
            <a:off x="3104874" y="2116787"/>
            <a:ext cx="1006478" cy="731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99A7E9-BC3E-FB4C-11A3-A9B4E4968830}"/>
              </a:ext>
            </a:extLst>
          </p:cNvPr>
          <p:cNvSpPr txBox="1"/>
          <p:nvPr/>
        </p:nvSpPr>
        <p:spPr>
          <a:xfrm>
            <a:off x="3842502" y="198313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C80025-EB11-6259-9140-44C69BB1CAD7}"/>
              </a:ext>
            </a:extLst>
          </p:cNvPr>
          <p:cNvGrpSpPr/>
          <p:nvPr/>
        </p:nvGrpSpPr>
        <p:grpSpPr>
          <a:xfrm rot="16200000">
            <a:off x="4230239" y="2277602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5C94502-1453-DA2C-EB40-38B46BAF31B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1675E2E-6DC1-2C29-1E05-724669966EA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26AAD2C-EAA9-E381-97A7-2BB9A56D3DBE}"/>
              </a:ext>
            </a:extLst>
          </p:cNvPr>
          <p:cNvGrpSpPr/>
          <p:nvPr/>
        </p:nvGrpSpPr>
        <p:grpSpPr>
          <a:xfrm rot="5400000">
            <a:off x="7897619" y="2081247"/>
            <a:ext cx="538696" cy="468531"/>
            <a:chOff x="9022177" y="3797098"/>
            <a:chExt cx="637082" cy="542991"/>
          </a:xfrm>
          <a:solidFill>
            <a:srgbClr val="CC0000"/>
          </a:solidFill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2B503A22-84E4-59F0-0090-3EB8F32555CD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F5DBA916-497E-0AA5-73F2-F3E0070B814F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0BE624A1-A502-1082-78C5-C4E88793CC5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별: 꼭짓점 7개 38">
              <a:extLst>
                <a:ext uri="{FF2B5EF4-FFF2-40B4-BE49-F238E27FC236}">
                  <a16:creationId xmlns:a16="http://schemas.microsoft.com/office/drawing/2014/main" id="{20DB90F6-218C-3377-F5AA-8C327F2DF3B7}"/>
                </a:ext>
              </a:extLst>
            </p:cNvPr>
            <p:cNvSpPr/>
            <p:nvPr/>
          </p:nvSpPr>
          <p:spPr>
            <a:xfrm rot="5400000">
              <a:off x="9188731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E855A78-2606-F4C0-1039-CBB06D9EA58A}"/>
                </a:ext>
              </a:extLst>
            </p:cNvPr>
            <p:cNvGrpSpPr/>
            <p:nvPr/>
          </p:nvGrpSpPr>
          <p:grpSpPr>
            <a:xfrm>
              <a:off x="9022177" y="3797098"/>
              <a:ext cx="98814" cy="540184"/>
              <a:chOff x="4568765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E93CC06-7E5D-7989-9A74-FC7C70AFC5B2}"/>
                  </a:ext>
                </a:extLst>
              </p:cNvPr>
              <p:cNvSpPr/>
              <p:nvPr/>
            </p:nvSpPr>
            <p:spPr>
              <a:xfrm>
                <a:off x="4568765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095C5990-EAEE-5E88-F40F-F4D765562BD5}"/>
                  </a:ext>
                </a:extLst>
              </p:cNvPr>
              <p:cNvSpPr/>
              <p:nvPr/>
            </p:nvSpPr>
            <p:spPr>
              <a:xfrm>
                <a:off x="4569194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77513CE-5BDB-B91F-D23B-7AAC2B1C65BB}"/>
              </a:ext>
            </a:extLst>
          </p:cNvPr>
          <p:cNvSpPr txBox="1"/>
          <p:nvPr/>
        </p:nvSpPr>
        <p:spPr>
          <a:xfrm>
            <a:off x="2110929" y="188539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SET+</a:t>
            </a:r>
            <a:r>
              <a:rPr lang="ko-KR" altLang="en-US" sz="2000" b="1" dirty="0" err="1"/>
              <a:t>실링팬</a:t>
            </a:r>
            <a:endParaRPr lang="en-US" altLang="ko-KR" sz="2000" b="1" dirty="0"/>
          </a:p>
        </p:txBody>
      </p:sp>
      <p:sp>
        <p:nvSpPr>
          <p:cNvPr id="45" name="별: 꼭짓점 4개 44">
            <a:extLst>
              <a:ext uri="{FF2B5EF4-FFF2-40B4-BE49-F238E27FC236}">
                <a16:creationId xmlns:a16="http://schemas.microsoft.com/office/drawing/2014/main" id="{BBE84011-2B3A-2080-680D-487CA6F8F179}"/>
              </a:ext>
            </a:extLst>
          </p:cNvPr>
          <p:cNvSpPr/>
          <p:nvPr/>
        </p:nvSpPr>
        <p:spPr>
          <a:xfrm>
            <a:off x="3872757" y="374927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89813B-4542-A0C8-9468-000A49BBB753}"/>
              </a:ext>
            </a:extLst>
          </p:cNvPr>
          <p:cNvSpPr txBox="1"/>
          <p:nvPr/>
        </p:nvSpPr>
        <p:spPr>
          <a:xfrm>
            <a:off x="1743080" y="5859152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</a:t>
            </a:r>
            <a:r>
              <a:rPr lang="ko-KR" altLang="en-US" sz="1000" b="1" dirty="0" err="1">
                <a:highlight>
                  <a:srgbClr val="FFFF00"/>
                </a:highlight>
              </a:rPr>
              <a:t>실크도배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DC67F8B-51A3-B9E7-073B-09C69CBD3DFC}"/>
              </a:ext>
            </a:extLst>
          </p:cNvPr>
          <p:cNvCxnSpPr>
            <a:cxnSpLocks/>
          </p:cNvCxnSpPr>
          <p:nvPr/>
        </p:nvCxnSpPr>
        <p:spPr>
          <a:xfrm flipV="1">
            <a:off x="3473614" y="4203964"/>
            <a:ext cx="648132" cy="1805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19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AA051F9-F583-7F81-F11E-CDB9456B7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002" y="938755"/>
            <a:ext cx="7165996" cy="5248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927AAC-7198-4035-FA8B-6BF20975681B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𝟏𝟏𝟖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927AAC-7198-4035-FA8B-6BF209756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CBC852-704F-A2A2-1297-62489A9E6A6E}"/>
              </a:ext>
            </a:extLst>
          </p:cNvPr>
          <p:cNvSpPr txBox="1"/>
          <p:nvPr/>
        </p:nvSpPr>
        <p:spPr>
          <a:xfrm>
            <a:off x="2110929" y="188539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118</a:t>
            </a:r>
            <a:r>
              <a:rPr lang="ko-KR" altLang="en-US" sz="2000" b="1" dirty="0"/>
              <a:t>타입 간접 </a:t>
            </a:r>
            <a:r>
              <a:rPr lang="en-US" altLang="ko-KR" sz="2000" b="1" dirty="0"/>
              <a:t>A </a:t>
            </a:r>
            <a:r>
              <a:rPr lang="ko-KR" altLang="en-US" sz="2000" b="1" dirty="0"/>
              <a:t>세트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7EEFFE8-FF90-A0C4-8902-1C1FAD9419C1}"/>
              </a:ext>
            </a:extLst>
          </p:cNvPr>
          <p:cNvSpPr/>
          <p:nvPr/>
        </p:nvSpPr>
        <p:spPr>
          <a:xfrm>
            <a:off x="4975066" y="442803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F8994E4-028D-268B-4261-8F2B43F8DCBF}"/>
              </a:ext>
            </a:extLst>
          </p:cNvPr>
          <p:cNvSpPr/>
          <p:nvPr/>
        </p:nvSpPr>
        <p:spPr>
          <a:xfrm>
            <a:off x="5159708" y="454981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DE54681-EDE8-5350-0DF0-D5D345BF989C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34D1A7E-564D-75B5-75F1-CF24A6EB1FC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2AB4293-702C-CD59-189E-513292104A8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CA2741CF-7CF7-090B-E726-3F05481B98A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07DACF-099F-DF3F-0761-1A97B371B70D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DAFF9E9-B2C2-3217-8EAF-F2ED8EC99624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33F5DB-785C-8895-064E-B7212F8075E2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C09D268-E190-24FF-1547-FA9413B55914}"/>
              </a:ext>
            </a:extLst>
          </p:cNvPr>
          <p:cNvGrpSpPr/>
          <p:nvPr/>
        </p:nvGrpSpPr>
        <p:grpSpPr>
          <a:xfrm>
            <a:off x="6578771" y="4347705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CB85525-EAC9-CD61-0708-15D70BD33DB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B77183E-FD03-4BCD-53A7-6477DFF47E9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D3E9EF7-4460-8D67-8C31-9655FB081D4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2328D6-2799-60DD-F441-CDE1B5C8F071}"/>
              </a:ext>
            </a:extLst>
          </p:cNvPr>
          <p:cNvSpPr/>
          <p:nvPr/>
        </p:nvSpPr>
        <p:spPr>
          <a:xfrm rot="10800000" flipV="1">
            <a:off x="4382494" y="2924612"/>
            <a:ext cx="98384" cy="7211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D8EDC8B-5788-77C8-01EF-65E286F91045}"/>
              </a:ext>
            </a:extLst>
          </p:cNvPr>
          <p:cNvSpPr/>
          <p:nvPr/>
        </p:nvSpPr>
        <p:spPr>
          <a:xfrm rot="5400000" flipV="1">
            <a:off x="8778136" y="2701426"/>
            <a:ext cx="108164" cy="4615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C80D5DE-8C90-E67A-EE2B-883BCB91F3AD}"/>
              </a:ext>
            </a:extLst>
          </p:cNvPr>
          <p:cNvCxnSpPr>
            <a:cxnSpLocks/>
          </p:cNvCxnSpPr>
          <p:nvPr/>
        </p:nvCxnSpPr>
        <p:spPr>
          <a:xfrm flipV="1">
            <a:off x="4394069" y="5696426"/>
            <a:ext cx="765639" cy="92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C9B46B-C9E5-1E5F-BC4A-2D69EB7CEAF7}"/>
              </a:ext>
            </a:extLst>
          </p:cNvPr>
          <p:cNvSpPr/>
          <p:nvPr/>
        </p:nvSpPr>
        <p:spPr>
          <a:xfrm rot="16200000">
            <a:off x="5603905" y="4982906"/>
            <a:ext cx="9838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D2935E-1554-3C82-79C3-8B34B8969B5A}"/>
              </a:ext>
            </a:extLst>
          </p:cNvPr>
          <p:cNvSpPr txBox="1"/>
          <p:nvPr/>
        </p:nvSpPr>
        <p:spPr>
          <a:xfrm>
            <a:off x="4445472" y="39379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4364D98-6F7D-CDD7-EA71-BF9B397B15B3}"/>
              </a:ext>
            </a:extLst>
          </p:cNvPr>
          <p:cNvGrpSpPr/>
          <p:nvPr/>
        </p:nvGrpSpPr>
        <p:grpSpPr>
          <a:xfrm>
            <a:off x="4547561" y="4363375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A9E1190B-8792-8E0E-1467-5087416782E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95DECD6-F1D1-8925-4038-3951404EF10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D2BEC9A-09E8-F866-43C1-91E96164039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8289AB0-13CA-B70C-DF07-FCF8F2E62868}"/>
              </a:ext>
            </a:extLst>
          </p:cNvPr>
          <p:cNvSpPr/>
          <p:nvPr/>
        </p:nvSpPr>
        <p:spPr>
          <a:xfrm flipV="1">
            <a:off x="8404894" y="2713568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FAF2A8-50D9-6AE3-F1E0-E267A7FCBC4A}"/>
              </a:ext>
            </a:extLst>
          </p:cNvPr>
          <p:cNvSpPr txBox="1"/>
          <p:nvPr/>
        </p:nvSpPr>
        <p:spPr>
          <a:xfrm>
            <a:off x="3064921" y="635551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CD83980-CB47-82CF-D43B-DD063941F64C}"/>
              </a:ext>
            </a:extLst>
          </p:cNvPr>
          <p:cNvSpPr/>
          <p:nvPr/>
        </p:nvSpPr>
        <p:spPr>
          <a:xfrm rot="5400000">
            <a:off x="8359331" y="3973981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4AD4570-7C28-1176-A30F-FB5229A451A4}"/>
              </a:ext>
            </a:extLst>
          </p:cNvPr>
          <p:cNvSpPr/>
          <p:nvPr/>
        </p:nvSpPr>
        <p:spPr>
          <a:xfrm rot="5400000">
            <a:off x="7687425" y="3982805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153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1B1B7-A030-A003-1E65-F578DCCC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5C5848-23E6-0C08-016C-13C5EFC27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002" y="938755"/>
            <a:ext cx="7165996" cy="5248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C33CA8-1C33-64EB-30CD-4F09CAA2916C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𝟏𝟏𝟖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C33CA8-1C33-64EB-30CD-4F09CAA2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93BC92-8149-F08E-C4DA-52E8BA4E4F2E}"/>
              </a:ext>
            </a:extLst>
          </p:cNvPr>
          <p:cNvSpPr/>
          <p:nvPr/>
        </p:nvSpPr>
        <p:spPr>
          <a:xfrm>
            <a:off x="4975066" y="442803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140DDB-5C9D-1F44-996D-73FFC5F9E5C0}"/>
              </a:ext>
            </a:extLst>
          </p:cNvPr>
          <p:cNvSpPr/>
          <p:nvPr/>
        </p:nvSpPr>
        <p:spPr>
          <a:xfrm>
            <a:off x="5159708" y="454981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A49CD2E-8581-1120-2622-3EEA25E7FF6B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3D6CF3B5-142A-46A1-3594-37E957152B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FFEFC854-6175-E787-5BCB-DC2C6F60507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4587D66-882B-7A34-6BC2-FC0AB2E70D1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403129-2976-54F0-F850-38A4F7FFF3FC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190706A-3E35-5B3B-2BD4-58421A2644EA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FD97D-FE7E-E3CC-E84F-299A69F286F1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C81ACCE-6F2D-7307-4C86-C7FB64359343}"/>
              </a:ext>
            </a:extLst>
          </p:cNvPr>
          <p:cNvGrpSpPr/>
          <p:nvPr/>
        </p:nvGrpSpPr>
        <p:grpSpPr>
          <a:xfrm>
            <a:off x="6578771" y="4347705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22F08EF-0440-9B79-8B79-77DE3BC92D6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BC491E7-06A7-52CA-BC9F-0E693EE9867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0F73416-5D66-88B9-49E7-CD356E62A45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9C3632-A5DB-8887-76CB-2AF2989347E2}"/>
              </a:ext>
            </a:extLst>
          </p:cNvPr>
          <p:cNvSpPr/>
          <p:nvPr/>
        </p:nvSpPr>
        <p:spPr>
          <a:xfrm flipV="1">
            <a:off x="4394070" y="2903899"/>
            <a:ext cx="98384" cy="7593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66760F-4464-D88E-7193-71F7E39398CC}"/>
              </a:ext>
            </a:extLst>
          </p:cNvPr>
          <p:cNvSpPr/>
          <p:nvPr/>
        </p:nvSpPr>
        <p:spPr>
          <a:xfrm rot="5400000" flipV="1">
            <a:off x="8797435" y="2697575"/>
            <a:ext cx="131563" cy="4458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D28DF3C-5B11-0277-9F46-A7BB42C2673E}"/>
              </a:ext>
            </a:extLst>
          </p:cNvPr>
          <p:cNvCxnSpPr>
            <a:cxnSpLocks/>
          </p:cNvCxnSpPr>
          <p:nvPr/>
        </p:nvCxnSpPr>
        <p:spPr>
          <a:xfrm flipV="1">
            <a:off x="4394069" y="5696426"/>
            <a:ext cx="765639" cy="92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1BA2C0-2923-D42E-4211-AF0B70DA22F5}"/>
              </a:ext>
            </a:extLst>
          </p:cNvPr>
          <p:cNvSpPr/>
          <p:nvPr/>
        </p:nvSpPr>
        <p:spPr>
          <a:xfrm rot="16200000">
            <a:off x="5603905" y="4982906"/>
            <a:ext cx="9838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F27421-4392-6268-E4C8-23AFD3240854}"/>
              </a:ext>
            </a:extLst>
          </p:cNvPr>
          <p:cNvSpPr txBox="1"/>
          <p:nvPr/>
        </p:nvSpPr>
        <p:spPr>
          <a:xfrm>
            <a:off x="4547561" y="383171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A74CB78-06DA-9A7D-EA01-CE7E7F3352EC}"/>
              </a:ext>
            </a:extLst>
          </p:cNvPr>
          <p:cNvGrpSpPr/>
          <p:nvPr/>
        </p:nvGrpSpPr>
        <p:grpSpPr>
          <a:xfrm>
            <a:off x="4547561" y="4363375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60E1E2EE-32DB-6FC8-486B-ADECF9C4C94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8B276BAD-2B07-001F-AC97-DDB16056D1C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0494FB7-4AC5-F088-4DBD-FD17BD7CE17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62D8B8A-894E-7ABA-4B2C-7318C983EDD1}"/>
              </a:ext>
            </a:extLst>
          </p:cNvPr>
          <p:cNvSpPr/>
          <p:nvPr/>
        </p:nvSpPr>
        <p:spPr>
          <a:xfrm flipV="1">
            <a:off x="8425633" y="2692053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CBF86F-68F4-3A40-0440-3ECC991D15CF}"/>
              </a:ext>
            </a:extLst>
          </p:cNvPr>
          <p:cNvSpPr txBox="1"/>
          <p:nvPr/>
        </p:nvSpPr>
        <p:spPr>
          <a:xfrm>
            <a:off x="3064921" y="635551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EE5AAE3-BF77-2C66-0B38-430F647A7414}"/>
              </a:ext>
            </a:extLst>
          </p:cNvPr>
          <p:cNvSpPr/>
          <p:nvPr/>
        </p:nvSpPr>
        <p:spPr>
          <a:xfrm rot="5400000">
            <a:off x="7784225" y="4016272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0F84F0B-CD44-0EF7-CF28-47AB7F7DD01B}"/>
              </a:ext>
            </a:extLst>
          </p:cNvPr>
          <p:cNvSpPr/>
          <p:nvPr/>
        </p:nvSpPr>
        <p:spPr>
          <a:xfrm rot="5400000">
            <a:off x="8474826" y="3998766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C4DC2A-17B0-4ADD-AB81-35CC28232E77}"/>
              </a:ext>
            </a:extLst>
          </p:cNvPr>
          <p:cNvSpPr txBox="1"/>
          <p:nvPr/>
        </p:nvSpPr>
        <p:spPr>
          <a:xfrm>
            <a:off x="2039310" y="2309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118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A1773FE-CA1A-D449-192C-0936F79498EC}"/>
              </a:ext>
            </a:extLst>
          </p:cNvPr>
          <p:cNvSpPr/>
          <p:nvPr/>
        </p:nvSpPr>
        <p:spPr>
          <a:xfrm>
            <a:off x="3360441" y="5249824"/>
            <a:ext cx="1006478" cy="731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36340A-4EB6-A9DD-91FF-82759D9DF63D}"/>
              </a:ext>
            </a:extLst>
          </p:cNvPr>
          <p:cNvSpPr txBox="1"/>
          <p:nvPr/>
        </p:nvSpPr>
        <p:spPr>
          <a:xfrm>
            <a:off x="2868016" y="390217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D103A1-3928-341A-1A2F-2F5A85CEDA5C}"/>
              </a:ext>
            </a:extLst>
          </p:cNvPr>
          <p:cNvGrpSpPr/>
          <p:nvPr/>
        </p:nvGrpSpPr>
        <p:grpSpPr>
          <a:xfrm>
            <a:off x="4317512" y="434770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9F80D02-8B64-4A7C-104D-F5D1CFEE3EE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D217414-2F8D-E110-45B5-0D64DA8328C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9ED9627-AD63-FB52-70BD-EFA607BB2A94}"/>
              </a:ext>
            </a:extLst>
          </p:cNvPr>
          <p:cNvGrpSpPr/>
          <p:nvPr/>
        </p:nvGrpSpPr>
        <p:grpSpPr>
          <a:xfrm rot="5400000">
            <a:off x="7863877" y="2925387"/>
            <a:ext cx="538696" cy="468531"/>
            <a:chOff x="9022177" y="3797098"/>
            <a:chExt cx="637082" cy="542991"/>
          </a:xfrm>
          <a:solidFill>
            <a:srgbClr val="CC0000"/>
          </a:solidFill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B9BB2213-C6E3-4020-BF5C-8EAB5B27D1F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E0D9B3DE-EFC5-2981-F97C-905081D920E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78FD6FE1-A0A2-0C12-E9CD-CF83C2540BB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별: 꼭짓점 7개 38">
              <a:extLst>
                <a:ext uri="{FF2B5EF4-FFF2-40B4-BE49-F238E27FC236}">
                  <a16:creationId xmlns:a16="http://schemas.microsoft.com/office/drawing/2014/main" id="{56D24AC7-06CA-8229-A194-0FD16162EA5C}"/>
                </a:ext>
              </a:extLst>
            </p:cNvPr>
            <p:cNvSpPr/>
            <p:nvPr/>
          </p:nvSpPr>
          <p:spPr>
            <a:xfrm rot="5400000">
              <a:off x="9188731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B9F811DD-5120-D3B9-D3DC-1EAD085426EC}"/>
                </a:ext>
              </a:extLst>
            </p:cNvPr>
            <p:cNvGrpSpPr/>
            <p:nvPr/>
          </p:nvGrpSpPr>
          <p:grpSpPr>
            <a:xfrm>
              <a:off x="9022177" y="3797098"/>
              <a:ext cx="98814" cy="540184"/>
              <a:chOff x="4568765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CEED05C1-3AC8-D3A7-0E16-D9DFD50F5300}"/>
                  </a:ext>
                </a:extLst>
              </p:cNvPr>
              <p:cNvSpPr/>
              <p:nvPr/>
            </p:nvSpPr>
            <p:spPr>
              <a:xfrm>
                <a:off x="4568765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1478048E-4521-CF67-1A24-BA4DA788BA8A}"/>
                  </a:ext>
                </a:extLst>
              </p:cNvPr>
              <p:cNvSpPr/>
              <p:nvPr/>
            </p:nvSpPr>
            <p:spPr>
              <a:xfrm>
                <a:off x="4569194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7768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27ED8-FF25-06FB-D571-099E7D451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7E46C5-C440-9855-A680-16E304DF3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002" y="938755"/>
            <a:ext cx="7165996" cy="5248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0872CE-E54B-1A20-966C-8570C2BE08C0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𝟏𝟏𝟖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0872CE-E54B-1A20-966C-8570C2BE0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E748AC5-CC30-A024-2A0D-3BB4EA21E997}"/>
              </a:ext>
            </a:extLst>
          </p:cNvPr>
          <p:cNvSpPr/>
          <p:nvPr/>
        </p:nvSpPr>
        <p:spPr>
          <a:xfrm>
            <a:off x="4975066" y="442803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A399FA1-E192-B9EF-504C-9ABAE0F05F81}"/>
              </a:ext>
            </a:extLst>
          </p:cNvPr>
          <p:cNvSpPr/>
          <p:nvPr/>
        </p:nvSpPr>
        <p:spPr>
          <a:xfrm>
            <a:off x="5159708" y="454981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B8CF17D-985E-8243-CFDF-C6DC4D44A91B}"/>
              </a:ext>
            </a:extLst>
          </p:cNvPr>
          <p:cNvGrpSpPr/>
          <p:nvPr/>
        </p:nvGrpSpPr>
        <p:grpSpPr>
          <a:xfrm>
            <a:off x="76153" y="76158"/>
            <a:ext cx="3888132" cy="738664"/>
            <a:chOff x="209306" y="114311"/>
            <a:chExt cx="3888132" cy="7426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0BA9C88-2680-C951-DEED-28CED55486E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E418CC9-1B72-442E-5C97-33EA2008ADA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02D20F2-65E9-26B7-A5A4-8EBCBB1BEC3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C14687-B9F5-4AF2-1B4A-CA7B73A7C667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FB99E0-4AE0-AD54-4B7F-215BB8B7B893}"/>
              </a:ext>
            </a:extLst>
          </p:cNvPr>
          <p:cNvSpPr txBox="1"/>
          <p:nvPr/>
        </p:nvSpPr>
        <p:spPr>
          <a:xfrm>
            <a:off x="-38440" y="720509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85348C-7CFA-932A-889C-D47C7A432D24}"/>
              </a:ext>
            </a:extLst>
          </p:cNvPr>
          <p:cNvSpPr txBox="1"/>
          <p:nvPr/>
        </p:nvSpPr>
        <p:spPr>
          <a:xfrm>
            <a:off x="0" y="10767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7F3A37E-84A9-51B4-B325-BBC79979E728}"/>
              </a:ext>
            </a:extLst>
          </p:cNvPr>
          <p:cNvGrpSpPr/>
          <p:nvPr/>
        </p:nvGrpSpPr>
        <p:grpSpPr>
          <a:xfrm>
            <a:off x="6578771" y="4347705"/>
            <a:ext cx="98891" cy="1331233"/>
            <a:chOff x="4737834" y="4900127"/>
            <a:chExt cx="98891" cy="1331233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D8A7D78-50F1-CD0D-BE8A-1CC035BF466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6BB0FC0-E0D4-75A2-E905-08114A42B1E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29144D0-2084-EF22-602C-17E4EE1F96D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142356-213C-0768-C8E5-E477C38B3979}"/>
              </a:ext>
            </a:extLst>
          </p:cNvPr>
          <p:cNvSpPr/>
          <p:nvPr/>
        </p:nvSpPr>
        <p:spPr>
          <a:xfrm flipV="1">
            <a:off x="4394070" y="2903899"/>
            <a:ext cx="98384" cy="7593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75484A-1D89-DC2F-CEBA-923762A76A44}"/>
              </a:ext>
            </a:extLst>
          </p:cNvPr>
          <p:cNvSpPr/>
          <p:nvPr/>
        </p:nvSpPr>
        <p:spPr>
          <a:xfrm rot="5400000" flipV="1">
            <a:off x="8797435" y="2697575"/>
            <a:ext cx="131563" cy="4458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ECD5291-0B81-52A7-8474-138033718077}"/>
              </a:ext>
            </a:extLst>
          </p:cNvPr>
          <p:cNvCxnSpPr>
            <a:cxnSpLocks/>
          </p:cNvCxnSpPr>
          <p:nvPr/>
        </p:nvCxnSpPr>
        <p:spPr>
          <a:xfrm flipV="1">
            <a:off x="4394069" y="5696426"/>
            <a:ext cx="765639" cy="92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DA23AC-9FCD-9CCE-079F-16AB6475ADF0}"/>
              </a:ext>
            </a:extLst>
          </p:cNvPr>
          <p:cNvSpPr/>
          <p:nvPr/>
        </p:nvSpPr>
        <p:spPr>
          <a:xfrm rot="16200000">
            <a:off x="5603905" y="4982906"/>
            <a:ext cx="98384" cy="1949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8D09D3-8E88-258A-7A36-A821280FCC60}"/>
              </a:ext>
            </a:extLst>
          </p:cNvPr>
          <p:cNvSpPr txBox="1"/>
          <p:nvPr/>
        </p:nvSpPr>
        <p:spPr>
          <a:xfrm>
            <a:off x="4547561" y="383171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D06B34-1FD4-9091-94C7-CA301278B655}"/>
              </a:ext>
            </a:extLst>
          </p:cNvPr>
          <p:cNvGrpSpPr/>
          <p:nvPr/>
        </p:nvGrpSpPr>
        <p:grpSpPr>
          <a:xfrm>
            <a:off x="4547561" y="4363375"/>
            <a:ext cx="98891" cy="1331233"/>
            <a:chOff x="4737834" y="4900127"/>
            <a:chExt cx="98891" cy="133123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2E29B95-93AB-1C57-11B5-F9ED74BEE04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AFBF60B-F5C4-C030-7245-726EB0FDE6B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93DD94C-CA14-DBEB-BAB5-D5B801956C9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80E56F-D594-83E0-902A-70D0386E18E1}"/>
              </a:ext>
            </a:extLst>
          </p:cNvPr>
          <p:cNvSpPr/>
          <p:nvPr/>
        </p:nvSpPr>
        <p:spPr>
          <a:xfrm flipV="1">
            <a:off x="8425633" y="2692053"/>
            <a:ext cx="98385" cy="9103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434E3C-048C-9BA2-712A-905A01EDFA66}"/>
              </a:ext>
            </a:extLst>
          </p:cNvPr>
          <p:cNvSpPr txBox="1"/>
          <p:nvPr/>
        </p:nvSpPr>
        <p:spPr>
          <a:xfrm>
            <a:off x="3064921" y="635551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587EB73-E8B1-6F43-D2BB-06A5CE034DA0}"/>
              </a:ext>
            </a:extLst>
          </p:cNvPr>
          <p:cNvSpPr/>
          <p:nvPr/>
        </p:nvSpPr>
        <p:spPr>
          <a:xfrm rot="5400000">
            <a:off x="7784225" y="4016272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5C5B3BC-4CE2-005B-A84D-96EA6CE05281}"/>
              </a:ext>
            </a:extLst>
          </p:cNvPr>
          <p:cNvSpPr/>
          <p:nvPr/>
        </p:nvSpPr>
        <p:spPr>
          <a:xfrm rot="5400000">
            <a:off x="8474826" y="3998766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5B0CA8-5E88-4E76-C461-D908F512CFEA}"/>
              </a:ext>
            </a:extLst>
          </p:cNvPr>
          <p:cNvSpPr/>
          <p:nvPr/>
        </p:nvSpPr>
        <p:spPr>
          <a:xfrm>
            <a:off x="3360441" y="5249824"/>
            <a:ext cx="1006478" cy="731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946936-A86A-FD7B-C4A7-0D48DF595BE2}"/>
              </a:ext>
            </a:extLst>
          </p:cNvPr>
          <p:cNvSpPr txBox="1"/>
          <p:nvPr/>
        </p:nvSpPr>
        <p:spPr>
          <a:xfrm>
            <a:off x="2868016" y="390217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513D4C3-CF64-C9E2-137E-979167636173}"/>
              </a:ext>
            </a:extLst>
          </p:cNvPr>
          <p:cNvGrpSpPr/>
          <p:nvPr/>
        </p:nvGrpSpPr>
        <p:grpSpPr>
          <a:xfrm>
            <a:off x="4317512" y="434770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A3CE904-0DEB-BD52-31C0-90AC5133C7C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04AF3F2-96DD-434E-93E8-E40C386C8AC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BC116F-982B-F3AE-F001-1A144061CAD8}"/>
              </a:ext>
            </a:extLst>
          </p:cNvPr>
          <p:cNvGrpSpPr/>
          <p:nvPr/>
        </p:nvGrpSpPr>
        <p:grpSpPr>
          <a:xfrm rot="5400000">
            <a:off x="7863877" y="2925387"/>
            <a:ext cx="538696" cy="468531"/>
            <a:chOff x="9022177" y="3797098"/>
            <a:chExt cx="637082" cy="542991"/>
          </a:xfrm>
          <a:solidFill>
            <a:srgbClr val="CC0000"/>
          </a:solidFill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5B0AE96-FC3D-4B2A-DA04-3104549EA06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E07B8A44-B056-0085-85FD-5548F9007E2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84A0D697-7461-004F-E103-8BAE6EBD0330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별: 꼭짓점 7개 38">
              <a:extLst>
                <a:ext uri="{FF2B5EF4-FFF2-40B4-BE49-F238E27FC236}">
                  <a16:creationId xmlns:a16="http://schemas.microsoft.com/office/drawing/2014/main" id="{18B27703-F891-2D94-7030-58A68ABA8347}"/>
                </a:ext>
              </a:extLst>
            </p:cNvPr>
            <p:cNvSpPr/>
            <p:nvPr/>
          </p:nvSpPr>
          <p:spPr>
            <a:xfrm rot="5400000">
              <a:off x="9188731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20290970-DD57-2E3D-5D4B-2E1DC148B900}"/>
                </a:ext>
              </a:extLst>
            </p:cNvPr>
            <p:cNvGrpSpPr/>
            <p:nvPr/>
          </p:nvGrpSpPr>
          <p:grpSpPr>
            <a:xfrm>
              <a:off x="9022177" y="3797098"/>
              <a:ext cx="98814" cy="540184"/>
              <a:chOff x="4568765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3026B6A5-FE9A-4D02-72BE-34493DBF5F86}"/>
                  </a:ext>
                </a:extLst>
              </p:cNvPr>
              <p:cNvSpPr/>
              <p:nvPr/>
            </p:nvSpPr>
            <p:spPr>
              <a:xfrm>
                <a:off x="4568765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26F1E609-25E0-2F3F-5530-76D327403365}"/>
                  </a:ext>
                </a:extLst>
              </p:cNvPr>
              <p:cNvSpPr/>
              <p:nvPr/>
            </p:nvSpPr>
            <p:spPr>
              <a:xfrm>
                <a:off x="4569194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5D0A66-3585-FC3E-87D7-B988F2C8908E}"/>
              </a:ext>
            </a:extLst>
          </p:cNvPr>
          <p:cNvSpPr txBox="1"/>
          <p:nvPr/>
        </p:nvSpPr>
        <p:spPr>
          <a:xfrm>
            <a:off x="2110929" y="188539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118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SET+</a:t>
            </a:r>
            <a:r>
              <a:rPr lang="ko-KR" altLang="en-US" sz="2000" b="1" dirty="0" err="1"/>
              <a:t>실링팬</a:t>
            </a:r>
            <a:endParaRPr lang="en-US" altLang="ko-KR" sz="2000" b="1" dirty="0"/>
          </a:p>
        </p:txBody>
      </p:sp>
      <p:sp>
        <p:nvSpPr>
          <p:cNvPr id="45" name="별: 꼭짓점 4개 44">
            <a:extLst>
              <a:ext uri="{FF2B5EF4-FFF2-40B4-BE49-F238E27FC236}">
                <a16:creationId xmlns:a16="http://schemas.microsoft.com/office/drawing/2014/main" id="{C2422158-3626-908F-C69D-52070F7C8664}"/>
              </a:ext>
            </a:extLst>
          </p:cNvPr>
          <p:cNvSpPr/>
          <p:nvPr/>
        </p:nvSpPr>
        <p:spPr>
          <a:xfrm>
            <a:off x="5358267" y="479539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EA7FA0-75C8-EC2D-31DE-27717F751BCD}"/>
              </a:ext>
            </a:extLst>
          </p:cNvPr>
          <p:cNvSpPr txBox="1"/>
          <p:nvPr/>
        </p:nvSpPr>
        <p:spPr>
          <a:xfrm>
            <a:off x="5511952" y="6185213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</a:t>
            </a:r>
            <a:r>
              <a:rPr lang="ko-KR" altLang="en-US" sz="1000" b="1" dirty="0" err="1">
                <a:highlight>
                  <a:srgbClr val="FFFF00"/>
                </a:highlight>
              </a:rPr>
              <a:t>실크도배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8F6A28F-7652-E39F-6E6C-9DCD361816D9}"/>
              </a:ext>
            </a:extLst>
          </p:cNvPr>
          <p:cNvCxnSpPr>
            <a:cxnSpLocks/>
          </p:cNvCxnSpPr>
          <p:nvPr/>
        </p:nvCxnSpPr>
        <p:spPr>
          <a:xfrm flipH="1" flipV="1">
            <a:off x="5743465" y="5156341"/>
            <a:ext cx="689632" cy="1276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295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진옥화</dc:creator>
  <cp:lastModifiedBy>변경순</cp:lastModifiedBy>
  <cp:revision>22</cp:revision>
  <dcterms:created xsi:type="dcterms:W3CDTF">2024-03-26T08:21:00Z</dcterms:created>
  <dcterms:modified xsi:type="dcterms:W3CDTF">2025-05-30T03:08:09Z</dcterms:modified>
</cp:coreProperties>
</file>