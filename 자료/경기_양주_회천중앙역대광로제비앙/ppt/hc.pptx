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wdp" ContentType="image/vnd.ms-photo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changesInfos/changesInfo1.xml" ContentType="application/vnd.ms-powerpoint.changesinfo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revisionInfo.xml" ContentType="application/vnd.ms-powerpoint.revisioninfo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3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51"/>
  </p:notesMasterIdLst>
  <p:sldIdLst>
    <p:sldId id="521" r:id="rId14"/>
    <p:sldId id="555" r:id="rId17"/>
    <p:sldId id="525" r:id="rId18"/>
    <p:sldId id="524" r:id="rId19"/>
    <p:sldId id="538" r:id="rId20"/>
    <p:sldId id="544" r:id="rId21"/>
    <p:sldId id="554" r:id="rId22"/>
    <p:sldId id="551" r:id="rId23"/>
    <p:sldId id="542" r:id="rId24"/>
    <p:sldId id="549" r:id="rId25"/>
    <p:sldId id="552" r:id="rId26"/>
    <p:sldId id="550" r:id="rId27"/>
    <p:sldId id="545" r:id="rId28"/>
    <p:sldId id="534" r:id="rId29"/>
    <p:sldId id="532" r:id="rId30"/>
    <p:sldId id="522" r:id="rId31"/>
    <p:sldId id="562" r:id="rId33"/>
    <p:sldId id="527" r:id="rId34"/>
    <p:sldId id="526" r:id="rId35"/>
    <p:sldId id="543" r:id="rId36"/>
    <p:sldId id="535" r:id="rId37"/>
    <p:sldId id="553" r:id="rId38"/>
    <p:sldId id="540" r:id="rId39"/>
    <p:sldId id="541" r:id="rId40"/>
    <p:sldId id="533" r:id="rId41"/>
    <p:sldId id="536" r:id="rId42"/>
    <p:sldId id="547" r:id="rId43"/>
    <p:sldId id="546" r:id="rId44"/>
    <p:sldId id="537" r:id="rId45"/>
    <p:sldId id="548" r:id="rId46"/>
    <p:sldId id="523" r:id="rId47"/>
    <p:sldId id="529" r:id="rId48"/>
    <p:sldId id="528" r:id="rId49"/>
    <p:sldId id="539" r:id="rId50"/>
  </p:sldIdLst>
  <p:sldSz cx="12192000" cy="6858000"/>
  <p:notesSz cx="6858000" cy="9144000"/>
  <p:defaultTextStyle>
    <a:defPPr>
      <a:defRPr lang="ko-KR"/>
    </a:defPPr>
    <a:lvl1pPr marL="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84A" id="{7AC2D4E6-F549-4A21-8F26-2DC823E372B4}">
          <p14:sldIdLst>
            <p14:sldId id="521"/>
            <p14:sldId id="555"/>
            <p14:sldId id="525"/>
            <p14:sldId id="524"/>
            <p14:sldId id="538"/>
            <p14:sldId id="544"/>
            <p14:sldId id="554"/>
            <p14:sldId id="551"/>
            <p14:sldId id="542"/>
            <p14:sldId id="549"/>
            <p14:sldId id="552"/>
            <p14:sldId id="550"/>
            <p14:sldId id="545"/>
            <p14:sldId id="534"/>
            <p14:sldId id="532"/>
          </p14:sldIdLst>
        </p14:section>
        <p14:section name="84B" id="{45A614FB-E4AD-42C3-BA2A-1564CCCA3929}">
          <p14:sldIdLst>
            <p14:sldId id="522"/>
            <p14:sldId id="562"/>
            <p14:sldId id="527"/>
            <p14:sldId id="526"/>
            <p14:sldId id="543"/>
            <p14:sldId id="535"/>
            <p14:sldId id="553"/>
            <p14:sldId id="540"/>
            <p14:sldId id="541"/>
            <p14:sldId id="533"/>
            <p14:sldId id="536"/>
            <p14:sldId id="547"/>
            <p14:sldId id="546"/>
            <p14:sldId id="537"/>
            <p14:sldId id="548"/>
          </p14:sldIdLst>
        </p14:section>
        <p14:section name="84C" id="{AA9BBD5F-3D50-4C3B-B6EF-23D646237042}">
          <p14:sldIdLst>
            <p14:sldId id="523"/>
            <p14:sldId id="529"/>
            <p14:sldId id="528"/>
            <p14:sldId id="539"/>
          </p14:sldIdLst>
        </p14:section>
      </p14:section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4E4E4E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A9229E23-5F97-47FD-8A09-FD513D7B5C4F}" v="13" dt="2026-08-26T06:36:25.844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14" Type="http://schemas.openxmlformats.org/officeDocument/2006/relationships/slide" Target="slides/slide13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slide" Target="slides/slide20.xml"/><Relationship Id="rId22" Type="http://schemas.openxmlformats.org/officeDocument/2006/relationships/slide" Target="slides/slide21.xml"/><Relationship Id="rId23" Type="http://schemas.openxmlformats.org/officeDocument/2006/relationships/slide" Target="slides/slide22.xml"/><Relationship Id="rId24" Type="http://schemas.openxmlformats.org/officeDocument/2006/relationships/slide" Target="slides/slide23.xml"/><Relationship Id="rId25" Type="http://schemas.openxmlformats.org/officeDocument/2006/relationships/slide" Target="slides/slide24.xml"/><Relationship Id="rId26" Type="http://schemas.openxmlformats.org/officeDocument/2006/relationships/slide" Target="slides/slide25.xml"/><Relationship Id="rId27" Type="http://schemas.openxmlformats.org/officeDocument/2006/relationships/slide" Target="slides/slide26.xml"/><Relationship Id="rId28" Type="http://schemas.openxmlformats.org/officeDocument/2006/relationships/slide" Target="slides/slide27.xml"/><Relationship Id="rId29" Type="http://schemas.openxmlformats.org/officeDocument/2006/relationships/slide" Target="slides/slide28.xml"/><Relationship Id="rId30" Type="http://schemas.openxmlformats.org/officeDocument/2006/relationships/slide" Target="slides/slide29.xml"/><Relationship Id="rId31" Type="http://schemas.openxmlformats.org/officeDocument/2006/relationships/slide" Target="slides/slide30.xml"/><Relationship Id="rId33" Type="http://schemas.openxmlformats.org/officeDocument/2006/relationships/slide" Target="slides/slide32.xml"/><Relationship Id="rId34" Type="http://schemas.openxmlformats.org/officeDocument/2006/relationships/slide" Target="slides/slide33.xml"/><Relationship Id="rId35" Type="http://schemas.openxmlformats.org/officeDocument/2006/relationships/slide" Target="slides/slide34.xml"/><Relationship Id="rId36" Type="http://schemas.openxmlformats.org/officeDocument/2006/relationships/slide" Target="slides/slide35.xml"/><Relationship Id="rId37" Type="http://schemas.openxmlformats.org/officeDocument/2006/relationships/slide" Target="slides/slide36.xml"/><Relationship Id="rId38" Type="http://schemas.openxmlformats.org/officeDocument/2006/relationships/slide" Target="slides/slide37.xml"/><Relationship Id="rId39" Type="http://schemas.openxmlformats.org/officeDocument/2006/relationships/slide" Target="slides/slide38.xml"/><Relationship Id="rId40" Type="http://schemas.openxmlformats.org/officeDocument/2006/relationships/slide" Target="slides/slide39.xml"/><Relationship Id="rId41" Type="http://schemas.openxmlformats.org/officeDocument/2006/relationships/slide" Target="slides/slide40.xml"/><Relationship Id="rId42" Type="http://schemas.openxmlformats.org/officeDocument/2006/relationships/slide" Target="slides/slide41.xml"/><Relationship Id="rId43" Type="http://schemas.openxmlformats.org/officeDocument/2006/relationships/slide" Target="slides/slide42.xml"/><Relationship Id="rId44" Type="http://schemas.openxmlformats.org/officeDocument/2006/relationships/slide" Target="slides/slide43.xml"/><Relationship Id="rId45" Type="http://schemas.openxmlformats.org/officeDocument/2006/relationships/slide" Target="slides/slide44.xml"/><Relationship Id="rId46" Type="http://schemas.openxmlformats.org/officeDocument/2006/relationships/slide" Target="slides/slide45.xml"/><Relationship Id="rId47" Type="http://schemas.openxmlformats.org/officeDocument/2006/relationships/slide" Target="slides/slide46.xml"/><Relationship Id="rId48" Type="http://schemas.openxmlformats.org/officeDocument/2006/relationships/slide" Target="slides/slide47.xml"/><Relationship Id="rId49" Type="http://schemas.openxmlformats.org/officeDocument/2006/relationships/slide" Target="slides/slide48.xml"/><Relationship Id="rId50" Type="http://schemas.openxmlformats.org/officeDocument/2006/relationships/slide" Target="slides/slide49.xml"/><Relationship Id="rId51" Type="http://schemas.openxmlformats.org/officeDocument/2006/relationships/notesMaster" Target="notesMasters/notesMaster1.xml"/><Relationship Id="rId52" Type="http://schemas.openxmlformats.org/officeDocument/2006/relationships/presProps" Target="presProps.xml"/><Relationship Id="rId53" Type="http://schemas.openxmlformats.org/officeDocument/2006/relationships/viewProps" Target="viewProps.xml"/><Relationship Id="rId54" Type="http://schemas.openxmlformats.org/officeDocument/2006/relationships/theme" Target="theme/theme1.xml"/><Relationship Id="rId55" Type="http://schemas.openxmlformats.org/officeDocument/2006/relationships/tableStyles" Target="tableStyles.xml"/><Relationship Id="rId56" Type="http://schemas.microsoft.com/office/2016/11/relationships/changesInfo" Target="changesInfos/changesInfo1.xml"/><Relationship Id="rId57" Type="http://schemas.microsoft.com/office/2015/10/relationships/revisionInfo" Target="revisionInfo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김지현" userId="5154eb2d-02ba-4010-852a-c5258d5d16a7" providerId="ADAL" clId="{286B587E-C866-4FCE-BE4A-11ECCC431B42}"/>
    <pc:docChg chg="addSld delSld modSld modSection">
      <pc:chgData name="김지현" userId="5154eb2d-02ba-4010-852a-c5258d5d16a7" providerId="ADAL" clId="{286B587E-C866-4FCE-BE4A-11ECCC431B42}" dt="2026-07-06T07:21:18.433" v="3" actId="47"/>
      <pc:docMkLst>
        <pc:docMk/>
      </pc:docMkLst>
      <pc:sldChg chg="addSp new mod">
        <pc:chgData name="김지현" userId="5154eb2d-02ba-4010-852a-c5258d5d16a7" providerId="ADAL" clId="{286B587E-C866-4FCE-BE4A-11ECCC431B42}" dt="2026-07-06T07:20:29.534" v="1" actId="22"/>
        <pc:sldMkLst>
          <pc:docMk/>
          <pc:sldMk cId="2068965598" sldId="531"/>
        </pc:sldMkLst>
        <pc:picChg chg="add">
          <ac:chgData name="김지현" userId="5154eb2d-02ba-4010-852a-c5258d5d16a7" providerId="ADAL" clId="{286B587E-C866-4FCE-BE4A-11ECCC431B42}" dt="2026-07-06T07:20:29.534" v="1" actId="22"/>
          <ac:picMkLst>
            <pc:docMk/>
            <pc:sldMk cId="2068965598" sldId="531"/>
            <ac:picMk id="3" creationId="{CDFB39E2-8ADE-D921-82EA-139114A75341}"/>
          </ac:picMkLst>
        </pc:picChg>
      </pc:sldChg>
    </pc:docChg>
  </pc:docChgLst>
  <pc:docChgLst>
    <pc:chgData name="위서현" userId="b2c7588e-daca-4ee1-8815-1178a8d7188e" providerId="ADAL" clId="{CD28CAFD-98A2-430C-92F2-8DF3B74E70DF}"/>
    <pc:docChg chg="custSel addSld modSld modSection">
      <pc:chgData name="위서현" userId="b2c7588e-daca-4ee1-8815-1178a8d7188e" providerId="ADAL" clId="{CD28CAFD-98A2-430C-92F2-8DF3B74E70DF}" dt="2026-08-26T06:36:25.844" v="14" actId="14100"/>
      <pc:docMkLst>
        <pc:docMk/>
      </pc:docMkLst>
      <pc:sldChg chg="addSp delSp modSp new mod">
        <pc:chgData name="위서현" userId="b2c7588e-daca-4ee1-8815-1178a8d7188e" providerId="ADAL" clId="{CD28CAFD-98A2-430C-92F2-8DF3B74E70DF}" dt="2026-08-26T06:36:25.844" v="14" actId="14100"/>
        <pc:sldMkLst>
          <pc:docMk/>
          <pc:sldMk cId="3307128914" sldId="563"/>
        </pc:sldMkLst>
        <pc:picChg chg="add mod">
          <ac:chgData name="위서현" userId="b2c7588e-daca-4ee1-8815-1178a8d7188e" providerId="ADAL" clId="{CD28CAFD-98A2-430C-92F2-8DF3B74E70DF}" dt="2026-08-26T06:34:39.022" v="3" actId="1076"/>
          <ac:picMkLst>
            <pc:docMk/>
            <pc:sldMk cId="3307128914" sldId="563"/>
            <ac:picMk id="3" creationId="{1601C031-65A7-F183-977B-CC17DF9F075E}"/>
          </ac:picMkLst>
        </pc:picChg>
        <pc:picChg chg="add del mod modCrop">
          <ac:chgData name="위서현" userId="b2c7588e-daca-4ee1-8815-1178a8d7188e" providerId="ADAL" clId="{CD28CAFD-98A2-430C-92F2-8DF3B74E70DF}" dt="2026-08-26T06:35:28.492" v="7" actId="21"/>
          <ac:picMkLst>
            <pc:docMk/>
            <pc:sldMk cId="3307128914" sldId="563"/>
            <ac:picMk id="4" creationId="{6F1A9714-BFE5-2840-A6CE-CDC5929255A8}"/>
          </ac:picMkLst>
        </pc:picChg>
        <pc:picChg chg="add mod modCrop">
          <ac:chgData name="위서현" userId="b2c7588e-daca-4ee1-8815-1178a8d7188e" providerId="ADAL" clId="{CD28CAFD-98A2-430C-92F2-8DF3B74E70DF}" dt="2026-08-26T06:36:25.844" v="14" actId="14100"/>
          <ac:picMkLst>
            <pc:docMk/>
            <pc:sldMk cId="3307128914" sldId="563"/>
            <ac:picMk id="5" creationId="{DB3D6015-803D-8839-576A-4E9FB4FCA784}"/>
          </ac:picMkLst>
        </pc:picChg>
      </pc:sldChg>
    </pc:docChg>
  </pc:docChgLst>
  <pc:docChgLst>
    <pc:chgData name="진옥화" userId="20b55f0b-5a9b-4958-9543-f5cbd24a6a07" providerId="ADAL" clId="{96675D79-D1A2-4548-BA94-5CE229F3E756}"/>
    <pc:docChg chg="undo custSel addSld delSld modSld sldOrd addSection modSection">
      <pc:chgData name="진옥화" userId="20b55f0b-5a9b-4958-9543-f5cbd24a6a07" providerId="ADAL" clId="{96675D79-D1A2-4548-BA94-5CE229F3E756}" dt="2026-07-15T04:09:44.523" v="973"/>
      <pc:docMkLst>
        <pc:docMk/>
      </pc:docMkLst>
      <pc:sldChg chg="addSp delSp modSp add mod ord">
        <pc:chgData name="진옥화" userId="20b55f0b-5a9b-4958-9543-f5cbd24a6a07" providerId="ADAL" clId="{96675D79-D1A2-4548-BA94-5CE229F3E756}" dt="2026-07-15T02:30:08.903" v="943" actId="20578"/>
        <pc:sldMkLst>
          <pc:docMk/>
          <pc:sldMk cId="923083715" sldId="524"/>
        </pc:sldMkLst>
        <pc:spChg chg="mod">
          <ac:chgData name="진옥화" userId="20b55f0b-5a9b-4958-9543-f5cbd24a6a07" providerId="ADAL" clId="{96675D79-D1A2-4548-BA94-5CE229F3E756}" dt="2026-07-13T03:38:21.236" v="903"/>
          <ac:spMkLst>
            <pc:docMk/>
            <pc:sldMk cId="923083715" sldId="524"/>
            <ac:spMk id="60" creationId="{DE73F2F0-B155-516E-5794-4034DA504D45}"/>
          </ac:spMkLst>
        </pc:spChg>
        <pc:spChg chg="mod">
          <ac:chgData name="진옥화" userId="20b55f0b-5a9b-4958-9543-f5cbd24a6a07" providerId="ADAL" clId="{96675D79-D1A2-4548-BA94-5CE229F3E756}" dt="2026-07-13T03:38:21.236" v="903"/>
          <ac:spMkLst>
            <pc:docMk/>
            <pc:sldMk cId="923083715" sldId="524"/>
            <ac:spMk id="62" creationId="{FB0B1004-49D0-3E1E-822A-E7E0BC4EA800}"/>
          </ac:spMkLst>
        </pc:spChg>
        <pc:spChg chg="mod">
          <ac:chgData name="진옥화" userId="20b55f0b-5a9b-4958-9543-f5cbd24a6a07" providerId="ADAL" clId="{96675D79-D1A2-4548-BA94-5CE229F3E756}" dt="2026-07-13T03:38:21.236" v="903"/>
          <ac:spMkLst>
            <pc:docMk/>
            <pc:sldMk cId="923083715" sldId="524"/>
            <ac:spMk id="63" creationId="{7FF901FB-CE3B-19EF-F981-0AE09E7DE001}"/>
          </ac:spMkLst>
        </pc:spChg>
        <pc:spChg chg="mod">
          <ac:chgData name="진옥화" userId="20b55f0b-5a9b-4958-9543-f5cbd24a6a07" providerId="ADAL" clId="{96675D79-D1A2-4548-BA94-5CE229F3E756}" dt="2026-07-13T03:39:09.259" v="931"/>
          <ac:spMkLst>
            <pc:docMk/>
            <pc:sldMk cId="923083715" sldId="524"/>
            <ac:spMk id="65" creationId="{0E55D0D6-C775-2E06-3BBE-363CDD5093BB}"/>
          </ac:spMkLst>
        </pc:spChg>
        <pc:spChg chg="mod">
          <ac:chgData name="진옥화" userId="20b55f0b-5a9b-4958-9543-f5cbd24a6a07" providerId="ADAL" clId="{96675D79-D1A2-4548-BA94-5CE229F3E756}" dt="2026-07-13T03:39:09.259" v="931"/>
          <ac:spMkLst>
            <pc:docMk/>
            <pc:sldMk cId="923083715" sldId="524"/>
            <ac:spMk id="66" creationId="{E08FC1D6-3E12-D52E-E78C-8D7387C5254A}"/>
          </ac:spMkLst>
        </pc:spChg>
        <pc:grpChg chg="add mod">
          <ac:chgData name="진옥화" userId="20b55f0b-5a9b-4958-9543-f5cbd24a6a07" providerId="ADAL" clId="{96675D79-D1A2-4548-BA94-5CE229F3E756}" dt="2026-07-13T03:38:21.236" v="903"/>
          <ac:grpSpMkLst>
            <pc:docMk/>
            <pc:sldMk cId="923083715" sldId="524"/>
            <ac:grpSpMk id="59" creationId="{E978C7E4-C0F7-A3A0-894B-BE53E86FB9DF}"/>
          </ac:grpSpMkLst>
        </pc:grpChg>
        <pc:grpChg chg="mod">
          <ac:chgData name="진옥화" userId="20b55f0b-5a9b-4958-9543-f5cbd24a6a07" providerId="ADAL" clId="{96675D79-D1A2-4548-BA94-5CE229F3E756}" dt="2026-07-13T03:38:21.236" v="903"/>
          <ac:grpSpMkLst>
            <pc:docMk/>
            <pc:sldMk cId="923083715" sldId="524"/>
            <ac:grpSpMk id="61" creationId="{F1A3D6AD-B385-CB11-F51A-BC1CC4B7E4DA}"/>
          </ac:grpSpMkLst>
        </pc:grpChg>
        <pc:grpChg chg="add mod">
          <ac:chgData name="진옥화" userId="20b55f0b-5a9b-4958-9543-f5cbd24a6a07" providerId="ADAL" clId="{96675D79-D1A2-4548-BA94-5CE229F3E756}" dt="2026-07-13T03:39:09.259" v="931"/>
          <ac:grpSpMkLst>
            <pc:docMk/>
            <pc:sldMk cId="923083715" sldId="524"/>
            <ac:grpSpMk id="64" creationId="{D2608ABD-06F7-7D46-B6BB-8EAEEFB564CB}"/>
          </ac:grpSpMkLst>
        </pc:grpChg>
        <pc:cxnChg chg="mod">
          <ac:chgData name="진옥화" userId="20b55f0b-5a9b-4958-9543-f5cbd24a6a07" providerId="ADAL" clId="{96675D79-D1A2-4548-BA94-5CE229F3E756}" dt="2026-07-13T03:39:09.259" v="931"/>
          <ac:cxnSpMkLst>
            <pc:docMk/>
            <pc:sldMk cId="923083715" sldId="524"/>
            <ac:cxnSpMk id="67" creationId="{0FEFA2AF-73F8-90C9-5610-38E7D3C107D1}"/>
          </ac:cxnSpMkLst>
        </pc:cxnChg>
      </pc:sldChg>
      <pc:sldChg chg="addSp delSp modSp mod">
        <pc:chgData name="진옥화" userId="20b55f0b-5a9b-4958-9543-f5cbd24a6a07" providerId="ADAL" clId="{96675D79-D1A2-4548-BA94-5CE229F3E756}" dt="2026-07-13T03:38:54.833" v="929" actId="1035"/>
        <pc:sldMkLst>
          <pc:docMk/>
          <pc:sldMk cId="2541453792" sldId="526"/>
        </pc:sldMkLst>
        <pc:spChg chg="mod">
          <ac:chgData name="진옥화" userId="20b55f0b-5a9b-4958-9543-f5cbd24a6a07" providerId="ADAL" clId="{96675D79-D1A2-4548-BA94-5CE229F3E756}" dt="2026-07-13T03:26:23.628" v="900"/>
          <ac:spMkLst>
            <pc:docMk/>
            <pc:sldMk cId="2541453792" sldId="526"/>
            <ac:spMk id="55" creationId="{4D7CD77D-9D15-8BFF-EB90-F3815389C4EE}"/>
          </ac:spMkLst>
        </pc:spChg>
        <pc:spChg chg="mod">
          <ac:chgData name="진옥화" userId="20b55f0b-5a9b-4958-9543-f5cbd24a6a07" providerId="ADAL" clId="{96675D79-D1A2-4548-BA94-5CE229F3E756}" dt="2026-07-13T03:26:23.628" v="900"/>
          <ac:spMkLst>
            <pc:docMk/>
            <pc:sldMk cId="2541453792" sldId="526"/>
            <ac:spMk id="57" creationId="{A013E18B-CDA3-FC83-D7D1-BB0E343847B4}"/>
          </ac:spMkLst>
        </pc:spChg>
        <pc:spChg chg="mod">
          <ac:chgData name="진옥화" userId="20b55f0b-5a9b-4958-9543-f5cbd24a6a07" providerId="ADAL" clId="{96675D79-D1A2-4548-BA94-5CE229F3E756}" dt="2026-07-13T03:26:23.628" v="900"/>
          <ac:spMkLst>
            <pc:docMk/>
            <pc:sldMk cId="2541453792" sldId="526"/>
            <ac:spMk id="58" creationId="{9CFE9845-D712-8A78-1045-D463144C4A37}"/>
          </ac:spMkLst>
        </pc:spChg>
        <pc:spChg chg="mod">
          <ac:chgData name="진옥화" userId="20b55f0b-5a9b-4958-9543-f5cbd24a6a07" providerId="ADAL" clId="{96675D79-D1A2-4548-BA94-5CE229F3E756}" dt="2026-07-13T03:38:45.228" v="905"/>
          <ac:spMkLst>
            <pc:docMk/>
            <pc:sldMk cId="2541453792" sldId="526"/>
            <ac:spMk id="60" creationId="{F4AFC7EA-880E-E392-7AD3-2B752EE6281A}"/>
          </ac:spMkLst>
        </pc:spChg>
        <pc:spChg chg="mod">
          <ac:chgData name="진옥화" userId="20b55f0b-5a9b-4958-9543-f5cbd24a6a07" providerId="ADAL" clId="{96675D79-D1A2-4548-BA94-5CE229F3E756}" dt="2026-07-13T03:38:45.228" v="905"/>
          <ac:spMkLst>
            <pc:docMk/>
            <pc:sldMk cId="2541453792" sldId="526"/>
            <ac:spMk id="61" creationId="{4F9D59D4-D83A-7A4E-9F1D-97685B71AD2A}"/>
          </ac:spMkLst>
        </pc:spChg>
        <pc:grpChg chg="add mod">
          <ac:chgData name="진옥화" userId="20b55f0b-5a9b-4958-9543-f5cbd24a6a07" providerId="ADAL" clId="{96675D79-D1A2-4548-BA94-5CE229F3E756}" dt="2026-07-13T03:26:23.628" v="900"/>
          <ac:grpSpMkLst>
            <pc:docMk/>
            <pc:sldMk cId="2541453792" sldId="526"/>
            <ac:grpSpMk id="54" creationId="{9CFDA26B-8292-4ED2-CA6B-E9CFF5E8864D}"/>
          </ac:grpSpMkLst>
        </pc:grpChg>
        <pc:grpChg chg="mod">
          <ac:chgData name="진옥화" userId="20b55f0b-5a9b-4958-9543-f5cbd24a6a07" providerId="ADAL" clId="{96675D79-D1A2-4548-BA94-5CE229F3E756}" dt="2026-07-13T03:26:23.628" v="900"/>
          <ac:grpSpMkLst>
            <pc:docMk/>
            <pc:sldMk cId="2541453792" sldId="526"/>
            <ac:grpSpMk id="56" creationId="{8AA0948D-C16C-5BD5-3EF6-B864F421515A}"/>
          </ac:grpSpMkLst>
        </pc:grpChg>
        <pc:grpChg chg="add mod">
          <ac:chgData name="진옥화" userId="20b55f0b-5a9b-4958-9543-f5cbd24a6a07" providerId="ADAL" clId="{96675D79-D1A2-4548-BA94-5CE229F3E756}" dt="2026-07-13T03:38:54.833" v="929" actId="1035"/>
          <ac:grpSpMkLst>
            <pc:docMk/>
            <pc:sldMk cId="2541453792" sldId="526"/>
            <ac:grpSpMk id="59" creationId="{6C018880-F5F4-FF48-E66F-27769CB5A632}"/>
          </ac:grpSpMkLst>
        </pc:grpChg>
        <pc:cxnChg chg="mod">
          <ac:chgData name="진옥화" userId="20b55f0b-5a9b-4958-9543-f5cbd24a6a07" providerId="ADAL" clId="{96675D79-D1A2-4548-BA94-5CE229F3E756}" dt="2026-07-13T03:38:45.228" v="905"/>
          <ac:cxnSpMkLst>
            <pc:docMk/>
            <pc:sldMk cId="2541453792" sldId="526"/>
            <ac:cxnSpMk id="62" creationId="{099FACD0-3688-444C-AE7F-0C490BC6AA42}"/>
          </ac:cxnSpMkLst>
        </pc:cxnChg>
      </pc:sldChg>
      <pc:sldChg chg="addSp modSp">
        <pc:chgData name="진옥화" userId="20b55f0b-5a9b-4958-9543-f5cbd24a6a07" providerId="ADAL" clId="{96675D79-D1A2-4548-BA94-5CE229F3E756}" dt="2026-07-13T03:55:18.073" v="932"/>
        <pc:sldMkLst>
          <pc:docMk/>
          <pc:sldMk cId="3455989891" sldId="528"/>
        </pc:sldMkLst>
        <pc:spChg chg="mod">
          <ac:chgData name="진옥화" userId="20b55f0b-5a9b-4958-9543-f5cbd24a6a07" providerId="ADAL" clId="{96675D79-D1A2-4548-BA94-5CE229F3E756}" dt="2026-07-13T03:55:18.073" v="932"/>
          <ac:spMkLst>
            <pc:docMk/>
            <pc:sldMk cId="3455989891" sldId="528"/>
            <ac:spMk id="7" creationId="{E6E9CE27-A3AC-77B8-D07C-94849194DAFC}"/>
          </ac:spMkLst>
        </pc:spChg>
        <pc:spChg chg="mod">
          <ac:chgData name="진옥화" userId="20b55f0b-5a9b-4958-9543-f5cbd24a6a07" providerId="ADAL" clId="{96675D79-D1A2-4548-BA94-5CE229F3E756}" dt="2026-07-13T03:55:18.073" v="932"/>
          <ac:spMkLst>
            <pc:docMk/>
            <pc:sldMk cId="3455989891" sldId="528"/>
            <ac:spMk id="50" creationId="{451926B1-8C32-0B95-96CA-D6D921B1CE2C}"/>
          </ac:spMkLst>
        </pc:spChg>
        <pc:spChg chg="mod">
          <ac:chgData name="진옥화" userId="20b55f0b-5a9b-4958-9543-f5cbd24a6a07" providerId="ADAL" clId="{96675D79-D1A2-4548-BA94-5CE229F3E756}" dt="2026-07-13T03:55:18.073" v="932"/>
          <ac:spMkLst>
            <pc:docMk/>
            <pc:sldMk cId="3455989891" sldId="528"/>
            <ac:spMk id="51" creationId="{F33996CF-7C51-2E7E-3D73-98014FB54FE2}"/>
          </ac:spMkLst>
        </pc:spChg>
        <pc:spChg chg="mod">
          <ac:chgData name="진옥화" userId="20b55f0b-5a9b-4958-9543-f5cbd24a6a07" providerId="ADAL" clId="{96675D79-D1A2-4548-BA94-5CE229F3E756}" dt="2026-07-13T03:55:18.073" v="932"/>
          <ac:spMkLst>
            <pc:docMk/>
            <pc:sldMk cId="3455989891" sldId="528"/>
            <ac:spMk id="53" creationId="{D338F5B7-1553-8BC4-48D7-86A2F53724FA}"/>
          </ac:spMkLst>
        </pc:spChg>
        <pc:spChg chg="mod">
          <ac:chgData name="진옥화" userId="20b55f0b-5a9b-4958-9543-f5cbd24a6a07" providerId="ADAL" clId="{96675D79-D1A2-4548-BA94-5CE229F3E756}" dt="2026-07-13T03:55:18.073" v="932"/>
          <ac:spMkLst>
            <pc:docMk/>
            <pc:sldMk cId="3455989891" sldId="528"/>
            <ac:spMk id="54" creationId="{DA6951B0-2F09-D5BD-67C0-3DD544EE8DA6}"/>
          </ac:spMkLst>
        </pc:spChg>
        <pc:grpChg chg="add mod">
          <ac:chgData name="진옥화" userId="20b55f0b-5a9b-4958-9543-f5cbd24a6a07" providerId="ADAL" clId="{96675D79-D1A2-4548-BA94-5CE229F3E756}" dt="2026-07-13T03:55:18.073" v="932"/>
          <ac:grpSpMkLst>
            <pc:docMk/>
            <pc:sldMk cId="3455989891" sldId="528"/>
            <ac:grpSpMk id="2" creationId="{FE2B95B5-E026-5BEF-EC39-7B593F4C1376}"/>
          </ac:grpSpMkLst>
        </pc:grpChg>
        <pc:grpChg chg="mod">
          <ac:chgData name="진옥화" userId="20b55f0b-5a9b-4958-9543-f5cbd24a6a07" providerId="ADAL" clId="{96675D79-D1A2-4548-BA94-5CE229F3E756}" dt="2026-07-13T03:55:18.073" v="932"/>
          <ac:grpSpMkLst>
            <pc:docMk/>
            <pc:sldMk cId="3455989891" sldId="528"/>
            <ac:grpSpMk id="25" creationId="{192063F1-0FF1-EFEE-B30D-D22545D034B6}"/>
          </ac:grpSpMkLst>
        </pc:grpChg>
        <pc:grpChg chg="add mod">
          <ac:chgData name="진옥화" userId="20b55f0b-5a9b-4958-9543-f5cbd24a6a07" providerId="ADAL" clId="{96675D79-D1A2-4548-BA94-5CE229F3E756}" dt="2026-07-13T03:55:18.073" v="932"/>
          <ac:grpSpMkLst>
            <pc:docMk/>
            <pc:sldMk cId="3455989891" sldId="528"/>
            <ac:grpSpMk id="52" creationId="{C325697C-2B98-12B7-7DE1-D7C3A02056CC}"/>
          </ac:grpSpMkLst>
        </pc:grpChg>
        <pc:cxnChg chg="mod">
          <ac:chgData name="진옥화" userId="20b55f0b-5a9b-4958-9543-f5cbd24a6a07" providerId="ADAL" clId="{96675D79-D1A2-4548-BA94-5CE229F3E756}" dt="2026-07-13T03:55:18.073" v="932"/>
          <ac:cxnSpMkLst>
            <pc:docMk/>
            <pc:sldMk cId="3455989891" sldId="528"/>
            <ac:cxnSpMk id="55" creationId="{6FD444E6-AE35-4830-09D8-C8849E4CF93F}"/>
          </ac:cxnSpMkLst>
        </pc:cxnChg>
      </pc:sldChg>
      <pc:sldChg chg="addSp modSp new mod">
        <pc:chgData name="진옥화" userId="20b55f0b-5a9b-4958-9543-f5cbd24a6a07" providerId="ADAL" clId="{96675D79-D1A2-4548-BA94-5CE229F3E756}" dt="2026-07-03T02:28:55.534" v="899" actId="1035"/>
        <pc:sldMkLst>
          <pc:docMk/>
          <pc:sldMk cId="3226644381" sldId="530"/>
        </pc:sldMkLst>
        <pc:spChg chg="add mod">
          <ac:chgData name="진옥화" userId="20b55f0b-5a9b-4958-9543-f5cbd24a6a07" providerId="ADAL" clId="{96675D79-D1A2-4548-BA94-5CE229F3E756}" dt="2026-07-03T02:28:55.534" v="899" actId="1035"/>
          <ac:spMkLst>
            <pc:docMk/>
            <pc:sldMk cId="3226644381" sldId="530"/>
            <ac:spMk id="2" creationId="{B98C93B9-9D6B-5F56-7D70-E5FA9033260E}"/>
          </ac:spMkLst>
        </pc:spChg>
        <pc:picChg chg="add mod">
          <ac:chgData name="진옥화" userId="20b55f0b-5a9b-4958-9543-f5cbd24a6a07" providerId="ADAL" clId="{96675D79-D1A2-4548-BA94-5CE229F3E756}" dt="2026-07-03T02:28:55.534" v="899" actId="1035"/>
          <ac:picMkLst>
            <pc:docMk/>
            <pc:sldMk cId="3226644381" sldId="530"/>
            <ac:picMk id="4" creationId="{EEF1D11E-0047-F04F-F944-0643A388262A}"/>
          </ac:picMkLst>
        </pc:picChg>
      </pc:sldChg>
      <pc:sldChg chg="add ord">
        <pc:chgData name="진옥화" userId="20b55f0b-5a9b-4958-9543-f5cbd24a6a07" providerId="ADAL" clId="{96675D79-D1A2-4548-BA94-5CE229F3E756}" dt="2026-07-15T02:58:34.368" v="958"/>
        <pc:sldMkLst>
          <pc:docMk/>
          <pc:sldMk cId="1463690989" sldId="532"/>
        </pc:sldMkLst>
      </pc:sldChg>
      <pc:sldChg chg="add">
        <pc:chgData name="진옥화" userId="20b55f0b-5a9b-4958-9543-f5cbd24a6a07" providerId="ADAL" clId="{96675D79-D1A2-4548-BA94-5CE229F3E756}" dt="2026-07-15T01:51:04.240" v="934"/>
        <pc:sldMkLst>
          <pc:docMk/>
          <pc:sldMk cId="2792850049" sldId="533"/>
        </pc:sldMkLst>
      </pc:sldChg>
      <pc:sldChg chg="add">
        <pc:chgData name="진옥화" userId="20b55f0b-5a9b-4958-9543-f5cbd24a6a07" providerId="ADAL" clId="{96675D79-D1A2-4548-BA94-5CE229F3E756}" dt="2026-07-15T02:10:22.220" v="935"/>
        <pc:sldMkLst>
          <pc:docMk/>
          <pc:sldMk cId="1810490892" sldId="534"/>
        </pc:sldMkLst>
      </pc:sldChg>
      <pc:sldChg chg="add">
        <pc:chgData name="진옥화" userId="20b55f0b-5a9b-4958-9543-f5cbd24a6a07" providerId="ADAL" clId="{96675D79-D1A2-4548-BA94-5CE229F3E756}" dt="2026-07-15T02:13:58.631" v="936"/>
        <pc:sldMkLst>
          <pc:docMk/>
          <pc:sldMk cId="1651436674" sldId="535"/>
        </pc:sldMkLst>
      </pc:sldChg>
      <pc:sldChg chg="addSp delSp add mod">
        <pc:chgData name="진옥화" userId="20b55f0b-5a9b-4958-9543-f5cbd24a6a07" providerId="ADAL" clId="{96675D79-D1A2-4548-BA94-5CE229F3E756}" dt="2026-07-15T02:25:36.054" v="939" actId="22"/>
        <pc:sldMkLst>
          <pc:docMk/>
          <pc:sldMk cId="1236084604" sldId="536"/>
        </pc:sldMkLst>
      </pc:sldChg>
      <pc:sldChg chg="add">
        <pc:chgData name="진옥화" userId="20b55f0b-5a9b-4958-9543-f5cbd24a6a07" providerId="ADAL" clId="{96675D79-D1A2-4548-BA94-5CE229F3E756}" dt="2026-07-15T02:25:40.362" v="940"/>
        <pc:sldMkLst>
          <pc:docMk/>
          <pc:sldMk cId="319780544" sldId="537"/>
        </pc:sldMkLst>
      </pc:sldChg>
      <pc:sldChg chg="addSp delSp modSp add mod">
        <pc:chgData name="진옥화" userId="20b55f0b-5a9b-4958-9543-f5cbd24a6a07" providerId="ADAL" clId="{96675D79-D1A2-4548-BA94-5CE229F3E756}" dt="2026-07-15T02:32:18.509" v="946" actId="478"/>
        <pc:sldMkLst>
          <pc:docMk/>
          <pc:sldMk cId="145332883" sldId="538"/>
        </pc:sldMkLst>
        <pc:spChg chg="mod">
          <ac:chgData name="진옥화" userId="20b55f0b-5a9b-4958-9543-f5cbd24a6a07" providerId="ADAL" clId="{96675D79-D1A2-4548-BA94-5CE229F3E756}" dt="2026-07-15T02:32:15.381" v="945"/>
          <ac:spMkLst>
            <pc:docMk/>
            <pc:sldMk cId="145332883" sldId="538"/>
            <ac:spMk id="11" creationId="{4C8BEFD6-0EE9-DFBE-7052-E0AEEABB18B1}"/>
          </ac:spMkLst>
        </pc:spChg>
        <pc:spChg chg="mod">
          <ac:chgData name="진옥화" userId="20b55f0b-5a9b-4958-9543-f5cbd24a6a07" providerId="ADAL" clId="{96675D79-D1A2-4548-BA94-5CE229F3E756}" dt="2026-07-15T02:32:15.381" v="945"/>
          <ac:spMkLst>
            <pc:docMk/>
            <pc:sldMk cId="145332883" sldId="538"/>
            <ac:spMk id="20" creationId="{8F0A6479-CBC1-9C8E-0D2B-F61669DBFF11}"/>
          </ac:spMkLst>
        </pc:spChg>
        <pc:spChg chg="mod">
          <ac:chgData name="진옥화" userId="20b55f0b-5a9b-4958-9543-f5cbd24a6a07" providerId="ADAL" clId="{96675D79-D1A2-4548-BA94-5CE229F3E756}" dt="2026-07-15T02:32:15.381" v="945"/>
          <ac:spMkLst>
            <pc:docMk/>
            <pc:sldMk cId="145332883" sldId="538"/>
            <ac:spMk id="21" creationId="{1E55B629-A65D-2989-0AC5-01A4B49A08DA}"/>
          </ac:spMkLst>
        </pc:spChg>
        <pc:spChg chg="add mod">
          <ac:chgData name="진옥화" userId="20b55f0b-5a9b-4958-9543-f5cbd24a6a07" providerId="ADAL" clId="{96675D79-D1A2-4548-BA94-5CE229F3E756}" dt="2026-07-15T02:32:15.381" v="945"/>
          <ac:spMkLst>
            <pc:docMk/>
            <pc:sldMk cId="145332883" sldId="538"/>
            <ac:spMk id="22" creationId="{44BD2560-247C-CBD3-1D24-6B32DD8AE3C3}"/>
          </ac:spMkLst>
        </pc:spChg>
        <pc:grpChg chg="add mod">
          <ac:chgData name="진옥화" userId="20b55f0b-5a9b-4958-9543-f5cbd24a6a07" providerId="ADAL" clId="{96675D79-D1A2-4548-BA94-5CE229F3E756}" dt="2026-07-15T02:32:15.381" v="945"/>
          <ac:grpSpMkLst>
            <pc:docMk/>
            <pc:sldMk cId="145332883" sldId="538"/>
            <ac:grpSpMk id="2" creationId="{42DFDD1A-CBEC-C291-8104-25FA8A861BCF}"/>
          </ac:grpSpMkLst>
        </pc:grpChg>
        <pc:grpChg chg="mod">
          <ac:chgData name="진옥화" userId="20b55f0b-5a9b-4958-9543-f5cbd24a6a07" providerId="ADAL" clId="{96675D79-D1A2-4548-BA94-5CE229F3E756}" dt="2026-07-15T02:32:15.381" v="945"/>
          <ac:grpSpMkLst>
            <pc:docMk/>
            <pc:sldMk cId="145332883" sldId="538"/>
            <ac:grpSpMk id="12" creationId="{AD12E783-DD89-C249-EDFD-47233E7F815F}"/>
          </ac:grpSpMkLst>
        </pc:grpChg>
      </pc:sldChg>
      <pc:sldChg chg="add">
        <pc:chgData name="진옥화" userId="20b55f0b-5a9b-4958-9543-f5cbd24a6a07" providerId="ADAL" clId="{96675D79-D1A2-4548-BA94-5CE229F3E756}" dt="2026-07-15T02:35:33.365" v="947"/>
        <pc:sldMkLst>
          <pc:docMk/>
          <pc:sldMk cId="2333034628" sldId="539"/>
        </pc:sldMkLst>
      </pc:sldChg>
      <pc:sldChg chg="add">
        <pc:chgData name="진옥화" userId="20b55f0b-5a9b-4958-9543-f5cbd24a6a07" providerId="ADAL" clId="{96675D79-D1A2-4548-BA94-5CE229F3E756}" dt="2026-07-15T02:40:11.806" v="948"/>
        <pc:sldMkLst>
          <pc:docMk/>
          <pc:sldMk cId="2645857647" sldId="540"/>
        </pc:sldMkLst>
      </pc:sldChg>
      <pc:sldChg chg="add">
        <pc:chgData name="진옥화" userId="20b55f0b-5a9b-4958-9543-f5cbd24a6a07" providerId="ADAL" clId="{96675D79-D1A2-4548-BA94-5CE229F3E756}" dt="2026-07-15T02:43:02.609" v="949"/>
        <pc:sldMkLst>
          <pc:docMk/>
          <pc:sldMk cId="2140403599" sldId="541"/>
        </pc:sldMkLst>
      </pc:sldChg>
      <pc:sldChg chg="addSp modSp add mod ord">
        <pc:chgData name="진옥화" userId="20b55f0b-5a9b-4958-9543-f5cbd24a6a07" providerId="ADAL" clId="{96675D79-D1A2-4548-BA94-5CE229F3E756}" dt="2026-07-15T03:06:54.101" v="965" actId="1076"/>
        <pc:sldMkLst>
          <pc:docMk/>
          <pc:sldMk cId="2585722157" sldId="542"/>
        </pc:sldMkLst>
        <pc:spChg chg="add mod">
          <ac:chgData name="진옥화" userId="20b55f0b-5a9b-4958-9543-f5cbd24a6a07" providerId="ADAL" clId="{96675D79-D1A2-4548-BA94-5CE229F3E756}" dt="2026-07-15T03:06:46.024" v="961" actId="1076"/>
          <ac:spMkLst>
            <pc:docMk/>
            <pc:sldMk cId="2585722157" sldId="542"/>
            <ac:spMk id="12" creationId="{66AA558C-5C40-05E5-C830-3202C22CFB8A}"/>
          </ac:spMkLst>
        </pc:spChg>
        <pc:spChg chg="add mod">
          <ac:chgData name="진옥화" userId="20b55f0b-5a9b-4958-9543-f5cbd24a6a07" providerId="ADAL" clId="{96675D79-D1A2-4548-BA94-5CE229F3E756}" dt="2026-07-15T03:06:49.766" v="963" actId="1076"/>
          <ac:spMkLst>
            <pc:docMk/>
            <pc:sldMk cId="2585722157" sldId="542"/>
            <ac:spMk id="20" creationId="{32F76891-E6DD-6A76-4F70-C330EC3D5362}"/>
          </ac:spMkLst>
        </pc:spChg>
        <pc:spChg chg="add mod">
          <ac:chgData name="진옥화" userId="20b55f0b-5a9b-4958-9543-f5cbd24a6a07" providerId="ADAL" clId="{96675D79-D1A2-4548-BA94-5CE229F3E756}" dt="2026-07-15T03:06:54.101" v="965" actId="1076"/>
          <ac:spMkLst>
            <pc:docMk/>
            <pc:sldMk cId="2585722157" sldId="542"/>
            <ac:spMk id="22" creationId="{CDE85256-D976-1105-E59C-5664B5A334DF}"/>
          </ac:spMkLst>
        </pc:spChg>
      </pc:sldChg>
      <pc:sldChg chg="delSp add mod">
        <pc:chgData name="진옥화" userId="20b55f0b-5a9b-4958-9543-f5cbd24a6a07" providerId="ADAL" clId="{96675D79-D1A2-4548-BA94-5CE229F3E756}" dt="2026-07-15T02:52:18.019" v="954" actId="478"/>
        <pc:sldMkLst>
          <pc:docMk/>
          <pc:sldMk cId="2130965731" sldId="543"/>
        </pc:sldMkLst>
      </pc:sldChg>
      <pc:sldChg chg="add">
        <pc:chgData name="진옥화" userId="20b55f0b-5a9b-4958-9543-f5cbd24a6a07" providerId="ADAL" clId="{96675D79-D1A2-4548-BA94-5CE229F3E756}" dt="2026-07-15T02:56:39.827" v="955"/>
        <pc:sldMkLst>
          <pc:docMk/>
          <pc:sldMk cId="2079562288" sldId="544"/>
        </pc:sldMkLst>
      </pc:sldChg>
      <pc:sldChg chg="add">
        <pc:chgData name="진옥화" userId="20b55f0b-5a9b-4958-9543-f5cbd24a6a07" providerId="ADAL" clId="{96675D79-D1A2-4548-BA94-5CE229F3E756}" dt="2026-07-15T02:58:31.384" v="956"/>
        <pc:sldMkLst>
          <pc:docMk/>
          <pc:sldMk cId="2200143697" sldId="545"/>
        </pc:sldMkLst>
      </pc:sldChg>
      <pc:sldChg chg="add">
        <pc:chgData name="진옥화" userId="20b55f0b-5a9b-4958-9543-f5cbd24a6a07" providerId="ADAL" clId="{96675D79-D1A2-4548-BA94-5CE229F3E756}" dt="2026-07-15T03:05:03.775" v="959"/>
        <pc:sldMkLst>
          <pc:docMk/>
          <pc:sldMk cId="2588244151" sldId="546"/>
        </pc:sldMkLst>
      </pc:sldChg>
      <pc:sldChg chg="add">
        <pc:chgData name="진옥화" userId="20b55f0b-5a9b-4958-9543-f5cbd24a6a07" providerId="ADAL" clId="{96675D79-D1A2-4548-BA94-5CE229F3E756}" dt="2026-07-15T03:39:29.232" v="966"/>
        <pc:sldMkLst>
          <pc:docMk/>
          <pc:sldMk cId="702192189" sldId="547"/>
        </pc:sldMkLst>
      </pc:sldChg>
      <pc:sldChg chg="add">
        <pc:chgData name="진옥화" userId="20b55f0b-5a9b-4958-9543-f5cbd24a6a07" providerId="ADAL" clId="{96675D79-D1A2-4548-BA94-5CE229F3E756}" dt="2026-07-15T03:44:51.429" v="967"/>
        <pc:sldMkLst>
          <pc:docMk/>
          <pc:sldMk cId="833456633" sldId="548"/>
        </pc:sldMkLst>
      </pc:sldChg>
      <pc:sldChg chg="add">
        <pc:chgData name="진옥화" userId="20b55f0b-5a9b-4958-9543-f5cbd24a6a07" providerId="ADAL" clId="{96675D79-D1A2-4548-BA94-5CE229F3E756}" dt="2026-07-15T03:50:47.014" v="968"/>
        <pc:sldMkLst>
          <pc:docMk/>
          <pc:sldMk cId="2012116501" sldId="549"/>
        </pc:sldMkLst>
      </pc:sldChg>
      <pc:sldChg chg="add">
        <pc:chgData name="진옥화" userId="20b55f0b-5a9b-4958-9543-f5cbd24a6a07" providerId="ADAL" clId="{96675D79-D1A2-4548-BA94-5CE229F3E756}" dt="2026-07-15T03:54:34.848" v="969"/>
        <pc:sldMkLst>
          <pc:docMk/>
          <pc:sldMk cId="2673910386" sldId="550"/>
        </pc:sldMkLst>
      </pc:sldChg>
      <pc:sldChg chg="add">
        <pc:chgData name="진옥화" userId="20b55f0b-5a9b-4958-9543-f5cbd24a6a07" providerId="ADAL" clId="{96675D79-D1A2-4548-BA94-5CE229F3E756}" dt="2026-07-15T03:56:53.183" v="970"/>
        <pc:sldMkLst>
          <pc:docMk/>
          <pc:sldMk cId="1616203889" sldId="551"/>
        </pc:sldMkLst>
      </pc:sldChg>
      <pc:sldChg chg="add">
        <pc:chgData name="진옥화" userId="20b55f0b-5a9b-4958-9543-f5cbd24a6a07" providerId="ADAL" clId="{96675D79-D1A2-4548-BA94-5CE229F3E756}" dt="2026-07-15T04:00:40.077" v="971"/>
        <pc:sldMkLst>
          <pc:docMk/>
          <pc:sldMk cId="2392036652" sldId="552"/>
        </pc:sldMkLst>
      </pc:sldChg>
      <pc:sldChg chg="add">
        <pc:chgData name="진옥화" userId="20b55f0b-5a9b-4958-9543-f5cbd24a6a07" providerId="ADAL" clId="{96675D79-D1A2-4548-BA94-5CE229F3E756}" dt="2026-07-15T04:02:30.837" v="972"/>
        <pc:sldMkLst>
          <pc:docMk/>
          <pc:sldMk cId="1466375491" sldId="553"/>
        </pc:sldMkLst>
      </pc:sldChg>
      <pc:sldChg chg="add">
        <pc:chgData name="진옥화" userId="20b55f0b-5a9b-4958-9543-f5cbd24a6a07" providerId="ADAL" clId="{96675D79-D1A2-4548-BA94-5CE229F3E756}" dt="2026-07-15T04:09:44.523" v="973"/>
        <pc:sldMkLst>
          <pc:docMk/>
          <pc:sldMk cId="1646660619" sldId="554"/>
        </pc:sldMkLst>
      </pc:sldChg>
    </pc:docChg>
  </pc:docChgLst>
  <pc:docChgLst>
    <pc:chgData name="진옥화" userId="20b55f0b-5a9b-4958-9543-f5cbd24a6a07" providerId="ADAL" clId="{6E6372EA-800A-466F-BA92-E51853A535FD}"/>
    <pc:docChg chg="undo custSel addSld delSld modSld modSection">
      <pc:chgData name="진옥화" userId="20b55f0b-5a9b-4958-9543-f5cbd24a6a07" providerId="ADAL" clId="{6E6372EA-800A-466F-BA92-E51853A535FD}" dt="2026-07-31T03:00:19.996" v="1113" actId="20577"/>
      <pc:docMkLst>
        <pc:docMk/>
      </pc:docMkLst>
      <pc:sldChg chg="addSp delSp modSp mod">
        <pc:chgData name="진옥화" userId="20b55f0b-5a9b-4958-9543-f5cbd24a6a07" providerId="ADAL" clId="{6E6372EA-800A-466F-BA92-E51853A535FD}" dt="2026-07-31T02:24:04.488" v="877" actId="21"/>
        <pc:sldMkLst>
          <pc:docMk/>
          <pc:sldMk cId="709772564" sldId="521"/>
        </pc:sldMkLst>
        <pc:spChg chg="add mod">
          <ac:chgData name="진옥화" userId="20b55f0b-5a9b-4958-9543-f5cbd24a6a07" providerId="ADAL" clId="{6E6372EA-800A-466F-BA92-E51853A535FD}" dt="2026-07-31T01:23:15.374" v="185" actId="20577"/>
          <ac:spMkLst>
            <pc:docMk/>
            <pc:sldMk cId="709772564" sldId="521"/>
            <ac:spMk id="2" creationId="{FF858122-0FBC-7D92-F8D2-0BC0BF42D956}"/>
          </ac:spMkLst>
        </pc:spChg>
        <pc:spChg chg="del">
          <ac:chgData name="진옥화" userId="20b55f0b-5a9b-4958-9543-f5cbd24a6a07" providerId="ADAL" clId="{6E6372EA-800A-466F-BA92-E51853A535FD}" dt="2026-07-31T01:26:52.232" v="354" actId="478"/>
          <ac:spMkLst>
            <pc:docMk/>
            <pc:sldMk cId="709772564" sldId="521"/>
            <ac:spMk id="7" creationId="{80049561-027F-688E-788F-6AB62FA7EFB7}"/>
          </ac:spMkLst>
        </pc:spChg>
        <pc:spChg chg="del">
          <ac:chgData name="진옥화" userId="20b55f0b-5a9b-4958-9543-f5cbd24a6a07" providerId="ADAL" clId="{6E6372EA-800A-466F-BA92-E51853A535FD}" dt="2026-07-31T01:26:30.395" v="297" actId="478"/>
          <ac:spMkLst>
            <pc:docMk/>
            <pc:sldMk cId="709772564" sldId="521"/>
            <ac:spMk id="14" creationId="{18AF70EA-968F-8C35-8273-19B9AE416C44}"/>
          </ac:spMkLst>
        </pc:spChg>
        <pc:spChg chg="add mod">
          <ac:chgData name="진옥화" userId="20b55f0b-5a9b-4958-9543-f5cbd24a6a07" providerId="ADAL" clId="{6E6372EA-800A-466F-BA92-E51853A535FD}" dt="2026-07-31T01:23:23.141" v="189" actId="1076"/>
          <ac:spMkLst>
            <pc:docMk/>
            <pc:sldMk cId="709772564" sldId="521"/>
            <ac:spMk id="15" creationId="{8EC6F072-4674-4680-ECAB-151CD3A928E8}"/>
          </ac:spMkLst>
        </pc:spChg>
        <pc:spChg chg="add mod">
          <ac:chgData name="진옥화" userId="20b55f0b-5a9b-4958-9543-f5cbd24a6a07" providerId="ADAL" clId="{6E6372EA-800A-466F-BA92-E51853A535FD}" dt="2026-07-31T01:23:30.680" v="199" actId="1037"/>
          <ac:spMkLst>
            <pc:docMk/>
            <pc:sldMk cId="709772564" sldId="521"/>
            <ac:spMk id="17" creationId="{6E7A2BE9-C11D-E4A6-1125-AC89E619042E}"/>
          </ac:spMkLst>
        </pc:spChg>
        <pc:spChg chg="add mod">
          <ac:chgData name="진옥화" userId="20b55f0b-5a9b-4958-9543-f5cbd24a6a07" providerId="ADAL" clId="{6E6372EA-800A-466F-BA92-E51853A535FD}" dt="2026-07-31T01:23:39.444" v="202" actId="20577"/>
          <ac:spMkLst>
            <pc:docMk/>
            <pc:sldMk cId="709772564" sldId="521"/>
            <ac:spMk id="19" creationId="{5262117A-4DD0-9364-E809-DE506D626AF2}"/>
          </ac:spMkLst>
        </pc:spChg>
        <pc:spChg chg="add mod">
          <ac:chgData name="진옥화" userId="20b55f0b-5a9b-4958-9543-f5cbd24a6a07" providerId="ADAL" clId="{6E6372EA-800A-466F-BA92-E51853A535FD}" dt="2026-07-31T01:23:50.183" v="212" actId="1037"/>
          <ac:spMkLst>
            <pc:docMk/>
            <pc:sldMk cId="709772564" sldId="521"/>
            <ac:spMk id="21" creationId="{3DE8E9AD-204A-EDDD-8222-FC995456FEC5}"/>
          </ac:spMkLst>
        </pc:spChg>
        <pc:spChg chg="add mod">
          <ac:chgData name="진옥화" userId="20b55f0b-5a9b-4958-9543-f5cbd24a6a07" providerId="ADAL" clId="{6E6372EA-800A-466F-BA92-E51853A535FD}" dt="2026-07-31T01:23:59.543" v="222" actId="1037"/>
          <ac:spMkLst>
            <pc:docMk/>
            <pc:sldMk cId="709772564" sldId="521"/>
            <ac:spMk id="23" creationId="{F8CA12C2-75A6-28B5-AA93-C2D18C2A2E87}"/>
          </ac:spMkLst>
        </pc:spChg>
        <pc:spChg chg="add mod">
          <ac:chgData name="진옥화" userId="20b55f0b-5a9b-4958-9543-f5cbd24a6a07" providerId="ADAL" clId="{6E6372EA-800A-466F-BA92-E51853A535FD}" dt="2026-07-31T01:37:00.300" v="655" actId="20577"/>
          <ac:spMkLst>
            <pc:docMk/>
            <pc:sldMk cId="709772564" sldId="521"/>
            <ac:spMk id="27" creationId="{9CB16A53-2E36-2EB5-B91B-EBF2B22A72F9}"/>
          </ac:spMkLst>
        </pc:spChg>
        <pc:spChg chg="del">
          <ac:chgData name="진옥화" userId="20b55f0b-5a9b-4958-9543-f5cbd24a6a07" providerId="ADAL" clId="{6E6372EA-800A-466F-BA92-E51853A535FD}" dt="2026-07-31T01:26:29.204" v="296" actId="478"/>
          <ac:spMkLst>
            <pc:docMk/>
            <pc:sldMk cId="709772564" sldId="521"/>
            <ac:spMk id="35" creationId="{D517A311-5FE0-84F9-F42E-A1F2059E6399}"/>
          </ac:spMkLst>
        </pc:spChg>
        <pc:spChg chg="add mod">
          <ac:chgData name="진옥화" userId="20b55f0b-5a9b-4958-9543-f5cbd24a6a07" providerId="ADAL" clId="{6E6372EA-800A-466F-BA92-E51853A535FD}" dt="2026-07-31T01:24:13.163" v="227" actId="20577"/>
          <ac:spMkLst>
            <pc:docMk/>
            <pc:sldMk cId="709772564" sldId="521"/>
            <ac:spMk id="63" creationId="{5494A34B-6046-A228-1F0D-F293DB2569A0}"/>
          </ac:spMkLst>
        </pc:spChg>
        <pc:spChg chg="add del mod">
          <ac:chgData name="진옥화" userId="20b55f0b-5a9b-4958-9543-f5cbd24a6a07" providerId="ADAL" clId="{6E6372EA-800A-466F-BA92-E51853A535FD}" dt="2026-07-31T01:24:24.344" v="233" actId="21"/>
          <ac:spMkLst>
            <pc:docMk/>
            <pc:sldMk cId="709772564" sldId="521"/>
            <ac:spMk id="65" creationId="{834E8FDE-8184-C0BB-0E0B-AD0D6C451FEF}"/>
          </ac:spMkLst>
        </pc:spChg>
        <pc:spChg chg="add mod">
          <ac:chgData name="진옥화" userId="20b55f0b-5a9b-4958-9543-f5cbd24a6a07" providerId="ADAL" clId="{6E6372EA-800A-466F-BA92-E51853A535FD}" dt="2026-07-31T01:24:35.836" v="238" actId="1076"/>
          <ac:spMkLst>
            <pc:docMk/>
            <pc:sldMk cId="709772564" sldId="521"/>
            <ac:spMk id="67" creationId="{A656AD4A-E77A-1AF7-402E-35D1932768F7}"/>
          </ac:spMkLst>
        </pc:spChg>
        <pc:spChg chg="add mod">
          <ac:chgData name="진옥화" userId="20b55f0b-5a9b-4958-9543-f5cbd24a6a07" providerId="ADAL" clId="{6E6372EA-800A-466F-BA92-E51853A535FD}" dt="2026-07-31T01:25:05.563" v="246" actId="20577"/>
          <ac:spMkLst>
            <pc:docMk/>
            <pc:sldMk cId="709772564" sldId="521"/>
            <ac:spMk id="71" creationId="{9D432832-CF23-30AC-1FF4-76F02B06F679}"/>
          </ac:spMkLst>
        </pc:spChg>
        <pc:spChg chg="add del mod">
          <ac:chgData name="진옥화" userId="20b55f0b-5a9b-4958-9543-f5cbd24a6a07" providerId="ADAL" clId="{6E6372EA-800A-466F-BA92-E51853A535FD}" dt="2026-07-31T01:27:19.900" v="386" actId="478"/>
          <ac:spMkLst>
            <pc:docMk/>
            <pc:sldMk cId="709772564" sldId="521"/>
            <ac:spMk id="78" creationId="{8BAEE656-8581-C087-823E-1DA06DDE70D3}"/>
          </ac:spMkLst>
        </pc:spChg>
        <pc:spChg chg="add del mod">
          <ac:chgData name="진옥화" userId="20b55f0b-5a9b-4958-9543-f5cbd24a6a07" providerId="ADAL" clId="{6E6372EA-800A-466F-BA92-E51853A535FD}" dt="2026-07-31T01:32:00.409" v="468" actId="478"/>
          <ac:spMkLst>
            <pc:docMk/>
            <pc:sldMk cId="709772564" sldId="521"/>
            <ac:spMk id="79" creationId="{7F6A5C28-DEC6-C0B5-B2F4-F8519E5980BB}"/>
          </ac:spMkLst>
        </pc:spChg>
        <pc:spChg chg="add del mod">
          <ac:chgData name="진옥화" userId="20b55f0b-5a9b-4958-9543-f5cbd24a6a07" providerId="ADAL" clId="{6E6372EA-800A-466F-BA92-E51853A535FD}" dt="2026-07-31T01:32:01.033" v="469" actId="478"/>
          <ac:spMkLst>
            <pc:docMk/>
            <pc:sldMk cId="709772564" sldId="521"/>
            <ac:spMk id="80" creationId="{71A85386-B85E-B9ED-813C-EC616243E556}"/>
          </ac:spMkLst>
        </pc:spChg>
        <pc:spChg chg="add mod">
          <ac:chgData name="진옥화" userId="20b55f0b-5a9b-4958-9543-f5cbd24a6a07" providerId="ADAL" clId="{6E6372EA-800A-466F-BA92-E51853A535FD}" dt="2026-07-31T01:27:48.376" v="394" actId="14100"/>
          <ac:spMkLst>
            <pc:docMk/>
            <pc:sldMk cId="709772564" sldId="521"/>
            <ac:spMk id="82" creationId="{C271E59C-4DD3-778E-E7F2-42766828F177}"/>
          </ac:spMkLst>
        </pc:spChg>
        <pc:spChg chg="add mod">
          <ac:chgData name="진옥화" userId="20b55f0b-5a9b-4958-9543-f5cbd24a6a07" providerId="ADAL" clId="{6E6372EA-800A-466F-BA92-E51853A535FD}" dt="2026-07-31T01:32:17.419" v="470" actId="207"/>
          <ac:spMkLst>
            <pc:docMk/>
            <pc:sldMk cId="709772564" sldId="521"/>
            <ac:spMk id="84" creationId="{26EED4BF-6063-435D-8388-77C1530AF2A0}"/>
          </ac:spMkLst>
        </pc:spChg>
        <pc:spChg chg="add mod ord">
          <ac:chgData name="진옥화" userId="20b55f0b-5a9b-4958-9543-f5cbd24a6a07" providerId="ADAL" clId="{6E6372EA-800A-466F-BA92-E51853A535FD}" dt="2026-07-31T01:32:23.281" v="471" actId="207"/>
          <ac:spMkLst>
            <pc:docMk/>
            <pc:sldMk cId="709772564" sldId="521"/>
            <ac:spMk id="88" creationId="{E9868A8C-A215-2AFA-A2A0-681B69C9D557}"/>
          </ac:spMkLst>
        </pc:spChg>
        <pc:spChg chg="add mod">
          <ac:chgData name="진옥화" userId="20b55f0b-5a9b-4958-9543-f5cbd24a6a07" providerId="ADAL" clId="{6E6372EA-800A-466F-BA92-E51853A535FD}" dt="2026-07-31T01:29:42.158" v="457" actId="1076"/>
          <ac:spMkLst>
            <pc:docMk/>
            <pc:sldMk cId="709772564" sldId="521"/>
            <ac:spMk id="89" creationId="{0299FAE2-7479-EE69-9CB9-004810D23063}"/>
          </ac:spMkLst>
        </pc:spChg>
        <pc:spChg chg="add del mod">
          <ac:chgData name="진옥화" userId="20b55f0b-5a9b-4958-9543-f5cbd24a6a07" providerId="ADAL" clId="{6E6372EA-800A-466F-BA92-E51853A535FD}" dt="2026-07-31T01:36:04.546" v="621" actId="478"/>
          <ac:spMkLst>
            <pc:docMk/>
            <pc:sldMk cId="709772564" sldId="521"/>
            <ac:spMk id="98" creationId="{2DB5CFCA-50CA-2FD7-FD7F-E4F90E7AFF1E}"/>
          </ac:spMkLst>
        </pc:spChg>
        <pc:spChg chg="add mod">
          <ac:chgData name="진옥화" userId="20b55f0b-5a9b-4958-9543-f5cbd24a6a07" providerId="ADAL" clId="{6E6372EA-800A-466F-BA92-E51853A535FD}" dt="2026-07-31T01:37:20.673" v="670" actId="1037"/>
          <ac:spMkLst>
            <pc:docMk/>
            <pc:sldMk cId="709772564" sldId="521"/>
            <ac:spMk id="105" creationId="{AF9EC97F-C590-0F63-1F4D-3043ADBF3157}"/>
          </ac:spMkLst>
        </pc:spChg>
        <pc:spChg chg="add mod">
          <ac:chgData name="진옥화" userId="20b55f0b-5a9b-4958-9543-f5cbd24a6a07" providerId="ADAL" clId="{6E6372EA-800A-466F-BA92-E51853A535FD}" dt="2026-07-31T01:37:27.412" v="673" actId="14100"/>
          <ac:spMkLst>
            <pc:docMk/>
            <pc:sldMk cId="709772564" sldId="521"/>
            <ac:spMk id="107" creationId="{5E97F455-4D90-46B2-0947-C67B09E2A9FC}"/>
          </ac:spMkLst>
        </pc:spChg>
        <pc:spChg chg="add del mod">
          <ac:chgData name="진옥화" userId="20b55f0b-5a9b-4958-9543-f5cbd24a6a07" providerId="ADAL" clId="{6E6372EA-800A-466F-BA92-E51853A535FD}" dt="2026-07-31T02:24:04.488" v="877" actId="21"/>
          <ac:spMkLst>
            <pc:docMk/>
            <pc:sldMk cId="709772564" sldId="521"/>
            <ac:spMk id="111" creationId="{8F0D6D10-D2DF-5A29-0214-83F438E34167}"/>
          </ac:spMkLst>
        </pc:spChg>
        <pc:spChg chg="add del mod">
          <ac:chgData name="진옥화" userId="20b55f0b-5a9b-4958-9543-f5cbd24a6a07" providerId="ADAL" clId="{6E6372EA-800A-466F-BA92-E51853A535FD}" dt="2026-07-31T02:24:04.488" v="877" actId="21"/>
          <ac:spMkLst>
            <pc:docMk/>
            <pc:sldMk cId="709772564" sldId="521"/>
            <ac:spMk id="115" creationId="{120EC574-E5D4-2F6D-9658-95FD1A873AB0}"/>
          </ac:spMkLst>
        </pc:spChg>
        <pc:spChg chg="add del mod">
          <ac:chgData name="진옥화" userId="20b55f0b-5a9b-4958-9543-f5cbd24a6a07" providerId="ADAL" clId="{6E6372EA-800A-466F-BA92-E51853A535FD}" dt="2026-07-31T02:24:04.488" v="877" actId="21"/>
          <ac:spMkLst>
            <pc:docMk/>
            <pc:sldMk cId="709772564" sldId="521"/>
            <ac:spMk id="119" creationId="{18F84E0D-5EAB-2FB3-DC8B-25B7E35DBE5A}"/>
          </ac:spMkLst>
        </pc:spChg>
        <pc:grpChg chg="del">
          <ac:chgData name="진옥화" userId="20b55f0b-5a9b-4958-9543-f5cbd24a6a07" providerId="ADAL" clId="{6E6372EA-800A-466F-BA92-E51853A535FD}" dt="2026-07-31T01:26:34.123" v="298" actId="478"/>
          <ac:grpSpMkLst>
            <pc:docMk/>
            <pc:sldMk cId="709772564" sldId="521"/>
            <ac:grpSpMk id="36" creationId="{8C04318F-55F1-9E08-F22C-BDB96889502F}"/>
          </ac:grpSpMkLst>
        </pc:grpChg>
        <pc:picChg chg="ord">
          <ac:chgData name="진옥화" userId="20b55f0b-5a9b-4958-9543-f5cbd24a6a07" providerId="ADAL" clId="{6E6372EA-800A-466F-BA92-E51853A535FD}" dt="2026-07-31T01:29:23.474" v="412" actId="167"/>
          <ac:picMkLst>
            <pc:docMk/>
            <pc:sldMk cId="709772564" sldId="521"/>
            <ac:picMk id="5" creationId="{E0CDC872-26F0-65AD-E16E-F25C32A037CD}"/>
          </ac:picMkLst>
        </pc:picChg>
        <pc:picChg chg="add del mod modCrop">
          <ac:chgData name="진옥화" userId="20b55f0b-5a9b-4958-9543-f5cbd24a6a07" providerId="ADAL" clId="{6E6372EA-800A-466F-BA92-E51853A535FD}" dt="2026-07-31T01:36:01.835" v="620" actId="478"/>
          <ac:picMkLst>
            <pc:docMk/>
            <pc:sldMk cId="709772564" sldId="521"/>
            <ac:picMk id="97" creationId="{C80A2D5A-1823-B498-A11C-2F0C699B1FBB}"/>
          </ac:picMkLst>
        </pc:picChg>
        <pc:picChg chg="add del mod">
          <ac:chgData name="진옥화" userId="20b55f0b-5a9b-4958-9543-f5cbd24a6a07" providerId="ADAL" clId="{6E6372EA-800A-466F-BA92-E51853A535FD}" dt="2026-07-31T01:35:37.579" v="614" actId="478"/>
          <ac:picMkLst>
            <pc:docMk/>
            <pc:sldMk cId="709772564" sldId="521"/>
            <ac:picMk id="100" creationId="{E9D8DF69-0FF9-957A-F163-1C31884213EF}"/>
          </ac:picMkLst>
        </pc:picChg>
        <pc:picChg chg="add del mod">
          <ac:chgData name="진옥화" userId="20b55f0b-5a9b-4958-9543-f5cbd24a6a07" providerId="ADAL" clId="{6E6372EA-800A-466F-BA92-E51853A535FD}" dt="2026-07-31T01:35:54.530" v="618" actId="21"/>
          <ac:picMkLst>
            <pc:docMk/>
            <pc:sldMk cId="709772564" sldId="521"/>
            <ac:picMk id="102" creationId="{291B264E-7E3F-4839-4A51-F38E849704AD}"/>
          </ac:picMkLst>
        </pc:picChg>
        <pc:picChg chg="add del mod">
          <ac:chgData name="진옥화" userId="20b55f0b-5a9b-4958-9543-f5cbd24a6a07" providerId="ADAL" clId="{6E6372EA-800A-466F-BA92-E51853A535FD}" dt="2026-07-31T02:24:04.488" v="877" actId="21"/>
          <ac:picMkLst>
            <pc:docMk/>
            <pc:sldMk cId="709772564" sldId="521"/>
            <ac:picMk id="109" creationId="{D3A27A09-55F8-CBB0-A835-3957B641F9C1}"/>
          </ac:picMkLst>
        </pc:picChg>
        <pc:picChg chg="add del mod">
          <ac:chgData name="진옥화" userId="20b55f0b-5a9b-4958-9543-f5cbd24a6a07" providerId="ADAL" clId="{6E6372EA-800A-466F-BA92-E51853A535FD}" dt="2026-07-31T02:24:04.488" v="877" actId="21"/>
          <ac:picMkLst>
            <pc:docMk/>
            <pc:sldMk cId="709772564" sldId="521"/>
            <ac:picMk id="113" creationId="{5FE954DE-3E3D-BF98-D111-82828F1C8DCD}"/>
          </ac:picMkLst>
        </pc:picChg>
        <pc:picChg chg="add del mod">
          <ac:chgData name="진옥화" userId="20b55f0b-5a9b-4958-9543-f5cbd24a6a07" providerId="ADAL" clId="{6E6372EA-800A-466F-BA92-E51853A535FD}" dt="2026-07-31T02:24:04.488" v="877" actId="21"/>
          <ac:picMkLst>
            <pc:docMk/>
            <pc:sldMk cId="709772564" sldId="521"/>
            <ac:picMk id="117" creationId="{66528B49-8E4B-6BF2-D244-B022D8D02C42}"/>
          </ac:picMkLst>
        </pc:picChg>
        <pc:cxnChg chg="add mod">
          <ac:chgData name="진옥화" userId="20b55f0b-5a9b-4958-9543-f5cbd24a6a07" providerId="ADAL" clId="{6E6372EA-800A-466F-BA92-E51853A535FD}" dt="2026-07-31T01:29:44.536" v="458" actId="14100"/>
          <ac:cxnSpMkLst>
            <pc:docMk/>
            <pc:sldMk cId="709772564" sldId="521"/>
            <ac:cxnSpMk id="25" creationId="{A67A335D-7206-3D54-1B0B-4B637AE2F321}"/>
          </ac:cxnSpMkLst>
        </pc:cxnChg>
        <pc:cxnChg chg="add mod">
          <ac:chgData name="진옥화" userId="20b55f0b-5a9b-4958-9543-f5cbd24a6a07" providerId="ADAL" clId="{6E6372EA-800A-466F-BA92-E51853A535FD}" dt="2026-07-31T01:22:20.008" v="167" actId="14100"/>
          <ac:cxnSpMkLst>
            <pc:docMk/>
            <pc:sldMk cId="709772564" sldId="521"/>
            <ac:cxnSpMk id="50" creationId="{AA52992A-8BA9-1168-3100-B2EAFD5F68A5}"/>
          </ac:cxnSpMkLst>
        </pc:cxnChg>
        <pc:cxnChg chg="add mod">
          <ac:chgData name="진옥화" userId="20b55f0b-5a9b-4958-9543-f5cbd24a6a07" providerId="ADAL" clId="{6E6372EA-800A-466F-BA92-E51853A535FD}" dt="2026-07-31T01:22:14.501" v="166" actId="14100"/>
          <ac:cxnSpMkLst>
            <pc:docMk/>
            <pc:sldMk cId="709772564" sldId="521"/>
            <ac:cxnSpMk id="53" creationId="{2FAA3DA8-1098-A6C2-57D6-874F55A8E955}"/>
          </ac:cxnSpMkLst>
        </pc:cxnChg>
        <pc:cxnChg chg="add mod">
          <ac:chgData name="진옥화" userId="20b55f0b-5a9b-4958-9543-f5cbd24a6a07" providerId="ADAL" clId="{6E6372EA-800A-466F-BA92-E51853A535FD}" dt="2026-07-31T01:23:00.819" v="182" actId="1036"/>
          <ac:cxnSpMkLst>
            <pc:docMk/>
            <pc:sldMk cId="709772564" sldId="521"/>
            <ac:cxnSpMk id="59" creationId="{3261247E-2E1D-1FE7-4439-342EF4C3553F}"/>
          </ac:cxnSpMkLst>
        </pc:cxnChg>
        <pc:cxnChg chg="add mod">
          <ac:chgData name="진옥화" userId="20b55f0b-5a9b-4958-9543-f5cbd24a6a07" providerId="ADAL" clId="{6E6372EA-800A-466F-BA92-E51853A535FD}" dt="2026-07-31T01:24:57.252" v="242" actId="1076"/>
          <ac:cxnSpMkLst>
            <pc:docMk/>
            <pc:sldMk cId="709772564" sldId="521"/>
            <ac:cxnSpMk id="68" creationId="{A288F36B-9816-30A9-B2E7-C5220F144C66}"/>
          </ac:cxnSpMkLst>
        </pc:cxnChg>
        <pc:cxnChg chg="add mod">
          <ac:chgData name="진옥화" userId="20b55f0b-5a9b-4958-9543-f5cbd24a6a07" providerId="ADAL" clId="{6E6372EA-800A-466F-BA92-E51853A535FD}" dt="2026-07-31T01:26:00.814" v="267" actId="1038"/>
          <ac:cxnSpMkLst>
            <pc:docMk/>
            <pc:sldMk cId="709772564" sldId="521"/>
            <ac:cxnSpMk id="72" creationId="{8D03AA8D-09CD-DFB3-DCD1-BDA514AB0AC9}"/>
          </ac:cxnSpMkLst>
        </pc:cxnChg>
        <pc:cxnChg chg="add mod">
          <ac:chgData name="진옥화" userId="20b55f0b-5a9b-4958-9543-f5cbd24a6a07" providerId="ADAL" clId="{6E6372EA-800A-466F-BA92-E51853A535FD}" dt="2026-07-31T01:25:37.117" v="252" actId="14100"/>
          <ac:cxnSpMkLst>
            <pc:docMk/>
            <pc:sldMk cId="709772564" sldId="521"/>
            <ac:cxnSpMk id="73" creationId="{12A34195-C614-7952-E5EA-5F60C31A8023}"/>
          </ac:cxnSpMkLst>
        </pc:cxnChg>
        <pc:cxnChg chg="add mod ord">
          <ac:chgData name="진옥화" userId="20b55f0b-5a9b-4958-9543-f5cbd24a6a07" providerId="ADAL" clId="{6E6372EA-800A-466F-BA92-E51853A535FD}" dt="2026-07-31T01:29:23.474" v="412" actId="167"/>
          <ac:cxnSpMkLst>
            <pc:docMk/>
            <pc:sldMk cId="709772564" sldId="521"/>
            <ac:cxnSpMk id="85" creationId="{493FDE54-63A0-241A-C99C-2DDE17800735}"/>
          </ac:cxnSpMkLst>
        </pc:cxnChg>
        <pc:cxnChg chg="add mod">
          <ac:chgData name="진옥화" userId="20b55f0b-5a9b-4958-9543-f5cbd24a6a07" providerId="ADAL" clId="{6E6372EA-800A-466F-BA92-E51853A535FD}" dt="2026-07-31T01:30:10.479" v="467" actId="1076"/>
          <ac:cxnSpMkLst>
            <pc:docMk/>
            <pc:sldMk cId="709772564" sldId="521"/>
            <ac:cxnSpMk id="92" creationId="{BD81C3A8-23C6-19D9-F74D-4210292B3A9D}"/>
          </ac:cxnSpMkLst>
        </pc:cxnChg>
        <pc:cxnChg chg="add del mod">
          <ac:chgData name="진옥화" userId="20b55f0b-5a9b-4958-9543-f5cbd24a6a07" providerId="ADAL" clId="{6E6372EA-800A-466F-BA92-E51853A535FD}" dt="2026-07-31T01:36:11.410" v="623" actId="478"/>
          <ac:cxnSpMkLst>
            <pc:docMk/>
            <pc:sldMk cId="709772564" sldId="521"/>
            <ac:cxnSpMk id="103" creationId="{6D2943E1-4DE3-9C0B-357C-B02C76573F17}"/>
          </ac:cxnSpMkLst>
        </pc:cxnChg>
      </pc:sldChg>
      <pc:sldChg chg="addSp delSp modSp mod">
        <pc:chgData name="진옥화" userId="20b55f0b-5a9b-4958-9543-f5cbd24a6a07" providerId="ADAL" clId="{6E6372EA-800A-466F-BA92-E51853A535FD}" dt="2026-07-31T03:00:19.996" v="1113" actId="20577"/>
        <pc:sldMkLst>
          <pc:docMk/>
          <pc:sldMk cId="3642082135" sldId="522"/>
        </pc:sldMkLst>
        <pc:spChg chg="del">
          <ac:chgData name="진옥화" userId="20b55f0b-5a9b-4958-9543-f5cbd24a6a07" providerId="ADAL" clId="{6E6372EA-800A-466F-BA92-E51853A535FD}" dt="2026-07-31T02:36:07.284" v="1074" actId="478"/>
          <ac:spMkLst>
            <pc:docMk/>
            <pc:sldMk cId="3642082135" sldId="522"/>
            <ac:spMk id="5" creationId="{06C6500E-B3CB-BD98-8738-1C8D4E16B14D}"/>
          </ac:spMkLst>
        </pc:spChg>
        <pc:spChg chg="del">
          <ac:chgData name="진옥화" userId="20b55f0b-5a9b-4958-9543-f5cbd24a6a07" providerId="ADAL" clId="{6E6372EA-800A-466F-BA92-E51853A535FD}" dt="2026-07-31T02:30:17.381" v="983" actId="478"/>
          <ac:spMkLst>
            <pc:docMk/>
            <pc:sldMk cId="3642082135" sldId="522"/>
            <ac:spMk id="6" creationId="{F71B4487-8DA3-1ED9-849F-C835F1698C01}"/>
          </ac:spMkLst>
        </pc:spChg>
        <pc:spChg chg="add mod">
          <ac:chgData name="진옥화" userId="20b55f0b-5a9b-4958-9543-f5cbd24a6a07" providerId="ADAL" clId="{6E6372EA-800A-466F-BA92-E51853A535FD}" dt="2026-07-31T02:28:43.574" v="943" actId="1076"/>
          <ac:spMkLst>
            <pc:docMk/>
            <pc:sldMk cId="3642082135" sldId="522"/>
            <ac:spMk id="7" creationId="{A6082F77-BD2D-C743-B871-96ABFAF072BC}"/>
          </ac:spMkLst>
        </pc:spChg>
        <pc:spChg chg="del">
          <ac:chgData name="진옥화" userId="20b55f0b-5a9b-4958-9543-f5cbd24a6a07" providerId="ADAL" clId="{6E6372EA-800A-466F-BA92-E51853A535FD}" dt="2026-07-31T02:36:07.284" v="1074" actId="478"/>
          <ac:spMkLst>
            <pc:docMk/>
            <pc:sldMk cId="3642082135" sldId="522"/>
            <ac:spMk id="12" creationId="{EF21475B-661F-D2D5-B267-B2EC3FAA1284}"/>
          </ac:spMkLst>
        </pc:spChg>
        <pc:spChg chg="del">
          <ac:chgData name="진옥화" userId="20b55f0b-5a9b-4958-9543-f5cbd24a6a07" providerId="ADAL" clId="{6E6372EA-800A-466F-BA92-E51853A535FD}" dt="2026-07-31T02:30:15.270" v="982" actId="478"/>
          <ac:spMkLst>
            <pc:docMk/>
            <pc:sldMk cId="3642082135" sldId="522"/>
            <ac:spMk id="13" creationId="{F0DA4A3E-BB2A-C6F1-5B4C-206055D6B26C}"/>
          </ac:spMkLst>
        </pc:spChg>
        <pc:spChg chg="del">
          <ac:chgData name="진옥화" userId="20b55f0b-5a9b-4958-9543-f5cbd24a6a07" providerId="ADAL" clId="{6E6372EA-800A-466F-BA92-E51853A535FD}" dt="2026-07-31T02:30:14.705" v="981" actId="478"/>
          <ac:spMkLst>
            <pc:docMk/>
            <pc:sldMk cId="3642082135" sldId="522"/>
            <ac:spMk id="15" creationId="{2244FF4A-6053-35B2-245F-2EFCC4F31994}"/>
          </ac:spMkLst>
        </pc:spChg>
        <pc:spChg chg="add mod">
          <ac:chgData name="진옥화" userId="20b55f0b-5a9b-4958-9543-f5cbd24a6a07" providerId="ADAL" clId="{6E6372EA-800A-466F-BA92-E51853A535FD}" dt="2026-07-31T02:28:50.418" v="949" actId="20577"/>
          <ac:spMkLst>
            <pc:docMk/>
            <pc:sldMk cId="3642082135" sldId="522"/>
            <ac:spMk id="16" creationId="{E387B2EC-3D46-502A-EBFE-E7717481D199}"/>
          </ac:spMkLst>
        </pc:spChg>
        <pc:spChg chg="add mod">
          <ac:chgData name="진옥화" userId="20b55f0b-5a9b-4958-9543-f5cbd24a6a07" providerId="ADAL" clId="{6E6372EA-800A-466F-BA92-E51853A535FD}" dt="2026-07-31T02:29:09.744" v="957" actId="1038"/>
          <ac:spMkLst>
            <pc:docMk/>
            <pc:sldMk cId="3642082135" sldId="522"/>
            <ac:spMk id="18" creationId="{DF41552B-C91D-F98A-D02F-FE2009BF4BF4}"/>
          </ac:spMkLst>
        </pc:spChg>
        <pc:spChg chg="add mod">
          <ac:chgData name="진옥화" userId="20b55f0b-5a9b-4958-9543-f5cbd24a6a07" providerId="ADAL" clId="{6E6372EA-800A-466F-BA92-E51853A535FD}" dt="2026-07-31T02:30:31.070" v="991" actId="1076"/>
          <ac:spMkLst>
            <pc:docMk/>
            <pc:sldMk cId="3642082135" sldId="522"/>
            <ac:spMk id="20" creationId="{07B53431-B997-B0C9-10F5-08CBBF2C85B8}"/>
          </ac:spMkLst>
        </pc:spChg>
        <pc:spChg chg="add mod">
          <ac:chgData name="진옥화" userId="20b55f0b-5a9b-4958-9543-f5cbd24a6a07" providerId="ADAL" clId="{6E6372EA-800A-466F-BA92-E51853A535FD}" dt="2026-07-31T02:29:52.157" v="976" actId="1036"/>
          <ac:spMkLst>
            <pc:docMk/>
            <pc:sldMk cId="3642082135" sldId="522"/>
            <ac:spMk id="22" creationId="{A9A7F11D-85DC-89D2-0D36-3326AF5EE3B5}"/>
          </ac:spMkLst>
        </pc:spChg>
        <pc:spChg chg="add mod">
          <ac:chgData name="진옥화" userId="20b55f0b-5a9b-4958-9543-f5cbd24a6a07" providerId="ADAL" clId="{6E6372EA-800A-466F-BA92-E51853A535FD}" dt="2026-07-31T02:29:59.586" v="977" actId="1076"/>
          <ac:spMkLst>
            <pc:docMk/>
            <pc:sldMk cId="3642082135" sldId="522"/>
            <ac:spMk id="24" creationId="{AF846D28-AACF-3196-96A0-D190BB43329E}"/>
          </ac:spMkLst>
        </pc:spChg>
        <pc:spChg chg="del">
          <ac:chgData name="진옥화" userId="20b55f0b-5a9b-4958-9543-f5cbd24a6a07" providerId="ADAL" clId="{6E6372EA-800A-466F-BA92-E51853A535FD}" dt="2026-07-31T02:36:07.284" v="1074" actId="478"/>
          <ac:spMkLst>
            <pc:docMk/>
            <pc:sldMk cId="3642082135" sldId="522"/>
            <ac:spMk id="33" creationId="{F95D7ABD-34AF-B8E8-1669-B8FFBA744053}"/>
          </ac:spMkLst>
        </pc:spChg>
        <pc:spChg chg="add mod">
          <ac:chgData name="진옥화" userId="20b55f0b-5a9b-4958-9543-f5cbd24a6a07" providerId="ADAL" clId="{6E6372EA-800A-466F-BA92-E51853A535FD}" dt="2026-07-31T02:30:45.661" v="998" actId="1038"/>
          <ac:spMkLst>
            <pc:docMk/>
            <pc:sldMk cId="3642082135" sldId="522"/>
            <ac:spMk id="51" creationId="{1D77DA1E-498E-330B-7B9D-4AB31DDF0433}"/>
          </ac:spMkLst>
        </pc:spChg>
        <pc:spChg chg="add del">
          <ac:chgData name="진옥화" userId="20b55f0b-5a9b-4958-9543-f5cbd24a6a07" providerId="ADAL" clId="{6E6372EA-800A-466F-BA92-E51853A535FD}" dt="2026-07-31T02:30:50.839" v="1000" actId="22"/>
          <ac:spMkLst>
            <pc:docMk/>
            <pc:sldMk cId="3642082135" sldId="522"/>
            <ac:spMk id="53" creationId="{E1F2FD5E-447D-1C0C-617D-7A322E804100}"/>
          </ac:spMkLst>
        </pc:spChg>
        <pc:spChg chg="add mod">
          <ac:chgData name="진옥화" userId="20b55f0b-5a9b-4958-9543-f5cbd24a6a07" providerId="ADAL" clId="{6E6372EA-800A-466F-BA92-E51853A535FD}" dt="2026-07-31T02:31:12.640" v="1007" actId="1076"/>
          <ac:spMkLst>
            <pc:docMk/>
            <pc:sldMk cId="3642082135" sldId="522"/>
            <ac:spMk id="55" creationId="{FF8E9090-1598-0601-3ED0-2EA8E0F62148}"/>
          </ac:spMkLst>
        </pc:spChg>
        <pc:spChg chg="add mod">
          <ac:chgData name="진옥화" userId="20b55f0b-5a9b-4958-9543-f5cbd24a6a07" providerId="ADAL" clId="{6E6372EA-800A-466F-BA92-E51853A535FD}" dt="2026-07-31T03:00:19.996" v="1113" actId="20577"/>
          <ac:spMkLst>
            <pc:docMk/>
            <pc:sldMk cId="3642082135" sldId="522"/>
            <ac:spMk id="58" creationId="{620B7DE3-573D-70EB-BB3D-09AA27CAA8A5}"/>
          </ac:spMkLst>
        </pc:spChg>
        <pc:spChg chg="add del">
          <ac:chgData name="진옥화" userId="20b55f0b-5a9b-4958-9543-f5cbd24a6a07" providerId="ADAL" clId="{6E6372EA-800A-466F-BA92-E51853A535FD}" dt="2026-07-31T03:00:16.852" v="1107" actId="478"/>
          <ac:spMkLst>
            <pc:docMk/>
            <pc:sldMk cId="3642082135" sldId="522"/>
            <ac:spMk id="60" creationId="{502454D5-3A7E-DA13-045E-066B65C50E60}"/>
          </ac:spMkLst>
        </pc:spChg>
        <pc:grpChg chg="del">
          <ac:chgData name="진옥화" userId="20b55f0b-5a9b-4958-9543-f5cbd24a6a07" providerId="ADAL" clId="{6E6372EA-800A-466F-BA92-E51853A535FD}" dt="2026-07-31T02:36:07.284" v="1074" actId="478"/>
          <ac:grpSpMkLst>
            <pc:docMk/>
            <pc:sldMk cId="3642082135" sldId="522"/>
            <ac:grpSpMk id="34" creationId="{B163ECEF-D3B6-F9EF-FD83-903C8F1E7AE3}"/>
          </ac:grpSpMkLst>
        </pc:grpChg>
        <pc:cxnChg chg="add mod">
          <ac:chgData name="진옥화" userId="20b55f0b-5a9b-4958-9543-f5cbd24a6a07" providerId="ADAL" clId="{6E6372EA-800A-466F-BA92-E51853A535FD}" dt="2026-07-31T02:30:07.382" v="978"/>
          <ac:cxnSpMkLst>
            <pc:docMk/>
            <pc:sldMk cId="3642082135" sldId="522"/>
            <ac:cxnSpMk id="25" creationId="{722BE2BE-74ED-A6BB-1C52-8991AB7EEE66}"/>
          </ac:cxnSpMkLst>
        </pc:cxnChg>
        <pc:cxnChg chg="add mod">
          <ac:chgData name="진옥화" userId="20b55f0b-5a9b-4958-9543-f5cbd24a6a07" providerId="ADAL" clId="{6E6372EA-800A-466F-BA92-E51853A535FD}" dt="2026-07-31T02:30:27.615" v="990" actId="1035"/>
          <ac:cxnSpMkLst>
            <pc:docMk/>
            <pc:sldMk cId="3642082135" sldId="522"/>
            <ac:cxnSpMk id="32" creationId="{30ADEC2C-F8CA-E022-19D6-E009D8B4FFBA}"/>
          </ac:cxnSpMkLst>
        </pc:cxnChg>
        <pc:cxnChg chg="add mod">
          <ac:chgData name="진옥화" userId="20b55f0b-5a9b-4958-9543-f5cbd24a6a07" providerId="ADAL" clId="{6E6372EA-800A-466F-BA92-E51853A535FD}" dt="2026-07-31T02:31:21.758" v="1010" actId="1076"/>
          <ac:cxnSpMkLst>
            <pc:docMk/>
            <pc:sldMk cId="3642082135" sldId="522"/>
            <ac:cxnSpMk id="56" creationId="{159C8B29-5E75-85BA-CA4A-D4CE81AB3ECE}"/>
          </ac:cxnSpMkLst>
        </pc:cxnChg>
      </pc:sldChg>
      <pc:sldChg chg="addSp modSp">
        <pc:chgData name="진옥화" userId="20b55f0b-5a9b-4958-9543-f5cbd24a6a07" providerId="ADAL" clId="{6E6372EA-800A-466F-BA92-E51853A535FD}" dt="2026-07-31T02:35:20.017" v="1072"/>
        <pc:sldMkLst>
          <pc:docMk/>
          <pc:sldMk cId="1344790216" sldId="523"/>
        </pc:sldMkLst>
        <pc:spChg chg="add mod">
          <ac:chgData name="진옥화" userId="20b55f0b-5a9b-4958-9543-f5cbd24a6a07" providerId="ADAL" clId="{6E6372EA-800A-466F-BA92-E51853A535FD}" dt="2026-07-31T02:35:20.017" v="1072"/>
          <ac:spMkLst>
            <pc:docMk/>
            <pc:sldMk cId="1344790216" sldId="523"/>
            <ac:spMk id="2" creationId="{5425F9C7-6066-54D2-20FC-27C94E4BEF33}"/>
          </ac:spMkLst>
        </pc:spChg>
        <pc:spChg chg="add mod">
          <ac:chgData name="진옥화" userId="20b55f0b-5a9b-4958-9543-f5cbd24a6a07" providerId="ADAL" clId="{6E6372EA-800A-466F-BA92-E51853A535FD}" dt="2026-07-31T02:35:20.017" v="1072"/>
          <ac:spMkLst>
            <pc:docMk/>
            <pc:sldMk cId="1344790216" sldId="523"/>
            <ac:spMk id="6" creationId="{51F28CCC-192A-3888-4B6C-16D59A8FD2A5}"/>
          </ac:spMkLst>
        </pc:spChg>
        <pc:spChg chg="add mod">
          <ac:chgData name="진옥화" userId="20b55f0b-5a9b-4958-9543-f5cbd24a6a07" providerId="ADAL" clId="{6E6372EA-800A-466F-BA92-E51853A535FD}" dt="2026-07-31T02:35:20.017" v="1072"/>
          <ac:spMkLst>
            <pc:docMk/>
            <pc:sldMk cId="1344790216" sldId="523"/>
            <ac:spMk id="7" creationId="{5C640DBC-A69C-5761-96C5-DD8A2F9061FB}"/>
          </ac:spMkLst>
        </pc:spChg>
        <pc:spChg chg="add mod">
          <ac:chgData name="진옥화" userId="20b55f0b-5a9b-4958-9543-f5cbd24a6a07" providerId="ADAL" clId="{6E6372EA-800A-466F-BA92-E51853A535FD}" dt="2026-07-31T02:35:20.017" v="1072"/>
          <ac:spMkLst>
            <pc:docMk/>
            <pc:sldMk cId="1344790216" sldId="523"/>
            <ac:spMk id="13" creationId="{4BB4E436-3EA4-FB20-5F80-C751C0248BB0}"/>
          </ac:spMkLst>
        </pc:spChg>
        <pc:spChg chg="add mod">
          <ac:chgData name="진옥화" userId="20b55f0b-5a9b-4958-9543-f5cbd24a6a07" providerId="ADAL" clId="{6E6372EA-800A-466F-BA92-E51853A535FD}" dt="2026-07-31T02:35:20.017" v="1072"/>
          <ac:spMkLst>
            <pc:docMk/>
            <pc:sldMk cId="1344790216" sldId="523"/>
            <ac:spMk id="14" creationId="{244712A0-2F95-BDEE-41F2-A7C0DBCE2DB9}"/>
          </ac:spMkLst>
        </pc:spChg>
        <pc:spChg chg="add mod">
          <ac:chgData name="진옥화" userId="20b55f0b-5a9b-4958-9543-f5cbd24a6a07" providerId="ADAL" clId="{6E6372EA-800A-466F-BA92-E51853A535FD}" dt="2026-07-31T02:35:20.017" v="1072"/>
          <ac:spMkLst>
            <pc:docMk/>
            <pc:sldMk cId="1344790216" sldId="523"/>
            <ac:spMk id="15" creationId="{A0B1A030-90C8-553F-2B85-A3C0AE045893}"/>
          </ac:spMkLst>
        </pc:spChg>
        <pc:spChg chg="add mod">
          <ac:chgData name="진옥화" userId="20b55f0b-5a9b-4958-9543-f5cbd24a6a07" providerId="ADAL" clId="{6E6372EA-800A-466F-BA92-E51853A535FD}" dt="2026-07-31T02:35:20.017" v="1072"/>
          <ac:spMkLst>
            <pc:docMk/>
            <pc:sldMk cId="1344790216" sldId="523"/>
            <ac:spMk id="17" creationId="{9F67FFEA-C7E3-7615-A2EF-9C73166A6FBA}"/>
          </ac:spMkLst>
        </pc:spChg>
        <pc:spChg chg="add mod">
          <ac:chgData name="진옥화" userId="20b55f0b-5a9b-4958-9543-f5cbd24a6a07" providerId="ADAL" clId="{6E6372EA-800A-466F-BA92-E51853A535FD}" dt="2026-07-31T02:35:20.017" v="1072"/>
          <ac:spMkLst>
            <pc:docMk/>
            <pc:sldMk cId="1344790216" sldId="523"/>
            <ac:spMk id="18" creationId="{A1C69C98-8828-5E5D-0862-90CE5507D2D8}"/>
          </ac:spMkLst>
        </pc:spChg>
        <pc:cxnChg chg="add mod">
          <ac:chgData name="진옥화" userId="20b55f0b-5a9b-4958-9543-f5cbd24a6a07" providerId="ADAL" clId="{6E6372EA-800A-466F-BA92-E51853A535FD}" dt="2026-07-31T02:35:20.017" v="1072"/>
          <ac:cxnSpMkLst>
            <pc:docMk/>
            <pc:sldMk cId="1344790216" sldId="523"/>
            <ac:cxnSpMk id="16" creationId="{BBD675F6-F1B7-B258-CB09-53087534BAA6}"/>
          </ac:cxnSpMkLst>
        </pc:cxnChg>
        <pc:cxnChg chg="add mod">
          <ac:chgData name="진옥화" userId="20b55f0b-5a9b-4958-9543-f5cbd24a6a07" providerId="ADAL" clId="{6E6372EA-800A-466F-BA92-E51853A535FD}" dt="2026-07-31T02:35:20.017" v="1072"/>
          <ac:cxnSpMkLst>
            <pc:docMk/>
            <pc:sldMk cId="1344790216" sldId="523"/>
            <ac:cxnSpMk id="19" creationId="{BC563733-8944-1691-7C25-F874B7C82934}"/>
          </ac:cxnSpMkLst>
        </pc:cxnChg>
      </pc:sldChg>
      <pc:sldChg chg="addSp delSp modSp mod">
        <pc:chgData name="진옥화" userId="20b55f0b-5a9b-4958-9543-f5cbd24a6a07" providerId="ADAL" clId="{6E6372EA-800A-466F-BA92-E51853A535FD}" dt="2026-07-31T02:27:06.588" v="930"/>
        <pc:sldMkLst>
          <pc:docMk/>
          <pc:sldMk cId="923083715" sldId="524"/>
        </pc:sldMkLst>
        <pc:spChg chg="add mod">
          <ac:chgData name="진옥화" userId="20b55f0b-5a9b-4958-9543-f5cbd24a6a07" providerId="ADAL" clId="{6E6372EA-800A-466F-BA92-E51853A535FD}" dt="2026-07-31T02:25:11.700" v="884"/>
          <ac:spMkLst>
            <pc:docMk/>
            <pc:sldMk cId="923083715" sldId="524"/>
            <ac:spMk id="3" creationId="{CF005367-382D-4528-84A2-41F39705E414}"/>
          </ac:spMkLst>
        </pc:spChg>
        <pc:spChg chg="add mod">
          <ac:chgData name="진옥화" userId="20b55f0b-5a9b-4958-9543-f5cbd24a6a07" providerId="ADAL" clId="{6E6372EA-800A-466F-BA92-E51853A535FD}" dt="2026-07-31T02:25:11.700" v="884"/>
          <ac:spMkLst>
            <pc:docMk/>
            <pc:sldMk cId="923083715" sldId="524"/>
            <ac:spMk id="27" creationId="{41D2536F-6E20-4640-FB74-ABB0DE1705A5}"/>
          </ac:spMkLst>
        </pc:spChg>
        <pc:spChg chg="add mod">
          <ac:chgData name="진옥화" userId="20b55f0b-5a9b-4958-9543-f5cbd24a6a07" providerId="ADAL" clId="{6E6372EA-800A-466F-BA92-E51853A535FD}" dt="2026-07-31T02:25:11.700" v="884"/>
          <ac:spMkLst>
            <pc:docMk/>
            <pc:sldMk cId="923083715" sldId="524"/>
            <ac:spMk id="51" creationId="{97798E94-24D5-5892-3960-D9BFB563F011}"/>
          </ac:spMkLst>
        </pc:spChg>
        <pc:spChg chg="add mod">
          <ac:chgData name="진옥화" userId="20b55f0b-5a9b-4958-9543-f5cbd24a6a07" providerId="ADAL" clId="{6E6372EA-800A-466F-BA92-E51853A535FD}" dt="2026-07-31T02:25:11.700" v="884"/>
          <ac:spMkLst>
            <pc:docMk/>
            <pc:sldMk cId="923083715" sldId="524"/>
            <ac:spMk id="53" creationId="{E098F666-14D8-DA20-0203-B9776A501B78}"/>
          </ac:spMkLst>
        </pc:spChg>
        <pc:spChg chg="add mod">
          <ac:chgData name="진옥화" userId="20b55f0b-5a9b-4958-9543-f5cbd24a6a07" providerId="ADAL" clId="{6E6372EA-800A-466F-BA92-E51853A535FD}" dt="2026-07-31T02:25:11.700" v="884"/>
          <ac:spMkLst>
            <pc:docMk/>
            <pc:sldMk cId="923083715" sldId="524"/>
            <ac:spMk id="54" creationId="{87245316-4B59-80C6-C530-F508664BBC45}"/>
          </ac:spMkLst>
        </pc:spChg>
        <pc:spChg chg="add mod">
          <ac:chgData name="진옥화" userId="20b55f0b-5a9b-4958-9543-f5cbd24a6a07" providerId="ADAL" clId="{6E6372EA-800A-466F-BA92-E51853A535FD}" dt="2026-07-31T02:25:11.700" v="884"/>
          <ac:spMkLst>
            <pc:docMk/>
            <pc:sldMk cId="923083715" sldId="524"/>
            <ac:spMk id="55" creationId="{C5C8F22C-751A-1F09-AC30-CE7F99CCEB0D}"/>
          </ac:spMkLst>
        </pc:spChg>
        <pc:spChg chg="add mod">
          <ac:chgData name="진옥화" userId="20b55f0b-5a9b-4958-9543-f5cbd24a6a07" providerId="ADAL" clId="{6E6372EA-800A-466F-BA92-E51853A535FD}" dt="2026-07-31T02:25:11.700" v="884"/>
          <ac:spMkLst>
            <pc:docMk/>
            <pc:sldMk cId="923083715" sldId="524"/>
            <ac:spMk id="57" creationId="{67100D9D-3B6E-D129-5C91-8808995A2450}"/>
          </ac:spMkLst>
        </pc:spChg>
        <pc:spChg chg="add mod">
          <ac:chgData name="진옥화" userId="20b55f0b-5a9b-4958-9543-f5cbd24a6a07" providerId="ADAL" clId="{6E6372EA-800A-466F-BA92-E51853A535FD}" dt="2026-07-31T02:25:11.700" v="884"/>
          <ac:spMkLst>
            <pc:docMk/>
            <pc:sldMk cId="923083715" sldId="524"/>
            <ac:spMk id="58" creationId="{4C0CEEF8-F0A4-8DB3-7B6E-06DBA519F8B0}"/>
          </ac:spMkLst>
        </pc:spChg>
        <pc:spChg chg="add mod">
          <ac:chgData name="진옥화" userId="20b55f0b-5a9b-4958-9543-f5cbd24a6a07" providerId="ADAL" clId="{6E6372EA-800A-466F-BA92-E51853A535FD}" dt="2026-07-31T02:25:11.700" v="884"/>
          <ac:spMkLst>
            <pc:docMk/>
            <pc:sldMk cId="923083715" sldId="524"/>
            <ac:spMk id="68" creationId="{264A1740-BDEE-FE76-7E42-570B363F8223}"/>
          </ac:spMkLst>
        </pc:spChg>
        <pc:spChg chg="add mod">
          <ac:chgData name="진옥화" userId="20b55f0b-5a9b-4958-9543-f5cbd24a6a07" providerId="ADAL" clId="{6E6372EA-800A-466F-BA92-E51853A535FD}" dt="2026-07-31T02:25:11.700" v="884"/>
          <ac:spMkLst>
            <pc:docMk/>
            <pc:sldMk cId="923083715" sldId="524"/>
            <ac:spMk id="70" creationId="{83C0D217-A6C3-59E7-892B-065E643980F0}"/>
          </ac:spMkLst>
        </pc:spChg>
        <pc:cxnChg chg="del">
          <ac:chgData name="진옥화" userId="20b55f0b-5a9b-4958-9543-f5cbd24a6a07" providerId="ADAL" clId="{6E6372EA-800A-466F-BA92-E51853A535FD}" dt="2026-07-31T02:27:04.001" v="928" actId="478"/>
          <ac:cxnSpMkLst>
            <pc:docMk/>
            <pc:sldMk cId="923083715" sldId="524"/>
            <ac:cxnSpMk id="56" creationId="{38834C90-D46F-7640-25B8-C2989FB2BC38}"/>
          </ac:cxnSpMkLst>
        </pc:cxnChg>
        <pc:cxnChg chg="del">
          <ac:chgData name="진옥화" userId="20b55f0b-5a9b-4958-9543-f5cbd24a6a07" providerId="ADAL" clId="{6E6372EA-800A-466F-BA92-E51853A535FD}" dt="2026-07-31T02:27:05.086" v="929" actId="478"/>
          <ac:cxnSpMkLst>
            <pc:docMk/>
            <pc:sldMk cId="923083715" sldId="524"/>
            <ac:cxnSpMk id="69" creationId="{BF1F0CA9-5420-8229-4511-71B0734125CE}"/>
          </ac:cxnSpMkLst>
        </pc:cxnChg>
        <pc:cxnChg chg="add mod">
          <ac:chgData name="진옥화" userId="20b55f0b-5a9b-4958-9543-f5cbd24a6a07" providerId="ADAL" clId="{6E6372EA-800A-466F-BA92-E51853A535FD}" dt="2026-07-31T02:27:06.588" v="930"/>
          <ac:cxnSpMkLst>
            <pc:docMk/>
            <pc:sldMk cId="923083715" sldId="524"/>
            <ac:cxnSpMk id="71" creationId="{25473BBC-C437-F021-998D-A5BA64383E68}"/>
          </ac:cxnSpMkLst>
        </pc:cxnChg>
        <pc:cxnChg chg="add mod">
          <ac:chgData name="진옥화" userId="20b55f0b-5a9b-4958-9543-f5cbd24a6a07" providerId="ADAL" clId="{6E6372EA-800A-466F-BA92-E51853A535FD}" dt="2026-07-31T02:27:06.588" v="930"/>
          <ac:cxnSpMkLst>
            <pc:docMk/>
            <pc:sldMk cId="923083715" sldId="524"/>
            <ac:cxnSpMk id="72" creationId="{853EBB36-83F3-414D-05B8-C1E265502859}"/>
          </ac:cxnSpMkLst>
        </pc:cxnChg>
      </pc:sldChg>
      <pc:sldChg chg="addSp delSp modSp mod">
        <pc:chgData name="진옥화" userId="20b55f0b-5a9b-4958-9543-f5cbd24a6a07" providerId="ADAL" clId="{6E6372EA-800A-466F-BA92-E51853A535FD}" dt="2026-07-31T02:27:11.905" v="933"/>
        <pc:sldMkLst>
          <pc:docMk/>
          <pc:sldMk cId="4113050207" sldId="525"/>
        </pc:sldMkLst>
        <pc:spChg chg="add mod">
          <ac:chgData name="진옥화" userId="20b55f0b-5a9b-4958-9543-f5cbd24a6a07" providerId="ADAL" clId="{6E6372EA-800A-466F-BA92-E51853A535FD}" dt="2026-07-31T02:25:06.274" v="883"/>
          <ac:spMkLst>
            <pc:docMk/>
            <pc:sldMk cId="4113050207" sldId="525"/>
            <ac:spMk id="2" creationId="{43AEB71E-0EF3-D158-46A1-CFC4787D0758}"/>
          </ac:spMkLst>
        </pc:spChg>
        <pc:spChg chg="add mod">
          <ac:chgData name="진옥화" userId="20b55f0b-5a9b-4958-9543-f5cbd24a6a07" providerId="ADAL" clId="{6E6372EA-800A-466F-BA92-E51853A535FD}" dt="2026-07-31T02:25:06.274" v="883"/>
          <ac:spMkLst>
            <pc:docMk/>
            <pc:sldMk cId="4113050207" sldId="525"/>
            <ac:spMk id="4" creationId="{6C37BE94-9F04-611D-3BF7-2683110FDE97}"/>
          </ac:spMkLst>
        </pc:spChg>
        <pc:spChg chg="add mod">
          <ac:chgData name="진옥화" userId="20b55f0b-5a9b-4958-9543-f5cbd24a6a07" providerId="ADAL" clId="{6E6372EA-800A-466F-BA92-E51853A535FD}" dt="2026-07-31T02:25:06.274" v="883"/>
          <ac:spMkLst>
            <pc:docMk/>
            <pc:sldMk cId="4113050207" sldId="525"/>
            <ac:spMk id="27" creationId="{C007EDA3-D20C-256D-D1C0-4833AE14E6BC}"/>
          </ac:spMkLst>
        </pc:spChg>
        <pc:spChg chg="add mod">
          <ac:chgData name="진옥화" userId="20b55f0b-5a9b-4958-9543-f5cbd24a6a07" providerId="ADAL" clId="{6E6372EA-800A-466F-BA92-E51853A535FD}" dt="2026-07-31T02:25:06.274" v="883"/>
          <ac:spMkLst>
            <pc:docMk/>
            <pc:sldMk cId="4113050207" sldId="525"/>
            <ac:spMk id="50" creationId="{87BA4EAA-F239-DEAB-23FE-7D370EE71990}"/>
          </ac:spMkLst>
        </pc:spChg>
        <pc:spChg chg="add mod">
          <ac:chgData name="진옥화" userId="20b55f0b-5a9b-4958-9543-f5cbd24a6a07" providerId="ADAL" clId="{6E6372EA-800A-466F-BA92-E51853A535FD}" dt="2026-07-31T02:25:06.274" v="883"/>
          <ac:spMkLst>
            <pc:docMk/>
            <pc:sldMk cId="4113050207" sldId="525"/>
            <ac:spMk id="51" creationId="{FABEE990-051C-D571-EA94-C2C69A68B992}"/>
          </ac:spMkLst>
        </pc:spChg>
        <pc:spChg chg="add mod">
          <ac:chgData name="진옥화" userId="20b55f0b-5a9b-4958-9543-f5cbd24a6a07" providerId="ADAL" clId="{6E6372EA-800A-466F-BA92-E51853A535FD}" dt="2026-07-31T02:25:06.274" v="883"/>
          <ac:spMkLst>
            <pc:docMk/>
            <pc:sldMk cId="4113050207" sldId="525"/>
            <ac:spMk id="53" creationId="{F77F0A69-1868-A1B4-3919-E033DF3F05B1}"/>
          </ac:spMkLst>
        </pc:spChg>
        <pc:spChg chg="add mod">
          <ac:chgData name="진옥화" userId="20b55f0b-5a9b-4958-9543-f5cbd24a6a07" providerId="ADAL" clId="{6E6372EA-800A-466F-BA92-E51853A535FD}" dt="2026-07-31T02:25:06.274" v="883"/>
          <ac:spMkLst>
            <pc:docMk/>
            <pc:sldMk cId="4113050207" sldId="525"/>
            <ac:spMk id="55" creationId="{9FBAA30F-7223-1AF7-48EC-9787B493ABE9}"/>
          </ac:spMkLst>
        </pc:spChg>
        <pc:spChg chg="add mod">
          <ac:chgData name="진옥화" userId="20b55f0b-5a9b-4958-9543-f5cbd24a6a07" providerId="ADAL" clId="{6E6372EA-800A-466F-BA92-E51853A535FD}" dt="2026-07-31T02:25:06.274" v="883"/>
          <ac:spMkLst>
            <pc:docMk/>
            <pc:sldMk cId="4113050207" sldId="525"/>
            <ac:spMk id="56" creationId="{73786A74-01C7-2939-A1CF-F33A5B5FBD0F}"/>
          </ac:spMkLst>
        </pc:spChg>
        <pc:spChg chg="add mod">
          <ac:chgData name="진옥화" userId="20b55f0b-5a9b-4958-9543-f5cbd24a6a07" providerId="ADAL" clId="{6E6372EA-800A-466F-BA92-E51853A535FD}" dt="2026-07-31T02:25:06.274" v="883"/>
          <ac:spMkLst>
            <pc:docMk/>
            <pc:sldMk cId="4113050207" sldId="525"/>
            <ac:spMk id="57" creationId="{DFD27097-DC37-1DBF-CC00-110E5B80A58A}"/>
          </ac:spMkLst>
        </pc:spChg>
        <pc:spChg chg="add mod">
          <ac:chgData name="진옥화" userId="20b55f0b-5a9b-4958-9543-f5cbd24a6a07" providerId="ADAL" clId="{6E6372EA-800A-466F-BA92-E51853A535FD}" dt="2026-07-31T02:25:06.274" v="883"/>
          <ac:spMkLst>
            <pc:docMk/>
            <pc:sldMk cId="4113050207" sldId="525"/>
            <ac:spMk id="59" creationId="{885DCBF1-8ED8-8304-4507-C8D359B258DD}"/>
          </ac:spMkLst>
        </pc:spChg>
        <pc:cxnChg chg="del">
          <ac:chgData name="진옥화" userId="20b55f0b-5a9b-4958-9543-f5cbd24a6a07" providerId="ADAL" clId="{6E6372EA-800A-466F-BA92-E51853A535FD}" dt="2026-07-31T02:27:09.971" v="931" actId="478"/>
          <ac:cxnSpMkLst>
            <pc:docMk/>
            <pc:sldMk cId="4113050207" sldId="525"/>
            <ac:cxnSpMk id="54" creationId="{2012E2DD-4A69-21DE-10B6-E29F500D79F8}"/>
          </ac:cxnSpMkLst>
        </pc:cxnChg>
        <pc:cxnChg chg="del">
          <ac:chgData name="진옥화" userId="20b55f0b-5a9b-4958-9543-f5cbd24a6a07" providerId="ADAL" clId="{6E6372EA-800A-466F-BA92-E51853A535FD}" dt="2026-07-31T02:27:10.833" v="932" actId="478"/>
          <ac:cxnSpMkLst>
            <pc:docMk/>
            <pc:sldMk cId="4113050207" sldId="525"/>
            <ac:cxnSpMk id="58" creationId="{A6A1E9DE-3DE7-2439-93FC-E24D55B99478}"/>
          </ac:cxnSpMkLst>
        </pc:cxnChg>
        <pc:cxnChg chg="add mod">
          <ac:chgData name="진옥화" userId="20b55f0b-5a9b-4958-9543-f5cbd24a6a07" providerId="ADAL" clId="{6E6372EA-800A-466F-BA92-E51853A535FD}" dt="2026-07-31T02:27:11.905" v="933"/>
          <ac:cxnSpMkLst>
            <pc:docMk/>
            <pc:sldMk cId="4113050207" sldId="525"/>
            <ac:cxnSpMk id="60" creationId="{F221FDF9-3A8D-2F67-1326-9DE88E1D827F}"/>
          </ac:cxnSpMkLst>
        </pc:cxnChg>
        <pc:cxnChg chg="add mod">
          <ac:chgData name="진옥화" userId="20b55f0b-5a9b-4958-9543-f5cbd24a6a07" providerId="ADAL" clId="{6E6372EA-800A-466F-BA92-E51853A535FD}" dt="2026-07-31T02:27:11.905" v="933"/>
          <ac:cxnSpMkLst>
            <pc:docMk/>
            <pc:sldMk cId="4113050207" sldId="525"/>
            <ac:cxnSpMk id="61" creationId="{60EFD3B5-65A9-B767-1711-89976C2B67AD}"/>
          </ac:cxnSpMkLst>
        </pc:cxnChg>
      </pc:sldChg>
      <pc:sldChg chg="addSp delSp modSp mod">
        <pc:chgData name="진옥화" userId="20b55f0b-5a9b-4958-9543-f5cbd24a6a07" providerId="ADAL" clId="{6E6372EA-800A-466F-BA92-E51853A535FD}" dt="2026-07-31T02:34:47.242" v="1063"/>
        <pc:sldMkLst>
          <pc:docMk/>
          <pc:sldMk cId="2541453792" sldId="526"/>
        </pc:sldMkLst>
        <pc:spChg chg="add mod">
          <ac:chgData name="진옥화" userId="20b55f0b-5a9b-4958-9543-f5cbd24a6a07" providerId="ADAL" clId="{6E6372EA-800A-466F-BA92-E51853A535FD}" dt="2026-07-31T02:34:47.242" v="1063"/>
          <ac:spMkLst>
            <pc:docMk/>
            <pc:sldMk cId="2541453792" sldId="526"/>
            <ac:spMk id="2" creationId="{F202E19E-F096-AC16-2FEC-687D064364B7}"/>
          </ac:spMkLst>
        </pc:spChg>
        <pc:spChg chg="del">
          <ac:chgData name="진옥화" userId="20b55f0b-5a9b-4958-9543-f5cbd24a6a07" providerId="ADAL" clId="{6E6372EA-800A-466F-BA92-E51853A535FD}" dt="2026-07-31T02:32:53.097" v="1031" actId="478"/>
          <ac:spMkLst>
            <pc:docMk/>
            <pc:sldMk cId="2541453792" sldId="526"/>
            <ac:spMk id="7" creationId="{BBAF2D46-E985-F11A-A0F7-E36E08A71D12}"/>
          </ac:spMkLst>
        </pc:spChg>
        <pc:spChg chg="add mod">
          <ac:chgData name="진옥화" userId="20b55f0b-5a9b-4958-9543-f5cbd24a6a07" providerId="ADAL" clId="{6E6372EA-800A-466F-BA92-E51853A535FD}" dt="2026-07-31T02:34:47.242" v="1063"/>
          <ac:spMkLst>
            <pc:docMk/>
            <pc:sldMk cId="2541453792" sldId="526"/>
            <ac:spMk id="25" creationId="{C31357B1-85A1-F1E4-EBAC-A0658FBF93F2}"/>
          </ac:spMkLst>
        </pc:spChg>
        <pc:spChg chg="del">
          <ac:chgData name="진옥화" userId="20b55f0b-5a9b-4958-9543-f5cbd24a6a07" providerId="ADAL" clId="{6E6372EA-800A-466F-BA92-E51853A535FD}" dt="2026-07-31T02:32:52.008" v="1030" actId="478"/>
          <ac:spMkLst>
            <pc:docMk/>
            <pc:sldMk cId="2541453792" sldId="526"/>
            <ac:spMk id="50" creationId="{A9A98325-C21F-5978-E4A3-5B82AD8895EE}"/>
          </ac:spMkLst>
        </pc:spChg>
        <pc:spChg chg="add mod">
          <ac:chgData name="진옥화" userId="20b55f0b-5a9b-4958-9543-f5cbd24a6a07" providerId="ADAL" clId="{6E6372EA-800A-466F-BA92-E51853A535FD}" dt="2026-07-31T02:34:47.242" v="1063"/>
          <ac:spMkLst>
            <pc:docMk/>
            <pc:sldMk cId="2541453792" sldId="526"/>
            <ac:spMk id="51" creationId="{1802AFD8-73E0-023E-1B11-CEADDA7855AB}"/>
          </ac:spMkLst>
        </pc:spChg>
        <pc:spChg chg="del">
          <ac:chgData name="진옥화" userId="20b55f0b-5a9b-4958-9543-f5cbd24a6a07" providerId="ADAL" clId="{6E6372EA-800A-466F-BA92-E51853A535FD}" dt="2026-07-31T02:32:50.888" v="1029" actId="478"/>
          <ac:spMkLst>
            <pc:docMk/>
            <pc:sldMk cId="2541453792" sldId="526"/>
            <ac:spMk id="52" creationId="{E38748D0-896D-A0C6-E9B0-D8ADE49D0D3D}"/>
          </ac:spMkLst>
        </pc:spChg>
        <pc:spChg chg="add mod">
          <ac:chgData name="진옥화" userId="20b55f0b-5a9b-4958-9543-f5cbd24a6a07" providerId="ADAL" clId="{6E6372EA-800A-466F-BA92-E51853A535FD}" dt="2026-07-31T02:34:47.242" v="1063"/>
          <ac:spMkLst>
            <pc:docMk/>
            <pc:sldMk cId="2541453792" sldId="526"/>
            <ac:spMk id="53" creationId="{19F9F909-66BA-1498-6E53-186D221B6684}"/>
          </ac:spMkLst>
        </pc:spChg>
        <pc:spChg chg="add mod">
          <ac:chgData name="진옥화" userId="20b55f0b-5a9b-4958-9543-f5cbd24a6a07" providerId="ADAL" clId="{6E6372EA-800A-466F-BA92-E51853A535FD}" dt="2026-07-31T02:34:47.242" v="1063"/>
          <ac:spMkLst>
            <pc:docMk/>
            <pc:sldMk cId="2541453792" sldId="526"/>
            <ac:spMk id="63" creationId="{F793F416-8918-208E-1380-4747D6757920}"/>
          </ac:spMkLst>
        </pc:spChg>
        <pc:spChg chg="add mod">
          <ac:chgData name="진옥화" userId="20b55f0b-5a9b-4958-9543-f5cbd24a6a07" providerId="ADAL" clId="{6E6372EA-800A-466F-BA92-E51853A535FD}" dt="2026-07-31T02:34:47.242" v="1063"/>
          <ac:spMkLst>
            <pc:docMk/>
            <pc:sldMk cId="2541453792" sldId="526"/>
            <ac:spMk id="64" creationId="{C35AB46C-E24A-A479-EEF8-90BFFDDB754D}"/>
          </ac:spMkLst>
        </pc:spChg>
        <pc:spChg chg="add mod">
          <ac:chgData name="진옥화" userId="20b55f0b-5a9b-4958-9543-f5cbd24a6a07" providerId="ADAL" clId="{6E6372EA-800A-466F-BA92-E51853A535FD}" dt="2026-07-31T02:34:47.242" v="1063"/>
          <ac:spMkLst>
            <pc:docMk/>
            <pc:sldMk cId="2541453792" sldId="526"/>
            <ac:spMk id="66" creationId="{48BE7E65-71A6-D68C-ED10-259D5CDD7859}"/>
          </ac:spMkLst>
        </pc:spChg>
        <pc:spChg chg="add mod">
          <ac:chgData name="진옥화" userId="20b55f0b-5a9b-4958-9543-f5cbd24a6a07" providerId="ADAL" clId="{6E6372EA-800A-466F-BA92-E51853A535FD}" dt="2026-07-31T02:34:47.242" v="1063"/>
          <ac:spMkLst>
            <pc:docMk/>
            <pc:sldMk cId="2541453792" sldId="526"/>
            <ac:spMk id="67" creationId="{39251CD7-ED58-7802-C8BA-71359D67814A}"/>
          </ac:spMkLst>
        </pc:spChg>
        <pc:cxnChg chg="add mod">
          <ac:chgData name="진옥화" userId="20b55f0b-5a9b-4958-9543-f5cbd24a6a07" providerId="ADAL" clId="{6E6372EA-800A-466F-BA92-E51853A535FD}" dt="2026-07-31T02:34:47.242" v="1063"/>
          <ac:cxnSpMkLst>
            <pc:docMk/>
            <pc:sldMk cId="2541453792" sldId="526"/>
            <ac:cxnSpMk id="65" creationId="{55D11BFE-32F5-578C-2AC7-837E0FA04ECE}"/>
          </ac:cxnSpMkLst>
        </pc:cxnChg>
        <pc:cxnChg chg="add mod">
          <ac:chgData name="진옥화" userId="20b55f0b-5a9b-4958-9543-f5cbd24a6a07" providerId="ADAL" clId="{6E6372EA-800A-466F-BA92-E51853A535FD}" dt="2026-07-31T02:34:47.242" v="1063"/>
          <ac:cxnSpMkLst>
            <pc:docMk/>
            <pc:sldMk cId="2541453792" sldId="526"/>
            <ac:cxnSpMk id="68" creationId="{B53795C5-2EBF-2D9C-3ADD-FCF538388B99}"/>
          </ac:cxnSpMkLst>
        </pc:cxnChg>
      </pc:sldChg>
      <pc:sldChg chg="addSp delSp modSp mod">
        <pc:chgData name="진옥화" userId="20b55f0b-5a9b-4958-9543-f5cbd24a6a07" providerId="ADAL" clId="{6E6372EA-800A-466F-BA92-E51853A535FD}" dt="2026-07-31T02:34:44.529" v="1062"/>
        <pc:sldMkLst>
          <pc:docMk/>
          <pc:sldMk cId="2898791084" sldId="527"/>
        </pc:sldMkLst>
        <pc:spChg chg="add mod">
          <ac:chgData name="진옥화" userId="20b55f0b-5a9b-4958-9543-f5cbd24a6a07" providerId="ADAL" clId="{6E6372EA-800A-466F-BA92-E51853A535FD}" dt="2026-07-31T02:34:44.529" v="1062"/>
          <ac:spMkLst>
            <pc:docMk/>
            <pc:sldMk cId="2898791084" sldId="527"/>
            <ac:spMk id="2" creationId="{049FB39E-0058-B7B9-FC4B-2920F7B0602F}"/>
          </ac:spMkLst>
        </pc:spChg>
        <pc:spChg chg="del mod">
          <ac:chgData name="진옥화" userId="20b55f0b-5a9b-4958-9543-f5cbd24a6a07" providerId="ADAL" clId="{6E6372EA-800A-466F-BA92-E51853A535FD}" dt="2026-07-31T02:32:44.171" v="1026" actId="478"/>
          <ac:spMkLst>
            <pc:docMk/>
            <pc:sldMk cId="2898791084" sldId="527"/>
            <ac:spMk id="7" creationId="{6CDA64A2-E1C3-7063-A22D-ACB191DE1BBB}"/>
          </ac:spMkLst>
        </pc:spChg>
        <pc:spChg chg="add mod">
          <ac:chgData name="진옥화" userId="20b55f0b-5a9b-4958-9543-f5cbd24a6a07" providerId="ADAL" clId="{6E6372EA-800A-466F-BA92-E51853A535FD}" dt="2026-07-31T02:34:44.529" v="1062"/>
          <ac:spMkLst>
            <pc:docMk/>
            <pc:sldMk cId="2898791084" sldId="527"/>
            <ac:spMk id="13" creationId="{F1C62B9B-F969-F7A3-1CD6-1B547C0BBE8A}"/>
          </ac:spMkLst>
        </pc:spChg>
        <pc:spChg chg="del">
          <ac:chgData name="진옥화" userId="20b55f0b-5a9b-4958-9543-f5cbd24a6a07" providerId="ADAL" clId="{6E6372EA-800A-466F-BA92-E51853A535FD}" dt="2026-07-31T02:32:47.610" v="1028" actId="478"/>
          <ac:spMkLst>
            <pc:docMk/>
            <pc:sldMk cId="2898791084" sldId="527"/>
            <ac:spMk id="25" creationId="{B567F21E-587D-F437-CFB7-FA3C7769D0B8}"/>
          </ac:spMkLst>
        </pc:spChg>
        <pc:spChg chg="add mod">
          <ac:chgData name="진옥화" userId="20b55f0b-5a9b-4958-9543-f5cbd24a6a07" providerId="ADAL" clId="{6E6372EA-800A-466F-BA92-E51853A535FD}" dt="2026-07-31T02:34:44.529" v="1062"/>
          <ac:spMkLst>
            <pc:docMk/>
            <pc:sldMk cId="2898791084" sldId="527"/>
            <ac:spMk id="32" creationId="{103ADD9F-C9A0-EF1A-C662-9FDE8A48BBE9}"/>
          </ac:spMkLst>
        </pc:spChg>
        <pc:spChg chg="del">
          <ac:chgData name="진옥화" userId="20b55f0b-5a9b-4958-9543-f5cbd24a6a07" providerId="ADAL" clId="{6E6372EA-800A-466F-BA92-E51853A535FD}" dt="2026-07-31T02:32:46.126" v="1027" actId="478"/>
          <ac:spMkLst>
            <pc:docMk/>
            <pc:sldMk cId="2898791084" sldId="527"/>
            <ac:spMk id="50" creationId="{99A41626-EE6A-0DE7-353C-C896B05CC82C}"/>
          </ac:spMkLst>
        </pc:spChg>
        <pc:spChg chg="add mod">
          <ac:chgData name="진옥화" userId="20b55f0b-5a9b-4958-9543-f5cbd24a6a07" providerId="ADAL" clId="{6E6372EA-800A-466F-BA92-E51853A535FD}" dt="2026-07-31T02:34:44.529" v="1062"/>
          <ac:spMkLst>
            <pc:docMk/>
            <pc:sldMk cId="2898791084" sldId="527"/>
            <ac:spMk id="51" creationId="{57D5EF1F-BDCB-2849-91AA-AEC06E6EBBC1}"/>
          </ac:spMkLst>
        </pc:spChg>
        <pc:spChg chg="add mod">
          <ac:chgData name="진옥화" userId="20b55f0b-5a9b-4958-9543-f5cbd24a6a07" providerId="ADAL" clId="{6E6372EA-800A-466F-BA92-E51853A535FD}" dt="2026-07-31T02:34:44.529" v="1062"/>
          <ac:spMkLst>
            <pc:docMk/>
            <pc:sldMk cId="2898791084" sldId="527"/>
            <ac:spMk id="52" creationId="{EB2B0052-EC1A-49B8-4334-30FB86E0D52D}"/>
          </ac:spMkLst>
        </pc:spChg>
        <pc:spChg chg="add mod">
          <ac:chgData name="진옥화" userId="20b55f0b-5a9b-4958-9543-f5cbd24a6a07" providerId="ADAL" clId="{6E6372EA-800A-466F-BA92-E51853A535FD}" dt="2026-07-31T02:34:44.529" v="1062"/>
          <ac:spMkLst>
            <pc:docMk/>
            <pc:sldMk cId="2898791084" sldId="527"/>
            <ac:spMk id="53" creationId="{D1889BD2-A376-126E-4C10-BA6F66F7F7AC}"/>
          </ac:spMkLst>
        </pc:spChg>
        <pc:spChg chg="add mod">
          <ac:chgData name="진옥화" userId="20b55f0b-5a9b-4958-9543-f5cbd24a6a07" providerId="ADAL" clId="{6E6372EA-800A-466F-BA92-E51853A535FD}" dt="2026-07-31T02:34:44.529" v="1062"/>
          <ac:spMkLst>
            <pc:docMk/>
            <pc:sldMk cId="2898791084" sldId="527"/>
            <ac:spMk id="55" creationId="{63B3218A-72A4-1F50-9292-F26CBEC311EE}"/>
          </ac:spMkLst>
        </pc:spChg>
        <pc:spChg chg="add mod">
          <ac:chgData name="진옥화" userId="20b55f0b-5a9b-4958-9543-f5cbd24a6a07" providerId="ADAL" clId="{6E6372EA-800A-466F-BA92-E51853A535FD}" dt="2026-07-31T02:34:44.529" v="1062"/>
          <ac:spMkLst>
            <pc:docMk/>
            <pc:sldMk cId="2898791084" sldId="527"/>
            <ac:spMk id="56" creationId="{B7446852-FBF7-A0C5-D716-39648DD72BD7}"/>
          </ac:spMkLst>
        </pc:spChg>
        <pc:cxnChg chg="add mod">
          <ac:chgData name="진옥화" userId="20b55f0b-5a9b-4958-9543-f5cbd24a6a07" providerId="ADAL" clId="{6E6372EA-800A-466F-BA92-E51853A535FD}" dt="2026-07-31T02:34:44.529" v="1062"/>
          <ac:cxnSpMkLst>
            <pc:docMk/>
            <pc:sldMk cId="2898791084" sldId="527"/>
            <ac:cxnSpMk id="54" creationId="{CFE72295-9B7B-16CD-A32E-D4EB4D1FA68E}"/>
          </ac:cxnSpMkLst>
        </pc:cxnChg>
        <pc:cxnChg chg="add mod">
          <ac:chgData name="진옥화" userId="20b55f0b-5a9b-4958-9543-f5cbd24a6a07" providerId="ADAL" clId="{6E6372EA-800A-466F-BA92-E51853A535FD}" dt="2026-07-31T02:34:44.529" v="1062"/>
          <ac:cxnSpMkLst>
            <pc:docMk/>
            <pc:sldMk cId="2898791084" sldId="527"/>
            <ac:cxnSpMk id="57" creationId="{432F3349-5406-8F9D-0F6B-B91302662A11}"/>
          </ac:cxnSpMkLst>
        </pc:cxnChg>
      </pc:sldChg>
      <pc:sldChg chg="addSp modSp mod">
        <pc:chgData name="진옥화" userId="20b55f0b-5a9b-4958-9543-f5cbd24a6a07" providerId="ADAL" clId="{6E6372EA-800A-466F-BA92-E51853A535FD}" dt="2026-07-31T02:25:46.158" v="896" actId="208"/>
        <pc:sldMkLst>
          <pc:docMk/>
          <pc:sldMk cId="1463690989" sldId="532"/>
        </pc:sldMkLst>
        <pc:spChg chg="add mod">
          <ac:chgData name="진옥화" userId="20b55f0b-5a9b-4958-9543-f5cbd24a6a07" providerId="ADAL" clId="{6E6372EA-800A-466F-BA92-E51853A535FD}" dt="2026-07-31T02:25:35.322" v="895"/>
          <ac:spMkLst>
            <pc:docMk/>
            <pc:sldMk cId="1463690989" sldId="532"/>
            <ac:spMk id="2" creationId="{10EBC5B1-3C65-99C9-D59B-44F99842D08C}"/>
          </ac:spMkLst>
        </pc:spChg>
        <pc:spChg chg="add mod">
          <ac:chgData name="진옥화" userId="20b55f0b-5a9b-4958-9543-f5cbd24a6a07" providerId="ADAL" clId="{6E6372EA-800A-466F-BA92-E51853A535FD}" dt="2026-07-31T02:25:35.322" v="895"/>
          <ac:spMkLst>
            <pc:docMk/>
            <pc:sldMk cId="1463690989" sldId="532"/>
            <ac:spMk id="3" creationId="{322A8A9A-3A74-5405-D0ED-68458D6FA336}"/>
          </ac:spMkLst>
        </pc:spChg>
        <pc:spChg chg="add mod">
          <ac:chgData name="진옥화" userId="20b55f0b-5a9b-4958-9543-f5cbd24a6a07" providerId="ADAL" clId="{6E6372EA-800A-466F-BA92-E51853A535FD}" dt="2026-07-31T02:25:35.322" v="895"/>
          <ac:spMkLst>
            <pc:docMk/>
            <pc:sldMk cId="1463690989" sldId="532"/>
            <ac:spMk id="4" creationId="{D2198A6F-F2F3-FF61-9B64-1A55EEC63C6A}"/>
          </ac:spMkLst>
        </pc:spChg>
        <pc:spChg chg="add mod">
          <ac:chgData name="진옥화" userId="20b55f0b-5a9b-4958-9543-f5cbd24a6a07" providerId="ADAL" clId="{6E6372EA-800A-466F-BA92-E51853A535FD}" dt="2026-07-31T02:25:35.322" v="895"/>
          <ac:spMkLst>
            <pc:docMk/>
            <pc:sldMk cId="1463690989" sldId="532"/>
            <ac:spMk id="8" creationId="{D56A5881-5DE4-7E3B-9A09-771BF7556059}"/>
          </ac:spMkLst>
        </pc:spChg>
        <pc:spChg chg="add mod">
          <ac:chgData name="진옥화" userId="20b55f0b-5a9b-4958-9543-f5cbd24a6a07" providerId="ADAL" clId="{6E6372EA-800A-466F-BA92-E51853A535FD}" dt="2026-07-31T02:25:35.322" v="895"/>
          <ac:spMkLst>
            <pc:docMk/>
            <pc:sldMk cId="1463690989" sldId="532"/>
            <ac:spMk id="10" creationId="{44FF0072-E67E-BDDC-2D4D-3DEE6BFD2925}"/>
          </ac:spMkLst>
        </pc:spChg>
        <pc:spChg chg="add mod">
          <ac:chgData name="진옥화" userId="20b55f0b-5a9b-4958-9543-f5cbd24a6a07" providerId="ADAL" clId="{6E6372EA-800A-466F-BA92-E51853A535FD}" dt="2026-07-31T02:25:35.322" v="895"/>
          <ac:spMkLst>
            <pc:docMk/>
            <pc:sldMk cId="1463690989" sldId="532"/>
            <ac:spMk id="11" creationId="{4ED46AD3-2D18-89CD-7608-3581F673A3F6}"/>
          </ac:spMkLst>
        </pc:spChg>
        <pc:spChg chg="add mod">
          <ac:chgData name="진옥화" userId="20b55f0b-5a9b-4958-9543-f5cbd24a6a07" providerId="ADAL" clId="{6E6372EA-800A-466F-BA92-E51853A535FD}" dt="2026-07-31T02:25:35.322" v="895"/>
          <ac:spMkLst>
            <pc:docMk/>
            <pc:sldMk cId="1463690989" sldId="532"/>
            <ac:spMk id="13" creationId="{4E9CF54D-F73B-D086-9F04-BD4243BADE09}"/>
          </ac:spMkLst>
        </pc:spChg>
        <pc:spChg chg="add mod">
          <ac:chgData name="진옥화" userId="20b55f0b-5a9b-4958-9543-f5cbd24a6a07" providerId="ADAL" clId="{6E6372EA-800A-466F-BA92-E51853A535FD}" dt="2026-07-31T02:25:35.322" v="895"/>
          <ac:spMkLst>
            <pc:docMk/>
            <pc:sldMk cId="1463690989" sldId="532"/>
            <ac:spMk id="15" creationId="{439DC5A2-B341-8E41-DCEF-982E7889C995}"/>
          </ac:spMkLst>
        </pc:spChg>
        <pc:spChg chg="add mod">
          <ac:chgData name="진옥화" userId="20b55f0b-5a9b-4958-9543-f5cbd24a6a07" providerId="ADAL" clId="{6E6372EA-800A-466F-BA92-E51853A535FD}" dt="2026-07-31T02:25:35.322" v="895"/>
          <ac:spMkLst>
            <pc:docMk/>
            <pc:sldMk cId="1463690989" sldId="532"/>
            <ac:spMk id="17" creationId="{2F96753C-A155-06A5-34CD-23EC86C4CDCE}"/>
          </ac:spMkLst>
        </pc:spChg>
        <pc:spChg chg="add mod">
          <ac:chgData name="진옥화" userId="20b55f0b-5a9b-4958-9543-f5cbd24a6a07" providerId="ADAL" clId="{6E6372EA-800A-466F-BA92-E51853A535FD}" dt="2026-07-31T02:25:35.322" v="895"/>
          <ac:spMkLst>
            <pc:docMk/>
            <pc:sldMk cId="1463690989" sldId="532"/>
            <ac:spMk id="19" creationId="{3C4AE762-EF5C-E411-660B-80FF24CAA844}"/>
          </ac:spMkLst>
        </pc:spChg>
        <pc:cxnChg chg="mod">
          <ac:chgData name="진옥화" userId="20b55f0b-5a9b-4958-9543-f5cbd24a6a07" providerId="ADAL" clId="{6E6372EA-800A-466F-BA92-E51853A535FD}" dt="2026-07-31T02:25:46.158" v="896" actId="208"/>
          <ac:cxnSpMkLst>
            <pc:docMk/>
            <pc:sldMk cId="1463690989" sldId="532"/>
            <ac:cxnSpMk id="12" creationId="{F9A52081-377A-FC37-F6FF-5C4514B25AB9}"/>
          </ac:cxnSpMkLst>
        </pc:cxnChg>
        <pc:cxnChg chg="mod">
          <ac:chgData name="진옥화" userId="20b55f0b-5a9b-4958-9543-f5cbd24a6a07" providerId="ADAL" clId="{6E6372EA-800A-466F-BA92-E51853A535FD}" dt="2026-07-31T02:25:46.158" v="896" actId="208"/>
          <ac:cxnSpMkLst>
            <pc:docMk/>
            <pc:sldMk cId="1463690989" sldId="532"/>
            <ac:cxnSpMk id="18" creationId="{145A37A9-E3D1-BDC7-0D36-E3CB4D2E92D3}"/>
          </ac:cxnSpMkLst>
        </pc:cxnChg>
      </pc:sldChg>
      <pc:sldChg chg="addSp delSp modSp mod">
        <pc:chgData name="진옥화" userId="20b55f0b-5a9b-4958-9543-f5cbd24a6a07" providerId="ADAL" clId="{6E6372EA-800A-466F-BA92-E51853A535FD}" dt="2026-07-31T02:35:02.375" v="1067"/>
        <pc:sldMkLst>
          <pc:docMk/>
          <pc:sldMk cId="2792850049" sldId="533"/>
        </pc:sldMkLst>
        <pc:spChg chg="add mod">
          <ac:chgData name="진옥화" userId="20b55f0b-5a9b-4958-9543-f5cbd24a6a07" providerId="ADAL" clId="{6E6372EA-800A-466F-BA92-E51853A535FD}" dt="2026-07-31T02:35:02.375" v="1067"/>
          <ac:spMkLst>
            <pc:docMk/>
            <pc:sldMk cId="2792850049" sldId="533"/>
            <ac:spMk id="2" creationId="{BEDEA663-278D-EEAD-C8B5-E98BD65B4651}"/>
          </ac:spMkLst>
        </pc:spChg>
        <pc:spChg chg="add mod">
          <ac:chgData name="진옥화" userId="20b55f0b-5a9b-4958-9543-f5cbd24a6a07" providerId="ADAL" clId="{6E6372EA-800A-466F-BA92-E51853A535FD}" dt="2026-07-31T02:35:02.375" v="1067"/>
          <ac:spMkLst>
            <pc:docMk/>
            <pc:sldMk cId="2792850049" sldId="533"/>
            <ac:spMk id="6" creationId="{3CA3A974-E32F-2C2A-04BB-88956C6A97AD}"/>
          </ac:spMkLst>
        </pc:spChg>
        <pc:spChg chg="del">
          <ac:chgData name="진옥화" userId="20b55f0b-5a9b-4958-9543-f5cbd24a6a07" providerId="ADAL" clId="{6E6372EA-800A-466F-BA92-E51853A535FD}" dt="2026-07-31T02:33:33.050" v="1044" actId="478"/>
          <ac:spMkLst>
            <pc:docMk/>
            <pc:sldMk cId="2792850049" sldId="533"/>
            <ac:spMk id="7" creationId="{BBAF2D46-E985-F11A-A0F7-E36E08A71D12}"/>
          </ac:spMkLst>
        </pc:spChg>
        <pc:spChg chg="add mod">
          <ac:chgData name="진옥화" userId="20b55f0b-5a9b-4958-9543-f5cbd24a6a07" providerId="ADAL" clId="{6E6372EA-800A-466F-BA92-E51853A535FD}" dt="2026-07-31T02:35:02.375" v="1067"/>
          <ac:spMkLst>
            <pc:docMk/>
            <pc:sldMk cId="2792850049" sldId="533"/>
            <ac:spMk id="10" creationId="{180B04EA-2578-AFE6-BB33-47E7C8DADD26}"/>
          </ac:spMkLst>
        </pc:spChg>
        <pc:spChg chg="add mod">
          <ac:chgData name="진옥화" userId="20b55f0b-5a9b-4958-9543-f5cbd24a6a07" providerId="ADAL" clId="{6E6372EA-800A-466F-BA92-E51853A535FD}" dt="2026-07-31T02:35:02.375" v="1067"/>
          <ac:spMkLst>
            <pc:docMk/>
            <pc:sldMk cId="2792850049" sldId="533"/>
            <ac:spMk id="14" creationId="{21B0FA66-1518-E0B5-D255-CE2DB28334BD}"/>
          </ac:spMkLst>
        </pc:spChg>
        <pc:spChg chg="add mod">
          <ac:chgData name="진옥화" userId="20b55f0b-5a9b-4958-9543-f5cbd24a6a07" providerId="ADAL" clId="{6E6372EA-800A-466F-BA92-E51853A535FD}" dt="2026-07-31T02:35:02.375" v="1067"/>
          <ac:spMkLst>
            <pc:docMk/>
            <pc:sldMk cId="2792850049" sldId="533"/>
            <ac:spMk id="15" creationId="{82137514-B148-BBE3-AC94-446B39EF28FD}"/>
          </ac:spMkLst>
        </pc:spChg>
        <pc:spChg chg="add mod">
          <ac:chgData name="진옥화" userId="20b55f0b-5a9b-4958-9543-f5cbd24a6a07" providerId="ADAL" clId="{6E6372EA-800A-466F-BA92-E51853A535FD}" dt="2026-07-31T02:35:02.375" v="1067"/>
          <ac:spMkLst>
            <pc:docMk/>
            <pc:sldMk cId="2792850049" sldId="533"/>
            <ac:spMk id="16" creationId="{AF634B64-F5EB-5555-B186-5F57402D876A}"/>
          </ac:spMkLst>
        </pc:spChg>
        <pc:spChg chg="add mod">
          <ac:chgData name="진옥화" userId="20b55f0b-5a9b-4958-9543-f5cbd24a6a07" providerId="ADAL" clId="{6E6372EA-800A-466F-BA92-E51853A535FD}" dt="2026-07-31T02:35:02.375" v="1067"/>
          <ac:spMkLst>
            <pc:docMk/>
            <pc:sldMk cId="2792850049" sldId="533"/>
            <ac:spMk id="18" creationId="{678A091A-649B-555A-4BF3-96FEF8E4C54F}"/>
          </ac:spMkLst>
        </pc:spChg>
        <pc:spChg chg="add mod">
          <ac:chgData name="진옥화" userId="20b55f0b-5a9b-4958-9543-f5cbd24a6a07" providerId="ADAL" clId="{6E6372EA-800A-466F-BA92-E51853A535FD}" dt="2026-07-31T02:35:02.375" v="1067"/>
          <ac:spMkLst>
            <pc:docMk/>
            <pc:sldMk cId="2792850049" sldId="533"/>
            <ac:spMk id="19" creationId="{AA0EC211-A786-2ECC-F819-985027B94088}"/>
          </ac:spMkLst>
        </pc:spChg>
        <pc:spChg chg="del">
          <ac:chgData name="진옥화" userId="20b55f0b-5a9b-4958-9543-f5cbd24a6a07" providerId="ADAL" clId="{6E6372EA-800A-466F-BA92-E51853A535FD}" dt="2026-07-31T02:33:34.121" v="1045" actId="478"/>
          <ac:spMkLst>
            <pc:docMk/>
            <pc:sldMk cId="2792850049" sldId="533"/>
            <ac:spMk id="50" creationId="{A9A98325-C21F-5978-E4A3-5B82AD8895EE}"/>
          </ac:spMkLst>
        </pc:spChg>
        <pc:spChg chg="del">
          <ac:chgData name="진옥화" userId="20b55f0b-5a9b-4958-9543-f5cbd24a6a07" providerId="ADAL" clId="{6E6372EA-800A-466F-BA92-E51853A535FD}" dt="2026-07-31T02:33:32.316" v="1043" actId="478"/>
          <ac:spMkLst>
            <pc:docMk/>
            <pc:sldMk cId="2792850049" sldId="533"/>
            <ac:spMk id="52" creationId="{E38748D0-896D-A0C6-E9B0-D8ADE49D0D3D}"/>
          </ac:spMkLst>
        </pc:spChg>
        <pc:cxnChg chg="add mod">
          <ac:chgData name="진옥화" userId="20b55f0b-5a9b-4958-9543-f5cbd24a6a07" providerId="ADAL" clId="{6E6372EA-800A-466F-BA92-E51853A535FD}" dt="2026-07-31T02:35:02.375" v="1067"/>
          <ac:cxnSpMkLst>
            <pc:docMk/>
            <pc:sldMk cId="2792850049" sldId="533"/>
            <ac:cxnSpMk id="17" creationId="{8C9FE7A7-87D1-846F-39AE-AAE0AB4925F8}"/>
          </ac:cxnSpMkLst>
        </pc:cxnChg>
        <pc:cxnChg chg="add mod">
          <ac:chgData name="진옥화" userId="20b55f0b-5a9b-4958-9543-f5cbd24a6a07" providerId="ADAL" clId="{6E6372EA-800A-466F-BA92-E51853A535FD}" dt="2026-07-31T02:35:02.375" v="1067"/>
          <ac:cxnSpMkLst>
            <pc:docMk/>
            <pc:sldMk cId="2792850049" sldId="533"/>
            <ac:cxnSpMk id="20" creationId="{E4456CB7-A3BD-8A25-0645-AB42069BCB9F}"/>
          </ac:cxnSpMkLst>
        </pc:cxnChg>
      </pc:sldChg>
      <pc:sldChg chg="addSp delSp modSp mod">
        <pc:chgData name="진옥화" userId="20b55f0b-5a9b-4958-9543-f5cbd24a6a07" providerId="ADAL" clId="{6E6372EA-800A-466F-BA92-E51853A535FD}" dt="2026-07-31T02:26:02.135" v="900"/>
        <pc:sldMkLst>
          <pc:docMk/>
          <pc:sldMk cId="1810490892" sldId="534"/>
        </pc:sldMkLst>
        <pc:spChg chg="add mod">
          <ac:chgData name="진옥화" userId="20b55f0b-5a9b-4958-9543-f5cbd24a6a07" providerId="ADAL" clId="{6E6372EA-800A-466F-BA92-E51853A535FD}" dt="2026-07-31T02:25:33.075" v="894"/>
          <ac:spMkLst>
            <pc:docMk/>
            <pc:sldMk cId="1810490892" sldId="534"/>
            <ac:spMk id="2" creationId="{9DF2CABB-9ECC-EF77-9354-0FF9A67CADC5}"/>
          </ac:spMkLst>
        </pc:spChg>
        <pc:spChg chg="add mod">
          <ac:chgData name="진옥화" userId="20b55f0b-5a9b-4958-9543-f5cbd24a6a07" providerId="ADAL" clId="{6E6372EA-800A-466F-BA92-E51853A535FD}" dt="2026-07-31T02:25:33.075" v="894"/>
          <ac:spMkLst>
            <pc:docMk/>
            <pc:sldMk cId="1810490892" sldId="534"/>
            <ac:spMk id="3" creationId="{577E7345-A5C5-A496-90AC-2B313328362A}"/>
          </ac:spMkLst>
        </pc:spChg>
        <pc:spChg chg="add mod">
          <ac:chgData name="진옥화" userId="20b55f0b-5a9b-4958-9543-f5cbd24a6a07" providerId="ADAL" clId="{6E6372EA-800A-466F-BA92-E51853A535FD}" dt="2026-07-31T02:25:33.075" v="894"/>
          <ac:spMkLst>
            <pc:docMk/>
            <pc:sldMk cId="1810490892" sldId="534"/>
            <ac:spMk id="4" creationId="{DB994BCE-528F-C33A-2908-12518E9C4024}"/>
          </ac:spMkLst>
        </pc:spChg>
        <pc:spChg chg="add mod">
          <ac:chgData name="진옥화" userId="20b55f0b-5a9b-4958-9543-f5cbd24a6a07" providerId="ADAL" clId="{6E6372EA-800A-466F-BA92-E51853A535FD}" dt="2026-07-31T02:25:33.075" v="894"/>
          <ac:spMkLst>
            <pc:docMk/>
            <pc:sldMk cId="1810490892" sldId="534"/>
            <ac:spMk id="8" creationId="{DB3564E2-8F33-9A61-F682-09DE80D9AD45}"/>
          </ac:spMkLst>
        </pc:spChg>
        <pc:spChg chg="add mod">
          <ac:chgData name="진옥화" userId="20b55f0b-5a9b-4958-9543-f5cbd24a6a07" providerId="ADAL" clId="{6E6372EA-800A-466F-BA92-E51853A535FD}" dt="2026-07-31T02:25:33.075" v="894"/>
          <ac:spMkLst>
            <pc:docMk/>
            <pc:sldMk cId="1810490892" sldId="534"/>
            <ac:spMk id="10" creationId="{79C86536-44AE-39FC-49E7-21F70A4C1A08}"/>
          </ac:spMkLst>
        </pc:spChg>
        <pc:spChg chg="add mod">
          <ac:chgData name="진옥화" userId="20b55f0b-5a9b-4958-9543-f5cbd24a6a07" providerId="ADAL" clId="{6E6372EA-800A-466F-BA92-E51853A535FD}" dt="2026-07-31T02:25:33.075" v="894"/>
          <ac:spMkLst>
            <pc:docMk/>
            <pc:sldMk cId="1810490892" sldId="534"/>
            <ac:spMk id="11" creationId="{9FC5A59E-EF1F-A8C7-32DA-79D3D51F993D}"/>
          </ac:spMkLst>
        </pc:spChg>
        <pc:spChg chg="add mod">
          <ac:chgData name="진옥화" userId="20b55f0b-5a9b-4958-9543-f5cbd24a6a07" providerId="ADAL" clId="{6E6372EA-800A-466F-BA92-E51853A535FD}" dt="2026-07-31T02:25:33.075" v="894"/>
          <ac:spMkLst>
            <pc:docMk/>
            <pc:sldMk cId="1810490892" sldId="534"/>
            <ac:spMk id="13" creationId="{336BD530-B52D-1CD9-E10F-116A99E76F2F}"/>
          </ac:spMkLst>
        </pc:spChg>
        <pc:spChg chg="add mod">
          <ac:chgData name="진옥화" userId="20b55f0b-5a9b-4958-9543-f5cbd24a6a07" providerId="ADAL" clId="{6E6372EA-800A-466F-BA92-E51853A535FD}" dt="2026-07-31T02:25:33.075" v="894"/>
          <ac:spMkLst>
            <pc:docMk/>
            <pc:sldMk cId="1810490892" sldId="534"/>
            <ac:spMk id="15" creationId="{74DB0B50-12A9-C34D-4266-CE3ECF45E2EE}"/>
          </ac:spMkLst>
        </pc:spChg>
        <pc:spChg chg="add mod">
          <ac:chgData name="진옥화" userId="20b55f0b-5a9b-4958-9543-f5cbd24a6a07" providerId="ADAL" clId="{6E6372EA-800A-466F-BA92-E51853A535FD}" dt="2026-07-31T02:25:33.075" v="894"/>
          <ac:spMkLst>
            <pc:docMk/>
            <pc:sldMk cId="1810490892" sldId="534"/>
            <ac:spMk id="17" creationId="{DBA0397E-01FF-DE32-FE28-D53A587E1406}"/>
          </ac:spMkLst>
        </pc:spChg>
        <pc:spChg chg="add mod">
          <ac:chgData name="진옥화" userId="20b55f0b-5a9b-4958-9543-f5cbd24a6a07" providerId="ADAL" clId="{6E6372EA-800A-466F-BA92-E51853A535FD}" dt="2026-07-31T02:25:33.075" v="894"/>
          <ac:spMkLst>
            <pc:docMk/>
            <pc:sldMk cId="1810490892" sldId="534"/>
            <ac:spMk id="25" creationId="{06FAFBA4-C08F-695C-EC66-DA9372185FEB}"/>
          </ac:spMkLst>
        </pc:spChg>
        <pc:cxnChg chg="del">
          <ac:chgData name="진옥화" userId="20b55f0b-5a9b-4958-9543-f5cbd24a6a07" providerId="ADAL" clId="{6E6372EA-800A-466F-BA92-E51853A535FD}" dt="2026-07-31T02:25:59.559" v="898" actId="478"/>
          <ac:cxnSpMkLst>
            <pc:docMk/>
            <pc:sldMk cId="1810490892" sldId="534"/>
            <ac:cxnSpMk id="12" creationId="{1A82D5FB-B5E4-E3DC-3455-6664A06CCD92}"/>
          </ac:cxnSpMkLst>
        </pc:cxnChg>
        <pc:cxnChg chg="del">
          <ac:chgData name="진옥화" userId="20b55f0b-5a9b-4958-9543-f5cbd24a6a07" providerId="ADAL" clId="{6E6372EA-800A-466F-BA92-E51853A535FD}" dt="2026-07-31T02:26:01.109" v="899" actId="478"/>
          <ac:cxnSpMkLst>
            <pc:docMk/>
            <pc:sldMk cId="1810490892" sldId="534"/>
            <ac:cxnSpMk id="24" creationId="{23CC331E-2727-79DF-F198-56B06B4DCDE2}"/>
          </ac:cxnSpMkLst>
        </pc:cxnChg>
        <pc:cxnChg chg="add mod">
          <ac:chgData name="진옥화" userId="20b55f0b-5a9b-4958-9543-f5cbd24a6a07" providerId="ADAL" clId="{6E6372EA-800A-466F-BA92-E51853A535FD}" dt="2026-07-31T02:25:55.324" v="897"/>
          <ac:cxnSpMkLst>
            <pc:docMk/>
            <pc:sldMk cId="1810490892" sldId="534"/>
            <ac:cxnSpMk id="26" creationId="{7A0B0D8A-32C2-7CC6-4374-B3169AC607AD}"/>
          </ac:cxnSpMkLst>
        </pc:cxnChg>
        <pc:cxnChg chg="add mod">
          <ac:chgData name="진옥화" userId="20b55f0b-5a9b-4958-9543-f5cbd24a6a07" providerId="ADAL" clId="{6E6372EA-800A-466F-BA92-E51853A535FD}" dt="2026-07-31T02:25:55.324" v="897"/>
          <ac:cxnSpMkLst>
            <pc:docMk/>
            <pc:sldMk cId="1810490892" sldId="534"/>
            <ac:cxnSpMk id="27" creationId="{C482A019-B2E6-92AA-AFD8-A3BB10D35D90}"/>
          </ac:cxnSpMkLst>
        </pc:cxnChg>
        <pc:cxnChg chg="add mod">
          <ac:chgData name="진옥화" userId="20b55f0b-5a9b-4958-9543-f5cbd24a6a07" providerId="ADAL" clId="{6E6372EA-800A-466F-BA92-E51853A535FD}" dt="2026-07-31T02:26:02.135" v="900"/>
          <ac:cxnSpMkLst>
            <pc:docMk/>
            <pc:sldMk cId="1810490892" sldId="534"/>
            <ac:cxnSpMk id="28" creationId="{6131A6B9-2C45-B711-F711-E3AE4896D848}"/>
          </ac:cxnSpMkLst>
        </pc:cxnChg>
        <pc:cxnChg chg="add mod">
          <ac:chgData name="진옥화" userId="20b55f0b-5a9b-4958-9543-f5cbd24a6a07" providerId="ADAL" clId="{6E6372EA-800A-466F-BA92-E51853A535FD}" dt="2026-07-31T02:26:02.135" v="900"/>
          <ac:cxnSpMkLst>
            <pc:docMk/>
            <pc:sldMk cId="1810490892" sldId="534"/>
            <ac:cxnSpMk id="29" creationId="{0A367EA7-9592-B983-5B49-DA9CF257FE01}"/>
          </ac:cxnSpMkLst>
        </pc:cxnChg>
      </pc:sldChg>
      <pc:sldChg chg="addSp delSp modSp mod">
        <pc:chgData name="진옥화" userId="20b55f0b-5a9b-4958-9543-f5cbd24a6a07" providerId="ADAL" clId="{6E6372EA-800A-466F-BA92-E51853A535FD}" dt="2026-07-31T02:34:53.612" v="1065"/>
        <pc:sldMkLst>
          <pc:docMk/>
          <pc:sldMk cId="1651436674" sldId="535"/>
        </pc:sldMkLst>
        <pc:spChg chg="add mod">
          <ac:chgData name="진옥화" userId="20b55f0b-5a9b-4958-9543-f5cbd24a6a07" providerId="ADAL" clId="{6E6372EA-800A-466F-BA92-E51853A535FD}" dt="2026-07-31T02:34:53.612" v="1065"/>
          <ac:spMkLst>
            <pc:docMk/>
            <pc:sldMk cId="1651436674" sldId="535"/>
            <ac:spMk id="2" creationId="{51A3D61C-C4DC-84CC-77FB-2F38302CF123}"/>
          </ac:spMkLst>
        </pc:spChg>
        <pc:spChg chg="del">
          <ac:chgData name="진옥화" userId="20b55f0b-5a9b-4958-9543-f5cbd24a6a07" providerId="ADAL" clId="{6E6372EA-800A-466F-BA92-E51853A535FD}" dt="2026-07-31T02:33:03.797" v="1035" actId="478"/>
          <ac:spMkLst>
            <pc:docMk/>
            <pc:sldMk cId="1651436674" sldId="535"/>
            <ac:spMk id="6" creationId="{F71B4487-8DA3-1ED9-849F-C835F1698C01}"/>
          </ac:spMkLst>
        </pc:spChg>
        <pc:spChg chg="add mod">
          <ac:chgData name="진옥화" userId="20b55f0b-5a9b-4958-9543-f5cbd24a6a07" providerId="ADAL" clId="{6E6372EA-800A-466F-BA92-E51853A535FD}" dt="2026-07-31T02:34:53.612" v="1065"/>
          <ac:spMkLst>
            <pc:docMk/>
            <pc:sldMk cId="1651436674" sldId="535"/>
            <ac:spMk id="7" creationId="{829186D0-2FC2-90C0-9710-326D3D1CA948}"/>
          </ac:spMkLst>
        </pc:spChg>
        <pc:spChg chg="add mod">
          <ac:chgData name="진옥화" userId="20b55f0b-5a9b-4958-9543-f5cbd24a6a07" providerId="ADAL" clId="{6E6372EA-800A-466F-BA92-E51853A535FD}" dt="2026-07-31T02:34:53.612" v="1065"/>
          <ac:spMkLst>
            <pc:docMk/>
            <pc:sldMk cId="1651436674" sldId="535"/>
            <ac:spMk id="9" creationId="{5F8B2549-1826-5FB4-B2BB-7C959F263640}"/>
          </ac:spMkLst>
        </pc:spChg>
        <pc:spChg chg="add mod">
          <ac:chgData name="진옥화" userId="20b55f0b-5a9b-4958-9543-f5cbd24a6a07" providerId="ADAL" clId="{6E6372EA-800A-466F-BA92-E51853A535FD}" dt="2026-07-31T02:34:53.612" v="1065"/>
          <ac:spMkLst>
            <pc:docMk/>
            <pc:sldMk cId="1651436674" sldId="535"/>
            <ac:spMk id="10" creationId="{8330DCA2-1F81-D314-429D-1114D292E016}"/>
          </ac:spMkLst>
        </pc:spChg>
        <pc:spChg chg="del">
          <ac:chgData name="진옥화" userId="20b55f0b-5a9b-4958-9543-f5cbd24a6a07" providerId="ADAL" clId="{6E6372EA-800A-466F-BA92-E51853A535FD}" dt="2026-07-31T02:33:05.124" v="1037" actId="478"/>
          <ac:spMkLst>
            <pc:docMk/>
            <pc:sldMk cId="1651436674" sldId="535"/>
            <ac:spMk id="13" creationId="{F0DA4A3E-BB2A-C6F1-5B4C-206055D6B26C}"/>
          </ac:spMkLst>
        </pc:spChg>
        <pc:spChg chg="add mod">
          <ac:chgData name="진옥화" userId="20b55f0b-5a9b-4958-9543-f5cbd24a6a07" providerId="ADAL" clId="{6E6372EA-800A-466F-BA92-E51853A535FD}" dt="2026-07-31T02:34:53.612" v="1065"/>
          <ac:spMkLst>
            <pc:docMk/>
            <pc:sldMk cId="1651436674" sldId="535"/>
            <ac:spMk id="14" creationId="{633A1A5F-DABE-7B79-C0D7-A4B4240F87C0}"/>
          </ac:spMkLst>
        </pc:spChg>
        <pc:spChg chg="del">
          <ac:chgData name="진옥화" userId="20b55f0b-5a9b-4958-9543-f5cbd24a6a07" providerId="ADAL" clId="{6E6372EA-800A-466F-BA92-E51853A535FD}" dt="2026-07-31T02:33:04.406" v="1036" actId="478"/>
          <ac:spMkLst>
            <pc:docMk/>
            <pc:sldMk cId="1651436674" sldId="535"/>
            <ac:spMk id="15" creationId="{2244FF4A-6053-35B2-245F-2EFCC4F31994}"/>
          </ac:spMkLst>
        </pc:spChg>
        <pc:spChg chg="add mod">
          <ac:chgData name="진옥화" userId="20b55f0b-5a9b-4958-9543-f5cbd24a6a07" providerId="ADAL" clId="{6E6372EA-800A-466F-BA92-E51853A535FD}" dt="2026-07-31T02:34:53.612" v="1065"/>
          <ac:spMkLst>
            <pc:docMk/>
            <pc:sldMk cId="1651436674" sldId="535"/>
            <ac:spMk id="16" creationId="{0977438B-3E53-6A27-73E3-957415F18D3A}"/>
          </ac:spMkLst>
        </pc:spChg>
        <pc:spChg chg="add mod">
          <ac:chgData name="진옥화" userId="20b55f0b-5a9b-4958-9543-f5cbd24a6a07" providerId="ADAL" clId="{6E6372EA-800A-466F-BA92-E51853A535FD}" dt="2026-07-31T02:34:53.612" v="1065"/>
          <ac:spMkLst>
            <pc:docMk/>
            <pc:sldMk cId="1651436674" sldId="535"/>
            <ac:spMk id="23" creationId="{1C4C5F16-60E0-49A3-BCAC-2A326A71F0BD}"/>
          </ac:spMkLst>
        </pc:spChg>
        <pc:spChg chg="add mod">
          <ac:chgData name="진옥화" userId="20b55f0b-5a9b-4958-9543-f5cbd24a6a07" providerId="ADAL" clId="{6E6372EA-800A-466F-BA92-E51853A535FD}" dt="2026-07-31T02:34:53.612" v="1065"/>
          <ac:spMkLst>
            <pc:docMk/>
            <pc:sldMk cId="1651436674" sldId="535"/>
            <ac:spMk id="25" creationId="{5CF67BA9-D51D-E2D2-71C6-38EED1770250}"/>
          </ac:spMkLst>
        </pc:spChg>
        <pc:cxnChg chg="add mod">
          <ac:chgData name="진옥화" userId="20b55f0b-5a9b-4958-9543-f5cbd24a6a07" providerId="ADAL" clId="{6E6372EA-800A-466F-BA92-E51853A535FD}" dt="2026-07-31T02:34:53.612" v="1065"/>
          <ac:cxnSpMkLst>
            <pc:docMk/>
            <pc:sldMk cId="1651436674" sldId="535"/>
            <ac:cxnSpMk id="17" creationId="{2BDC3DB9-D56E-21CA-F64F-ECCBE094DC68}"/>
          </ac:cxnSpMkLst>
        </pc:cxnChg>
        <pc:cxnChg chg="add mod">
          <ac:chgData name="진옥화" userId="20b55f0b-5a9b-4958-9543-f5cbd24a6a07" providerId="ADAL" clId="{6E6372EA-800A-466F-BA92-E51853A535FD}" dt="2026-07-31T02:34:53.612" v="1065"/>
          <ac:cxnSpMkLst>
            <pc:docMk/>
            <pc:sldMk cId="1651436674" sldId="535"/>
            <ac:cxnSpMk id="30" creationId="{276D42E9-25E3-5C4E-DEE8-B582E8E87E2A}"/>
          </ac:cxnSpMkLst>
        </pc:cxnChg>
      </pc:sldChg>
      <pc:sldChg chg="addSp delSp modSp mod">
        <pc:chgData name="진옥화" userId="20b55f0b-5a9b-4958-9543-f5cbd24a6a07" providerId="ADAL" clId="{6E6372EA-800A-466F-BA92-E51853A535FD}" dt="2026-07-31T02:35:05.903" v="1068"/>
        <pc:sldMkLst>
          <pc:docMk/>
          <pc:sldMk cId="1236084604" sldId="536"/>
        </pc:sldMkLst>
        <pc:spChg chg="add mod">
          <ac:chgData name="진옥화" userId="20b55f0b-5a9b-4958-9543-f5cbd24a6a07" providerId="ADAL" clId="{6E6372EA-800A-466F-BA92-E51853A535FD}" dt="2026-07-31T02:35:05.903" v="1068"/>
          <ac:spMkLst>
            <pc:docMk/>
            <pc:sldMk cId="1236084604" sldId="536"/>
            <ac:spMk id="2" creationId="{8C9DEDFF-6B76-DEE5-5AAB-16C01B7DEB21}"/>
          </ac:spMkLst>
        </pc:spChg>
        <pc:spChg chg="add del">
          <ac:chgData name="진옥화" userId="20b55f0b-5a9b-4958-9543-f5cbd24a6a07" providerId="ADAL" clId="{6E6372EA-800A-466F-BA92-E51853A535FD}" dt="2026-07-31T02:33:45.415" v="1050" actId="478"/>
          <ac:spMkLst>
            <pc:docMk/>
            <pc:sldMk cId="1236084604" sldId="536"/>
            <ac:spMk id="7" creationId="{BBAF2D46-E985-F11A-A0F7-E36E08A71D12}"/>
          </ac:spMkLst>
        </pc:spChg>
        <pc:spChg chg="add mod">
          <ac:chgData name="진옥화" userId="20b55f0b-5a9b-4958-9543-f5cbd24a6a07" providerId="ADAL" clId="{6E6372EA-800A-466F-BA92-E51853A535FD}" dt="2026-07-31T02:35:05.903" v="1068"/>
          <ac:spMkLst>
            <pc:docMk/>
            <pc:sldMk cId="1236084604" sldId="536"/>
            <ac:spMk id="16" creationId="{9213ABD0-294F-7B30-BF2E-816B8ADD478E}"/>
          </ac:spMkLst>
        </pc:spChg>
        <pc:spChg chg="add mod">
          <ac:chgData name="진옥화" userId="20b55f0b-5a9b-4958-9543-f5cbd24a6a07" providerId="ADAL" clId="{6E6372EA-800A-466F-BA92-E51853A535FD}" dt="2026-07-31T02:35:05.903" v="1068"/>
          <ac:spMkLst>
            <pc:docMk/>
            <pc:sldMk cId="1236084604" sldId="536"/>
            <ac:spMk id="17" creationId="{AFCDFE7B-3514-2615-EE2E-80F79A9CD67C}"/>
          </ac:spMkLst>
        </pc:spChg>
        <pc:spChg chg="add mod">
          <ac:chgData name="진옥화" userId="20b55f0b-5a9b-4958-9543-f5cbd24a6a07" providerId="ADAL" clId="{6E6372EA-800A-466F-BA92-E51853A535FD}" dt="2026-07-31T02:35:05.903" v="1068"/>
          <ac:spMkLst>
            <pc:docMk/>
            <pc:sldMk cId="1236084604" sldId="536"/>
            <ac:spMk id="18" creationId="{ACFD5216-F1E0-5800-278C-C44383F623A5}"/>
          </ac:spMkLst>
        </pc:spChg>
        <pc:spChg chg="add mod">
          <ac:chgData name="진옥화" userId="20b55f0b-5a9b-4958-9543-f5cbd24a6a07" providerId="ADAL" clId="{6E6372EA-800A-466F-BA92-E51853A535FD}" dt="2026-07-31T02:35:05.903" v="1068"/>
          <ac:spMkLst>
            <pc:docMk/>
            <pc:sldMk cId="1236084604" sldId="536"/>
            <ac:spMk id="19" creationId="{8C67488D-6425-CF81-06C3-84728A22591F}"/>
          </ac:spMkLst>
        </pc:spChg>
        <pc:spChg chg="add mod">
          <ac:chgData name="진옥화" userId="20b55f0b-5a9b-4958-9543-f5cbd24a6a07" providerId="ADAL" clId="{6E6372EA-800A-466F-BA92-E51853A535FD}" dt="2026-07-31T02:35:05.903" v="1068"/>
          <ac:spMkLst>
            <pc:docMk/>
            <pc:sldMk cId="1236084604" sldId="536"/>
            <ac:spMk id="20" creationId="{0F796DF5-E451-94F3-6417-85DA6F08F849}"/>
          </ac:spMkLst>
        </pc:spChg>
        <pc:spChg chg="add mod">
          <ac:chgData name="진옥화" userId="20b55f0b-5a9b-4958-9543-f5cbd24a6a07" providerId="ADAL" clId="{6E6372EA-800A-466F-BA92-E51853A535FD}" dt="2026-07-31T02:35:05.903" v="1068"/>
          <ac:spMkLst>
            <pc:docMk/>
            <pc:sldMk cId="1236084604" sldId="536"/>
            <ac:spMk id="22" creationId="{625ABFD4-45F2-CD66-F8A6-E367A6AC34FE}"/>
          </ac:spMkLst>
        </pc:spChg>
        <pc:spChg chg="add mod">
          <ac:chgData name="진옥화" userId="20b55f0b-5a9b-4958-9543-f5cbd24a6a07" providerId="ADAL" clId="{6E6372EA-800A-466F-BA92-E51853A535FD}" dt="2026-07-31T02:35:05.903" v="1068"/>
          <ac:spMkLst>
            <pc:docMk/>
            <pc:sldMk cId="1236084604" sldId="536"/>
            <ac:spMk id="23" creationId="{5833AC77-8F2E-51F9-3186-1910B63132FF}"/>
          </ac:spMkLst>
        </pc:spChg>
        <pc:spChg chg="del">
          <ac:chgData name="진옥화" userId="20b55f0b-5a9b-4958-9543-f5cbd24a6a07" providerId="ADAL" clId="{6E6372EA-800A-466F-BA92-E51853A535FD}" dt="2026-07-31T02:33:38.593" v="1047" actId="478"/>
          <ac:spMkLst>
            <pc:docMk/>
            <pc:sldMk cId="1236084604" sldId="536"/>
            <ac:spMk id="50" creationId="{A9A98325-C21F-5978-E4A3-5B82AD8895EE}"/>
          </ac:spMkLst>
        </pc:spChg>
        <pc:spChg chg="del">
          <ac:chgData name="진옥화" userId="20b55f0b-5a9b-4958-9543-f5cbd24a6a07" providerId="ADAL" clId="{6E6372EA-800A-466F-BA92-E51853A535FD}" dt="2026-07-31T02:33:38.086" v="1046" actId="478"/>
          <ac:spMkLst>
            <pc:docMk/>
            <pc:sldMk cId="1236084604" sldId="536"/>
            <ac:spMk id="52" creationId="{E38748D0-896D-A0C6-E9B0-D8ADE49D0D3D}"/>
          </ac:spMkLst>
        </pc:spChg>
        <pc:cxnChg chg="add mod">
          <ac:chgData name="진옥화" userId="20b55f0b-5a9b-4958-9543-f5cbd24a6a07" providerId="ADAL" clId="{6E6372EA-800A-466F-BA92-E51853A535FD}" dt="2026-07-31T02:35:05.903" v="1068"/>
          <ac:cxnSpMkLst>
            <pc:docMk/>
            <pc:sldMk cId="1236084604" sldId="536"/>
            <ac:cxnSpMk id="21" creationId="{78F904B0-1167-C95E-E196-BB33F7075821}"/>
          </ac:cxnSpMkLst>
        </pc:cxnChg>
        <pc:cxnChg chg="add mod">
          <ac:chgData name="진옥화" userId="20b55f0b-5a9b-4958-9543-f5cbd24a6a07" providerId="ADAL" clId="{6E6372EA-800A-466F-BA92-E51853A535FD}" dt="2026-07-31T02:35:05.903" v="1068"/>
          <ac:cxnSpMkLst>
            <pc:docMk/>
            <pc:sldMk cId="1236084604" sldId="536"/>
            <ac:cxnSpMk id="24" creationId="{F897AC91-6BBD-1CA1-6900-2C87127E6A44}"/>
          </ac:cxnSpMkLst>
        </pc:cxnChg>
      </pc:sldChg>
      <pc:sldChg chg="addSp delSp modSp mod">
        <pc:chgData name="진옥화" userId="20b55f0b-5a9b-4958-9543-f5cbd24a6a07" providerId="ADAL" clId="{6E6372EA-800A-466F-BA92-E51853A535FD}" dt="2026-07-31T02:35:15.894" v="1070"/>
        <pc:sldMkLst>
          <pc:docMk/>
          <pc:sldMk cId="319780544" sldId="537"/>
        </pc:sldMkLst>
        <pc:spChg chg="add mod">
          <ac:chgData name="진옥화" userId="20b55f0b-5a9b-4958-9543-f5cbd24a6a07" providerId="ADAL" clId="{6E6372EA-800A-466F-BA92-E51853A535FD}" dt="2026-07-31T02:35:15.894" v="1070"/>
          <ac:spMkLst>
            <pc:docMk/>
            <pc:sldMk cId="319780544" sldId="537"/>
            <ac:spMk id="2" creationId="{3019CEEC-8926-0D97-D0ED-970E8FCAFD75}"/>
          </ac:spMkLst>
        </pc:spChg>
        <pc:spChg chg="del">
          <ac:chgData name="진옥화" userId="20b55f0b-5a9b-4958-9543-f5cbd24a6a07" providerId="ADAL" clId="{6E6372EA-800A-466F-BA92-E51853A535FD}" dt="2026-07-31T02:33:56.436" v="1054" actId="478"/>
          <ac:spMkLst>
            <pc:docMk/>
            <pc:sldMk cId="319780544" sldId="537"/>
            <ac:spMk id="7" creationId="{BBAF2D46-E985-F11A-A0F7-E36E08A71D12}"/>
          </ac:spMkLst>
        </pc:spChg>
        <pc:spChg chg="add mod">
          <ac:chgData name="진옥화" userId="20b55f0b-5a9b-4958-9543-f5cbd24a6a07" providerId="ADAL" clId="{6E6372EA-800A-466F-BA92-E51853A535FD}" dt="2026-07-31T02:35:15.894" v="1070"/>
          <ac:spMkLst>
            <pc:docMk/>
            <pc:sldMk cId="319780544" sldId="537"/>
            <ac:spMk id="10" creationId="{3540B2B9-9A0F-8EFD-ABE9-134AE6ED5B5A}"/>
          </ac:spMkLst>
        </pc:spChg>
        <pc:spChg chg="add mod">
          <ac:chgData name="진옥화" userId="20b55f0b-5a9b-4958-9543-f5cbd24a6a07" providerId="ADAL" clId="{6E6372EA-800A-466F-BA92-E51853A535FD}" dt="2026-07-31T02:35:15.894" v="1070"/>
          <ac:spMkLst>
            <pc:docMk/>
            <pc:sldMk cId="319780544" sldId="537"/>
            <ac:spMk id="14" creationId="{69CA7F9E-F04B-6C7E-4B26-5DFF1C5C28BA}"/>
          </ac:spMkLst>
        </pc:spChg>
        <pc:spChg chg="add mod">
          <ac:chgData name="진옥화" userId="20b55f0b-5a9b-4958-9543-f5cbd24a6a07" providerId="ADAL" clId="{6E6372EA-800A-466F-BA92-E51853A535FD}" dt="2026-07-31T02:35:15.894" v="1070"/>
          <ac:spMkLst>
            <pc:docMk/>
            <pc:sldMk cId="319780544" sldId="537"/>
            <ac:spMk id="15" creationId="{A7300399-C908-A6B7-D015-A0CA81B1EAB0}"/>
          </ac:spMkLst>
        </pc:spChg>
        <pc:spChg chg="add mod">
          <ac:chgData name="진옥화" userId="20b55f0b-5a9b-4958-9543-f5cbd24a6a07" providerId="ADAL" clId="{6E6372EA-800A-466F-BA92-E51853A535FD}" dt="2026-07-31T02:35:15.894" v="1070"/>
          <ac:spMkLst>
            <pc:docMk/>
            <pc:sldMk cId="319780544" sldId="537"/>
            <ac:spMk id="17" creationId="{CE358E9A-B893-51C2-DEEB-28EF6C6BBBD5}"/>
          </ac:spMkLst>
        </pc:spChg>
        <pc:spChg chg="add mod">
          <ac:chgData name="진옥화" userId="20b55f0b-5a9b-4958-9543-f5cbd24a6a07" providerId="ADAL" clId="{6E6372EA-800A-466F-BA92-E51853A535FD}" dt="2026-07-31T02:35:15.894" v="1070"/>
          <ac:spMkLst>
            <pc:docMk/>
            <pc:sldMk cId="319780544" sldId="537"/>
            <ac:spMk id="19" creationId="{DE5DA2E4-5BC7-E959-0651-FF45E37A2E55}"/>
          </ac:spMkLst>
        </pc:spChg>
        <pc:spChg chg="add mod">
          <ac:chgData name="진옥화" userId="20b55f0b-5a9b-4958-9543-f5cbd24a6a07" providerId="ADAL" clId="{6E6372EA-800A-466F-BA92-E51853A535FD}" dt="2026-07-31T02:35:15.894" v="1070"/>
          <ac:spMkLst>
            <pc:docMk/>
            <pc:sldMk cId="319780544" sldId="537"/>
            <ac:spMk id="21" creationId="{44EF1746-BACA-9333-DBAC-2205879E748B}"/>
          </ac:spMkLst>
        </pc:spChg>
        <pc:spChg chg="add mod">
          <ac:chgData name="진옥화" userId="20b55f0b-5a9b-4958-9543-f5cbd24a6a07" providerId="ADAL" clId="{6E6372EA-800A-466F-BA92-E51853A535FD}" dt="2026-07-31T02:35:15.894" v="1070"/>
          <ac:spMkLst>
            <pc:docMk/>
            <pc:sldMk cId="319780544" sldId="537"/>
            <ac:spMk id="22" creationId="{595AEB33-A1BD-0473-2D02-0F295327FC1F}"/>
          </ac:spMkLst>
        </pc:spChg>
        <pc:spChg chg="del">
          <ac:chgData name="진옥화" userId="20b55f0b-5a9b-4958-9543-f5cbd24a6a07" providerId="ADAL" clId="{6E6372EA-800A-466F-BA92-E51853A535FD}" dt="2026-07-31T02:33:57.963" v="1056" actId="478"/>
          <ac:spMkLst>
            <pc:docMk/>
            <pc:sldMk cId="319780544" sldId="537"/>
            <ac:spMk id="50" creationId="{A9A98325-C21F-5978-E4A3-5B82AD8895EE}"/>
          </ac:spMkLst>
        </pc:spChg>
        <pc:spChg chg="del">
          <ac:chgData name="진옥화" userId="20b55f0b-5a9b-4958-9543-f5cbd24a6a07" providerId="ADAL" clId="{6E6372EA-800A-466F-BA92-E51853A535FD}" dt="2026-07-31T02:33:57.184" v="1055" actId="478"/>
          <ac:spMkLst>
            <pc:docMk/>
            <pc:sldMk cId="319780544" sldId="537"/>
            <ac:spMk id="52" creationId="{E38748D0-896D-A0C6-E9B0-D8ADE49D0D3D}"/>
          </ac:spMkLst>
        </pc:spChg>
        <pc:cxnChg chg="add mod">
          <ac:chgData name="진옥화" userId="20b55f0b-5a9b-4958-9543-f5cbd24a6a07" providerId="ADAL" clId="{6E6372EA-800A-466F-BA92-E51853A535FD}" dt="2026-07-31T02:35:15.894" v="1070"/>
          <ac:cxnSpMkLst>
            <pc:docMk/>
            <pc:sldMk cId="319780544" sldId="537"/>
            <ac:cxnSpMk id="20" creationId="{68D16EF4-DA5C-817D-2F8B-16E3A64D8379}"/>
          </ac:cxnSpMkLst>
        </pc:cxnChg>
        <pc:cxnChg chg="add mod">
          <ac:chgData name="진옥화" userId="20b55f0b-5a9b-4958-9543-f5cbd24a6a07" providerId="ADAL" clId="{6E6372EA-800A-466F-BA92-E51853A535FD}" dt="2026-07-31T02:35:15.894" v="1070"/>
          <ac:cxnSpMkLst>
            <pc:docMk/>
            <pc:sldMk cId="319780544" sldId="537"/>
            <ac:cxnSpMk id="23" creationId="{F7B233C9-9B7C-F0F0-4AFC-FB1FA7013005}"/>
          </ac:cxnSpMkLst>
        </pc:cxnChg>
      </pc:sldChg>
      <pc:sldChg chg="addSp delSp modSp mod">
        <pc:chgData name="진옥화" userId="20b55f0b-5a9b-4958-9543-f5cbd24a6a07" providerId="ADAL" clId="{6E6372EA-800A-466F-BA92-E51853A535FD}" dt="2026-07-31T02:27:00.127" v="927"/>
        <pc:sldMkLst>
          <pc:docMk/>
          <pc:sldMk cId="145332883" sldId="538"/>
        </pc:sldMkLst>
        <pc:spChg chg="add mod">
          <ac:chgData name="진옥화" userId="20b55f0b-5a9b-4958-9543-f5cbd24a6a07" providerId="ADAL" clId="{6E6372EA-800A-466F-BA92-E51853A535FD}" dt="2026-07-31T02:25:15.224" v="885"/>
          <ac:spMkLst>
            <pc:docMk/>
            <pc:sldMk cId="145332883" sldId="538"/>
            <ac:spMk id="15" creationId="{0831675E-DDA7-45CF-7E17-90A97AD489E8}"/>
          </ac:spMkLst>
        </pc:spChg>
        <pc:spChg chg="add mod">
          <ac:chgData name="진옥화" userId="20b55f0b-5a9b-4958-9543-f5cbd24a6a07" providerId="ADAL" clId="{6E6372EA-800A-466F-BA92-E51853A535FD}" dt="2026-07-31T02:25:15.224" v="885"/>
          <ac:spMkLst>
            <pc:docMk/>
            <pc:sldMk cId="145332883" sldId="538"/>
            <ac:spMk id="16" creationId="{A1C5D6DC-C1D0-7821-CF3D-AC307C163352}"/>
          </ac:spMkLst>
        </pc:spChg>
        <pc:spChg chg="add mod">
          <ac:chgData name="진옥화" userId="20b55f0b-5a9b-4958-9543-f5cbd24a6a07" providerId="ADAL" clId="{6E6372EA-800A-466F-BA92-E51853A535FD}" dt="2026-07-31T02:25:15.224" v="885"/>
          <ac:spMkLst>
            <pc:docMk/>
            <pc:sldMk cId="145332883" sldId="538"/>
            <ac:spMk id="17" creationId="{7C4BEB75-EE1B-1523-E3FF-3AE207B9204D}"/>
          </ac:spMkLst>
        </pc:spChg>
        <pc:spChg chg="add mod">
          <ac:chgData name="진옥화" userId="20b55f0b-5a9b-4958-9543-f5cbd24a6a07" providerId="ADAL" clId="{6E6372EA-800A-466F-BA92-E51853A535FD}" dt="2026-07-31T02:25:15.224" v="885"/>
          <ac:spMkLst>
            <pc:docMk/>
            <pc:sldMk cId="145332883" sldId="538"/>
            <ac:spMk id="18" creationId="{237410B1-1089-7F53-9F87-1F7622D56088}"/>
          </ac:spMkLst>
        </pc:spChg>
        <pc:spChg chg="add mod">
          <ac:chgData name="진옥화" userId="20b55f0b-5a9b-4958-9543-f5cbd24a6a07" providerId="ADAL" clId="{6E6372EA-800A-466F-BA92-E51853A535FD}" dt="2026-07-31T02:25:15.224" v="885"/>
          <ac:spMkLst>
            <pc:docMk/>
            <pc:sldMk cId="145332883" sldId="538"/>
            <ac:spMk id="19" creationId="{CDF6E1EE-9843-16F3-40F9-BCA31D98C1A2}"/>
          </ac:spMkLst>
        </pc:spChg>
        <pc:spChg chg="add mod">
          <ac:chgData name="진옥화" userId="20b55f0b-5a9b-4958-9543-f5cbd24a6a07" providerId="ADAL" clId="{6E6372EA-800A-466F-BA92-E51853A535FD}" dt="2026-07-31T02:25:15.224" v="885"/>
          <ac:spMkLst>
            <pc:docMk/>
            <pc:sldMk cId="145332883" sldId="538"/>
            <ac:spMk id="23" creationId="{180F9524-744D-555C-B010-CDF45D39B36E}"/>
          </ac:spMkLst>
        </pc:spChg>
        <pc:spChg chg="add mod">
          <ac:chgData name="진옥화" userId="20b55f0b-5a9b-4958-9543-f5cbd24a6a07" providerId="ADAL" clId="{6E6372EA-800A-466F-BA92-E51853A535FD}" dt="2026-07-31T02:25:15.224" v="885"/>
          <ac:spMkLst>
            <pc:docMk/>
            <pc:sldMk cId="145332883" sldId="538"/>
            <ac:spMk id="25" creationId="{C03925FB-4521-CA07-46B3-F87A459730AA}"/>
          </ac:spMkLst>
        </pc:spChg>
        <pc:spChg chg="add mod">
          <ac:chgData name="진옥화" userId="20b55f0b-5a9b-4958-9543-f5cbd24a6a07" providerId="ADAL" clId="{6E6372EA-800A-466F-BA92-E51853A535FD}" dt="2026-07-31T02:25:15.224" v="885"/>
          <ac:spMkLst>
            <pc:docMk/>
            <pc:sldMk cId="145332883" sldId="538"/>
            <ac:spMk id="26" creationId="{D4457F09-2958-FE6D-902A-31E3696176C1}"/>
          </ac:spMkLst>
        </pc:spChg>
        <pc:spChg chg="add mod">
          <ac:chgData name="진옥화" userId="20b55f0b-5a9b-4958-9543-f5cbd24a6a07" providerId="ADAL" clId="{6E6372EA-800A-466F-BA92-E51853A535FD}" dt="2026-07-31T02:25:15.224" v="885"/>
          <ac:spMkLst>
            <pc:docMk/>
            <pc:sldMk cId="145332883" sldId="538"/>
            <ac:spMk id="27" creationId="{7E8E57FD-4184-3B25-8B11-9E5C44F825F9}"/>
          </ac:spMkLst>
        </pc:spChg>
        <pc:spChg chg="add mod">
          <ac:chgData name="진옥화" userId="20b55f0b-5a9b-4958-9543-f5cbd24a6a07" providerId="ADAL" clId="{6E6372EA-800A-466F-BA92-E51853A535FD}" dt="2026-07-31T02:25:15.224" v="885"/>
          <ac:spMkLst>
            <pc:docMk/>
            <pc:sldMk cId="145332883" sldId="538"/>
            <ac:spMk id="33" creationId="{977CB228-1B83-5A77-4964-33B4BADB249C}"/>
          </ac:spMkLst>
        </pc:spChg>
        <pc:cxnChg chg="del">
          <ac:chgData name="진옥화" userId="20b55f0b-5a9b-4958-9543-f5cbd24a6a07" providerId="ADAL" clId="{6E6372EA-800A-466F-BA92-E51853A535FD}" dt="2026-07-31T02:26:57.976" v="925" actId="478"/>
          <ac:cxnSpMkLst>
            <pc:docMk/>
            <pc:sldMk cId="145332883" sldId="538"/>
            <ac:cxnSpMk id="24" creationId="{0DFE29CB-F7C6-1A2B-8F69-AB5B487E8D5C}"/>
          </ac:cxnSpMkLst>
        </pc:cxnChg>
        <pc:cxnChg chg="del">
          <ac:chgData name="진옥화" userId="20b55f0b-5a9b-4958-9543-f5cbd24a6a07" providerId="ADAL" clId="{6E6372EA-800A-466F-BA92-E51853A535FD}" dt="2026-07-31T02:26:58.937" v="926" actId="478"/>
          <ac:cxnSpMkLst>
            <pc:docMk/>
            <pc:sldMk cId="145332883" sldId="538"/>
            <ac:cxnSpMk id="32" creationId="{F93C979C-493D-9BE8-80DC-4A780E2B6E53}"/>
          </ac:cxnSpMkLst>
        </pc:cxnChg>
        <pc:cxnChg chg="add mod">
          <ac:chgData name="진옥화" userId="20b55f0b-5a9b-4958-9543-f5cbd24a6a07" providerId="ADAL" clId="{6E6372EA-800A-466F-BA92-E51853A535FD}" dt="2026-07-31T02:27:00.127" v="927"/>
          <ac:cxnSpMkLst>
            <pc:docMk/>
            <pc:sldMk cId="145332883" sldId="538"/>
            <ac:cxnSpMk id="34" creationId="{A2E55896-4CD0-CEE7-CA76-BCFD020C9B24}"/>
          </ac:cxnSpMkLst>
        </pc:cxnChg>
        <pc:cxnChg chg="add mod">
          <ac:chgData name="진옥화" userId="20b55f0b-5a9b-4958-9543-f5cbd24a6a07" providerId="ADAL" clId="{6E6372EA-800A-466F-BA92-E51853A535FD}" dt="2026-07-31T02:27:00.127" v="927"/>
          <ac:cxnSpMkLst>
            <pc:docMk/>
            <pc:sldMk cId="145332883" sldId="538"/>
            <ac:cxnSpMk id="41" creationId="{17042242-B6EC-33FF-0A83-4884495D9B6E}"/>
          </ac:cxnSpMkLst>
        </pc:cxnChg>
      </pc:sldChg>
      <pc:sldChg chg="addSp delSp mod">
        <pc:chgData name="진옥화" userId="20b55f0b-5a9b-4958-9543-f5cbd24a6a07" providerId="ADAL" clId="{6E6372EA-800A-466F-BA92-E51853A535FD}" dt="2026-07-31T02:33:21.761" v="1042" actId="478"/>
        <pc:sldMkLst>
          <pc:docMk/>
          <pc:sldMk cId="2645857647" sldId="540"/>
        </pc:sldMkLst>
        <pc:spChg chg="add del">
          <ac:chgData name="진옥화" userId="20b55f0b-5a9b-4958-9543-f5cbd24a6a07" providerId="ADAL" clId="{6E6372EA-800A-466F-BA92-E51853A535FD}" dt="2026-07-31T02:33:21.761" v="1042" actId="478"/>
          <ac:spMkLst>
            <pc:docMk/>
            <pc:sldMk cId="2645857647" sldId="540"/>
            <ac:spMk id="6" creationId="{F71B4487-8DA3-1ED9-849F-C835F1698C01}"/>
          </ac:spMkLst>
        </pc:spChg>
      </pc:sldChg>
      <pc:sldChg chg="addSp delSp modSp mod">
        <pc:chgData name="진옥화" userId="20b55f0b-5a9b-4958-9543-f5cbd24a6a07" providerId="ADAL" clId="{6E6372EA-800A-466F-BA92-E51853A535FD}" dt="2026-07-31T02:26:35.451" v="915"/>
        <pc:sldMkLst>
          <pc:docMk/>
          <pc:sldMk cId="2585722157" sldId="542"/>
        </pc:sldMkLst>
        <pc:spChg chg="add mod">
          <ac:chgData name="진옥화" userId="20b55f0b-5a9b-4958-9543-f5cbd24a6a07" providerId="ADAL" clId="{6E6372EA-800A-466F-BA92-E51853A535FD}" dt="2026-07-31T02:25:22.987" v="889"/>
          <ac:spMkLst>
            <pc:docMk/>
            <pc:sldMk cId="2585722157" sldId="542"/>
            <ac:spMk id="3" creationId="{8CC005BE-FC94-5762-A279-F70C931262E0}"/>
          </ac:spMkLst>
        </pc:spChg>
        <pc:spChg chg="add mod">
          <ac:chgData name="진옥화" userId="20b55f0b-5a9b-4958-9543-f5cbd24a6a07" providerId="ADAL" clId="{6E6372EA-800A-466F-BA92-E51853A535FD}" dt="2026-07-31T02:25:22.987" v="889"/>
          <ac:spMkLst>
            <pc:docMk/>
            <pc:sldMk cId="2585722157" sldId="542"/>
            <ac:spMk id="19" creationId="{C938F07B-8ADB-A884-1BB8-920B019CFCFC}"/>
          </ac:spMkLst>
        </pc:spChg>
        <pc:spChg chg="add mod">
          <ac:chgData name="진옥화" userId="20b55f0b-5a9b-4958-9543-f5cbd24a6a07" providerId="ADAL" clId="{6E6372EA-800A-466F-BA92-E51853A535FD}" dt="2026-07-31T02:25:22.987" v="889"/>
          <ac:spMkLst>
            <pc:docMk/>
            <pc:sldMk cId="2585722157" sldId="542"/>
            <ac:spMk id="21" creationId="{66D9E3CF-CF37-3C77-E4EB-CAE576E89CCE}"/>
          </ac:spMkLst>
        </pc:spChg>
        <pc:spChg chg="add mod">
          <ac:chgData name="진옥화" userId="20b55f0b-5a9b-4958-9543-f5cbd24a6a07" providerId="ADAL" clId="{6E6372EA-800A-466F-BA92-E51853A535FD}" dt="2026-07-31T02:25:22.987" v="889"/>
          <ac:spMkLst>
            <pc:docMk/>
            <pc:sldMk cId="2585722157" sldId="542"/>
            <ac:spMk id="23" creationId="{597DCEA0-2836-70F8-02AF-E065807F19FF}"/>
          </ac:spMkLst>
        </pc:spChg>
        <pc:spChg chg="add mod">
          <ac:chgData name="진옥화" userId="20b55f0b-5a9b-4958-9543-f5cbd24a6a07" providerId="ADAL" clId="{6E6372EA-800A-466F-BA92-E51853A535FD}" dt="2026-07-31T02:25:22.987" v="889"/>
          <ac:spMkLst>
            <pc:docMk/>
            <pc:sldMk cId="2585722157" sldId="542"/>
            <ac:spMk id="24" creationId="{041D9EA5-FFBD-C18E-0073-09D04EA89C3F}"/>
          </ac:spMkLst>
        </pc:spChg>
        <pc:spChg chg="add mod">
          <ac:chgData name="진옥화" userId="20b55f0b-5a9b-4958-9543-f5cbd24a6a07" providerId="ADAL" clId="{6E6372EA-800A-466F-BA92-E51853A535FD}" dt="2026-07-31T02:25:22.987" v="889"/>
          <ac:spMkLst>
            <pc:docMk/>
            <pc:sldMk cId="2585722157" sldId="542"/>
            <ac:spMk id="25" creationId="{E37A062C-D8AE-CC96-9222-0987C14F4F24}"/>
          </ac:spMkLst>
        </pc:spChg>
        <pc:spChg chg="add mod">
          <ac:chgData name="진옥화" userId="20b55f0b-5a9b-4958-9543-f5cbd24a6a07" providerId="ADAL" clId="{6E6372EA-800A-466F-BA92-E51853A535FD}" dt="2026-07-31T02:25:22.987" v="889"/>
          <ac:spMkLst>
            <pc:docMk/>
            <pc:sldMk cId="2585722157" sldId="542"/>
            <ac:spMk id="27" creationId="{F9B49BA6-A3ED-DE61-2E8E-A84B467842A5}"/>
          </ac:spMkLst>
        </pc:spChg>
        <pc:spChg chg="add mod">
          <ac:chgData name="진옥화" userId="20b55f0b-5a9b-4958-9543-f5cbd24a6a07" providerId="ADAL" clId="{6E6372EA-800A-466F-BA92-E51853A535FD}" dt="2026-07-31T02:25:22.987" v="889"/>
          <ac:spMkLst>
            <pc:docMk/>
            <pc:sldMk cId="2585722157" sldId="542"/>
            <ac:spMk id="32" creationId="{ED4F5A10-F426-4249-E86C-A92F0B97C00F}"/>
          </ac:spMkLst>
        </pc:spChg>
        <pc:spChg chg="add mod">
          <ac:chgData name="진옥화" userId="20b55f0b-5a9b-4958-9543-f5cbd24a6a07" providerId="ADAL" clId="{6E6372EA-800A-466F-BA92-E51853A535FD}" dt="2026-07-31T02:25:22.987" v="889"/>
          <ac:spMkLst>
            <pc:docMk/>
            <pc:sldMk cId="2585722157" sldId="542"/>
            <ac:spMk id="33" creationId="{AAECB4AF-8131-013C-2522-7DD1DE2F0039}"/>
          </ac:spMkLst>
        </pc:spChg>
        <pc:spChg chg="add mod">
          <ac:chgData name="진옥화" userId="20b55f0b-5a9b-4958-9543-f5cbd24a6a07" providerId="ADAL" clId="{6E6372EA-800A-466F-BA92-E51853A535FD}" dt="2026-07-31T02:25:22.987" v="889"/>
          <ac:spMkLst>
            <pc:docMk/>
            <pc:sldMk cId="2585722157" sldId="542"/>
            <ac:spMk id="51" creationId="{A08EEA6C-D982-0D9B-E5AD-B2E586F939F1}"/>
          </ac:spMkLst>
        </pc:spChg>
        <pc:cxnChg chg="del">
          <ac:chgData name="진옥화" userId="20b55f0b-5a9b-4958-9543-f5cbd24a6a07" providerId="ADAL" clId="{6E6372EA-800A-466F-BA92-E51853A535FD}" dt="2026-07-31T02:26:33.370" v="913" actId="478"/>
          <ac:cxnSpMkLst>
            <pc:docMk/>
            <pc:sldMk cId="2585722157" sldId="542"/>
            <ac:cxnSpMk id="26" creationId="{2A0481BD-C4CA-FF6F-A711-C8793A800E28}"/>
          </ac:cxnSpMkLst>
        </pc:cxnChg>
        <pc:cxnChg chg="del">
          <ac:chgData name="진옥화" userId="20b55f0b-5a9b-4958-9543-f5cbd24a6a07" providerId="ADAL" clId="{6E6372EA-800A-466F-BA92-E51853A535FD}" dt="2026-07-31T02:26:34.428" v="914" actId="478"/>
          <ac:cxnSpMkLst>
            <pc:docMk/>
            <pc:sldMk cId="2585722157" sldId="542"/>
            <ac:cxnSpMk id="34" creationId="{D83EBEBE-DF97-C764-54A0-16C0E9F4E335}"/>
          </ac:cxnSpMkLst>
        </pc:cxnChg>
        <pc:cxnChg chg="add mod">
          <ac:chgData name="진옥화" userId="20b55f0b-5a9b-4958-9543-f5cbd24a6a07" providerId="ADAL" clId="{6E6372EA-800A-466F-BA92-E51853A535FD}" dt="2026-07-31T02:26:35.451" v="915"/>
          <ac:cxnSpMkLst>
            <pc:docMk/>
            <pc:sldMk cId="2585722157" sldId="542"/>
            <ac:cxnSpMk id="53" creationId="{62D7ADEE-8B59-69EC-E67B-9D5F87EC2A8D}"/>
          </ac:cxnSpMkLst>
        </pc:cxnChg>
        <pc:cxnChg chg="add mod">
          <ac:chgData name="진옥화" userId="20b55f0b-5a9b-4958-9543-f5cbd24a6a07" providerId="ADAL" clId="{6E6372EA-800A-466F-BA92-E51853A535FD}" dt="2026-07-31T02:26:35.451" v="915"/>
          <ac:cxnSpMkLst>
            <pc:docMk/>
            <pc:sldMk cId="2585722157" sldId="542"/>
            <ac:cxnSpMk id="54" creationId="{06FAE2EB-F802-7E0A-2A4D-5A058E30E3CB}"/>
          </ac:cxnSpMkLst>
        </pc:cxnChg>
      </pc:sldChg>
      <pc:sldChg chg="addSp delSp modSp mod">
        <pc:chgData name="진옥화" userId="20b55f0b-5a9b-4958-9543-f5cbd24a6a07" providerId="ADAL" clId="{6E6372EA-800A-466F-BA92-E51853A535FD}" dt="2026-07-31T02:34:50.649" v="1064"/>
        <pc:sldMkLst>
          <pc:docMk/>
          <pc:sldMk cId="2130965731" sldId="543"/>
        </pc:sldMkLst>
        <pc:spChg chg="add mod">
          <ac:chgData name="진옥화" userId="20b55f0b-5a9b-4958-9543-f5cbd24a6a07" providerId="ADAL" clId="{6E6372EA-800A-466F-BA92-E51853A535FD}" dt="2026-07-31T02:34:50.649" v="1064"/>
          <ac:spMkLst>
            <pc:docMk/>
            <pc:sldMk cId="2130965731" sldId="543"/>
            <ac:spMk id="2" creationId="{2CA29B48-1474-3354-5F4B-7ECD521DBFD6}"/>
          </ac:spMkLst>
        </pc:spChg>
        <pc:spChg chg="del">
          <ac:chgData name="진옥화" userId="20b55f0b-5a9b-4958-9543-f5cbd24a6a07" providerId="ADAL" clId="{6E6372EA-800A-466F-BA92-E51853A535FD}" dt="2026-07-31T02:32:58.180" v="1034" actId="478"/>
          <ac:spMkLst>
            <pc:docMk/>
            <pc:sldMk cId="2130965731" sldId="543"/>
            <ac:spMk id="6" creationId="{F71B4487-8DA3-1ED9-849F-C835F1698C01}"/>
          </ac:spMkLst>
        </pc:spChg>
        <pc:spChg chg="add mod">
          <ac:chgData name="진옥화" userId="20b55f0b-5a9b-4958-9543-f5cbd24a6a07" providerId="ADAL" clId="{6E6372EA-800A-466F-BA92-E51853A535FD}" dt="2026-07-31T02:34:50.649" v="1064"/>
          <ac:spMkLst>
            <pc:docMk/>
            <pc:sldMk cId="2130965731" sldId="543"/>
            <ac:spMk id="9" creationId="{CA5F385E-2C61-8AB2-818E-EC2073E2E225}"/>
          </ac:spMkLst>
        </pc:spChg>
        <pc:spChg chg="add mod">
          <ac:chgData name="진옥화" userId="20b55f0b-5a9b-4958-9543-f5cbd24a6a07" providerId="ADAL" clId="{6E6372EA-800A-466F-BA92-E51853A535FD}" dt="2026-07-31T02:34:50.649" v="1064"/>
          <ac:spMkLst>
            <pc:docMk/>
            <pc:sldMk cId="2130965731" sldId="543"/>
            <ac:spMk id="10" creationId="{6394806E-E79A-A72C-7FB5-76EE15A3EA4C}"/>
          </ac:spMkLst>
        </pc:spChg>
        <pc:spChg chg="del">
          <ac:chgData name="진옥화" userId="20b55f0b-5a9b-4958-9543-f5cbd24a6a07" providerId="ADAL" clId="{6E6372EA-800A-466F-BA92-E51853A535FD}" dt="2026-07-31T02:32:57.450" v="1033" actId="478"/>
          <ac:spMkLst>
            <pc:docMk/>
            <pc:sldMk cId="2130965731" sldId="543"/>
            <ac:spMk id="13" creationId="{F0DA4A3E-BB2A-C6F1-5B4C-206055D6B26C}"/>
          </ac:spMkLst>
        </pc:spChg>
        <pc:spChg chg="add mod">
          <ac:chgData name="진옥화" userId="20b55f0b-5a9b-4958-9543-f5cbd24a6a07" providerId="ADAL" clId="{6E6372EA-800A-466F-BA92-E51853A535FD}" dt="2026-07-31T02:34:50.649" v="1064"/>
          <ac:spMkLst>
            <pc:docMk/>
            <pc:sldMk cId="2130965731" sldId="543"/>
            <ac:spMk id="14" creationId="{908A33E4-5E9E-A222-A911-0068DF49C0A5}"/>
          </ac:spMkLst>
        </pc:spChg>
        <pc:spChg chg="del">
          <ac:chgData name="진옥화" userId="20b55f0b-5a9b-4958-9543-f5cbd24a6a07" providerId="ADAL" clId="{6E6372EA-800A-466F-BA92-E51853A535FD}" dt="2026-07-31T02:32:56.802" v="1032" actId="478"/>
          <ac:spMkLst>
            <pc:docMk/>
            <pc:sldMk cId="2130965731" sldId="543"/>
            <ac:spMk id="15" creationId="{2244FF4A-6053-35B2-245F-2EFCC4F31994}"/>
          </ac:spMkLst>
        </pc:spChg>
        <pc:spChg chg="add mod">
          <ac:chgData name="진옥화" userId="20b55f0b-5a9b-4958-9543-f5cbd24a6a07" providerId="ADAL" clId="{6E6372EA-800A-466F-BA92-E51853A535FD}" dt="2026-07-31T02:34:50.649" v="1064"/>
          <ac:spMkLst>
            <pc:docMk/>
            <pc:sldMk cId="2130965731" sldId="543"/>
            <ac:spMk id="16" creationId="{8F7C48D6-4F3D-4C82-11D5-A6AAF5A75FE3}"/>
          </ac:spMkLst>
        </pc:spChg>
        <pc:spChg chg="add mod">
          <ac:chgData name="진옥화" userId="20b55f0b-5a9b-4958-9543-f5cbd24a6a07" providerId="ADAL" clId="{6E6372EA-800A-466F-BA92-E51853A535FD}" dt="2026-07-31T02:34:50.649" v="1064"/>
          <ac:spMkLst>
            <pc:docMk/>
            <pc:sldMk cId="2130965731" sldId="543"/>
            <ac:spMk id="17" creationId="{FF97866E-5016-494A-524F-AD11FEE09E6A}"/>
          </ac:spMkLst>
        </pc:spChg>
        <pc:spChg chg="add mod">
          <ac:chgData name="진옥화" userId="20b55f0b-5a9b-4958-9543-f5cbd24a6a07" providerId="ADAL" clId="{6E6372EA-800A-466F-BA92-E51853A535FD}" dt="2026-07-31T02:34:50.649" v="1064"/>
          <ac:spMkLst>
            <pc:docMk/>
            <pc:sldMk cId="2130965731" sldId="543"/>
            <ac:spMk id="24" creationId="{309CDFDF-CAB8-CEDD-FEA9-A02CD0E8AEA9}"/>
          </ac:spMkLst>
        </pc:spChg>
        <pc:spChg chg="add mod">
          <ac:chgData name="진옥화" userId="20b55f0b-5a9b-4958-9543-f5cbd24a6a07" providerId="ADAL" clId="{6E6372EA-800A-466F-BA92-E51853A535FD}" dt="2026-07-31T02:34:50.649" v="1064"/>
          <ac:spMkLst>
            <pc:docMk/>
            <pc:sldMk cId="2130965731" sldId="543"/>
            <ac:spMk id="25" creationId="{96E952BA-79D3-EB52-768F-0CF6AB87A6DE}"/>
          </ac:spMkLst>
        </pc:spChg>
        <pc:cxnChg chg="add mod">
          <ac:chgData name="진옥화" userId="20b55f0b-5a9b-4958-9543-f5cbd24a6a07" providerId="ADAL" clId="{6E6372EA-800A-466F-BA92-E51853A535FD}" dt="2026-07-31T02:34:50.649" v="1064"/>
          <ac:cxnSpMkLst>
            <pc:docMk/>
            <pc:sldMk cId="2130965731" sldId="543"/>
            <ac:cxnSpMk id="23" creationId="{D6CE8B36-A16E-C516-1D4F-DE6B4458A1C7}"/>
          </ac:cxnSpMkLst>
        </pc:cxnChg>
        <pc:cxnChg chg="add mod">
          <ac:chgData name="진옥화" userId="20b55f0b-5a9b-4958-9543-f5cbd24a6a07" providerId="ADAL" clId="{6E6372EA-800A-466F-BA92-E51853A535FD}" dt="2026-07-31T02:34:50.649" v="1064"/>
          <ac:cxnSpMkLst>
            <pc:docMk/>
            <pc:sldMk cId="2130965731" sldId="543"/>
            <ac:cxnSpMk id="29" creationId="{163312CA-5E5A-D1AA-A85F-CF751E6C80D0}"/>
          </ac:cxnSpMkLst>
        </pc:cxnChg>
      </pc:sldChg>
      <pc:sldChg chg="addSp delSp modSp mod">
        <pc:chgData name="진옥화" userId="20b55f0b-5a9b-4958-9543-f5cbd24a6a07" providerId="ADAL" clId="{6E6372EA-800A-466F-BA92-E51853A535FD}" dt="2026-07-31T02:26:52.133" v="924"/>
        <pc:sldMkLst>
          <pc:docMk/>
          <pc:sldMk cId="2079562288" sldId="544"/>
        </pc:sldMkLst>
        <pc:spChg chg="add mod">
          <ac:chgData name="진옥화" userId="20b55f0b-5a9b-4958-9543-f5cbd24a6a07" providerId="ADAL" clId="{6E6372EA-800A-466F-BA92-E51853A535FD}" dt="2026-07-31T02:25:17.123" v="886"/>
          <ac:spMkLst>
            <pc:docMk/>
            <pc:sldMk cId="2079562288" sldId="544"/>
            <ac:spMk id="3" creationId="{21964F5F-2B56-6B2B-7A6C-34326B200347}"/>
          </ac:spMkLst>
        </pc:spChg>
        <pc:spChg chg="add mod">
          <ac:chgData name="진옥화" userId="20b55f0b-5a9b-4958-9543-f5cbd24a6a07" providerId="ADAL" clId="{6E6372EA-800A-466F-BA92-E51853A535FD}" dt="2026-07-31T02:25:17.123" v="886"/>
          <ac:spMkLst>
            <pc:docMk/>
            <pc:sldMk cId="2079562288" sldId="544"/>
            <ac:spMk id="8" creationId="{B107EA3D-4502-F035-1766-14ADE0B3585C}"/>
          </ac:spMkLst>
        </pc:spChg>
        <pc:spChg chg="add mod">
          <ac:chgData name="진옥화" userId="20b55f0b-5a9b-4958-9543-f5cbd24a6a07" providerId="ADAL" clId="{6E6372EA-800A-466F-BA92-E51853A535FD}" dt="2026-07-31T02:25:17.123" v="886"/>
          <ac:spMkLst>
            <pc:docMk/>
            <pc:sldMk cId="2079562288" sldId="544"/>
            <ac:spMk id="9" creationId="{FDD3077C-AE70-6CA1-77FA-7E75AC293082}"/>
          </ac:spMkLst>
        </pc:spChg>
        <pc:spChg chg="add mod">
          <ac:chgData name="진옥화" userId="20b55f0b-5a9b-4958-9543-f5cbd24a6a07" providerId="ADAL" clId="{6E6372EA-800A-466F-BA92-E51853A535FD}" dt="2026-07-31T02:25:17.123" v="886"/>
          <ac:spMkLst>
            <pc:docMk/>
            <pc:sldMk cId="2079562288" sldId="544"/>
            <ac:spMk id="12" creationId="{6B8B687E-4929-EEEB-08DD-506D686EBAE3}"/>
          </ac:spMkLst>
        </pc:spChg>
        <pc:spChg chg="add mod">
          <ac:chgData name="진옥화" userId="20b55f0b-5a9b-4958-9543-f5cbd24a6a07" providerId="ADAL" clId="{6E6372EA-800A-466F-BA92-E51853A535FD}" dt="2026-07-31T02:25:17.123" v="886"/>
          <ac:spMkLst>
            <pc:docMk/>
            <pc:sldMk cId="2079562288" sldId="544"/>
            <ac:spMk id="16" creationId="{6B17532D-DEAF-FA2D-4C64-11425F524AA1}"/>
          </ac:spMkLst>
        </pc:spChg>
        <pc:spChg chg="add mod">
          <ac:chgData name="진옥화" userId="20b55f0b-5a9b-4958-9543-f5cbd24a6a07" providerId="ADAL" clId="{6E6372EA-800A-466F-BA92-E51853A535FD}" dt="2026-07-31T02:25:17.123" v="886"/>
          <ac:spMkLst>
            <pc:docMk/>
            <pc:sldMk cId="2079562288" sldId="544"/>
            <ac:spMk id="17" creationId="{7242B238-4168-43B5-1A17-F5D9C02193D3}"/>
          </ac:spMkLst>
        </pc:spChg>
        <pc:spChg chg="add mod">
          <ac:chgData name="진옥화" userId="20b55f0b-5a9b-4958-9543-f5cbd24a6a07" providerId="ADAL" clId="{6E6372EA-800A-466F-BA92-E51853A535FD}" dt="2026-07-31T02:25:17.123" v="886"/>
          <ac:spMkLst>
            <pc:docMk/>
            <pc:sldMk cId="2079562288" sldId="544"/>
            <ac:spMk id="19" creationId="{B0912193-B0FF-E9F3-9567-AC3582554393}"/>
          </ac:spMkLst>
        </pc:spChg>
        <pc:spChg chg="add mod">
          <ac:chgData name="진옥화" userId="20b55f0b-5a9b-4958-9543-f5cbd24a6a07" providerId="ADAL" clId="{6E6372EA-800A-466F-BA92-E51853A535FD}" dt="2026-07-31T02:25:17.123" v="886"/>
          <ac:spMkLst>
            <pc:docMk/>
            <pc:sldMk cId="2079562288" sldId="544"/>
            <ac:spMk id="20" creationId="{47283FF5-356B-0BDE-05DF-1D887E335E9A}"/>
          </ac:spMkLst>
        </pc:spChg>
        <pc:spChg chg="add mod">
          <ac:chgData name="진옥화" userId="20b55f0b-5a9b-4958-9543-f5cbd24a6a07" providerId="ADAL" clId="{6E6372EA-800A-466F-BA92-E51853A535FD}" dt="2026-07-31T02:25:17.123" v="886"/>
          <ac:spMkLst>
            <pc:docMk/>
            <pc:sldMk cId="2079562288" sldId="544"/>
            <ac:spMk id="21" creationId="{73698863-8177-AB0F-05A0-2D0837C3C44C}"/>
          </ac:spMkLst>
        </pc:spChg>
        <pc:spChg chg="add mod">
          <ac:chgData name="진옥화" userId="20b55f0b-5a9b-4958-9543-f5cbd24a6a07" providerId="ADAL" clId="{6E6372EA-800A-466F-BA92-E51853A535FD}" dt="2026-07-31T02:25:17.123" v="886"/>
          <ac:spMkLst>
            <pc:docMk/>
            <pc:sldMk cId="2079562288" sldId="544"/>
            <ac:spMk id="23" creationId="{D120B02B-9F1E-F293-E7B7-D48846A7E571}"/>
          </ac:spMkLst>
        </pc:spChg>
        <pc:cxnChg chg="del">
          <ac:chgData name="진옥화" userId="20b55f0b-5a9b-4958-9543-f5cbd24a6a07" providerId="ADAL" clId="{6E6372EA-800A-466F-BA92-E51853A535FD}" dt="2026-07-31T02:26:50.393" v="922" actId="478"/>
          <ac:cxnSpMkLst>
            <pc:docMk/>
            <pc:sldMk cId="2079562288" sldId="544"/>
            <ac:cxnSpMk id="18" creationId="{7959AE29-8D49-3C40-F194-264E8460F7CF}"/>
          </ac:cxnSpMkLst>
        </pc:cxnChg>
        <pc:cxnChg chg="del">
          <ac:chgData name="진옥화" userId="20b55f0b-5a9b-4958-9543-f5cbd24a6a07" providerId="ADAL" clId="{6E6372EA-800A-466F-BA92-E51853A535FD}" dt="2026-07-31T02:26:51.367" v="923" actId="478"/>
          <ac:cxnSpMkLst>
            <pc:docMk/>
            <pc:sldMk cId="2079562288" sldId="544"/>
            <ac:cxnSpMk id="22" creationId="{276C6F56-0C03-427F-DE67-4C723D57212C}"/>
          </ac:cxnSpMkLst>
        </pc:cxnChg>
        <pc:cxnChg chg="add mod">
          <ac:chgData name="진옥화" userId="20b55f0b-5a9b-4958-9543-f5cbd24a6a07" providerId="ADAL" clId="{6E6372EA-800A-466F-BA92-E51853A535FD}" dt="2026-07-31T02:26:52.133" v="924"/>
          <ac:cxnSpMkLst>
            <pc:docMk/>
            <pc:sldMk cId="2079562288" sldId="544"/>
            <ac:cxnSpMk id="24" creationId="{9EA0DA08-90B2-99B7-6764-A75AD4283BFB}"/>
          </ac:cxnSpMkLst>
        </pc:cxnChg>
        <pc:cxnChg chg="add mod">
          <ac:chgData name="진옥화" userId="20b55f0b-5a9b-4958-9543-f5cbd24a6a07" providerId="ADAL" clId="{6E6372EA-800A-466F-BA92-E51853A535FD}" dt="2026-07-31T02:26:52.133" v="924"/>
          <ac:cxnSpMkLst>
            <pc:docMk/>
            <pc:sldMk cId="2079562288" sldId="544"/>
            <ac:cxnSpMk id="25" creationId="{CE955EE8-C1FB-B2EB-3AD0-52497CEBFF92}"/>
          </ac:cxnSpMkLst>
        </pc:cxnChg>
      </pc:sldChg>
      <pc:sldChg chg="addSp delSp modSp mod">
        <pc:chgData name="진옥화" userId="20b55f0b-5a9b-4958-9543-f5cbd24a6a07" providerId="ADAL" clId="{6E6372EA-800A-466F-BA92-E51853A535FD}" dt="2026-07-31T02:26:08.963" v="903"/>
        <pc:sldMkLst>
          <pc:docMk/>
          <pc:sldMk cId="2200143697" sldId="545"/>
        </pc:sldMkLst>
        <pc:spChg chg="add mod">
          <ac:chgData name="진옥화" userId="20b55f0b-5a9b-4958-9543-f5cbd24a6a07" providerId="ADAL" clId="{6E6372EA-800A-466F-BA92-E51853A535FD}" dt="2026-07-31T02:25:31.373" v="893"/>
          <ac:spMkLst>
            <pc:docMk/>
            <pc:sldMk cId="2200143697" sldId="545"/>
            <ac:spMk id="2" creationId="{197558E4-B8F2-7ACC-B7E2-E723594B6CF7}"/>
          </ac:spMkLst>
        </pc:spChg>
        <pc:spChg chg="add mod">
          <ac:chgData name="진옥화" userId="20b55f0b-5a9b-4958-9543-f5cbd24a6a07" providerId="ADAL" clId="{6E6372EA-800A-466F-BA92-E51853A535FD}" dt="2026-07-31T02:25:31.373" v="893"/>
          <ac:spMkLst>
            <pc:docMk/>
            <pc:sldMk cId="2200143697" sldId="545"/>
            <ac:spMk id="4" creationId="{E1831935-E46C-F491-EFA3-DF4004A31E0E}"/>
          </ac:spMkLst>
        </pc:spChg>
        <pc:spChg chg="add mod">
          <ac:chgData name="진옥화" userId="20b55f0b-5a9b-4958-9543-f5cbd24a6a07" providerId="ADAL" clId="{6E6372EA-800A-466F-BA92-E51853A535FD}" dt="2026-07-31T02:25:31.373" v="893"/>
          <ac:spMkLst>
            <pc:docMk/>
            <pc:sldMk cId="2200143697" sldId="545"/>
            <ac:spMk id="8" creationId="{D60897EE-BDC8-1E0E-D8D4-909EDC39E677}"/>
          </ac:spMkLst>
        </pc:spChg>
        <pc:spChg chg="add mod">
          <ac:chgData name="진옥화" userId="20b55f0b-5a9b-4958-9543-f5cbd24a6a07" providerId="ADAL" clId="{6E6372EA-800A-466F-BA92-E51853A535FD}" dt="2026-07-31T02:25:31.373" v="893"/>
          <ac:spMkLst>
            <pc:docMk/>
            <pc:sldMk cId="2200143697" sldId="545"/>
            <ac:spMk id="10" creationId="{B405F08D-6E52-C603-921E-2349EE85C47C}"/>
          </ac:spMkLst>
        </pc:spChg>
        <pc:spChg chg="add mod">
          <ac:chgData name="진옥화" userId="20b55f0b-5a9b-4958-9543-f5cbd24a6a07" providerId="ADAL" clId="{6E6372EA-800A-466F-BA92-E51853A535FD}" dt="2026-07-31T02:25:31.373" v="893"/>
          <ac:spMkLst>
            <pc:docMk/>
            <pc:sldMk cId="2200143697" sldId="545"/>
            <ac:spMk id="11" creationId="{E1D76803-2EBE-EFA7-A024-A5420EDB140B}"/>
          </ac:spMkLst>
        </pc:spChg>
        <pc:spChg chg="add mod">
          <ac:chgData name="진옥화" userId="20b55f0b-5a9b-4958-9543-f5cbd24a6a07" providerId="ADAL" clId="{6E6372EA-800A-466F-BA92-E51853A535FD}" dt="2026-07-31T02:25:31.373" v="893"/>
          <ac:spMkLst>
            <pc:docMk/>
            <pc:sldMk cId="2200143697" sldId="545"/>
            <ac:spMk id="12" creationId="{A31F1A8F-E8F7-6630-7E11-ECFE1FC9C904}"/>
          </ac:spMkLst>
        </pc:spChg>
        <pc:spChg chg="add mod">
          <ac:chgData name="진옥화" userId="20b55f0b-5a9b-4958-9543-f5cbd24a6a07" providerId="ADAL" clId="{6E6372EA-800A-466F-BA92-E51853A535FD}" dt="2026-07-31T02:25:31.373" v="893"/>
          <ac:spMkLst>
            <pc:docMk/>
            <pc:sldMk cId="2200143697" sldId="545"/>
            <ac:spMk id="15" creationId="{C2FBBF12-6238-569B-B91B-60E7EF0CA941}"/>
          </ac:spMkLst>
        </pc:spChg>
        <pc:spChg chg="add mod">
          <ac:chgData name="진옥화" userId="20b55f0b-5a9b-4958-9543-f5cbd24a6a07" providerId="ADAL" clId="{6E6372EA-800A-466F-BA92-E51853A535FD}" dt="2026-07-31T02:25:31.373" v="893"/>
          <ac:spMkLst>
            <pc:docMk/>
            <pc:sldMk cId="2200143697" sldId="545"/>
            <ac:spMk id="17" creationId="{61F874AE-8FFA-3061-496C-842BC0CC6E78}"/>
          </ac:spMkLst>
        </pc:spChg>
        <pc:spChg chg="add mod">
          <ac:chgData name="진옥화" userId="20b55f0b-5a9b-4958-9543-f5cbd24a6a07" providerId="ADAL" clId="{6E6372EA-800A-466F-BA92-E51853A535FD}" dt="2026-07-31T02:25:31.373" v="893"/>
          <ac:spMkLst>
            <pc:docMk/>
            <pc:sldMk cId="2200143697" sldId="545"/>
            <ac:spMk id="24" creationId="{8E32498A-601F-D056-3DF6-216EF481D9A8}"/>
          </ac:spMkLst>
        </pc:spChg>
        <pc:spChg chg="add mod">
          <ac:chgData name="진옥화" userId="20b55f0b-5a9b-4958-9543-f5cbd24a6a07" providerId="ADAL" clId="{6E6372EA-800A-466F-BA92-E51853A535FD}" dt="2026-07-31T02:25:31.373" v="893"/>
          <ac:spMkLst>
            <pc:docMk/>
            <pc:sldMk cId="2200143697" sldId="545"/>
            <ac:spMk id="26" creationId="{4D35BA3E-0909-C2D6-A3E8-39EEA63A7130}"/>
          </ac:spMkLst>
        </pc:spChg>
        <pc:cxnChg chg="del">
          <ac:chgData name="진옥화" userId="20b55f0b-5a9b-4958-9543-f5cbd24a6a07" providerId="ADAL" clId="{6E6372EA-800A-466F-BA92-E51853A535FD}" dt="2026-07-31T02:26:06.664" v="901" actId="478"/>
          <ac:cxnSpMkLst>
            <pc:docMk/>
            <pc:sldMk cId="2200143697" sldId="545"/>
            <ac:cxnSpMk id="13" creationId="{5D89265C-4BE2-B9EA-A726-BD904C9A6D92}"/>
          </ac:cxnSpMkLst>
        </pc:cxnChg>
        <pc:cxnChg chg="del">
          <ac:chgData name="진옥화" userId="20b55f0b-5a9b-4958-9543-f5cbd24a6a07" providerId="ADAL" clId="{6E6372EA-800A-466F-BA92-E51853A535FD}" dt="2026-07-31T02:26:07.868" v="902" actId="478"/>
          <ac:cxnSpMkLst>
            <pc:docMk/>
            <pc:sldMk cId="2200143697" sldId="545"/>
            <ac:cxnSpMk id="25" creationId="{D19A4107-7A80-76FA-747F-A1B05F368B83}"/>
          </ac:cxnSpMkLst>
        </pc:cxnChg>
        <pc:cxnChg chg="add mod">
          <ac:chgData name="진옥화" userId="20b55f0b-5a9b-4958-9543-f5cbd24a6a07" providerId="ADAL" clId="{6E6372EA-800A-466F-BA92-E51853A535FD}" dt="2026-07-31T02:26:08.963" v="903"/>
          <ac:cxnSpMkLst>
            <pc:docMk/>
            <pc:sldMk cId="2200143697" sldId="545"/>
            <ac:cxnSpMk id="27" creationId="{2EC99C5F-2BDB-53FA-638E-DF34DBC24959}"/>
          </ac:cxnSpMkLst>
        </pc:cxnChg>
        <pc:cxnChg chg="add mod">
          <ac:chgData name="진옥화" userId="20b55f0b-5a9b-4958-9543-f5cbd24a6a07" providerId="ADAL" clId="{6E6372EA-800A-466F-BA92-E51853A535FD}" dt="2026-07-31T02:26:08.963" v="903"/>
          <ac:cxnSpMkLst>
            <pc:docMk/>
            <pc:sldMk cId="2200143697" sldId="545"/>
            <ac:cxnSpMk id="28" creationId="{D75CC315-AB62-26F7-7D64-C256F37C68D4}"/>
          </ac:cxnSpMkLst>
        </pc:cxnChg>
      </pc:sldChg>
      <pc:sldChg chg="addSp delSp modSp mod">
        <pc:chgData name="진옥화" userId="20b55f0b-5a9b-4958-9543-f5cbd24a6a07" providerId="ADAL" clId="{6E6372EA-800A-466F-BA92-E51853A535FD}" dt="2026-07-31T02:35:08.227" v="1069"/>
        <pc:sldMkLst>
          <pc:docMk/>
          <pc:sldMk cId="702192189" sldId="547"/>
        </pc:sldMkLst>
        <pc:spChg chg="add mod">
          <ac:chgData name="진옥화" userId="20b55f0b-5a9b-4958-9543-f5cbd24a6a07" providerId="ADAL" clId="{6E6372EA-800A-466F-BA92-E51853A535FD}" dt="2026-07-31T02:35:08.227" v="1069"/>
          <ac:spMkLst>
            <pc:docMk/>
            <pc:sldMk cId="702192189" sldId="547"/>
            <ac:spMk id="2" creationId="{910D5736-8E76-42CB-90C7-D0A9E0D01460}"/>
          </ac:spMkLst>
        </pc:spChg>
        <pc:spChg chg="del">
          <ac:chgData name="진옥화" userId="20b55f0b-5a9b-4958-9543-f5cbd24a6a07" providerId="ADAL" clId="{6E6372EA-800A-466F-BA92-E51853A535FD}" dt="2026-07-31T02:33:47.776" v="1051" actId="478"/>
          <ac:spMkLst>
            <pc:docMk/>
            <pc:sldMk cId="702192189" sldId="547"/>
            <ac:spMk id="7" creationId="{BBAF2D46-E985-F11A-A0F7-E36E08A71D12}"/>
          </ac:spMkLst>
        </pc:spChg>
        <pc:spChg chg="add mod">
          <ac:chgData name="진옥화" userId="20b55f0b-5a9b-4958-9543-f5cbd24a6a07" providerId="ADAL" clId="{6E6372EA-800A-466F-BA92-E51853A535FD}" dt="2026-07-31T02:35:08.227" v="1069"/>
          <ac:spMkLst>
            <pc:docMk/>
            <pc:sldMk cId="702192189" sldId="547"/>
            <ac:spMk id="10" creationId="{715CADCE-3A47-1491-9729-12F2B47C90E8}"/>
          </ac:spMkLst>
        </pc:spChg>
        <pc:spChg chg="add mod">
          <ac:chgData name="진옥화" userId="20b55f0b-5a9b-4958-9543-f5cbd24a6a07" providerId="ADAL" clId="{6E6372EA-800A-466F-BA92-E51853A535FD}" dt="2026-07-31T02:35:08.227" v="1069"/>
          <ac:spMkLst>
            <pc:docMk/>
            <pc:sldMk cId="702192189" sldId="547"/>
            <ac:spMk id="30" creationId="{70535589-3EBB-198E-B532-2A2C516984C3}"/>
          </ac:spMkLst>
        </pc:spChg>
        <pc:spChg chg="add mod">
          <ac:chgData name="진옥화" userId="20b55f0b-5a9b-4958-9543-f5cbd24a6a07" providerId="ADAL" clId="{6E6372EA-800A-466F-BA92-E51853A535FD}" dt="2026-07-31T02:35:08.227" v="1069"/>
          <ac:spMkLst>
            <pc:docMk/>
            <pc:sldMk cId="702192189" sldId="547"/>
            <ac:spMk id="31" creationId="{D74F1E52-0C10-3B2C-EF79-9EF506A669B7}"/>
          </ac:spMkLst>
        </pc:spChg>
        <pc:spChg chg="del">
          <ac:chgData name="진옥화" userId="20b55f0b-5a9b-4958-9543-f5cbd24a6a07" providerId="ADAL" clId="{6E6372EA-800A-466F-BA92-E51853A535FD}" dt="2026-07-31T02:33:49.190" v="1053" actId="478"/>
          <ac:spMkLst>
            <pc:docMk/>
            <pc:sldMk cId="702192189" sldId="547"/>
            <ac:spMk id="50" creationId="{A9A98325-C21F-5978-E4A3-5B82AD8895EE}"/>
          </ac:spMkLst>
        </pc:spChg>
        <pc:spChg chg="add mod">
          <ac:chgData name="진옥화" userId="20b55f0b-5a9b-4958-9543-f5cbd24a6a07" providerId="ADAL" clId="{6E6372EA-800A-466F-BA92-E51853A535FD}" dt="2026-07-31T02:35:08.227" v="1069"/>
          <ac:spMkLst>
            <pc:docMk/>
            <pc:sldMk cId="702192189" sldId="547"/>
            <ac:spMk id="51" creationId="{A35BC0AF-B893-0D50-5B32-938708DDBD47}"/>
          </ac:spMkLst>
        </pc:spChg>
        <pc:spChg chg="del">
          <ac:chgData name="진옥화" userId="20b55f0b-5a9b-4958-9543-f5cbd24a6a07" providerId="ADAL" clId="{6E6372EA-800A-466F-BA92-E51853A535FD}" dt="2026-07-31T02:33:48.398" v="1052" actId="478"/>
          <ac:spMkLst>
            <pc:docMk/>
            <pc:sldMk cId="702192189" sldId="547"/>
            <ac:spMk id="52" creationId="{E38748D0-896D-A0C6-E9B0-D8ADE49D0D3D}"/>
          </ac:spMkLst>
        </pc:spChg>
        <pc:spChg chg="add mod">
          <ac:chgData name="진옥화" userId="20b55f0b-5a9b-4958-9543-f5cbd24a6a07" providerId="ADAL" clId="{6E6372EA-800A-466F-BA92-E51853A535FD}" dt="2026-07-31T02:35:08.227" v="1069"/>
          <ac:spMkLst>
            <pc:docMk/>
            <pc:sldMk cId="702192189" sldId="547"/>
            <ac:spMk id="63" creationId="{012EC4A1-6D69-714B-00F8-C0485FB532EF}"/>
          </ac:spMkLst>
        </pc:spChg>
        <pc:spChg chg="add mod">
          <ac:chgData name="진옥화" userId="20b55f0b-5a9b-4958-9543-f5cbd24a6a07" providerId="ADAL" clId="{6E6372EA-800A-466F-BA92-E51853A535FD}" dt="2026-07-31T02:35:08.227" v="1069"/>
          <ac:spMkLst>
            <pc:docMk/>
            <pc:sldMk cId="702192189" sldId="547"/>
            <ac:spMk id="67" creationId="{4B7795C1-FC07-64EA-BBD2-4A2C04802200}"/>
          </ac:spMkLst>
        </pc:spChg>
        <pc:spChg chg="add mod">
          <ac:chgData name="진옥화" userId="20b55f0b-5a9b-4958-9543-f5cbd24a6a07" providerId="ADAL" clId="{6E6372EA-800A-466F-BA92-E51853A535FD}" dt="2026-07-31T02:35:08.227" v="1069"/>
          <ac:spMkLst>
            <pc:docMk/>
            <pc:sldMk cId="702192189" sldId="547"/>
            <ac:spMk id="69" creationId="{3CBBD114-29CA-82C5-02F1-974DC11A31C7}"/>
          </ac:spMkLst>
        </pc:spChg>
        <pc:cxnChg chg="add mod">
          <ac:chgData name="진옥화" userId="20b55f0b-5a9b-4958-9543-f5cbd24a6a07" providerId="ADAL" clId="{6E6372EA-800A-466F-BA92-E51853A535FD}" dt="2026-07-31T02:35:08.227" v="1069"/>
          <ac:cxnSpMkLst>
            <pc:docMk/>
            <pc:sldMk cId="702192189" sldId="547"/>
            <ac:cxnSpMk id="65" creationId="{322761C2-5BD7-FF42-6FB7-AD3561EA4AE7}"/>
          </ac:cxnSpMkLst>
        </pc:cxnChg>
        <pc:cxnChg chg="add mod">
          <ac:chgData name="진옥화" userId="20b55f0b-5a9b-4958-9543-f5cbd24a6a07" providerId="ADAL" clId="{6E6372EA-800A-466F-BA92-E51853A535FD}" dt="2026-07-31T02:35:08.227" v="1069"/>
          <ac:cxnSpMkLst>
            <pc:docMk/>
            <pc:sldMk cId="702192189" sldId="547"/>
            <ac:cxnSpMk id="70" creationId="{531F6D10-BB01-130A-9F26-B7A7E31EAFD0}"/>
          </ac:cxnSpMkLst>
        </pc:cxnChg>
      </pc:sldChg>
      <pc:sldChg chg="addSp delSp modSp mod">
        <pc:chgData name="진옥화" userId="20b55f0b-5a9b-4958-9543-f5cbd24a6a07" providerId="ADAL" clId="{6E6372EA-800A-466F-BA92-E51853A535FD}" dt="2026-07-31T02:35:17.978" v="1071"/>
        <pc:sldMkLst>
          <pc:docMk/>
          <pc:sldMk cId="833456633" sldId="548"/>
        </pc:sldMkLst>
        <pc:spChg chg="add mod">
          <ac:chgData name="진옥화" userId="20b55f0b-5a9b-4958-9543-f5cbd24a6a07" providerId="ADAL" clId="{6E6372EA-800A-466F-BA92-E51853A535FD}" dt="2026-07-31T02:35:17.978" v="1071"/>
          <ac:spMkLst>
            <pc:docMk/>
            <pc:sldMk cId="833456633" sldId="548"/>
            <ac:spMk id="2" creationId="{85E11BEF-FED7-9A82-769D-3C6FF1599B83}"/>
          </ac:spMkLst>
        </pc:spChg>
        <pc:spChg chg="del">
          <ac:chgData name="진옥화" userId="20b55f0b-5a9b-4958-9543-f5cbd24a6a07" providerId="ADAL" clId="{6E6372EA-800A-466F-BA92-E51853A535FD}" dt="2026-07-31T02:34:00.381" v="1057" actId="478"/>
          <ac:spMkLst>
            <pc:docMk/>
            <pc:sldMk cId="833456633" sldId="548"/>
            <ac:spMk id="6" creationId="{F71B4487-8DA3-1ED9-849F-C835F1698C01}"/>
          </ac:spMkLst>
        </pc:spChg>
        <pc:spChg chg="add mod">
          <ac:chgData name="진옥화" userId="20b55f0b-5a9b-4958-9543-f5cbd24a6a07" providerId="ADAL" clId="{6E6372EA-800A-466F-BA92-E51853A535FD}" dt="2026-07-31T02:35:17.978" v="1071"/>
          <ac:spMkLst>
            <pc:docMk/>
            <pc:sldMk cId="833456633" sldId="548"/>
            <ac:spMk id="9" creationId="{13077F9D-CBA3-02DD-333A-7CF3CA52B8EC}"/>
          </ac:spMkLst>
        </pc:spChg>
        <pc:spChg chg="del">
          <ac:chgData name="진옥화" userId="20b55f0b-5a9b-4958-9543-f5cbd24a6a07" providerId="ADAL" clId="{6E6372EA-800A-466F-BA92-E51853A535FD}" dt="2026-07-31T02:34:02.005" v="1059" actId="478"/>
          <ac:spMkLst>
            <pc:docMk/>
            <pc:sldMk cId="833456633" sldId="548"/>
            <ac:spMk id="13" creationId="{F0DA4A3E-BB2A-C6F1-5B4C-206055D6B26C}"/>
          </ac:spMkLst>
        </pc:spChg>
        <pc:spChg chg="add mod">
          <ac:chgData name="진옥화" userId="20b55f0b-5a9b-4958-9543-f5cbd24a6a07" providerId="ADAL" clId="{6E6372EA-800A-466F-BA92-E51853A535FD}" dt="2026-07-31T02:35:17.978" v="1071"/>
          <ac:spMkLst>
            <pc:docMk/>
            <pc:sldMk cId="833456633" sldId="548"/>
            <ac:spMk id="14" creationId="{6FFB6BE5-3535-5600-D66C-B290A283E6F9}"/>
          </ac:spMkLst>
        </pc:spChg>
        <pc:spChg chg="del">
          <ac:chgData name="진옥화" userId="20b55f0b-5a9b-4958-9543-f5cbd24a6a07" providerId="ADAL" clId="{6E6372EA-800A-466F-BA92-E51853A535FD}" dt="2026-07-31T02:34:00.962" v="1058" actId="478"/>
          <ac:spMkLst>
            <pc:docMk/>
            <pc:sldMk cId="833456633" sldId="548"/>
            <ac:spMk id="15" creationId="{2244FF4A-6053-35B2-245F-2EFCC4F31994}"/>
          </ac:spMkLst>
        </pc:spChg>
        <pc:spChg chg="add mod">
          <ac:chgData name="진옥화" userId="20b55f0b-5a9b-4958-9543-f5cbd24a6a07" providerId="ADAL" clId="{6E6372EA-800A-466F-BA92-E51853A535FD}" dt="2026-07-31T02:35:17.978" v="1071"/>
          <ac:spMkLst>
            <pc:docMk/>
            <pc:sldMk cId="833456633" sldId="548"/>
            <ac:spMk id="17" creationId="{D0A5EA5A-BB4B-3DC0-6E59-D658B5CE3AB3}"/>
          </ac:spMkLst>
        </pc:spChg>
        <pc:spChg chg="add mod">
          <ac:chgData name="진옥화" userId="20b55f0b-5a9b-4958-9543-f5cbd24a6a07" providerId="ADAL" clId="{6E6372EA-800A-466F-BA92-E51853A535FD}" dt="2026-07-31T02:35:17.978" v="1071"/>
          <ac:spMkLst>
            <pc:docMk/>
            <pc:sldMk cId="833456633" sldId="548"/>
            <ac:spMk id="23" creationId="{06399623-A34E-120E-4491-619CC972228B}"/>
          </ac:spMkLst>
        </pc:spChg>
        <pc:spChg chg="add mod">
          <ac:chgData name="진옥화" userId="20b55f0b-5a9b-4958-9543-f5cbd24a6a07" providerId="ADAL" clId="{6E6372EA-800A-466F-BA92-E51853A535FD}" dt="2026-07-31T02:35:17.978" v="1071"/>
          <ac:spMkLst>
            <pc:docMk/>
            <pc:sldMk cId="833456633" sldId="548"/>
            <ac:spMk id="25" creationId="{17BAEF68-1EED-AD70-6B4C-48B3AC37E3F3}"/>
          </ac:spMkLst>
        </pc:spChg>
        <pc:spChg chg="add mod">
          <ac:chgData name="진옥화" userId="20b55f0b-5a9b-4958-9543-f5cbd24a6a07" providerId="ADAL" clId="{6E6372EA-800A-466F-BA92-E51853A535FD}" dt="2026-07-31T02:35:17.978" v="1071"/>
          <ac:spMkLst>
            <pc:docMk/>
            <pc:sldMk cId="833456633" sldId="548"/>
            <ac:spMk id="31" creationId="{76A92774-5DDD-958D-0961-CAEBC9400E7A}"/>
          </ac:spMkLst>
        </pc:spChg>
        <pc:spChg chg="add mod">
          <ac:chgData name="진옥화" userId="20b55f0b-5a9b-4958-9543-f5cbd24a6a07" providerId="ADAL" clId="{6E6372EA-800A-466F-BA92-E51853A535FD}" dt="2026-07-31T02:35:17.978" v="1071"/>
          <ac:spMkLst>
            <pc:docMk/>
            <pc:sldMk cId="833456633" sldId="548"/>
            <ac:spMk id="32" creationId="{123BFCC8-B97C-F63E-73C2-F9166D40B9BA}"/>
          </ac:spMkLst>
        </pc:spChg>
        <pc:cxnChg chg="add mod">
          <ac:chgData name="진옥화" userId="20b55f0b-5a9b-4958-9543-f5cbd24a6a07" providerId="ADAL" clId="{6E6372EA-800A-466F-BA92-E51853A535FD}" dt="2026-07-31T02:35:17.978" v="1071"/>
          <ac:cxnSpMkLst>
            <pc:docMk/>
            <pc:sldMk cId="833456633" sldId="548"/>
            <ac:cxnSpMk id="30" creationId="{10742465-7994-EAC1-5D7A-18ABBC57904B}"/>
          </ac:cxnSpMkLst>
        </pc:cxnChg>
        <pc:cxnChg chg="add mod">
          <ac:chgData name="진옥화" userId="20b55f0b-5a9b-4958-9543-f5cbd24a6a07" providerId="ADAL" clId="{6E6372EA-800A-466F-BA92-E51853A535FD}" dt="2026-07-31T02:35:17.978" v="1071"/>
          <ac:cxnSpMkLst>
            <pc:docMk/>
            <pc:sldMk cId="833456633" sldId="548"/>
            <ac:cxnSpMk id="48" creationId="{771187E3-3A4E-E469-7B19-F55CD838BCFB}"/>
          </ac:cxnSpMkLst>
        </pc:cxnChg>
      </pc:sldChg>
      <pc:sldChg chg="addSp delSp modSp mod">
        <pc:chgData name="진옥화" userId="20b55f0b-5a9b-4958-9543-f5cbd24a6a07" providerId="ADAL" clId="{6E6372EA-800A-466F-BA92-E51853A535FD}" dt="2026-07-31T02:26:28.351" v="912"/>
        <pc:sldMkLst>
          <pc:docMk/>
          <pc:sldMk cId="2012116501" sldId="549"/>
        </pc:sldMkLst>
        <pc:spChg chg="add mod">
          <ac:chgData name="진옥화" userId="20b55f0b-5a9b-4958-9543-f5cbd24a6a07" providerId="ADAL" clId="{6E6372EA-800A-466F-BA92-E51853A535FD}" dt="2026-07-31T02:25:25.041" v="890"/>
          <ac:spMkLst>
            <pc:docMk/>
            <pc:sldMk cId="2012116501" sldId="549"/>
            <ac:spMk id="3" creationId="{5E88BB97-9AE9-0376-3FD3-C5EBF4155870}"/>
          </ac:spMkLst>
        </pc:spChg>
        <pc:spChg chg="add mod">
          <ac:chgData name="진옥화" userId="20b55f0b-5a9b-4958-9543-f5cbd24a6a07" providerId="ADAL" clId="{6E6372EA-800A-466F-BA92-E51853A535FD}" dt="2026-07-31T02:25:25.041" v="890"/>
          <ac:spMkLst>
            <pc:docMk/>
            <pc:sldMk cId="2012116501" sldId="549"/>
            <ac:spMk id="12" creationId="{AF65202D-D8CC-6ABE-14E4-7B13A41D30BA}"/>
          </ac:spMkLst>
        </pc:spChg>
        <pc:spChg chg="add mod">
          <ac:chgData name="진옥화" userId="20b55f0b-5a9b-4958-9543-f5cbd24a6a07" providerId="ADAL" clId="{6E6372EA-800A-466F-BA92-E51853A535FD}" dt="2026-07-31T02:25:25.041" v="890"/>
          <ac:spMkLst>
            <pc:docMk/>
            <pc:sldMk cId="2012116501" sldId="549"/>
            <ac:spMk id="15" creationId="{585FCB5C-0ADE-2CA9-8C0C-20239DBC0EED}"/>
          </ac:spMkLst>
        </pc:spChg>
        <pc:spChg chg="add mod">
          <ac:chgData name="진옥화" userId="20b55f0b-5a9b-4958-9543-f5cbd24a6a07" providerId="ADAL" clId="{6E6372EA-800A-466F-BA92-E51853A535FD}" dt="2026-07-31T02:25:25.041" v="890"/>
          <ac:spMkLst>
            <pc:docMk/>
            <pc:sldMk cId="2012116501" sldId="549"/>
            <ac:spMk id="32" creationId="{52886BC7-D90C-C34A-0E44-1179D1729293}"/>
          </ac:spMkLst>
        </pc:spChg>
        <pc:spChg chg="add mod">
          <ac:chgData name="진옥화" userId="20b55f0b-5a9b-4958-9543-f5cbd24a6a07" providerId="ADAL" clId="{6E6372EA-800A-466F-BA92-E51853A535FD}" dt="2026-07-31T02:25:25.041" v="890"/>
          <ac:spMkLst>
            <pc:docMk/>
            <pc:sldMk cId="2012116501" sldId="549"/>
            <ac:spMk id="33" creationId="{37887052-B51C-4FAF-8CBA-11346923C6BA}"/>
          </ac:spMkLst>
        </pc:spChg>
        <pc:spChg chg="add mod">
          <ac:chgData name="진옥화" userId="20b55f0b-5a9b-4958-9543-f5cbd24a6a07" providerId="ADAL" clId="{6E6372EA-800A-466F-BA92-E51853A535FD}" dt="2026-07-31T02:25:25.041" v="890"/>
          <ac:spMkLst>
            <pc:docMk/>
            <pc:sldMk cId="2012116501" sldId="549"/>
            <ac:spMk id="34" creationId="{7903C3D6-C6D6-2C75-0BD5-9FC260FE9877}"/>
          </ac:spMkLst>
        </pc:spChg>
        <pc:spChg chg="add mod">
          <ac:chgData name="진옥화" userId="20b55f0b-5a9b-4958-9543-f5cbd24a6a07" providerId="ADAL" clId="{6E6372EA-800A-466F-BA92-E51853A535FD}" dt="2026-07-31T02:25:25.041" v="890"/>
          <ac:spMkLst>
            <pc:docMk/>
            <pc:sldMk cId="2012116501" sldId="549"/>
            <ac:spMk id="54" creationId="{5BC2B176-365F-7C38-3F54-7501ABAB7860}"/>
          </ac:spMkLst>
        </pc:spChg>
        <pc:spChg chg="add mod">
          <ac:chgData name="진옥화" userId="20b55f0b-5a9b-4958-9543-f5cbd24a6a07" providerId="ADAL" clId="{6E6372EA-800A-466F-BA92-E51853A535FD}" dt="2026-07-31T02:25:25.041" v="890"/>
          <ac:spMkLst>
            <pc:docMk/>
            <pc:sldMk cId="2012116501" sldId="549"/>
            <ac:spMk id="56" creationId="{9ABE0427-99CD-5025-0FA3-EF9229577B78}"/>
          </ac:spMkLst>
        </pc:spChg>
        <pc:spChg chg="add mod">
          <ac:chgData name="진옥화" userId="20b55f0b-5a9b-4958-9543-f5cbd24a6a07" providerId="ADAL" clId="{6E6372EA-800A-466F-BA92-E51853A535FD}" dt="2026-07-31T02:25:25.041" v="890"/>
          <ac:spMkLst>
            <pc:docMk/>
            <pc:sldMk cId="2012116501" sldId="549"/>
            <ac:spMk id="64" creationId="{AFF26A89-D47B-A00D-260C-35DC49F78F35}"/>
          </ac:spMkLst>
        </pc:spChg>
        <pc:spChg chg="add mod">
          <ac:chgData name="진옥화" userId="20b55f0b-5a9b-4958-9543-f5cbd24a6a07" providerId="ADAL" clId="{6E6372EA-800A-466F-BA92-E51853A535FD}" dt="2026-07-31T02:25:25.041" v="890"/>
          <ac:spMkLst>
            <pc:docMk/>
            <pc:sldMk cId="2012116501" sldId="549"/>
            <ac:spMk id="66" creationId="{FEBF1C80-5B93-DADD-140F-41997F362D91}"/>
          </ac:spMkLst>
        </pc:spChg>
        <pc:cxnChg chg="del">
          <ac:chgData name="진옥화" userId="20b55f0b-5a9b-4958-9543-f5cbd24a6a07" providerId="ADAL" clId="{6E6372EA-800A-466F-BA92-E51853A535FD}" dt="2026-07-31T02:26:25.740" v="910" actId="478"/>
          <ac:cxnSpMkLst>
            <pc:docMk/>
            <pc:sldMk cId="2012116501" sldId="549"/>
            <ac:cxnSpMk id="51" creationId="{FC1C0ED0-63F6-BAD9-E953-2D4DE5220C71}"/>
          </ac:cxnSpMkLst>
        </pc:cxnChg>
        <pc:cxnChg chg="del">
          <ac:chgData name="진옥화" userId="20b55f0b-5a9b-4958-9543-f5cbd24a6a07" providerId="ADAL" clId="{6E6372EA-800A-466F-BA92-E51853A535FD}" dt="2026-07-31T02:26:27.165" v="911" actId="478"/>
          <ac:cxnSpMkLst>
            <pc:docMk/>
            <pc:sldMk cId="2012116501" sldId="549"/>
            <ac:cxnSpMk id="65" creationId="{359CFD26-7711-561B-4FA2-7903B6889E8D}"/>
          </ac:cxnSpMkLst>
        </pc:cxnChg>
        <pc:cxnChg chg="add mod">
          <ac:chgData name="진옥화" userId="20b55f0b-5a9b-4958-9543-f5cbd24a6a07" providerId="ADAL" clId="{6E6372EA-800A-466F-BA92-E51853A535FD}" dt="2026-07-31T02:26:28.351" v="912"/>
          <ac:cxnSpMkLst>
            <pc:docMk/>
            <pc:sldMk cId="2012116501" sldId="549"/>
            <ac:cxnSpMk id="67" creationId="{DDCEDE4B-F9D6-0B3B-F168-85D523E2479D}"/>
          </ac:cxnSpMkLst>
        </pc:cxnChg>
        <pc:cxnChg chg="add mod">
          <ac:chgData name="진옥화" userId="20b55f0b-5a9b-4958-9543-f5cbd24a6a07" providerId="ADAL" clId="{6E6372EA-800A-466F-BA92-E51853A535FD}" dt="2026-07-31T02:26:28.351" v="912"/>
          <ac:cxnSpMkLst>
            <pc:docMk/>
            <pc:sldMk cId="2012116501" sldId="549"/>
            <ac:cxnSpMk id="72" creationId="{E1EEF8C7-8032-CD2C-3887-6A183B0EABEB}"/>
          </ac:cxnSpMkLst>
        </pc:cxnChg>
      </pc:sldChg>
      <pc:sldChg chg="addSp delSp modSp mod">
        <pc:chgData name="진옥화" userId="20b55f0b-5a9b-4958-9543-f5cbd24a6a07" providerId="ADAL" clId="{6E6372EA-800A-466F-BA92-E51853A535FD}" dt="2026-07-31T02:26:15.840" v="906"/>
        <pc:sldMkLst>
          <pc:docMk/>
          <pc:sldMk cId="2673910386" sldId="550"/>
        </pc:sldMkLst>
        <pc:spChg chg="add mod">
          <ac:chgData name="진옥화" userId="20b55f0b-5a9b-4958-9543-f5cbd24a6a07" providerId="ADAL" clId="{6E6372EA-800A-466F-BA92-E51853A535FD}" dt="2026-07-31T02:25:29.596" v="892"/>
          <ac:spMkLst>
            <pc:docMk/>
            <pc:sldMk cId="2673910386" sldId="550"/>
            <ac:spMk id="11" creationId="{537256F5-2C79-EE88-B29C-6EAB54A3CE8B}"/>
          </ac:spMkLst>
        </pc:spChg>
        <pc:spChg chg="add mod">
          <ac:chgData name="진옥화" userId="20b55f0b-5a9b-4958-9543-f5cbd24a6a07" providerId="ADAL" clId="{6E6372EA-800A-466F-BA92-E51853A535FD}" dt="2026-07-31T02:25:29.596" v="892"/>
          <ac:spMkLst>
            <pc:docMk/>
            <pc:sldMk cId="2673910386" sldId="550"/>
            <ac:spMk id="16" creationId="{35D8520F-A2FF-C468-A214-DF09FBF1F4B7}"/>
          </ac:spMkLst>
        </pc:spChg>
        <pc:spChg chg="add mod">
          <ac:chgData name="진옥화" userId="20b55f0b-5a9b-4958-9543-f5cbd24a6a07" providerId="ADAL" clId="{6E6372EA-800A-466F-BA92-E51853A535FD}" dt="2026-07-31T02:25:29.596" v="892"/>
          <ac:spMkLst>
            <pc:docMk/>
            <pc:sldMk cId="2673910386" sldId="550"/>
            <ac:spMk id="17" creationId="{87006476-7B0C-9DE8-8F02-F6A840E3787C}"/>
          </ac:spMkLst>
        </pc:spChg>
        <pc:spChg chg="add mod">
          <ac:chgData name="진옥화" userId="20b55f0b-5a9b-4958-9543-f5cbd24a6a07" providerId="ADAL" clId="{6E6372EA-800A-466F-BA92-E51853A535FD}" dt="2026-07-31T02:25:29.596" v="892"/>
          <ac:spMkLst>
            <pc:docMk/>
            <pc:sldMk cId="2673910386" sldId="550"/>
            <ac:spMk id="18" creationId="{E1174CCF-1BDE-B2AF-D028-ECEFE924717C}"/>
          </ac:spMkLst>
        </pc:spChg>
        <pc:spChg chg="add mod">
          <ac:chgData name="진옥화" userId="20b55f0b-5a9b-4958-9543-f5cbd24a6a07" providerId="ADAL" clId="{6E6372EA-800A-466F-BA92-E51853A535FD}" dt="2026-07-31T02:25:29.596" v="892"/>
          <ac:spMkLst>
            <pc:docMk/>
            <pc:sldMk cId="2673910386" sldId="550"/>
            <ac:spMk id="19" creationId="{A3C60A20-F287-B8C7-5617-00A3649900DF}"/>
          </ac:spMkLst>
        </pc:spChg>
        <pc:spChg chg="add mod">
          <ac:chgData name="진옥화" userId="20b55f0b-5a9b-4958-9543-f5cbd24a6a07" providerId="ADAL" clId="{6E6372EA-800A-466F-BA92-E51853A535FD}" dt="2026-07-31T02:25:29.596" v="892"/>
          <ac:spMkLst>
            <pc:docMk/>
            <pc:sldMk cId="2673910386" sldId="550"/>
            <ac:spMk id="20" creationId="{F19BB18E-3F67-0731-DF39-3152A8AC884C}"/>
          </ac:spMkLst>
        </pc:spChg>
        <pc:spChg chg="add mod">
          <ac:chgData name="진옥화" userId="20b55f0b-5a9b-4958-9543-f5cbd24a6a07" providerId="ADAL" clId="{6E6372EA-800A-466F-BA92-E51853A535FD}" dt="2026-07-31T02:25:29.596" v="892"/>
          <ac:spMkLst>
            <pc:docMk/>
            <pc:sldMk cId="2673910386" sldId="550"/>
            <ac:spMk id="22" creationId="{5F8989FA-00BA-E136-1806-83AC51750AD3}"/>
          </ac:spMkLst>
        </pc:spChg>
        <pc:spChg chg="add mod">
          <ac:chgData name="진옥화" userId="20b55f0b-5a9b-4958-9543-f5cbd24a6a07" providerId="ADAL" clId="{6E6372EA-800A-466F-BA92-E51853A535FD}" dt="2026-07-31T02:25:29.596" v="892"/>
          <ac:spMkLst>
            <pc:docMk/>
            <pc:sldMk cId="2673910386" sldId="550"/>
            <ac:spMk id="23" creationId="{593F065C-BE2E-7833-0881-47CAC7A2AA6A}"/>
          </ac:spMkLst>
        </pc:spChg>
        <pc:spChg chg="add mod">
          <ac:chgData name="진옥화" userId="20b55f0b-5a9b-4958-9543-f5cbd24a6a07" providerId="ADAL" clId="{6E6372EA-800A-466F-BA92-E51853A535FD}" dt="2026-07-31T02:25:29.596" v="892"/>
          <ac:spMkLst>
            <pc:docMk/>
            <pc:sldMk cId="2673910386" sldId="550"/>
            <ac:spMk id="24" creationId="{01E0878E-B681-7931-7860-BB5B1150FCF6}"/>
          </ac:spMkLst>
        </pc:spChg>
        <pc:spChg chg="add mod">
          <ac:chgData name="진옥화" userId="20b55f0b-5a9b-4958-9543-f5cbd24a6a07" providerId="ADAL" clId="{6E6372EA-800A-466F-BA92-E51853A535FD}" dt="2026-07-31T02:25:29.596" v="892"/>
          <ac:spMkLst>
            <pc:docMk/>
            <pc:sldMk cId="2673910386" sldId="550"/>
            <ac:spMk id="26" creationId="{38ECE116-9C92-A47E-FA11-3601ADCEC8EA}"/>
          </ac:spMkLst>
        </pc:spChg>
        <pc:cxnChg chg="del">
          <ac:chgData name="진옥화" userId="20b55f0b-5a9b-4958-9543-f5cbd24a6a07" providerId="ADAL" clId="{6E6372EA-800A-466F-BA92-E51853A535FD}" dt="2026-07-31T02:26:13.666" v="904" actId="478"/>
          <ac:cxnSpMkLst>
            <pc:docMk/>
            <pc:sldMk cId="2673910386" sldId="550"/>
            <ac:cxnSpMk id="21" creationId="{04AE8414-365F-D4DD-0B3D-2C03B780408B}"/>
          </ac:cxnSpMkLst>
        </pc:cxnChg>
        <pc:cxnChg chg="del">
          <ac:chgData name="진옥화" userId="20b55f0b-5a9b-4958-9543-f5cbd24a6a07" providerId="ADAL" clId="{6E6372EA-800A-466F-BA92-E51853A535FD}" dt="2026-07-31T02:26:14.764" v="905" actId="478"/>
          <ac:cxnSpMkLst>
            <pc:docMk/>
            <pc:sldMk cId="2673910386" sldId="550"/>
            <ac:cxnSpMk id="25" creationId="{08BD6F11-7F6E-EB41-46E7-A2F2774AF752}"/>
          </ac:cxnSpMkLst>
        </pc:cxnChg>
        <pc:cxnChg chg="add mod">
          <ac:chgData name="진옥화" userId="20b55f0b-5a9b-4958-9543-f5cbd24a6a07" providerId="ADAL" clId="{6E6372EA-800A-466F-BA92-E51853A535FD}" dt="2026-07-31T02:26:15.840" v="906"/>
          <ac:cxnSpMkLst>
            <pc:docMk/>
            <pc:sldMk cId="2673910386" sldId="550"/>
            <ac:cxnSpMk id="27" creationId="{C9513213-25AA-CD32-4AE8-95A648B7AF1A}"/>
          </ac:cxnSpMkLst>
        </pc:cxnChg>
        <pc:cxnChg chg="add mod">
          <ac:chgData name="진옥화" userId="20b55f0b-5a9b-4958-9543-f5cbd24a6a07" providerId="ADAL" clId="{6E6372EA-800A-466F-BA92-E51853A535FD}" dt="2026-07-31T02:26:15.840" v="906"/>
          <ac:cxnSpMkLst>
            <pc:docMk/>
            <pc:sldMk cId="2673910386" sldId="550"/>
            <ac:cxnSpMk id="32" creationId="{8ED3AD3D-4E0F-F130-D668-EFAF96AA1DC4}"/>
          </ac:cxnSpMkLst>
        </pc:cxnChg>
      </pc:sldChg>
      <pc:sldChg chg="addSp delSp modSp mod">
        <pc:chgData name="진옥화" userId="20b55f0b-5a9b-4958-9543-f5cbd24a6a07" providerId="ADAL" clId="{6E6372EA-800A-466F-BA92-E51853A535FD}" dt="2026-07-31T02:26:41.494" v="918"/>
        <pc:sldMkLst>
          <pc:docMk/>
          <pc:sldMk cId="1616203889" sldId="551"/>
        </pc:sldMkLst>
        <pc:spChg chg="add mod">
          <ac:chgData name="진옥화" userId="20b55f0b-5a9b-4958-9543-f5cbd24a6a07" providerId="ADAL" clId="{6E6372EA-800A-466F-BA92-E51853A535FD}" dt="2026-07-31T02:25:20.847" v="888"/>
          <ac:spMkLst>
            <pc:docMk/>
            <pc:sldMk cId="1616203889" sldId="551"/>
            <ac:spMk id="3" creationId="{4CC2739D-654B-780C-C4BE-DF5E3672533E}"/>
          </ac:spMkLst>
        </pc:spChg>
        <pc:spChg chg="add mod">
          <ac:chgData name="진옥화" userId="20b55f0b-5a9b-4958-9543-f5cbd24a6a07" providerId="ADAL" clId="{6E6372EA-800A-466F-BA92-E51853A535FD}" dt="2026-07-31T02:25:20.847" v="888"/>
          <ac:spMkLst>
            <pc:docMk/>
            <pc:sldMk cId="1616203889" sldId="551"/>
            <ac:spMk id="9" creationId="{8A0DC7A6-9A2B-DF68-6F79-A0025C103BDD}"/>
          </ac:spMkLst>
        </pc:spChg>
        <pc:spChg chg="add mod">
          <ac:chgData name="진옥화" userId="20b55f0b-5a9b-4958-9543-f5cbd24a6a07" providerId="ADAL" clId="{6E6372EA-800A-466F-BA92-E51853A535FD}" dt="2026-07-31T02:25:20.847" v="888"/>
          <ac:spMkLst>
            <pc:docMk/>
            <pc:sldMk cId="1616203889" sldId="551"/>
            <ac:spMk id="12" creationId="{F7295B47-B4A8-B37F-D897-EFC2DFA9AD7F}"/>
          </ac:spMkLst>
        </pc:spChg>
        <pc:spChg chg="add mod">
          <ac:chgData name="진옥화" userId="20b55f0b-5a9b-4958-9543-f5cbd24a6a07" providerId="ADAL" clId="{6E6372EA-800A-466F-BA92-E51853A535FD}" dt="2026-07-31T02:25:20.847" v="888"/>
          <ac:spMkLst>
            <pc:docMk/>
            <pc:sldMk cId="1616203889" sldId="551"/>
            <ac:spMk id="16" creationId="{4DDDED5B-C7DB-C913-3DF7-5701409C53E7}"/>
          </ac:spMkLst>
        </pc:spChg>
        <pc:spChg chg="add mod">
          <ac:chgData name="진옥화" userId="20b55f0b-5a9b-4958-9543-f5cbd24a6a07" providerId="ADAL" clId="{6E6372EA-800A-466F-BA92-E51853A535FD}" dt="2026-07-31T02:25:20.847" v="888"/>
          <ac:spMkLst>
            <pc:docMk/>
            <pc:sldMk cId="1616203889" sldId="551"/>
            <ac:spMk id="17" creationId="{366DA52E-CE91-226D-EAC0-A9B4F3AB15B4}"/>
          </ac:spMkLst>
        </pc:spChg>
        <pc:spChg chg="add mod">
          <ac:chgData name="진옥화" userId="20b55f0b-5a9b-4958-9543-f5cbd24a6a07" providerId="ADAL" clId="{6E6372EA-800A-466F-BA92-E51853A535FD}" dt="2026-07-31T02:25:20.847" v="888"/>
          <ac:spMkLst>
            <pc:docMk/>
            <pc:sldMk cId="1616203889" sldId="551"/>
            <ac:spMk id="18" creationId="{AD7D3502-CF96-5E4F-221A-80839C796007}"/>
          </ac:spMkLst>
        </pc:spChg>
        <pc:spChg chg="add mod">
          <ac:chgData name="진옥화" userId="20b55f0b-5a9b-4958-9543-f5cbd24a6a07" providerId="ADAL" clId="{6E6372EA-800A-466F-BA92-E51853A535FD}" dt="2026-07-31T02:25:20.847" v="888"/>
          <ac:spMkLst>
            <pc:docMk/>
            <pc:sldMk cId="1616203889" sldId="551"/>
            <ac:spMk id="20" creationId="{4B772F0F-BB53-A427-ACA1-86274CC86E26}"/>
          </ac:spMkLst>
        </pc:spChg>
        <pc:spChg chg="add mod">
          <ac:chgData name="진옥화" userId="20b55f0b-5a9b-4958-9543-f5cbd24a6a07" providerId="ADAL" clId="{6E6372EA-800A-466F-BA92-E51853A535FD}" dt="2026-07-31T02:25:20.847" v="888"/>
          <ac:spMkLst>
            <pc:docMk/>
            <pc:sldMk cId="1616203889" sldId="551"/>
            <ac:spMk id="21" creationId="{E8C81014-F95A-A5B5-BC53-F13809E48253}"/>
          </ac:spMkLst>
        </pc:spChg>
        <pc:spChg chg="add mod">
          <ac:chgData name="진옥화" userId="20b55f0b-5a9b-4958-9543-f5cbd24a6a07" providerId="ADAL" clId="{6E6372EA-800A-466F-BA92-E51853A535FD}" dt="2026-07-31T02:25:20.847" v="888"/>
          <ac:spMkLst>
            <pc:docMk/>
            <pc:sldMk cId="1616203889" sldId="551"/>
            <ac:spMk id="22" creationId="{25376A78-3551-7C19-B8E4-9EC4EB87D05D}"/>
          </ac:spMkLst>
        </pc:spChg>
        <pc:spChg chg="add mod">
          <ac:chgData name="진옥화" userId="20b55f0b-5a9b-4958-9543-f5cbd24a6a07" providerId="ADAL" clId="{6E6372EA-800A-466F-BA92-E51853A535FD}" dt="2026-07-31T02:25:20.847" v="888"/>
          <ac:spMkLst>
            <pc:docMk/>
            <pc:sldMk cId="1616203889" sldId="551"/>
            <ac:spMk id="24" creationId="{A2481D17-953A-6F63-DE82-9E0AC0818B6C}"/>
          </ac:spMkLst>
        </pc:spChg>
        <pc:cxnChg chg="del">
          <ac:chgData name="진옥화" userId="20b55f0b-5a9b-4958-9543-f5cbd24a6a07" providerId="ADAL" clId="{6E6372EA-800A-466F-BA92-E51853A535FD}" dt="2026-07-31T02:26:39.321" v="916" actId="478"/>
          <ac:cxnSpMkLst>
            <pc:docMk/>
            <pc:sldMk cId="1616203889" sldId="551"/>
            <ac:cxnSpMk id="19" creationId="{63D99231-39EC-FB20-6D53-AC6251287B93}"/>
          </ac:cxnSpMkLst>
        </pc:cxnChg>
        <pc:cxnChg chg="del">
          <ac:chgData name="진옥화" userId="20b55f0b-5a9b-4958-9543-f5cbd24a6a07" providerId="ADAL" clId="{6E6372EA-800A-466F-BA92-E51853A535FD}" dt="2026-07-31T02:26:40.276" v="917" actId="478"/>
          <ac:cxnSpMkLst>
            <pc:docMk/>
            <pc:sldMk cId="1616203889" sldId="551"/>
            <ac:cxnSpMk id="23" creationId="{4995FCC3-BCC7-D580-BCED-92D919005D4A}"/>
          </ac:cxnSpMkLst>
        </pc:cxnChg>
        <pc:cxnChg chg="add mod">
          <ac:chgData name="진옥화" userId="20b55f0b-5a9b-4958-9543-f5cbd24a6a07" providerId="ADAL" clId="{6E6372EA-800A-466F-BA92-E51853A535FD}" dt="2026-07-31T02:26:41.494" v="918"/>
          <ac:cxnSpMkLst>
            <pc:docMk/>
            <pc:sldMk cId="1616203889" sldId="551"/>
            <ac:cxnSpMk id="25" creationId="{BAE46F0F-95FA-0AE8-963D-DD550A89EF3E}"/>
          </ac:cxnSpMkLst>
        </pc:cxnChg>
        <pc:cxnChg chg="add mod">
          <ac:chgData name="진옥화" userId="20b55f0b-5a9b-4958-9543-f5cbd24a6a07" providerId="ADAL" clId="{6E6372EA-800A-466F-BA92-E51853A535FD}" dt="2026-07-31T02:26:41.494" v="918"/>
          <ac:cxnSpMkLst>
            <pc:docMk/>
            <pc:sldMk cId="1616203889" sldId="551"/>
            <ac:cxnSpMk id="26" creationId="{7011264A-553E-4F36-1A8C-448DD3309B95}"/>
          </ac:cxnSpMkLst>
        </pc:cxnChg>
      </pc:sldChg>
      <pc:sldChg chg="addSp delSp modSp mod">
        <pc:chgData name="진옥화" userId="20b55f0b-5a9b-4958-9543-f5cbd24a6a07" providerId="ADAL" clId="{6E6372EA-800A-466F-BA92-E51853A535FD}" dt="2026-07-31T02:26:21.779" v="909"/>
        <pc:sldMkLst>
          <pc:docMk/>
          <pc:sldMk cId="2392036652" sldId="552"/>
        </pc:sldMkLst>
        <pc:spChg chg="add mod">
          <ac:chgData name="진옥화" userId="20b55f0b-5a9b-4958-9543-f5cbd24a6a07" providerId="ADAL" clId="{6E6372EA-800A-466F-BA92-E51853A535FD}" dt="2026-07-31T02:25:27.234" v="891"/>
          <ac:spMkLst>
            <pc:docMk/>
            <pc:sldMk cId="2392036652" sldId="552"/>
            <ac:spMk id="3" creationId="{BC827423-9414-257B-5B30-6436D6EADEF8}"/>
          </ac:spMkLst>
        </pc:spChg>
        <pc:spChg chg="add mod">
          <ac:chgData name="진옥화" userId="20b55f0b-5a9b-4958-9543-f5cbd24a6a07" providerId="ADAL" clId="{6E6372EA-800A-466F-BA92-E51853A535FD}" dt="2026-07-31T02:25:27.234" v="891"/>
          <ac:spMkLst>
            <pc:docMk/>
            <pc:sldMk cId="2392036652" sldId="552"/>
            <ac:spMk id="15" creationId="{5CAC60F2-126E-8B1C-BAF3-B9163BF9D8BE}"/>
          </ac:spMkLst>
        </pc:spChg>
        <pc:spChg chg="add mod">
          <ac:chgData name="진옥화" userId="20b55f0b-5a9b-4958-9543-f5cbd24a6a07" providerId="ADAL" clId="{6E6372EA-800A-466F-BA92-E51853A535FD}" dt="2026-07-31T02:25:27.234" v="891"/>
          <ac:spMkLst>
            <pc:docMk/>
            <pc:sldMk cId="2392036652" sldId="552"/>
            <ac:spMk id="33" creationId="{3CF62D61-A295-6FC7-9142-BC4B08BAADDD}"/>
          </ac:spMkLst>
        </pc:spChg>
        <pc:spChg chg="add mod">
          <ac:chgData name="진옥화" userId="20b55f0b-5a9b-4958-9543-f5cbd24a6a07" providerId="ADAL" clId="{6E6372EA-800A-466F-BA92-E51853A535FD}" dt="2026-07-31T02:25:27.234" v="891"/>
          <ac:spMkLst>
            <pc:docMk/>
            <pc:sldMk cId="2392036652" sldId="552"/>
            <ac:spMk id="51" creationId="{91200997-896A-3D7A-5281-322ADCB9F41C}"/>
          </ac:spMkLst>
        </pc:spChg>
        <pc:spChg chg="add mod">
          <ac:chgData name="진옥화" userId="20b55f0b-5a9b-4958-9543-f5cbd24a6a07" providerId="ADAL" clId="{6E6372EA-800A-466F-BA92-E51853A535FD}" dt="2026-07-31T02:25:27.234" v="891"/>
          <ac:spMkLst>
            <pc:docMk/>
            <pc:sldMk cId="2392036652" sldId="552"/>
            <ac:spMk id="57" creationId="{89A9BAA1-52FD-7907-8007-130D41198067}"/>
          </ac:spMkLst>
        </pc:spChg>
        <pc:spChg chg="add mod">
          <ac:chgData name="진옥화" userId="20b55f0b-5a9b-4958-9543-f5cbd24a6a07" providerId="ADAL" clId="{6E6372EA-800A-466F-BA92-E51853A535FD}" dt="2026-07-31T02:25:27.234" v="891"/>
          <ac:spMkLst>
            <pc:docMk/>
            <pc:sldMk cId="2392036652" sldId="552"/>
            <ac:spMk id="58" creationId="{73AB3143-03F6-8A38-02FF-90934E3DF045}"/>
          </ac:spMkLst>
        </pc:spChg>
        <pc:spChg chg="add mod">
          <ac:chgData name="진옥화" userId="20b55f0b-5a9b-4958-9543-f5cbd24a6a07" providerId="ADAL" clId="{6E6372EA-800A-466F-BA92-E51853A535FD}" dt="2026-07-31T02:25:27.234" v="891"/>
          <ac:spMkLst>
            <pc:docMk/>
            <pc:sldMk cId="2392036652" sldId="552"/>
            <ac:spMk id="68" creationId="{23E352F3-E778-0E37-9FFF-471509D64B35}"/>
          </ac:spMkLst>
        </pc:spChg>
        <pc:spChg chg="add mod">
          <ac:chgData name="진옥화" userId="20b55f0b-5a9b-4958-9543-f5cbd24a6a07" providerId="ADAL" clId="{6E6372EA-800A-466F-BA92-E51853A535FD}" dt="2026-07-31T02:25:27.234" v="891"/>
          <ac:spMkLst>
            <pc:docMk/>
            <pc:sldMk cId="2392036652" sldId="552"/>
            <ac:spMk id="69" creationId="{CA36B3A7-CC22-0D96-9B81-1937DCA58946}"/>
          </ac:spMkLst>
        </pc:spChg>
        <pc:spChg chg="add mod">
          <ac:chgData name="진옥화" userId="20b55f0b-5a9b-4958-9543-f5cbd24a6a07" providerId="ADAL" clId="{6E6372EA-800A-466F-BA92-E51853A535FD}" dt="2026-07-31T02:25:27.234" v="891"/>
          <ac:spMkLst>
            <pc:docMk/>
            <pc:sldMk cId="2392036652" sldId="552"/>
            <ac:spMk id="70" creationId="{5040D64F-5F94-509F-776E-AF3C20F19C4B}"/>
          </ac:spMkLst>
        </pc:spChg>
        <pc:spChg chg="add mod">
          <ac:chgData name="진옥화" userId="20b55f0b-5a9b-4958-9543-f5cbd24a6a07" providerId="ADAL" clId="{6E6372EA-800A-466F-BA92-E51853A535FD}" dt="2026-07-31T02:25:27.234" v="891"/>
          <ac:spMkLst>
            <pc:docMk/>
            <pc:sldMk cId="2392036652" sldId="552"/>
            <ac:spMk id="72" creationId="{E1AA2C35-684F-E505-3E31-54A68993B4FA}"/>
          </ac:spMkLst>
        </pc:spChg>
        <pc:cxnChg chg="del">
          <ac:chgData name="진옥화" userId="20b55f0b-5a9b-4958-9543-f5cbd24a6a07" providerId="ADAL" clId="{6E6372EA-800A-466F-BA92-E51853A535FD}" dt="2026-07-31T02:26:19.957" v="907" actId="478"/>
          <ac:cxnSpMkLst>
            <pc:docMk/>
            <pc:sldMk cId="2392036652" sldId="552"/>
            <ac:cxnSpMk id="67" creationId="{ADA4F287-8E13-2046-82C7-8C49A994DFA7}"/>
          </ac:cxnSpMkLst>
        </pc:cxnChg>
        <pc:cxnChg chg="del">
          <ac:chgData name="진옥화" userId="20b55f0b-5a9b-4958-9543-f5cbd24a6a07" providerId="ADAL" clId="{6E6372EA-800A-466F-BA92-E51853A535FD}" dt="2026-07-31T02:26:20.688" v="908" actId="478"/>
          <ac:cxnSpMkLst>
            <pc:docMk/>
            <pc:sldMk cId="2392036652" sldId="552"/>
            <ac:cxnSpMk id="71" creationId="{FD223037-14CA-AFED-0DA1-068ABE88BA0A}"/>
          </ac:cxnSpMkLst>
        </pc:cxnChg>
        <pc:cxnChg chg="add mod">
          <ac:chgData name="진옥화" userId="20b55f0b-5a9b-4958-9543-f5cbd24a6a07" providerId="ADAL" clId="{6E6372EA-800A-466F-BA92-E51853A535FD}" dt="2026-07-31T02:26:21.779" v="909"/>
          <ac:cxnSpMkLst>
            <pc:docMk/>
            <pc:sldMk cId="2392036652" sldId="552"/>
            <ac:cxnSpMk id="73" creationId="{4F0E69FE-DC71-E7FD-5B93-DF0C99C011B2}"/>
          </ac:cxnSpMkLst>
        </pc:cxnChg>
        <pc:cxnChg chg="add mod">
          <ac:chgData name="진옥화" userId="20b55f0b-5a9b-4958-9543-f5cbd24a6a07" providerId="ADAL" clId="{6E6372EA-800A-466F-BA92-E51853A535FD}" dt="2026-07-31T02:26:21.779" v="909"/>
          <ac:cxnSpMkLst>
            <pc:docMk/>
            <pc:sldMk cId="2392036652" sldId="552"/>
            <ac:cxnSpMk id="74" creationId="{933E57A6-B5C1-A575-DD59-7B2497DAA414}"/>
          </ac:cxnSpMkLst>
        </pc:cxnChg>
      </pc:sldChg>
      <pc:sldChg chg="addSp delSp modSp mod">
        <pc:chgData name="진옥화" userId="20b55f0b-5a9b-4958-9543-f5cbd24a6a07" providerId="ADAL" clId="{6E6372EA-800A-466F-BA92-E51853A535FD}" dt="2026-07-31T02:34:56.484" v="1066"/>
        <pc:sldMkLst>
          <pc:docMk/>
          <pc:sldMk cId="1466375491" sldId="553"/>
        </pc:sldMkLst>
        <pc:spChg chg="add mod">
          <ac:chgData name="진옥화" userId="20b55f0b-5a9b-4958-9543-f5cbd24a6a07" providerId="ADAL" clId="{6E6372EA-800A-466F-BA92-E51853A535FD}" dt="2026-07-31T02:34:56.484" v="1066"/>
          <ac:spMkLst>
            <pc:docMk/>
            <pc:sldMk cId="1466375491" sldId="553"/>
            <ac:spMk id="2" creationId="{108A6732-130E-9637-5BF5-E024A63C84B9}"/>
          </ac:spMkLst>
        </pc:spChg>
        <pc:spChg chg="del">
          <ac:chgData name="진옥화" userId="20b55f0b-5a9b-4958-9543-f5cbd24a6a07" providerId="ADAL" clId="{6E6372EA-800A-466F-BA92-E51853A535FD}" dt="2026-07-31T02:33:08.042" v="1038" actId="478"/>
          <ac:spMkLst>
            <pc:docMk/>
            <pc:sldMk cId="1466375491" sldId="553"/>
            <ac:spMk id="6" creationId="{F71B4487-8DA3-1ED9-849F-C835F1698C01}"/>
          </ac:spMkLst>
        </pc:spChg>
        <pc:spChg chg="add mod">
          <ac:chgData name="진옥화" userId="20b55f0b-5a9b-4958-9543-f5cbd24a6a07" providerId="ADAL" clId="{6E6372EA-800A-466F-BA92-E51853A535FD}" dt="2026-07-31T02:34:56.484" v="1066"/>
          <ac:spMkLst>
            <pc:docMk/>
            <pc:sldMk cId="1466375491" sldId="553"/>
            <ac:spMk id="10" creationId="{618F639D-AECE-2B43-2852-374E70FEE612}"/>
          </ac:spMkLst>
        </pc:spChg>
        <pc:spChg chg="del">
          <ac:chgData name="진옥화" userId="20b55f0b-5a9b-4958-9543-f5cbd24a6a07" providerId="ADAL" clId="{6E6372EA-800A-466F-BA92-E51853A535FD}" dt="2026-07-31T02:33:12.002" v="1040" actId="478"/>
          <ac:spMkLst>
            <pc:docMk/>
            <pc:sldMk cId="1466375491" sldId="553"/>
            <ac:spMk id="13" creationId="{F0DA4A3E-BB2A-C6F1-5B4C-206055D6B26C}"/>
          </ac:spMkLst>
        </pc:spChg>
        <pc:spChg chg="add mod">
          <ac:chgData name="진옥화" userId="20b55f0b-5a9b-4958-9543-f5cbd24a6a07" providerId="ADAL" clId="{6E6372EA-800A-466F-BA92-E51853A535FD}" dt="2026-07-31T02:34:56.484" v="1066"/>
          <ac:spMkLst>
            <pc:docMk/>
            <pc:sldMk cId="1466375491" sldId="553"/>
            <ac:spMk id="14" creationId="{AEF58139-50BA-4FA7-24EC-A439C01A7ED9}"/>
          </ac:spMkLst>
        </pc:spChg>
        <pc:spChg chg="del">
          <ac:chgData name="진옥화" userId="20b55f0b-5a9b-4958-9543-f5cbd24a6a07" providerId="ADAL" clId="{6E6372EA-800A-466F-BA92-E51853A535FD}" dt="2026-07-31T02:33:10.627" v="1039" actId="478"/>
          <ac:spMkLst>
            <pc:docMk/>
            <pc:sldMk cId="1466375491" sldId="553"/>
            <ac:spMk id="15" creationId="{2244FF4A-6053-35B2-245F-2EFCC4F31994}"/>
          </ac:spMkLst>
        </pc:spChg>
        <pc:spChg chg="add mod">
          <ac:chgData name="진옥화" userId="20b55f0b-5a9b-4958-9543-f5cbd24a6a07" providerId="ADAL" clId="{6E6372EA-800A-466F-BA92-E51853A535FD}" dt="2026-07-31T02:34:56.484" v="1066"/>
          <ac:spMkLst>
            <pc:docMk/>
            <pc:sldMk cId="1466375491" sldId="553"/>
            <ac:spMk id="16" creationId="{B3D2086D-4B47-27C3-F1D7-A77C2462B099}"/>
          </ac:spMkLst>
        </pc:spChg>
        <pc:spChg chg="add mod">
          <ac:chgData name="진옥화" userId="20b55f0b-5a9b-4958-9543-f5cbd24a6a07" providerId="ADAL" clId="{6E6372EA-800A-466F-BA92-E51853A535FD}" dt="2026-07-31T02:34:56.484" v="1066"/>
          <ac:spMkLst>
            <pc:docMk/>
            <pc:sldMk cId="1466375491" sldId="553"/>
            <ac:spMk id="17" creationId="{8D7D6F9C-AE1B-4C86-6975-1D4AEC4B533E}"/>
          </ac:spMkLst>
        </pc:spChg>
        <pc:spChg chg="add mod">
          <ac:chgData name="진옥화" userId="20b55f0b-5a9b-4958-9543-f5cbd24a6a07" providerId="ADAL" clId="{6E6372EA-800A-466F-BA92-E51853A535FD}" dt="2026-07-31T02:34:56.484" v="1066"/>
          <ac:spMkLst>
            <pc:docMk/>
            <pc:sldMk cId="1466375491" sldId="553"/>
            <ac:spMk id="18" creationId="{51773856-2624-32A1-1FA8-4C665DDABB49}"/>
          </ac:spMkLst>
        </pc:spChg>
        <pc:spChg chg="add mod">
          <ac:chgData name="진옥화" userId="20b55f0b-5a9b-4958-9543-f5cbd24a6a07" providerId="ADAL" clId="{6E6372EA-800A-466F-BA92-E51853A535FD}" dt="2026-07-31T02:34:56.484" v="1066"/>
          <ac:spMkLst>
            <pc:docMk/>
            <pc:sldMk cId="1466375491" sldId="553"/>
            <ac:spMk id="29" creationId="{D6CA1FAC-586F-B3A0-3594-67234E220C00}"/>
          </ac:spMkLst>
        </pc:spChg>
        <pc:spChg chg="add mod">
          <ac:chgData name="진옥화" userId="20b55f0b-5a9b-4958-9543-f5cbd24a6a07" providerId="ADAL" clId="{6E6372EA-800A-466F-BA92-E51853A535FD}" dt="2026-07-31T02:34:56.484" v="1066"/>
          <ac:spMkLst>
            <pc:docMk/>
            <pc:sldMk cId="1466375491" sldId="553"/>
            <ac:spMk id="30" creationId="{2E815C9F-6D9C-F6A3-C45E-6394B8278290}"/>
          </ac:spMkLst>
        </pc:spChg>
        <pc:cxnChg chg="add mod">
          <ac:chgData name="진옥화" userId="20b55f0b-5a9b-4958-9543-f5cbd24a6a07" providerId="ADAL" clId="{6E6372EA-800A-466F-BA92-E51853A535FD}" dt="2026-07-31T02:34:56.484" v="1066"/>
          <ac:cxnSpMkLst>
            <pc:docMk/>
            <pc:sldMk cId="1466375491" sldId="553"/>
            <ac:cxnSpMk id="24" creationId="{CB885563-CD24-58AF-7A47-066B31BC634A}"/>
          </ac:cxnSpMkLst>
        </pc:cxnChg>
        <pc:cxnChg chg="add mod">
          <ac:chgData name="진옥화" userId="20b55f0b-5a9b-4958-9543-f5cbd24a6a07" providerId="ADAL" clId="{6E6372EA-800A-466F-BA92-E51853A535FD}" dt="2026-07-31T02:34:56.484" v="1066"/>
          <ac:cxnSpMkLst>
            <pc:docMk/>
            <pc:sldMk cId="1466375491" sldId="553"/>
            <ac:cxnSpMk id="31" creationId="{9305D7CD-A4A4-630C-AED0-6929B7472AE5}"/>
          </ac:cxnSpMkLst>
        </pc:cxnChg>
      </pc:sldChg>
      <pc:sldChg chg="addSp delSp modSp mod">
        <pc:chgData name="진옥화" userId="20b55f0b-5a9b-4958-9543-f5cbd24a6a07" providerId="ADAL" clId="{6E6372EA-800A-466F-BA92-E51853A535FD}" dt="2026-07-31T02:26:47.363" v="921"/>
        <pc:sldMkLst>
          <pc:docMk/>
          <pc:sldMk cId="1646660619" sldId="554"/>
        </pc:sldMkLst>
        <pc:spChg chg="add mod">
          <ac:chgData name="진옥화" userId="20b55f0b-5a9b-4958-9543-f5cbd24a6a07" providerId="ADAL" clId="{6E6372EA-800A-466F-BA92-E51853A535FD}" dt="2026-07-31T02:25:18.826" v="887"/>
          <ac:spMkLst>
            <pc:docMk/>
            <pc:sldMk cId="1646660619" sldId="554"/>
            <ac:spMk id="3" creationId="{AA0596D8-B594-8BF1-123C-C4E513373810}"/>
          </ac:spMkLst>
        </pc:spChg>
        <pc:spChg chg="add mod">
          <ac:chgData name="진옥화" userId="20b55f0b-5a9b-4958-9543-f5cbd24a6a07" providerId="ADAL" clId="{6E6372EA-800A-466F-BA92-E51853A535FD}" dt="2026-07-31T02:25:18.826" v="887"/>
          <ac:spMkLst>
            <pc:docMk/>
            <pc:sldMk cId="1646660619" sldId="554"/>
            <ac:spMk id="9" creationId="{D6B8AE44-3DC9-CAC5-1034-0A540AAD5F57}"/>
          </ac:spMkLst>
        </pc:spChg>
        <pc:spChg chg="add mod">
          <ac:chgData name="진옥화" userId="20b55f0b-5a9b-4958-9543-f5cbd24a6a07" providerId="ADAL" clId="{6E6372EA-800A-466F-BA92-E51853A535FD}" dt="2026-07-31T02:25:18.826" v="887"/>
          <ac:spMkLst>
            <pc:docMk/>
            <pc:sldMk cId="1646660619" sldId="554"/>
            <ac:spMk id="12" creationId="{B1529A5E-BBC0-CCBE-499E-9D83E9238815}"/>
          </ac:spMkLst>
        </pc:spChg>
        <pc:spChg chg="add mod">
          <ac:chgData name="진옥화" userId="20b55f0b-5a9b-4958-9543-f5cbd24a6a07" providerId="ADAL" clId="{6E6372EA-800A-466F-BA92-E51853A535FD}" dt="2026-07-31T02:25:18.826" v="887"/>
          <ac:spMkLst>
            <pc:docMk/>
            <pc:sldMk cId="1646660619" sldId="554"/>
            <ac:spMk id="15" creationId="{714DDB58-7CFB-C76B-8C2B-86B7287BE375}"/>
          </ac:spMkLst>
        </pc:spChg>
        <pc:spChg chg="add mod">
          <ac:chgData name="진옥화" userId="20b55f0b-5a9b-4958-9543-f5cbd24a6a07" providerId="ADAL" clId="{6E6372EA-800A-466F-BA92-E51853A535FD}" dt="2026-07-31T02:25:18.826" v="887"/>
          <ac:spMkLst>
            <pc:docMk/>
            <pc:sldMk cId="1646660619" sldId="554"/>
            <ac:spMk id="16" creationId="{FD4B5ABD-C951-1755-FFC5-92810E0D720A}"/>
          </ac:spMkLst>
        </pc:spChg>
        <pc:spChg chg="add mod">
          <ac:chgData name="진옥화" userId="20b55f0b-5a9b-4958-9543-f5cbd24a6a07" providerId="ADAL" clId="{6E6372EA-800A-466F-BA92-E51853A535FD}" dt="2026-07-31T02:25:18.826" v="887"/>
          <ac:spMkLst>
            <pc:docMk/>
            <pc:sldMk cId="1646660619" sldId="554"/>
            <ac:spMk id="17" creationId="{87ECE069-AED3-FE15-5713-A5D18B78DD0A}"/>
          </ac:spMkLst>
        </pc:spChg>
        <pc:spChg chg="add mod">
          <ac:chgData name="진옥화" userId="20b55f0b-5a9b-4958-9543-f5cbd24a6a07" providerId="ADAL" clId="{6E6372EA-800A-466F-BA92-E51853A535FD}" dt="2026-07-31T02:25:18.826" v="887"/>
          <ac:spMkLst>
            <pc:docMk/>
            <pc:sldMk cId="1646660619" sldId="554"/>
            <ac:spMk id="19" creationId="{2EFFCC2E-31ED-597E-6028-B6D2AB157C1B}"/>
          </ac:spMkLst>
        </pc:spChg>
        <pc:spChg chg="add mod">
          <ac:chgData name="진옥화" userId="20b55f0b-5a9b-4958-9543-f5cbd24a6a07" providerId="ADAL" clId="{6E6372EA-800A-466F-BA92-E51853A535FD}" dt="2026-07-31T02:25:18.826" v="887"/>
          <ac:spMkLst>
            <pc:docMk/>
            <pc:sldMk cId="1646660619" sldId="554"/>
            <ac:spMk id="20" creationId="{158A1C39-2D18-E9D1-0B65-C8C1C097245D}"/>
          </ac:spMkLst>
        </pc:spChg>
        <pc:spChg chg="add mod">
          <ac:chgData name="진옥화" userId="20b55f0b-5a9b-4958-9543-f5cbd24a6a07" providerId="ADAL" clId="{6E6372EA-800A-466F-BA92-E51853A535FD}" dt="2026-07-31T02:25:18.826" v="887"/>
          <ac:spMkLst>
            <pc:docMk/>
            <pc:sldMk cId="1646660619" sldId="554"/>
            <ac:spMk id="21" creationId="{735A41F2-030F-6CFD-5735-C94831C06EBF}"/>
          </ac:spMkLst>
        </pc:spChg>
        <pc:spChg chg="add mod">
          <ac:chgData name="진옥화" userId="20b55f0b-5a9b-4958-9543-f5cbd24a6a07" providerId="ADAL" clId="{6E6372EA-800A-466F-BA92-E51853A535FD}" dt="2026-07-31T02:25:18.826" v="887"/>
          <ac:spMkLst>
            <pc:docMk/>
            <pc:sldMk cId="1646660619" sldId="554"/>
            <ac:spMk id="23" creationId="{FBE13CE9-BFB2-ABC2-B2A0-355B138546F8}"/>
          </ac:spMkLst>
        </pc:spChg>
        <pc:cxnChg chg="del">
          <ac:chgData name="진옥화" userId="20b55f0b-5a9b-4958-9543-f5cbd24a6a07" providerId="ADAL" clId="{6E6372EA-800A-466F-BA92-E51853A535FD}" dt="2026-07-31T02:26:44.480" v="919" actId="478"/>
          <ac:cxnSpMkLst>
            <pc:docMk/>
            <pc:sldMk cId="1646660619" sldId="554"/>
            <ac:cxnSpMk id="18" creationId="{68A3D748-DE09-B36E-F836-8ED2646AF5BF}"/>
          </ac:cxnSpMkLst>
        </pc:cxnChg>
        <pc:cxnChg chg="del">
          <ac:chgData name="진옥화" userId="20b55f0b-5a9b-4958-9543-f5cbd24a6a07" providerId="ADAL" clId="{6E6372EA-800A-466F-BA92-E51853A535FD}" dt="2026-07-31T02:26:46.540" v="920" actId="478"/>
          <ac:cxnSpMkLst>
            <pc:docMk/>
            <pc:sldMk cId="1646660619" sldId="554"/>
            <ac:cxnSpMk id="22" creationId="{90B0867E-9B4F-F0F3-9E24-843A3588F87F}"/>
          </ac:cxnSpMkLst>
        </pc:cxnChg>
        <pc:cxnChg chg="add mod">
          <ac:chgData name="진옥화" userId="20b55f0b-5a9b-4958-9543-f5cbd24a6a07" providerId="ADAL" clId="{6E6372EA-800A-466F-BA92-E51853A535FD}" dt="2026-07-31T02:26:47.363" v="921"/>
          <ac:cxnSpMkLst>
            <pc:docMk/>
            <pc:sldMk cId="1646660619" sldId="554"/>
            <ac:cxnSpMk id="24" creationId="{FAC313AF-C54A-088D-59B5-314D153924FD}"/>
          </ac:cxnSpMkLst>
        </pc:cxnChg>
        <pc:cxnChg chg="add mod">
          <ac:chgData name="진옥화" userId="20b55f0b-5a9b-4958-9543-f5cbd24a6a07" providerId="ADAL" clId="{6E6372EA-800A-466F-BA92-E51853A535FD}" dt="2026-07-31T02:26:47.363" v="921"/>
          <ac:cxnSpMkLst>
            <pc:docMk/>
            <pc:sldMk cId="1646660619" sldId="554"/>
            <ac:cxnSpMk id="25" creationId="{78312002-4A1D-0ED9-923D-862F1FB2D9A4}"/>
          </ac:cxnSpMkLst>
        </pc:cxnChg>
      </pc:sldChg>
      <pc:sldChg chg="addSp delSp modSp add mod">
        <pc:chgData name="진옥화" userId="20b55f0b-5a9b-4958-9543-f5cbd24a6a07" providerId="ADAL" clId="{6E6372EA-800A-466F-BA92-E51853A535FD}" dt="2026-07-31T02:27:18.237" v="936"/>
        <pc:sldMkLst>
          <pc:docMk/>
          <pc:sldMk cId="901093869" sldId="555"/>
        </pc:sldMkLst>
        <pc:spChg chg="add mod">
          <ac:chgData name="진옥화" userId="20b55f0b-5a9b-4958-9543-f5cbd24a6a07" providerId="ADAL" clId="{6E6372EA-800A-466F-BA92-E51853A535FD}" dt="2026-07-31T02:24:57.411" v="882"/>
          <ac:spMkLst>
            <pc:docMk/>
            <pc:sldMk cId="901093869" sldId="555"/>
            <ac:spMk id="9" creationId="{4BBC3396-6270-00E0-74AD-DD2FC5C73233}"/>
          </ac:spMkLst>
        </pc:spChg>
        <pc:spChg chg="add mod">
          <ac:chgData name="진옥화" userId="20b55f0b-5a9b-4958-9543-f5cbd24a6a07" providerId="ADAL" clId="{6E6372EA-800A-466F-BA92-E51853A535FD}" dt="2026-07-31T02:24:57.411" v="882"/>
          <ac:spMkLst>
            <pc:docMk/>
            <pc:sldMk cId="901093869" sldId="555"/>
            <ac:spMk id="16" creationId="{E44957C6-4E0A-82D2-2D27-2B49255945AF}"/>
          </ac:spMkLst>
        </pc:spChg>
        <pc:spChg chg="add mod">
          <ac:chgData name="진옥화" userId="20b55f0b-5a9b-4958-9543-f5cbd24a6a07" providerId="ADAL" clId="{6E6372EA-800A-466F-BA92-E51853A535FD}" dt="2026-07-31T02:24:57.411" v="882"/>
          <ac:spMkLst>
            <pc:docMk/>
            <pc:sldMk cId="901093869" sldId="555"/>
            <ac:spMk id="18" creationId="{A827768B-093B-55B7-FD1B-4AA73AE6B3A4}"/>
          </ac:spMkLst>
        </pc:spChg>
        <pc:spChg chg="add mod">
          <ac:chgData name="진옥화" userId="20b55f0b-5a9b-4958-9543-f5cbd24a6a07" providerId="ADAL" clId="{6E6372EA-800A-466F-BA92-E51853A535FD}" dt="2026-07-31T02:24:57.411" v="882"/>
          <ac:spMkLst>
            <pc:docMk/>
            <pc:sldMk cId="901093869" sldId="555"/>
            <ac:spMk id="20" creationId="{18D6B761-11DB-8317-FDB9-F6E3C4861878}"/>
          </ac:spMkLst>
        </pc:spChg>
        <pc:spChg chg="add mod">
          <ac:chgData name="진옥화" userId="20b55f0b-5a9b-4958-9543-f5cbd24a6a07" providerId="ADAL" clId="{6E6372EA-800A-466F-BA92-E51853A535FD}" dt="2026-07-31T02:24:57.411" v="882"/>
          <ac:spMkLst>
            <pc:docMk/>
            <pc:sldMk cId="901093869" sldId="555"/>
            <ac:spMk id="22" creationId="{F8B7F7C1-ACC9-774D-D7A7-20571A5D84ED}"/>
          </ac:spMkLst>
        </pc:spChg>
        <pc:spChg chg="add mod">
          <ac:chgData name="진옥화" userId="20b55f0b-5a9b-4958-9543-f5cbd24a6a07" providerId="ADAL" clId="{6E6372EA-800A-466F-BA92-E51853A535FD}" dt="2026-07-31T02:24:57.411" v="882"/>
          <ac:spMkLst>
            <pc:docMk/>
            <pc:sldMk cId="901093869" sldId="555"/>
            <ac:spMk id="24" creationId="{831C9C7F-28B2-5ED7-DF0F-89028D260C39}"/>
          </ac:spMkLst>
        </pc:spChg>
        <pc:spChg chg="add mod">
          <ac:chgData name="진옥화" userId="20b55f0b-5a9b-4958-9543-f5cbd24a6a07" providerId="ADAL" clId="{6E6372EA-800A-466F-BA92-E51853A535FD}" dt="2026-07-31T02:24:57.411" v="882"/>
          <ac:spMkLst>
            <pc:docMk/>
            <pc:sldMk cId="901093869" sldId="555"/>
            <ac:spMk id="27" creationId="{D95DA3A0-EB3A-586C-F843-F2587954EDA9}"/>
          </ac:spMkLst>
        </pc:spChg>
        <pc:spChg chg="add mod">
          <ac:chgData name="진옥화" userId="20b55f0b-5a9b-4958-9543-f5cbd24a6a07" providerId="ADAL" clId="{6E6372EA-800A-466F-BA92-E51853A535FD}" dt="2026-07-31T02:24:57.411" v="882"/>
          <ac:spMkLst>
            <pc:docMk/>
            <pc:sldMk cId="901093869" sldId="555"/>
            <ac:spMk id="34" creationId="{2E6729EE-C988-50B7-3601-F43B0A0F76A6}"/>
          </ac:spMkLst>
        </pc:spChg>
        <pc:spChg chg="add mod">
          <ac:chgData name="진옥화" userId="20b55f0b-5a9b-4958-9543-f5cbd24a6a07" providerId="ADAL" clId="{6E6372EA-800A-466F-BA92-E51853A535FD}" dt="2026-07-31T02:24:57.411" v="882"/>
          <ac:spMkLst>
            <pc:docMk/>
            <pc:sldMk cId="901093869" sldId="555"/>
            <ac:spMk id="50" creationId="{03182BB5-2DAE-FF6C-3FFE-374442DE4DA2}"/>
          </ac:spMkLst>
        </pc:spChg>
        <pc:spChg chg="add mod">
          <ac:chgData name="진옥화" userId="20b55f0b-5a9b-4958-9543-f5cbd24a6a07" providerId="ADAL" clId="{6E6372EA-800A-466F-BA92-E51853A535FD}" dt="2026-07-31T02:24:57.411" v="882"/>
          <ac:spMkLst>
            <pc:docMk/>
            <pc:sldMk cId="901093869" sldId="555"/>
            <ac:spMk id="53" creationId="{E192B277-0DD4-62DE-2625-B56BC53C05FD}"/>
          </ac:spMkLst>
        </pc:spChg>
        <pc:cxnChg chg="del">
          <ac:chgData name="진옥화" userId="20b55f0b-5a9b-4958-9543-f5cbd24a6a07" providerId="ADAL" clId="{6E6372EA-800A-466F-BA92-E51853A535FD}" dt="2026-07-31T01:20:10.511" v="60" actId="478"/>
          <ac:cxnSpMkLst>
            <pc:docMk/>
            <pc:sldMk cId="901093869" sldId="555"/>
            <ac:cxnSpMk id="25" creationId="{1BE2F553-6229-8561-8690-E30E1A9C4DC2}"/>
          </ac:cxnSpMkLst>
        </pc:cxnChg>
        <pc:cxnChg chg="del">
          <ac:chgData name="진옥화" userId="20b55f0b-5a9b-4958-9543-f5cbd24a6a07" providerId="ADAL" clId="{6E6372EA-800A-466F-BA92-E51853A535FD}" dt="2026-07-31T02:27:16.004" v="934" actId="478"/>
          <ac:cxnSpMkLst>
            <pc:docMk/>
            <pc:sldMk cId="901093869" sldId="555"/>
            <ac:cxnSpMk id="26" creationId="{55E1E1C2-BE2E-469C-8599-46D0FF8757C3}"/>
          </ac:cxnSpMkLst>
        </pc:cxnChg>
        <pc:cxnChg chg="del">
          <ac:chgData name="진옥화" userId="20b55f0b-5a9b-4958-9543-f5cbd24a6a07" providerId="ADAL" clId="{6E6372EA-800A-466F-BA92-E51853A535FD}" dt="2026-07-31T02:27:17.291" v="935" actId="478"/>
          <ac:cxnSpMkLst>
            <pc:docMk/>
            <pc:sldMk cId="901093869" sldId="555"/>
            <ac:cxnSpMk id="51" creationId="{33F3F21E-0834-6F63-CDBC-E2B31A17676F}"/>
          </ac:cxnSpMkLst>
        </pc:cxnChg>
        <pc:cxnChg chg="add mod">
          <ac:chgData name="진옥화" userId="20b55f0b-5a9b-4958-9543-f5cbd24a6a07" providerId="ADAL" clId="{6E6372EA-800A-466F-BA92-E51853A535FD}" dt="2026-07-31T02:27:18.237" v="936"/>
          <ac:cxnSpMkLst>
            <pc:docMk/>
            <pc:sldMk cId="901093869" sldId="555"/>
            <ac:cxnSpMk id="54" creationId="{98296827-7885-B757-CC8F-4406BE31E1DD}"/>
          </ac:cxnSpMkLst>
        </pc:cxnChg>
        <pc:cxnChg chg="add mod">
          <ac:chgData name="진옥화" userId="20b55f0b-5a9b-4958-9543-f5cbd24a6a07" providerId="ADAL" clId="{6E6372EA-800A-466F-BA92-E51853A535FD}" dt="2026-07-31T02:27:18.237" v="936"/>
          <ac:cxnSpMkLst>
            <pc:docMk/>
            <pc:sldMk cId="901093869" sldId="555"/>
            <ac:cxnSpMk id="55" creationId="{30F01F16-7F6E-0479-4AD6-C18EB3384237}"/>
          </ac:cxnSpMkLst>
        </pc:cxnChg>
      </pc:sldChg>
      <pc:sldChg chg="addSp delSp modSp new mod">
        <pc:chgData name="진옥화" userId="20b55f0b-5a9b-4958-9543-f5cbd24a6a07" providerId="ADAL" clId="{6E6372EA-800A-466F-BA92-E51853A535FD}" dt="2026-07-31T02:24:25.878" v="881" actId="1076"/>
        <pc:sldMkLst>
          <pc:docMk/>
          <pc:sldMk cId="3740088027" sldId="556"/>
        </pc:sldMkLst>
        <pc:spChg chg="add del mod">
          <ac:chgData name="진옥화" userId="20b55f0b-5a9b-4958-9543-f5cbd24a6a07" providerId="ADAL" clId="{6E6372EA-800A-466F-BA92-E51853A535FD}" dt="2026-07-31T02:23:54.932" v="874" actId="21"/>
          <ac:spMkLst>
            <pc:docMk/>
            <pc:sldMk cId="3740088027" sldId="556"/>
            <ac:spMk id="5" creationId="{57F1B170-C8C3-2C04-1D22-AAB9D25457ED}"/>
          </ac:spMkLst>
        </pc:spChg>
        <pc:spChg chg="add del mod">
          <ac:chgData name="진옥화" userId="20b55f0b-5a9b-4958-9543-f5cbd24a6a07" providerId="ADAL" clId="{6E6372EA-800A-466F-BA92-E51853A535FD}" dt="2026-07-31T02:23:54.932" v="874" actId="21"/>
          <ac:spMkLst>
            <pc:docMk/>
            <pc:sldMk cId="3740088027" sldId="556"/>
            <ac:spMk id="9" creationId="{EDA6DBF0-0A26-FC61-ABCE-97D0DBD6083A}"/>
          </ac:spMkLst>
        </pc:spChg>
        <pc:spChg chg="add del mod">
          <ac:chgData name="진옥화" userId="20b55f0b-5a9b-4958-9543-f5cbd24a6a07" providerId="ADAL" clId="{6E6372EA-800A-466F-BA92-E51853A535FD}" dt="2026-07-31T02:23:54.932" v="874" actId="21"/>
          <ac:spMkLst>
            <pc:docMk/>
            <pc:sldMk cId="3740088027" sldId="556"/>
            <ac:spMk id="13" creationId="{670626C4-31D9-A229-803C-BFBF1B00D97F}"/>
          </ac:spMkLst>
        </pc:spChg>
        <pc:spChg chg="add mod">
          <ac:chgData name="진옥화" userId="20b55f0b-5a9b-4958-9543-f5cbd24a6a07" providerId="ADAL" clId="{6E6372EA-800A-466F-BA92-E51853A535FD}" dt="2026-07-31T02:24:11.371" v="879" actId="1076"/>
          <ac:spMkLst>
            <pc:docMk/>
            <pc:sldMk cId="3740088027" sldId="556"/>
            <ac:spMk id="30" creationId="{BDC129D9-F98F-1A79-8E1C-8C6BEE6DC708}"/>
          </ac:spMkLst>
        </pc:spChg>
        <pc:spChg chg="add mod">
          <ac:chgData name="진옥화" userId="20b55f0b-5a9b-4958-9543-f5cbd24a6a07" providerId="ADAL" clId="{6E6372EA-800A-466F-BA92-E51853A535FD}" dt="2026-07-31T02:24:11.371" v="879" actId="1076"/>
          <ac:spMkLst>
            <pc:docMk/>
            <pc:sldMk cId="3740088027" sldId="556"/>
            <ac:spMk id="34" creationId="{FD704FEF-0600-D8A1-9A0A-C1400212E3FC}"/>
          </ac:spMkLst>
        </pc:spChg>
        <pc:spChg chg="add mod">
          <ac:chgData name="진옥화" userId="20b55f0b-5a9b-4958-9543-f5cbd24a6a07" providerId="ADAL" clId="{6E6372EA-800A-466F-BA92-E51853A535FD}" dt="2026-07-31T02:24:11.371" v="879" actId="1076"/>
          <ac:spMkLst>
            <pc:docMk/>
            <pc:sldMk cId="3740088027" sldId="556"/>
            <ac:spMk id="38" creationId="{62D2C94D-9B27-8A13-2F9B-F71C57FDB651}"/>
          </ac:spMkLst>
        </pc:spChg>
        <pc:spChg chg="add mod">
          <ac:chgData name="진옥화" userId="20b55f0b-5a9b-4958-9543-f5cbd24a6a07" providerId="ADAL" clId="{6E6372EA-800A-466F-BA92-E51853A535FD}" dt="2026-07-31T02:24:25.878" v="881" actId="1076"/>
          <ac:spMkLst>
            <pc:docMk/>
            <pc:sldMk cId="3740088027" sldId="556"/>
            <ac:spMk id="40" creationId="{B7F966C5-5DE7-9EB0-A12C-CBA9A4424A08}"/>
          </ac:spMkLst>
        </pc:spChg>
        <pc:picChg chg="add del mod">
          <ac:chgData name="진옥화" userId="20b55f0b-5a9b-4958-9543-f5cbd24a6a07" providerId="ADAL" clId="{6E6372EA-800A-466F-BA92-E51853A535FD}" dt="2026-07-31T02:23:54.932" v="874" actId="21"/>
          <ac:picMkLst>
            <pc:docMk/>
            <pc:sldMk cId="3740088027" sldId="556"/>
            <ac:picMk id="3" creationId="{3FFF242A-2274-4A7C-ACF4-C225D83AB4B8}"/>
          </ac:picMkLst>
        </pc:picChg>
        <pc:picChg chg="add del mod">
          <ac:chgData name="진옥화" userId="20b55f0b-5a9b-4958-9543-f5cbd24a6a07" providerId="ADAL" clId="{6E6372EA-800A-466F-BA92-E51853A535FD}" dt="2026-07-31T02:23:54.932" v="874" actId="21"/>
          <ac:picMkLst>
            <pc:docMk/>
            <pc:sldMk cId="3740088027" sldId="556"/>
            <ac:picMk id="7" creationId="{49E2C96B-F529-FDE2-A8DB-9A6EF4F8FA96}"/>
          </ac:picMkLst>
        </pc:picChg>
        <pc:picChg chg="add del mod">
          <ac:chgData name="진옥화" userId="20b55f0b-5a9b-4958-9543-f5cbd24a6a07" providerId="ADAL" clId="{6E6372EA-800A-466F-BA92-E51853A535FD}" dt="2026-07-31T02:23:54.932" v="874" actId="21"/>
          <ac:picMkLst>
            <pc:docMk/>
            <pc:sldMk cId="3740088027" sldId="556"/>
            <ac:picMk id="11" creationId="{A0EC3215-2972-CD76-E54B-181DD99A2F5B}"/>
          </ac:picMkLst>
        </pc:picChg>
        <pc:picChg chg="add del mod">
          <ac:chgData name="진옥화" userId="20b55f0b-5a9b-4958-9543-f5cbd24a6a07" providerId="ADAL" clId="{6E6372EA-800A-466F-BA92-E51853A535FD}" dt="2026-07-31T02:21:36.128" v="857" actId="21"/>
          <ac:picMkLst>
            <pc:docMk/>
            <pc:sldMk cId="3740088027" sldId="556"/>
            <ac:picMk id="15" creationId="{B0B2CEFC-062F-CFBA-C22A-2DA1E079B54E}"/>
          </ac:picMkLst>
        </pc:picChg>
        <pc:picChg chg="add del mod">
          <ac:chgData name="진옥화" userId="20b55f0b-5a9b-4958-9543-f5cbd24a6a07" providerId="ADAL" clId="{6E6372EA-800A-466F-BA92-E51853A535FD}" dt="2026-07-31T02:21:31.007" v="855" actId="21"/>
          <ac:picMkLst>
            <pc:docMk/>
            <pc:sldMk cId="3740088027" sldId="556"/>
            <ac:picMk id="17" creationId="{DB44455C-F667-C443-B48A-E7EFA5EF0EE8}"/>
          </ac:picMkLst>
        </pc:picChg>
        <pc:picChg chg="add del mod ord modCrop">
          <ac:chgData name="진옥화" userId="20b55f0b-5a9b-4958-9543-f5cbd24a6a07" providerId="ADAL" clId="{6E6372EA-800A-466F-BA92-E51853A535FD}" dt="2026-07-31T02:21:36.128" v="857" actId="21"/>
          <ac:picMkLst>
            <pc:docMk/>
            <pc:sldMk cId="3740088027" sldId="556"/>
            <ac:picMk id="19" creationId="{2E77D3A7-CFF0-CBAF-F313-4471423F18EB}"/>
          </ac:picMkLst>
        </pc:picChg>
        <pc:picChg chg="add del">
          <ac:chgData name="진옥화" userId="20b55f0b-5a9b-4958-9543-f5cbd24a6a07" providerId="ADAL" clId="{6E6372EA-800A-466F-BA92-E51853A535FD}" dt="2026-07-31T02:21:36.128" v="857" actId="21"/>
          <ac:picMkLst>
            <pc:docMk/>
            <pc:sldMk cId="3740088027" sldId="556"/>
            <ac:picMk id="21" creationId="{4702E136-706F-D8DD-E2CB-D6224C0AFFFA}"/>
          </ac:picMkLst>
        </pc:picChg>
        <pc:picChg chg="add del">
          <ac:chgData name="진옥화" userId="20b55f0b-5a9b-4958-9543-f5cbd24a6a07" providerId="ADAL" clId="{6E6372EA-800A-466F-BA92-E51853A535FD}" dt="2026-07-31T02:21:31.007" v="855" actId="21"/>
          <ac:picMkLst>
            <pc:docMk/>
            <pc:sldMk cId="3740088027" sldId="556"/>
            <ac:picMk id="23" creationId="{C85E5949-9AD4-17D6-9887-B032841B2679}"/>
          </ac:picMkLst>
        </pc:picChg>
        <pc:picChg chg="add del mod">
          <ac:chgData name="진옥화" userId="20b55f0b-5a9b-4958-9543-f5cbd24a6a07" providerId="ADAL" clId="{6E6372EA-800A-466F-BA92-E51853A535FD}" dt="2026-07-31T02:21:23.608" v="852" actId="21"/>
          <ac:picMkLst>
            <pc:docMk/>
            <pc:sldMk cId="3740088027" sldId="556"/>
            <ac:picMk id="24" creationId="{533DCCF3-FFE9-0351-E247-23429027D5E7}"/>
          </ac:picMkLst>
        </pc:picChg>
        <pc:picChg chg="add del mod">
          <ac:chgData name="진옥화" userId="20b55f0b-5a9b-4958-9543-f5cbd24a6a07" providerId="ADAL" clId="{6E6372EA-800A-466F-BA92-E51853A535FD}" dt="2026-07-31T02:21:23.608" v="852" actId="21"/>
          <ac:picMkLst>
            <pc:docMk/>
            <pc:sldMk cId="3740088027" sldId="556"/>
            <ac:picMk id="25" creationId="{F66BC7F2-5D99-D163-4BF5-C91D96752797}"/>
          </ac:picMkLst>
        </pc:picChg>
        <pc:picChg chg="add del mod">
          <ac:chgData name="진옥화" userId="20b55f0b-5a9b-4958-9543-f5cbd24a6a07" providerId="ADAL" clId="{6E6372EA-800A-466F-BA92-E51853A535FD}" dt="2026-07-31T02:21:23.608" v="852" actId="21"/>
          <ac:picMkLst>
            <pc:docMk/>
            <pc:sldMk cId="3740088027" sldId="556"/>
            <ac:picMk id="26" creationId="{B120D1B8-AE72-72C8-B355-4B6B0097E82A}"/>
          </ac:picMkLst>
        </pc:picChg>
        <pc:picChg chg="add mod">
          <ac:chgData name="진옥화" userId="20b55f0b-5a9b-4958-9543-f5cbd24a6a07" providerId="ADAL" clId="{6E6372EA-800A-466F-BA92-E51853A535FD}" dt="2026-07-31T02:24:11.371" v="879" actId="1076"/>
          <ac:picMkLst>
            <pc:docMk/>
            <pc:sldMk cId="3740088027" sldId="556"/>
            <ac:picMk id="28" creationId="{FF4BD4EF-ECC0-E8BD-A385-A105125C8B27}"/>
          </ac:picMkLst>
        </pc:picChg>
        <pc:picChg chg="add mod">
          <ac:chgData name="진옥화" userId="20b55f0b-5a9b-4958-9543-f5cbd24a6a07" providerId="ADAL" clId="{6E6372EA-800A-466F-BA92-E51853A535FD}" dt="2026-07-31T02:24:11.371" v="879" actId="1076"/>
          <ac:picMkLst>
            <pc:docMk/>
            <pc:sldMk cId="3740088027" sldId="556"/>
            <ac:picMk id="32" creationId="{F3F31AA0-9FCD-BCF6-6810-E9C9496CCDCC}"/>
          </ac:picMkLst>
        </pc:picChg>
        <pc:picChg chg="add mod">
          <ac:chgData name="진옥화" userId="20b55f0b-5a9b-4958-9543-f5cbd24a6a07" providerId="ADAL" clId="{6E6372EA-800A-466F-BA92-E51853A535FD}" dt="2026-07-31T02:24:11.371" v="879" actId="1076"/>
          <ac:picMkLst>
            <pc:docMk/>
            <pc:sldMk cId="3740088027" sldId="556"/>
            <ac:picMk id="36" creationId="{7C1821E8-63DE-0A4D-154F-2E82F5273914}"/>
          </ac:picMkLst>
        </pc:picChg>
      </pc:sldChg>
      <pc:sldChg chg="addSp delSp modSp new mod setBg">
        <pc:chgData name="진옥화" userId="20b55f0b-5a9b-4958-9543-f5cbd24a6a07" providerId="ADAL" clId="{6E6372EA-800A-466F-BA92-E51853A535FD}" dt="2026-07-31T02:23:35.581" v="873" actId="1362"/>
        <pc:sldMkLst>
          <pc:docMk/>
          <pc:sldMk cId="4171510787" sldId="557"/>
        </pc:sldMkLst>
        <pc:spChg chg="add del">
          <ac:chgData name="진옥화" userId="20b55f0b-5a9b-4958-9543-f5cbd24a6a07" providerId="ADAL" clId="{6E6372EA-800A-466F-BA92-E51853A535FD}" dt="2026-07-31T02:22:54.364" v="870" actId="26606"/>
          <ac:spMkLst>
            <pc:docMk/>
            <pc:sldMk cId="4171510787" sldId="557"/>
            <ac:spMk id="19" creationId="{9A72E43A-2FC3-43A9-8E8E-0BF749E66E4F}"/>
          </ac:spMkLst>
        </pc:spChg>
        <pc:spChg chg="add del">
          <ac:chgData name="진옥화" userId="20b55f0b-5a9b-4958-9543-f5cbd24a6a07" providerId="ADAL" clId="{6E6372EA-800A-466F-BA92-E51853A535FD}" dt="2026-07-31T02:22:24.805" v="864" actId="26606"/>
          <ac:spMkLst>
            <pc:docMk/>
            <pc:sldMk cId="4171510787" sldId="557"/>
            <ac:spMk id="22" creationId="{EA518CE4-E4D4-4D8A-980F-6D692AC96949}"/>
          </ac:spMkLst>
        </pc:spChg>
        <pc:spChg chg="add del">
          <ac:chgData name="진옥화" userId="20b55f0b-5a9b-4958-9543-f5cbd24a6a07" providerId="ADAL" clId="{6E6372EA-800A-466F-BA92-E51853A535FD}" dt="2026-07-31T02:22:24.805" v="864" actId="26606"/>
          <ac:spMkLst>
            <pc:docMk/>
            <pc:sldMk cId="4171510787" sldId="557"/>
            <ac:spMk id="24" creationId="{F82BF3E2-EB0E-40D6-8835-2367A5316CA4}"/>
          </ac:spMkLst>
        </pc:spChg>
        <pc:spChg chg="add del">
          <ac:chgData name="진옥화" userId="20b55f0b-5a9b-4958-9543-f5cbd24a6a07" providerId="ADAL" clId="{6E6372EA-800A-466F-BA92-E51853A535FD}" dt="2026-07-31T02:22:24.805" v="864" actId="26606"/>
          <ac:spMkLst>
            <pc:docMk/>
            <pc:sldMk cId="4171510787" sldId="557"/>
            <ac:spMk id="26" creationId="{481E86DD-89E6-42B2-8675-84B7C56BFF7D}"/>
          </ac:spMkLst>
        </pc:spChg>
        <pc:spChg chg="add del">
          <ac:chgData name="진옥화" userId="20b55f0b-5a9b-4958-9543-f5cbd24a6a07" providerId="ADAL" clId="{6E6372EA-800A-466F-BA92-E51853A535FD}" dt="2026-07-31T02:22:36.442" v="866" actId="26606"/>
          <ac:spMkLst>
            <pc:docMk/>
            <pc:sldMk cId="4171510787" sldId="557"/>
            <ac:spMk id="28" creationId="{42A4FC2C-047E-45A5-965D-8E1E3BF09BC6}"/>
          </ac:spMkLst>
        </pc:spChg>
        <pc:picChg chg="add del">
          <ac:chgData name="진옥화" userId="20b55f0b-5a9b-4958-9543-f5cbd24a6a07" providerId="ADAL" clId="{6E6372EA-800A-466F-BA92-E51853A535FD}" dt="2026-07-31T02:21:27.422" v="854" actId="22"/>
          <ac:picMkLst>
            <pc:docMk/>
            <pc:sldMk cId="4171510787" sldId="557"/>
            <ac:picMk id="3" creationId="{175882A7-FDA9-5EC8-05A4-FC1B158F0F61}"/>
          </ac:picMkLst>
        </pc:picChg>
        <pc:picChg chg="add del">
          <ac:chgData name="진옥화" userId="20b55f0b-5a9b-4958-9543-f5cbd24a6a07" providerId="ADAL" clId="{6E6372EA-800A-466F-BA92-E51853A535FD}" dt="2026-07-31T02:21:27.422" v="854" actId="22"/>
          <ac:picMkLst>
            <pc:docMk/>
            <pc:sldMk cId="4171510787" sldId="557"/>
            <ac:picMk id="5" creationId="{D49749C0-06C4-C838-92B9-90A4CB058C8E}"/>
          </ac:picMkLst>
        </pc:picChg>
        <pc:picChg chg="add del">
          <ac:chgData name="진옥화" userId="20b55f0b-5a9b-4958-9543-f5cbd24a6a07" providerId="ADAL" clId="{6E6372EA-800A-466F-BA92-E51853A535FD}" dt="2026-07-31T02:21:27.422" v="854" actId="22"/>
          <ac:picMkLst>
            <pc:docMk/>
            <pc:sldMk cId="4171510787" sldId="557"/>
            <ac:picMk id="7" creationId="{7B931D6E-ECD8-7F4D-D077-ECBF89C829D2}"/>
          </ac:picMkLst>
        </pc:picChg>
        <pc:picChg chg="add mod ord">
          <ac:chgData name="진옥화" userId="20b55f0b-5a9b-4958-9543-f5cbd24a6a07" providerId="ADAL" clId="{6E6372EA-800A-466F-BA92-E51853A535FD}" dt="2026-07-31T02:22:54.365" v="871" actId="26606"/>
          <ac:picMkLst>
            <pc:docMk/>
            <pc:sldMk cId="4171510787" sldId="557"/>
            <ac:picMk id="9" creationId="{B9EE0B52-71C9-FB49-D58E-B14DC7C3D631}"/>
          </ac:picMkLst>
        </pc:picChg>
        <pc:picChg chg="add mod ord">
          <ac:chgData name="진옥화" userId="20b55f0b-5a9b-4958-9543-f5cbd24a6a07" providerId="ADAL" clId="{6E6372EA-800A-466F-BA92-E51853A535FD}" dt="2026-07-31T02:23:35.581" v="873" actId="1362"/>
          <ac:picMkLst>
            <pc:docMk/>
            <pc:sldMk cId="4171510787" sldId="557"/>
            <ac:picMk id="11" creationId="{063C3856-2E1A-9FFD-A85B-2AB64401EA89}"/>
          </ac:picMkLst>
        </pc:picChg>
        <pc:picChg chg="add mod ord">
          <ac:chgData name="진옥화" userId="20b55f0b-5a9b-4958-9543-f5cbd24a6a07" providerId="ADAL" clId="{6E6372EA-800A-466F-BA92-E51853A535FD}" dt="2026-07-31T02:22:54.365" v="871" actId="26606"/>
          <ac:picMkLst>
            <pc:docMk/>
            <pc:sldMk cId="4171510787" sldId="557"/>
            <ac:picMk id="13" creationId="{A9EBE95C-8A88-7E59-593F-8000A0BA94B5}"/>
          </ac:picMkLst>
        </pc:picChg>
        <pc:picChg chg="add mod ord">
          <ac:chgData name="진옥화" userId="20b55f0b-5a9b-4958-9543-f5cbd24a6a07" providerId="ADAL" clId="{6E6372EA-800A-466F-BA92-E51853A535FD}" dt="2026-07-31T02:22:54.365" v="871" actId="26606"/>
          <ac:picMkLst>
            <pc:docMk/>
            <pc:sldMk cId="4171510787" sldId="557"/>
            <ac:picMk id="15" creationId="{3B40232C-7317-9D25-20B3-72376E45B962}"/>
          </ac:picMkLst>
        </pc:picChg>
        <pc:picChg chg="add mod ord">
          <ac:chgData name="진옥화" userId="20b55f0b-5a9b-4958-9543-f5cbd24a6a07" providerId="ADAL" clId="{6E6372EA-800A-466F-BA92-E51853A535FD}" dt="2026-07-31T02:22:54.365" v="871" actId="26606"/>
          <ac:picMkLst>
            <pc:docMk/>
            <pc:sldMk cId="4171510787" sldId="557"/>
            <ac:picMk id="17" creationId="{99B4BFF5-3929-EE5A-E4A4-A2F1607D3843}"/>
          </ac:picMkLst>
        </pc:picChg>
      </pc:sldChg>
      <pc:sldChg chg="addSp delSp modSp add del mod">
        <pc:chgData name="진옥화" userId="20b55f0b-5a9b-4958-9543-f5cbd24a6a07" providerId="ADAL" clId="{6E6372EA-800A-466F-BA92-E51853A535FD}" dt="2026-07-31T03:00:10.271" v="1106" actId="2696"/>
        <pc:sldMkLst>
          <pc:docMk/>
          <pc:sldMk cId="4208838400" sldId="558"/>
        </pc:sldMkLst>
        <pc:picChg chg="del">
          <ac:chgData name="진옥화" userId="20b55f0b-5a9b-4958-9543-f5cbd24a6a07" providerId="ADAL" clId="{6E6372EA-800A-466F-BA92-E51853A535FD}" dt="2026-07-31T02:27:57.579" v="940" actId="478"/>
          <ac:picMkLst>
            <pc:docMk/>
            <pc:sldMk cId="4208838400" sldId="558"/>
            <ac:picMk id="5" creationId="{3A694734-B9EC-A2C6-D238-94EE3434A2F9}"/>
          </ac:picMkLst>
        </pc:picChg>
        <pc:cxnChg chg="add mod">
          <ac:chgData name="진옥화" userId="20b55f0b-5a9b-4958-9543-f5cbd24a6a07" providerId="ADAL" clId="{6E6372EA-800A-466F-BA92-E51853A535FD}" dt="2026-07-31T02:31:17.508" v="1008"/>
          <ac:cxnSpMkLst>
            <pc:docMk/>
            <pc:sldMk cId="4208838400" sldId="558"/>
            <ac:cxnSpMk id="7" creationId="{E7B0D3CB-4FFA-92DE-CEF3-B7A5B5FCF0A1}"/>
          </ac:cxnSpMkLst>
        </pc:cxnChg>
        <pc:cxnChg chg="mod">
          <ac:chgData name="진옥화" userId="20b55f0b-5a9b-4958-9543-f5cbd24a6a07" providerId="ADAL" clId="{6E6372EA-800A-466F-BA92-E51853A535FD}" dt="2026-07-31T02:28:02.636" v="941" actId="208"/>
          <ac:cxnSpMkLst>
            <pc:docMk/>
            <pc:sldMk cId="4208838400" sldId="558"/>
            <ac:cxnSpMk id="25" creationId="{3F8D0481-7FB0-CBD2-7A53-861D07F26B36}"/>
          </ac:cxnSpMkLst>
        </pc:cxnChg>
        <pc:cxnChg chg="mod">
          <ac:chgData name="진옥화" userId="20b55f0b-5a9b-4958-9543-f5cbd24a6a07" providerId="ADAL" clId="{6E6372EA-800A-466F-BA92-E51853A535FD}" dt="2026-07-31T02:28:02.636" v="941" actId="208"/>
          <ac:cxnSpMkLst>
            <pc:docMk/>
            <pc:sldMk cId="4208838400" sldId="558"/>
            <ac:cxnSpMk id="68" creationId="{91E32B7C-97B3-CA20-34F0-6502AFF432DF}"/>
          </ac:cxnSpMkLst>
        </pc:cxnChg>
      </pc:sldChg>
      <pc:sldChg chg="add del">
        <pc:chgData name="진옥화" userId="20b55f0b-5a9b-4958-9543-f5cbd24a6a07" providerId="ADAL" clId="{6E6372EA-800A-466F-BA92-E51853A535FD}" dt="2026-07-31T03:00:08.535" v="1105" actId="2696"/>
        <pc:sldMkLst>
          <pc:docMk/>
          <pc:sldMk cId="314284437" sldId="559"/>
        </pc:sldMkLst>
      </pc:sldChg>
      <pc:sldChg chg="addSp delSp modSp add mod setBg">
        <pc:chgData name="진옥화" userId="20b55f0b-5a9b-4958-9543-f5cbd24a6a07" providerId="ADAL" clId="{6E6372EA-800A-466F-BA92-E51853A535FD}" dt="2026-07-31T02:59:45.457" v="1104" actId="1035"/>
        <pc:sldMkLst>
          <pc:docMk/>
          <pc:sldMk cId="2219333022" sldId="560"/>
        </pc:sldMkLst>
        <pc:spChg chg="add">
          <ac:chgData name="진옥화" userId="20b55f0b-5a9b-4958-9543-f5cbd24a6a07" providerId="ADAL" clId="{6E6372EA-800A-466F-BA92-E51853A535FD}" dt="2026-07-31T02:58:07.775" v="1085" actId="26606"/>
          <ac:spMkLst>
            <pc:docMk/>
            <pc:sldMk cId="2219333022" sldId="560"/>
            <ac:spMk id="25" creationId="{B99E4D29-5F08-447A-A2A3-AB222BB49F50}"/>
          </ac:spMkLst>
        </pc:spChg>
        <pc:picChg chg="add mod ord">
          <ac:chgData name="진옥화" userId="20b55f0b-5a9b-4958-9543-f5cbd24a6a07" providerId="ADAL" clId="{6E6372EA-800A-466F-BA92-E51853A535FD}" dt="2026-07-31T02:59:45.457" v="1104" actId="1035"/>
          <ac:picMkLst>
            <pc:docMk/>
            <pc:sldMk cId="2219333022" sldId="560"/>
            <ac:picMk id="3" creationId="{7DD90062-6DC6-6F20-FFC0-BF3DB750BDBE}"/>
          </ac:picMkLst>
        </pc:picChg>
        <pc:picChg chg="add mod">
          <ac:chgData name="진옥화" userId="20b55f0b-5a9b-4958-9543-f5cbd24a6a07" providerId="ADAL" clId="{6E6372EA-800A-466F-BA92-E51853A535FD}" dt="2026-07-31T02:59:41.372" v="1102" actId="1076"/>
          <ac:picMkLst>
            <pc:docMk/>
            <pc:sldMk cId="2219333022" sldId="560"/>
            <ac:picMk id="5" creationId="{3632753D-FC60-2068-2AF5-BBF7A6C231D1}"/>
          </ac:picMkLst>
        </pc:picChg>
        <pc:picChg chg="add mod ord">
          <ac:chgData name="진옥화" userId="20b55f0b-5a9b-4958-9543-f5cbd24a6a07" providerId="ADAL" clId="{6E6372EA-800A-466F-BA92-E51853A535FD}" dt="2026-07-31T02:58:07.775" v="1085" actId="26606"/>
          <ac:picMkLst>
            <pc:docMk/>
            <pc:sldMk cId="2219333022" sldId="560"/>
            <ac:picMk id="7" creationId="{F014ACBD-E2E8-719C-7EEC-279A2876ECC1}"/>
          </ac:picMkLst>
        </pc:picChg>
        <pc:picChg chg="del">
          <ac:chgData name="진옥화" userId="20b55f0b-5a9b-4958-9543-f5cbd24a6a07" providerId="ADAL" clId="{6E6372EA-800A-466F-BA92-E51853A535FD}" dt="2026-07-31T02:27:50.444" v="939" actId="478"/>
          <ac:picMkLst>
            <pc:docMk/>
            <pc:sldMk cId="2219333022" sldId="560"/>
            <ac:picMk id="9" creationId="{B55957A2-4F69-CE13-D6E5-D4EA61A7CAE4}"/>
          </ac:picMkLst>
        </pc:picChg>
        <pc:picChg chg="add mod ord">
          <ac:chgData name="진옥화" userId="20b55f0b-5a9b-4958-9543-f5cbd24a6a07" providerId="ADAL" clId="{6E6372EA-800A-466F-BA92-E51853A535FD}" dt="2026-07-31T02:58:07.775" v="1085" actId="26606"/>
          <ac:picMkLst>
            <pc:docMk/>
            <pc:sldMk cId="2219333022" sldId="560"/>
            <ac:picMk id="10" creationId="{01167D22-06BB-22E9-BB87-ED7A22CEF650}"/>
          </ac:picMkLst>
        </pc:picChg>
        <pc:picChg chg="del">
          <ac:chgData name="진옥화" userId="20b55f0b-5a9b-4958-9543-f5cbd24a6a07" providerId="ADAL" clId="{6E6372EA-800A-466F-BA92-E51853A535FD}" dt="2026-07-31T02:27:50.444" v="939" actId="478"/>
          <ac:picMkLst>
            <pc:docMk/>
            <pc:sldMk cId="2219333022" sldId="560"/>
            <ac:picMk id="11" creationId="{596F4964-F278-8CB4-577B-C14E90BF4650}"/>
          </ac:picMkLst>
        </pc:picChg>
        <pc:picChg chg="del">
          <ac:chgData name="진옥화" userId="20b55f0b-5a9b-4958-9543-f5cbd24a6a07" providerId="ADAL" clId="{6E6372EA-800A-466F-BA92-E51853A535FD}" dt="2026-07-31T02:27:50.444" v="939" actId="478"/>
          <ac:picMkLst>
            <pc:docMk/>
            <pc:sldMk cId="2219333022" sldId="560"/>
            <ac:picMk id="13" creationId="{4668437D-FEBC-244B-6653-E76A5CA35F82}"/>
          </ac:picMkLst>
        </pc:picChg>
        <pc:picChg chg="add del mod modCrop">
          <ac:chgData name="진옥화" userId="20b55f0b-5a9b-4958-9543-f5cbd24a6a07" providerId="ADAL" clId="{6E6372EA-800A-466F-BA92-E51853A535FD}" dt="2026-07-31T02:56:56.987" v="1082" actId="478"/>
          <ac:picMkLst>
            <pc:docMk/>
            <pc:sldMk cId="2219333022" sldId="560"/>
            <ac:picMk id="14" creationId="{D7635EC8-21FE-8B95-03D3-1BE49F70AD3D}"/>
          </ac:picMkLst>
        </pc:picChg>
        <pc:picChg chg="del">
          <ac:chgData name="진옥화" userId="20b55f0b-5a9b-4958-9543-f5cbd24a6a07" providerId="ADAL" clId="{6E6372EA-800A-466F-BA92-E51853A535FD}" dt="2026-07-31T02:27:50.444" v="939" actId="478"/>
          <ac:picMkLst>
            <pc:docMk/>
            <pc:sldMk cId="2219333022" sldId="560"/>
            <ac:picMk id="15" creationId="{4EA38458-0E88-8987-3B4E-764684C4876C}"/>
          </ac:picMkLst>
        </pc:picChg>
        <pc:picChg chg="del">
          <ac:chgData name="진옥화" userId="20b55f0b-5a9b-4958-9543-f5cbd24a6a07" providerId="ADAL" clId="{6E6372EA-800A-466F-BA92-E51853A535FD}" dt="2026-07-31T02:27:50.444" v="939" actId="478"/>
          <ac:picMkLst>
            <pc:docMk/>
            <pc:sldMk cId="2219333022" sldId="560"/>
            <ac:picMk id="17" creationId="{B3D4FD9D-1390-A0C9-E7B1-E045A266849B}"/>
          </ac:picMkLst>
        </pc:picChg>
        <pc:picChg chg="add mod">
          <ac:chgData name="진옥화" userId="20b55f0b-5a9b-4958-9543-f5cbd24a6a07" providerId="ADAL" clId="{6E6372EA-800A-466F-BA92-E51853A535FD}" dt="2026-07-31T02:59:20.935" v="1098" actId="14100"/>
          <ac:picMkLst>
            <pc:docMk/>
            <pc:sldMk cId="2219333022" sldId="560"/>
            <ac:picMk id="18" creationId="{F86C0D15-6FB7-9E71-B0D7-5C8A0BFD8E63}"/>
          </ac:picMkLst>
        </pc:picChg>
        <pc:picChg chg="add mod">
          <ac:chgData name="진옥화" userId="20b55f0b-5a9b-4958-9543-f5cbd24a6a07" providerId="ADAL" clId="{6E6372EA-800A-466F-BA92-E51853A535FD}" dt="2026-07-31T02:59:43.837" v="1103" actId="14100"/>
          <ac:picMkLst>
            <pc:docMk/>
            <pc:sldMk cId="2219333022" sldId="560"/>
            <ac:picMk id="20" creationId="{E29DBB4A-B642-7625-97D4-73CCCCA465FB}"/>
          </ac:picMkLst>
        </pc:picChg>
      </pc:sldChg>
      <pc:sldChg chg="addSp delSp add del mod">
        <pc:chgData name="진옥화" userId="20b55f0b-5a9b-4958-9543-f5cbd24a6a07" providerId="ADAL" clId="{6E6372EA-800A-466F-BA92-E51853A535FD}" dt="2026-07-31T02:34:41.579" v="1061" actId="47"/>
        <pc:sldMkLst>
          <pc:docMk/>
          <pc:sldMk cId="700699333" sldId="561"/>
        </pc:sldMkLst>
        <pc:spChg chg="add del">
          <ac:chgData name="진옥화" userId="20b55f0b-5a9b-4958-9543-f5cbd24a6a07" providerId="ADAL" clId="{6E6372EA-800A-466F-BA92-E51853A535FD}" dt="2026-07-31T02:32:33.555" v="1020" actId="478"/>
          <ac:spMkLst>
            <pc:docMk/>
            <pc:sldMk cId="700699333" sldId="561"/>
            <ac:spMk id="3" creationId="{E6E77C0F-E9A1-6914-9D76-ACF1BAB13D08}"/>
          </ac:spMkLst>
        </pc:spChg>
        <pc:spChg chg="add del">
          <ac:chgData name="진옥화" userId="20b55f0b-5a9b-4958-9543-f5cbd24a6a07" providerId="ADAL" clId="{6E6372EA-800A-466F-BA92-E51853A535FD}" dt="2026-07-31T02:32:39.935" v="1024" actId="478"/>
          <ac:spMkLst>
            <pc:docMk/>
            <pc:sldMk cId="700699333" sldId="561"/>
            <ac:spMk id="4" creationId="{82F4B0F4-8FE3-32EC-998F-AF28DC5D587E}"/>
          </ac:spMkLst>
        </pc:spChg>
        <pc:spChg chg="add del">
          <ac:chgData name="진옥화" userId="20b55f0b-5a9b-4958-9543-f5cbd24a6a07" providerId="ADAL" clId="{6E6372EA-800A-466F-BA92-E51853A535FD}" dt="2026-07-31T02:32:38.451" v="1023" actId="478"/>
          <ac:spMkLst>
            <pc:docMk/>
            <pc:sldMk cId="700699333" sldId="561"/>
            <ac:spMk id="8" creationId="{FAA3D1F3-32F9-878F-5DBC-8974CC231E16}"/>
          </ac:spMkLst>
        </pc:spChg>
        <pc:picChg chg="add del">
          <ac:chgData name="진옥화" userId="20b55f0b-5a9b-4958-9543-f5cbd24a6a07" providerId="ADAL" clId="{6E6372EA-800A-466F-BA92-E51853A535FD}" dt="2026-07-31T02:32:35.681" v="1022" actId="478"/>
          <ac:picMkLst>
            <pc:docMk/>
            <pc:sldMk cId="700699333" sldId="561"/>
            <ac:picMk id="5" creationId="{9C0975E2-5A3A-1A29-18F7-C5A933AEB2FB}"/>
          </ac:picMkLst>
        </pc:picChg>
      </pc:sldChg>
      <pc:sldChg chg="addSp delSp modSp add mod">
        <pc:chgData name="진옥화" userId="20b55f0b-5a9b-4958-9543-f5cbd24a6a07" providerId="ADAL" clId="{6E6372EA-800A-466F-BA92-E51853A535FD}" dt="2026-07-31T02:34:28.398" v="1060"/>
        <pc:sldMkLst>
          <pc:docMk/>
          <pc:sldMk cId="2004163816" sldId="562"/>
        </pc:sldMkLst>
        <pc:spChg chg="add mod">
          <ac:chgData name="진옥화" userId="20b55f0b-5a9b-4958-9543-f5cbd24a6a07" providerId="ADAL" clId="{6E6372EA-800A-466F-BA92-E51853A535FD}" dt="2026-07-31T02:34:28.398" v="1060"/>
          <ac:spMkLst>
            <pc:docMk/>
            <pc:sldMk cId="2004163816" sldId="562"/>
            <ac:spMk id="2" creationId="{105EA25B-5C41-A149-1A4A-FA743A8196F8}"/>
          </ac:spMkLst>
        </pc:spChg>
        <pc:spChg chg="del">
          <ac:chgData name="진옥화" userId="20b55f0b-5a9b-4958-9543-f5cbd24a6a07" providerId="ADAL" clId="{6E6372EA-800A-466F-BA92-E51853A535FD}" dt="2026-07-31T02:31:56.066" v="1013" actId="478"/>
          <ac:spMkLst>
            <pc:docMk/>
            <pc:sldMk cId="2004163816" sldId="562"/>
            <ac:spMk id="6" creationId="{C8C87D14-1C01-8933-D366-1A5A2E93F527}"/>
          </ac:spMkLst>
        </pc:spChg>
        <pc:spChg chg="add mod">
          <ac:chgData name="진옥화" userId="20b55f0b-5a9b-4958-9543-f5cbd24a6a07" providerId="ADAL" clId="{6E6372EA-800A-466F-BA92-E51853A535FD}" dt="2026-07-31T02:34:28.398" v="1060"/>
          <ac:spMkLst>
            <pc:docMk/>
            <pc:sldMk cId="2004163816" sldId="562"/>
            <ac:spMk id="7" creationId="{8A91CC6C-F1DA-911C-1D1D-4DDB98232AD8}"/>
          </ac:spMkLst>
        </pc:spChg>
        <pc:spChg chg="del">
          <ac:chgData name="진옥화" userId="20b55f0b-5a9b-4958-9543-f5cbd24a6a07" providerId="ADAL" clId="{6E6372EA-800A-466F-BA92-E51853A535FD}" dt="2026-07-31T02:31:55.199" v="1012" actId="478"/>
          <ac:spMkLst>
            <pc:docMk/>
            <pc:sldMk cId="2004163816" sldId="562"/>
            <ac:spMk id="13" creationId="{B62D7E09-B020-2775-23E3-9A297795D20A}"/>
          </ac:spMkLst>
        </pc:spChg>
        <pc:spChg chg="add mod">
          <ac:chgData name="진옥화" userId="20b55f0b-5a9b-4958-9543-f5cbd24a6a07" providerId="ADAL" clId="{6E6372EA-800A-466F-BA92-E51853A535FD}" dt="2026-07-31T02:34:28.398" v="1060"/>
          <ac:spMkLst>
            <pc:docMk/>
            <pc:sldMk cId="2004163816" sldId="562"/>
            <ac:spMk id="14" creationId="{8E5CBBDE-712B-6223-ACF1-419197B331F0}"/>
          </ac:spMkLst>
        </pc:spChg>
        <pc:spChg chg="del">
          <ac:chgData name="진옥화" userId="20b55f0b-5a9b-4958-9543-f5cbd24a6a07" providerId="ADAL" clId="{6E6372EA-800A-466F-BA92-E51853A535FD}" dt="2026-07-31T02:31:54.647" v="1011" actId="478"/>
          <ac:spMkLst>
            <pc:docMk/>
            <pc:sldMk cId="2004163816" sldId="562"/>
            <ac:spMk id="15" creationId="{F179E177-7DAE-4F23-F092-9F44ECE3C0BD}"/>
          </ac:spMkLst>
        </pc:spChg>
        <pc:spChg chg="add mod">
          <ac:chgData name="진옥화" userId="20b55f0b-5a9b-4958-9543-f5cbd24a6a07" providerId="ADAL" clId="{6E6372EA-800A-466F-BA92-E51853A535FD}" dt="2026-07-31T02:34:28.398" v="1060"/>
          <ac:spMkLst>
            <pc:docMk/>
            <pc:sldMk cId="2004163816" sldId="562"/>
            <ac:spMk id="16" creationId="{FB9B4EF4-002E-1134-1346-0BADABAE0649}"/>
          </ac:spMkLst>
        </pc:spChg>
        <pc:spChg chg="add mod">
          <ac:chgData name="진옥화" userId="20b55f0b-5a9b-4958-9543-f5cbd24a6a07" providerId="ADAL" clId="{6E6372EA-800A-466F-BA92-E51853A535FD}" dt="2026-07-31T02:34:28.398" v="1060"/>
          <ac:spMkLst>
            <pc:docMk/>
            <pc:sldMk cId="2004163816" sldId="562"/>
            <ac:spMk id="17" creationId="{14F42C20-A0C2-31B5-B118-D203AFCC5905}"/>
          </ac:spMkLst>
        </pc:spChg>
        <pc:spChg chg="add mod">
          <ac:chgData name="진옥화" userId="20b55f0b-5a9b-4958-9543-f5cbd24a6a07" providerId="ADAL" clId="{6E6372EA-800A-466F-BA92-E51853A535FD}" dt="2026-07-31T02:34:28.398" v="1060"/>
          <ac:spMkLst>
            <pc:docMk/>
            <pc:sldMk cId="2004163816" sldId="562"/>
            <ac:spMk id="18" creationId="{F1669376-F4AF-C980-BC36-6B1D283EA0EE}"/>
          </ac:spMkLst>
        </pc:spChg>
        <pc:spChg chg="add mod">
          <ac:chgData name="진옥화" userId="20b55f0b-5a9b-4958-9543-f5cbd24a6a07" providerId="ADAL" clId="{6E6372EA-800A-466F-BA92-E51853A535FD}" dt="2026-07-31T02:34:28.398" v="1060"/>
          <ac:spMkLst>
            <pc:docMk/>
            <pc:sldMk cId="2004163816" sldId="562"/>
            <ac:spMk id="20" creationId="{E3097CEB-E0AF-DCB4-BA59-645D0D723530}"/>
          </ac:spMkLst>
        </pc:spChg>
        <pc:spChg chg="add mod">
          <ac:chgData name="진옥화" userId="20b55f0b-5a9b-4958-9543-f5cbd24a6a07" providerId="ADAL" clId="{6E6372EA-800A-466F-BA92-E51853A535FD}" dt="2026-07-31T02:34:28.398" v="1060"/>
          <ac:spMkLst>
            <pc:docMk/>
            <pc:sldMk cId="2004163816" sldId="562"/>
            <ac:spMk id="21" creationId="{AFE74F4D-A768-7833-4409-B7D07B1A8B6E}"/>
          </ac:spMkLst>
        </pc:spChg>
        <pc:cxnChg chg="add mod">
          <ac:chgData name="진옥화" userId="20b55f0b-5a9b-4958-9543-f5cbd24a6a07" providerId="ADAL" clId="{6E6372EA-800A-466F-BA92-E51853A535FD}" dt="2026-07-31T02:34:28.398" v="1060"/>
          <ac:cxnSpMkLst>
            <pc:docMk/>
            <pc:sldMk cId="2004163816" sldId="562"/>
            <ac:cxnSpMk id="19" creationId="{560CDB2D-2074-4570-3A2C-D62695ABC42C}"/>
          </ac:cxnSpMkLst>
        </pc:cxnChg>
        <pc:cxnChg chg="add mod">
          <ac:chgData name="진옥화" userId="20b55f0b-5a9b-4958-9543-f5cbd24a6a07" providerId="ADAL" clId="{6E6372EA-800A-466F-BA92-E51853A535FD}" dt="2026-07-31T02:34:28.398" v="1060"/>
          <ac:cxnSpMkLst>
            <pc:docMk/>
            <pc:sldMk cId="2004163816" sldId="562"/>
            <ac:cxnSpMk id="22" creationId="{C3DB483D-BF57-19C0-2F5E-42B7C4FBBD69}"/>
          </ac:cxnSpMkLst>
        </pc:cxnChg>
      </pc:sldChg>
    </pc:docChg>
  </pc:docChgLst>
</pc:chgInfo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머리글 개체 틀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ko-KR" altLang="en-US"/>
          </a:p>
        </p:txBody>
      </p:sp>
      <p:sp>
        <p:nvSpPr>
          <p:cNvPr id="3" name="날짜 개체 틀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AB78275A-6386-4BBA-A369-784D6689AF7F}" type="datetimeFigureOut">
              <a:rPr lang="ko-KR" altLang="en-US" smtClean="0"/>
              <a:t>2026-08-25</a:t>
            </a:fld>
            <a:endParaRPr lang="ko-KR" altLang="en-US"/>
          </a:p>
        </p:txBody>
      </p:sp>
      <p:sp>
        <p:nvSpPr>
          <p:cNvPr id="4" name="슬라이드 이미지 개체 틀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ko-KR" altLang="en-US"/>
          </a:p>
        </p:txBody>
      </p:sp>
      <p:sp>
        <p:nvSpPr>
          <p:cNvPr id="5" name="슬라이드 노트 개체 틀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D6B1E5D-516E-4F04-A21A-63BE4FED83CC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309774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AB7E24EC-83FA-0F68-A485-5889B628BD62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부제목 2">
            <a:extLst>
              <a:ext uri="{FF2B5EF4-FFF2-40B4-BE49-F238E27FC236}">
                <a16:creationId xmlns:a16="http://schemas.microsoft.com/office/drawing/2014/main" id="{85D51FC5-A5BA-A828-9B58-059B380F17EA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ko-KR" altLang="en-US"/>
              <a:t>클릭하여 마스터 부제목 스타일 편집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39221D56-8084-6F5C-5B0D-EB7F99FEA8C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EF47F3C-9191-452A-8F7F-BE5A959C5BE2}" type="datetimeFigureOut">
              <a:rPr lang="ko-KR" altLang="en-US" smtClean="0"/>
              <a:t>2026-08-25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835B21D8-B543-E719-02A0-ED9B837F280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B16B5C88-57A4-6A49-8353-D4BD779E8B8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67AC065-53FC-4C92-B1FF-C22C5A873352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118534596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제목 및 내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93CF7B6D-5DDF-F1EE-7506-A8533E7E6E0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BC8F4AC9-5DA0-3B9D-86E0-AD119C86E57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62436667-92A9-7AB1-EBF9-D72CAE75B0A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EF47F3C-9191-452A-8F7F-BE5A959C5BE2}" type="datetimeFigureOut">
              <a:rPr lang="ko-KR" altLang="en-US" smtClean="0"/>
              <a:t>2026-08-25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063E3EC5-E66C-C0E1-BB93-4CF7306E008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2DA46A77-6847-F1A9-E8EE-230258F473A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67AC065-53FC-4C92-B1FF-C22C5A873352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03013709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구역 머리글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30E02427-8492-4532-A024-F9CF3D7AEDB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37C2CDC8-54F2-8EC9-E9C4-3D6E0CAF77C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1D1D2791-1ADB-3516-CBA4-12369F422B9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EF47F3C-9191-452A-8F7F-BE5A959C5BE2}" type="datetimeFigureOut">
              <a:rPr lang="ko-KR" altLang="en-US" smtClean="0"/>
              <a:t>2026-08-25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94C9DD71-E7CB-A081-C5EE-C6CCC907E66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CC79824A-8EB8-1238-4F79-58622224C13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67AC065-53FC-4C92-B1FF-C22C5A873352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04742380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콘텐츠 2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05F94C38-236E-809D-4B9A-176DC66D270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5D805CA9-E557-6F95-8F79-364EB056716B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내용 개체 틀 3">
            <a:extLst>
              <a:ext uri="{FF2B5EF4-FFF2-40B4-BE49-F238E27FC236}">
                <a16:creationId xmlns:a16="http://schemas.microsoft.com/office/drawing/2014/main" id="{63931DC0-1DBE-70E7-4E29-0DAFD05D762B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5" name="날짜 개체 틀 4">
            <a:extLst>
              <a:ext uri="{FF2B5EF4-FFF2-40B4-BE49-F238E27FC236}">
                <a16:creationId xmlns:a16="http://schemas.microsoft.com/office/drawing/2014/main" id="{64217977-27AF-70EB-0098-344A64385B4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EF47F3C-9191-452A-8F7F-BE5A959C5BE2}" type="datetimeFigureOut">
              <a:rPr lang="ko-KR" altLang="en-US" smtClean="0"/>
              <a:t>2026-08-25</a:t>
            </a:fld>
            <a:endParaRPr lang="ko-KR" altLang="en-US"/>
          </a:p>
        </p:txBody>
      </p:sp>
      <p:sp>
        <p:nvSpPr>
          <p:cNvPr id="6" name="바닥글 개체 틀 5">
            <a:extLst>
              <a:ext uri="{FF2B5EF4-FFF2-40B4-BE49-F238E27FC236}">
                <a16:creationId xmlns:a16="http://schemas.microsoft.com/office/drawing/2014/main" id="{86CD30F7-BBE5-B69A-D24C-7F3113E65E3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>
            <a:extLst>
              <a:ext uri="{FF2B5EF4-FFF2-40B4-BE49-F238E27FC236}">
                <a16:creationId xmlns:a16="http://schemas.microsoft.com/office/drawing/2014/main" id="{A67E711B-DFF8-09A5-6433-B7C9C8BBE7F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67AC065-53FC-4C92-B1FF-C22C5A873352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333720503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비교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A5DE2026-2739-916B-1C55-76709410621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64A26E5E-0C3C-8A61-4C86-BA752D4ADFF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4" name="내용 개체 틀 3">
            <a:extLst>
              <a:ext uri="{FF2B5EF4-FFF2-40B4-BE49-F238E27FC236}">
                <a16:creationId xmlns:a16="http://schemas.microsoft.com/office/drawing/2014/main" id="{308C4A5B-C979-AD1F-36B4-A83B9CFF7A50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5" name="텍스트 개체 틀 4">
            <a:extLst>
              <a:ext uri="{FF2B5EF4-FFF2-40B4-BE49-F238E27FC236}">
                <a16:creationId xmlns:a16="http://schemas.microsoft.com/office/drawing/2014/main" id="{19A5CD95-4764-D780-2576-C897628E8298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6" name="내용 개체 틀 5">
            <a:extLst>
              <a:ext uri="{FF2B5EF4-FFF2-40B4-BE49-F238E27FC236}">
                <a16:creationId xmlns:a16="http://schemas.microsoft.com/office/drawing/2014/main" id="{4667CAC3-79AB-D39B-FB5D-17EB52C1A484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7" name="날짜 개체 틀 6">
            <a:extLst>
              <a:ext uri="{FF2B5EF4-FFF2-40B4-BE49-F238E27FC236}">
                <a16:creationId xmlns:a16="http://schemas.microsoft.com/office/drawing/2014/main" id="{0D8DDC4D-19B1-FAA9-2122-3EA904AD78D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EF47F3C-9191-452A-8F7F-BE5A959C5BE2}" type="datetimeFigureOut">
              <a:rPr lang="ko-KR" altLang="en-US" smtClean="0"/>
              <a:t>2026-08-25</a:t>
            </a:fld>
            <a:endParaRPr lang="ko-KR" altLang="en-US"/>
          </a:p>
        </p:txBody>
      </p:sp>
      <p:sp>
        <p:nvSpPr>
          <p:cNvPr id="8" name="바닥글 개체 틀 7">
            <a:extLst>
              <a:ext uri="{FF2B5EF4-FFF2-40B4-BE49-F238E27FC236}">
                <a16:creationId xmlns:a16="http://schemas.microsoft.com/office/drawing/2014/main" id="{A5E5CDE7-CB43-FABA-63C5-6F3FB953DBE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9" name="슬라이드 번호 개체 틀 8">
            <a:extLst>
              <a:ext uri="{FF2B5EF4-FFF2-40B4-BE49-F238E27FC236}">
                <a16:creationId xmlns:a16="http://schemas.microsoft.com/office/drawing/2014/main" id="{6E32AB19-4431-21D4-8D8C-C90511F4057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67AC065-53FC-4C92-B1FF-C22C5A873352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144608570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제목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200BE82E-44A6-6098-3535-F556D531310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날짜 개체 틀 2">
            <a:extLst>
              <a:ext uri="{FF2B5EF4-FFF2-40B4-BE49-F238E27FC236}">
                <a16:creationId xmlns:a16="http://schemas.microsoft.com/office/drawing/2014/main" id="{9AF121FA-ED6C-B2F1-8943-3BA74ECD19B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EF47F3C-9191-452A-8F7F-BE5A959C5BE2}" type="datetimeFigureOut">
              <a:rPr lang="ko-KR" altLang="en-US" smtClean="0"/>
              <a:t>2026-08-25</a:t>
            </a:fld>
            <a:endParaRPr lang="ko-KR" altLang="en-US"/>
          </a:p>
        </p:txBody>
      </p:sp>
      <p:sp>
        <p:nvSpPr>
          <p:cNvPr id="4" name="바닥글 개체 틀 3">
            <a:extLst>
              <a:ext uri="{FF2B5EF4-FFF2-40B4-BE49-F238E27FC236}">
                <a16:creationId xmlns:a16="http://schemas.microsoft.com/office/drawing/2014/main" id="{D84DFA76-D42A-6043-E4B8-AFB61CA827F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5" name="슬라이드 번호 개체 틀 4">
            <a:extLst>
              <a:ext uri="{FF2B5EF4-FFF2-40B4-BE49-F238E27FC236}">
                <a16:creationId xmlns:a16="http://schemas.microsoft.com/office/drawing/2014/main" id="{14273CA0-5785-8D42-5AA2-2FF57E64DE3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67AC065-53FC-4C92-B1FF-C22C5A873352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138826565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빈 화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날짜 개체 틀 1">
            <a:extLst>
              <a:ext uri="{FF2B5EF4-FFF2-40B4-BE49-F238E27FC236}">
                <a16:creationId xmlns:a16="http://schemas.microsoft.com/office/drawing/2014/main" id="{8D24705E-B074-1CD0-6A6A-C251B329CE6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EF47F3C-9191-452A-8F7F-BE5A959C5BE2}" type="datetimeFigureOut">
              <a:rPr lang="ko-KR" altLang="en-US" smtClean="0"/>
              <a:t>2026-08-25</a:t>
            </a:fld>
            <a:endParaRPr lang="ko-KR" altLang="en-US"/>
          </a:p>
        </p:txBody>
      </p:sp>
      <p:sp>
        <p:nvSpPr>
          <p:cNvPr id="3" name="바닥글 개체 틀 2">
            <a:extLst>
              <a:ext uri="{FF2B5EF4-FFF2-40B4-BE49-F238E27FC236}">
                <a16:creationId xmlns:a16="http://schemas.microsoft.com/office/drawing/2014/main" id="{50132599-65F3-E4A9-042C-3201106B948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5A876009-7ADD-D4A2-BB36-7C57352738E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67AC065-53FC-4C92-B1FF-C22C5A873352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77608231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캡션 있는 콘텐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E963366F-1C81-264D-A261-93446DC9BEB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54E69ADA-620A-6B35-98BE-7DC9914F900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텍스트 개체 틀 3">
            <a:extLst>
              <a:ext uri="{FF2B5EF4-FFF2-40B4-BE49-F238E27FC236}">
                <a16:creationId xmlns:a16="http://schemas.microsoft.com/office/drawing/2014/main" id="{BABB7D3D-261C-1CE9-3D3F-2D24AC8CDE8B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5" name="날짜 개체 틀 4">
            <a:extLst>
              <a:ext uri="{FF2B5EF4-FFF2-40B4-BE49-F238E27FC236}">
                <a16:creationId xmlns:a16="http://schemas.microsoft.com/office/drawing/2014/main" id="{A08E4B12-B3FB-F5C5-1589-CA3D950C8FA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EF47F3C-9191-452A-8F7F-BE5A959C5BE2}" type="datetimeFigureOut">
              <a:rPr lang="ko-KR" altLang="en-US" smtClean="0"/>
              <a:t>2026-08-25</a:t>
            </a:fld>
            <a:endParaRPr lang="ko-KR" altLang="en-US"/>
          </a:p>
        </p:txBody>
      </p:sp>
      <p:sp>
        <p:nvSpPr>
          <p:cNvPr id="6" name="바닥글 개체 틀 5">
            <a:extLst>
              <a:ext uri="{FF2B5EF4-FFF2-40B4-BE49-F238E27FC236}">
                <a16:creationId xmlns:a16="http://schemas.microsoft.com/office/drawing/2014/main" id="{C1711B54-59F2-EF0F-80FE-E050ADC5E48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>
            <a:extLst>
              <a:ext uri="{FF2B5EF4-FFF2-40B4-BE49-F238E27FC236}">
                <a16:creationId xmlns:a16="http://schemas.microsoft.com/office/drawing/2014/main" id="{E89DD291-5ACC-0F5E-E6D2-AF14ADD7751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67AC065-53FC-4C92-B1FF-C22C5A873352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887410704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캡션 있는 그림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62315090-8D7C-1BEC-3ED0-CC981FADC4A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그림 개체 틀 2">
            <a:extLst>
              <a:ext uri="{FF2B5EF4-FFF2-40B4-BE49-F238E27FC236}">
                <a16:creationId xmlns:a16="http://schemas.microsoft.com/office/drawing/2014/main" id="{28714A82-515C-2D6F-D5D2-96B2E4A94C22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ko-KR" altLang="en-US"/>
          </a:p>
        </p:txBody>
      </p:sp>
      <p:sp>
        <p:nvSpPr>
          <p:cNvPr id="4" name="텍스트 개체 틀 3">
            <a:extLst>
              <a:ext uri="{FF2B5EF4-FFF2-40B4-BE49-F238E27FC236}">
                <a16:creationId xmlns:a16="http://schemas.microsoft.com/office/drawing/2014/main" id="{0C0DF165-8534-C80F-FEFE-70B6B41B4570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5" name="날짜 개체 틀 4">
            <a:extLst>
              <a:ext uri="{FF2B5EF4-FFF2-40B4-BE49-F238E27FC236}">
                <a16:creationId xmlns:a16="http://schemas.microsoft.com/office/drawing/2014/main" id="{8619D7C4-56C0-8ECF-00D2-EE4D2E93351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EF47F3C-9191-452A-8F7F-BE5A959C5BE2}" type="datetimeFigureOut">
              <a:rPr lang="ko-KR" altLang="en-US" smtClean="0"/>
              <a:t>2026-08-25</a:t>
            </a:fld>
            <a:endParaRPr lang="ko-KR" altLang="en-US"/>
          </a:p>
        </p:txBody>
      </p:sp>
      <p:sp>
        <p:nvSpPr>
          <p:cNvPr id="6" name="바닥글 개체 틀 5">
            <a:extLst>
              <a:ext uri="{FF2B5EF4-FFF2-40B4-BE49-F238E27FC236}">
                <a16:creationId xmlns:a16="http://schemas.microsoft.com/office/drawing/2014/main" id="{E3378DE2-3294-524E-B56C-2FE38DC6A3F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>
            <a:extLst>
              <a:ext uri="{FF2B5EF4-FFF2-40B4-BE49-F238E27FC236}">
                <a16:creationId xmlns:a16="http://schemas.microsoft.com/office/drawing/2014/main" id="{BAA568DF-B893-6F4C-EF42-D5E226C0B1B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67AC065-53FC-4C92-B1FF-C22C5A873352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271943878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제목 및 세로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57E07611-F968-6858-5766-4668CF68399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세로 텍스트 개체 틀 2">
            <a:extLst>
              <a:ext uri="{FF2B5EF4-FFF2-40B4-BE49-F238E27FC236}">
                <a16:creationId xmlns:a16="http://schemas.microsoft.com/office/drawing/2014/main" id="{EE3B9E80-C740-66FA-0C5E-24F9C4A9E7A3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E8D01BB3-102A-E9D9-1B9D-92472207F4F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EF47F3C-9191-452A-8F7F-BE5A959C5BE2}" type="datetimeFigureOut">
              <a:rPr lang="ko-KR" altLang="en-US" smtClean="0"/>
              <a:t>2026-08-25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E4594961-A488-B9EC-212D-4F15816BE0B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E6678B43-A81D-2B0F-C911-B7F4575E61F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67AC065-53FC-4C92-B1FF-C22C5A873352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509178516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세로 제목 및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세로 제목 1">
            <a:extLst>
              <a:ext uri="{FF2B5EF4-FFF2-40B4-BE49-F238E27FC236}">
                <a16:creationId xmlns:a16="http://schemas.microsoft.com/office/drawing/2014/main" id="{7B49A1EF-9F00-60B3-3206-BCBCA5516BF0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세로 텍스트 개체 틀 2">
            <a:extLst>
              <a:ext uri="{FF2B5EF4-FFF2-40B4-BE49-F238E27FC236}">
                <a16:creationId xmlns:a16="http://schemas.microsoft.com/office/drawing/2014/main" id="{79FB053F-96E0-0BD5-4BF4-D940C0742586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92027F9D-3E16-194F-3C94-60F8812A08E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EF47F3C-9191-452A-8F7F-BE5A959C5BE2}" type="datetimeFigureOut">
              <a:rPr lang="ko-KR" altLang="en-US" smtClean="0"/>
              <a:t>2026-08-25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905B6556-0F5C-1596-63B7-E559230D15E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1ED87872-4A7D-367C-E777-8B7BE0F1C06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67AC065-53FC-4C92-B1FF-C22C5A873352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425797760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개체 틀 1">
            <a:extLst>
              <a:ext uri="{FF2B5EF4-FFF2-40B4-BE49-F238E27FC236}">
                <a16:creationId xmlns:a16="http://schemas.microsoft.com/office/drawing/2014/main" id="{C54E49A1-7B42-F91A-4902-34CF0F723E1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06AFF853-1E93-561F-066F-52B773E38E9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D66CB9C1-1E09-ADB8-8B7C-FD1F544AEE47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1EF47F3C-9191-452A-8F7F-BE5A959C5BE2}" type="datetimeFigureOut">
              <a:rPr lang="ko-KR" altLang="en-US" smtClean="0"/>
              <a:t>2026-08-25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8B24238B-3C93-C1D5-AC7A-F3B60C08F22C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C73D6AE6-F988-9415-4305-1F760FEC1F28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367AC065-53FC-4C92-B1FF-C22C5A873352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84505474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1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1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ko-KR"/>
      </a:defPPr>
      <a:lvl1pPr marL="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8.png"/><Relationship Id="rId3" Type="http://schemas.microsoft.com/office/2007/relationships/hdphoto" Target="../media/hdphoto1.wdp"/><Relationship Id="rId4" Type="http://schemas.openxmlformats.org/officeDocument/2006/relationships/image" Target="../media/image29.png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8.png"/><Relationship Id="rId3" Type="http://schemas.microsoft.com/office/2007/relationships/hdphoto" Target="../media/hdphoto1.wdp"/><Relationship Id="rId4" Type="http://schemas.openxmlformats.org/officeDocument/2006/relationships/image" Target="../media/image29.png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8.png"/><Relationship Id="rId3" Type="http://schemas.microsoft.com/office/2007/relationships/hdphoto" Target="../media/hdphoto1.wdp"/><Relationship Id="rId4" Type="http://schemas.openxmlformats.org/officeDocument/2006/relationships/image" Target="../media/image29.png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8.png"/><Relationship Id="rId3" Type="http://schemas.microsoft.com/office/2007/relationships/hdphoto" Target="../media/hdphoto1.wdp"/><Relationship Id="rId4" Type="http://schemas.openxmlformats.org/officeDocument/2006/relationships/image" Target="../media/image29.png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8.png"/><Relationship Id="rId3" Type="http://schemas.microsoft.com/office/2007/relationships/hdphoto" Target="../media/hdphoto1.wdp"/><Relationship Id="rId4" Type="http://schemas.openxmlformats.org/officeDocument/2006/relationships/image" Target="../media/image29.png"/><Relationship Id="rId5" Type="http://schemas.openxmlformats.org/officeDocument/2006/relationships/image" Target="../media/image38.jpeg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8.png"/><Relationship Id="rId3" Type="http://schemas.microsoft.com/office/2007/relationships/hdphoto" Target="../media/hdphoto1.wdp"/><Relationship Id="rId4" Type="http://schemas.openxmlformats.org/officeDocument/2006/relationships/image" Target="../media/image29.png"/><Relationship Id="rId5" Type="http://schemas.openxmlformats.org/officeDocument/2006/relationships/image" Target="../media/image39.png"/><Relationship Id="rId6" Type="http://schemas.openxmlformats.org/officeDocument/2006/relationships/image" Target="../media/image38.jpeg"/><Relationship Id="rId7" Type="http://schemas.openxmlformats.org/officeDocument/2006/relationships/image" Target="../media/image40.png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8.png"/><Relationship Id="rId3" Type="http://schemas.microsoft.com/office/2007/relationships/hdphoto" Target="../media/hdphoto1.wdp"/><Relationship Id="rId4" Type="http://schemas.openxmlformats.org/officeDocument/2006/relationships/image" Target="../media/image29.png"/><Relationship Id="rId5" Type="http://schemas.openxmlformats.org/officeDocument/2006/relationships/image" Target="../media/image38.jpeg"/><Relationship Id="rId6" Type="http://schemas.openxmlformats.org/officeDocument/2006/relationships/image" Target="../media/image41.png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8.png"/><Relationship Id="rId3" Type="http://schemas.microsoft.com/office/2007/relationships/hdphoto" Target="../media/hdphoto1.wdp"/><Relationship Id="rId4" Type="http://schemas.openxmlformats.org/officeDocument/2006/relationships/image" Target="../media/image29.png"/><Relationship Id="rId5" Type="http://schemas.openxmlformats.org/officeDocument/2006/relationships/image" Target="../media/image39.png"/><Relationship Id="rId6" Type="http://schemas.openxmlformats.org/officeDocument/2006/relationships/image" Target="../media/image38.jpeg"/><Relationship Id="rId7" Type="http://schemas.openxmlformats.org/officeDocument/2006/relationships/image" Target="../media/image41.png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8.png"/><Relationship Id="rId3" Type="http://schemas.microsoft.com/office/2007/relationships/hdphoto" Target="../media/hdphoto1.wdp"/><Relationship Id="rId4" Type="http://schemas.openxmlformats.org/officeDocument/2006/relationships/image" Target="../media/image29.png"/><Relationship Id="rId5" Type="http://schemas.openxmlformats.org/officeDocument/2006/relationships/image" Target="../media/image39.png"/><Relationship Id="rId6" Type="http://schemas.openxmlformats.org/officeDocument/2006/relationships/image" Target="../media/image38.jpeg"/><Relationship Id="rId7" Type="http://schemas.openxmlformats.org/officeDocument/2006/relationships/image" Target="../media/image40.png"/></Relationships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8.png"/><Relationship Id="rId3" Type="http://schemas.microsoft.com/office/2007/relationships/hdphoto" Target="../media/hdphoto1.wdp"/><Relationship Id="rId4" Type="http://schemas.openxmlformats.org/officeDocument/2006/relationships/image" Target="../media/image29.png"/><Relationship Id="rId5" Type="http://schemas.openxmlformats.org/officeDocument/2006/relationships/image" Target="../media/image40.png"/><Relationship Id="rId6" Type="http://schemas.openxmlformats.org/officeDocument/2006/relationships/image" Target="../media/image42.jpeg"/></Relationships>
</file>

<file path=ppt/slides/_rels/slide2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8.png"/><Relationship Id="rId3" Type="http://schemas.microsoft.com/office/2007/relationships/hdphoto" Target="../media/hdphoto1.wdp"/><Relationship Id="rId4" Type="http://schemas.openxmlformats.org/officeDocument/2006/relationships/image" Target="../media/image29.png"/><Relationship Id="rId5" Type="http://schemas.openxmlformats.org/officeDocument/2006/relationships/image" Target="../media/image40.png"/><Relationship Id="rId6" Type="http://schemas.openxmlformats.org/officeDocument/2006/relationships/image" Target="../media/image42.jpeg"/><Relationship Id="rId7" Type="http://schemas.openxmlformats.org/officeDocument/2006/relationships/image" Target="../media/image39.png"/></Relationships>
</file>

<file path=ppt/slides/_rels/slide2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8.png"/><Relationship Id="rId3" Type="http://schemas.microsoft.com/office/2007/relationships/hdphoto" Target="../media/hdphoto1.wdp"/><Relationship Id="rId4" Type="http://schemas.openxmlformats.org/officeDocument/2006/relationships/image" Target="../media/image29.png"/><Relationship Id="rId5" Type="http://schemas.openxmlformats.org/officeDocument/2006/relationships/image" Target="../media/image38.jpeg"/><Relationship Id="rId6" Type="http://schemas.openxmlformats.org/officeDocument/2006/relationships/image" Target="../media/image39.png"/><Relationship Id="rId7" Type="http://schemas.openxmlformats.org/officeDocument/2006/relationships/image" Target="../media/image43.png"/></Relationships>
</file>

<file path=ppt/slides/_rels/slide2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3" Type="http://schemas.openxmlformats.org/officeDocument/2006/relationships/image" Target="../media/image28.png"/><Relationship Id="rId4" Type="http://schemas.microsoft.com/office/2007/relationships/hdphoto" Target="../media/hdphoto1.wdp"/><Relationship Id="rId5" Type="http://schemas.openxmlformats.org/officeDocument/2006/relationships/image" Target="../media/image29.png"/><Relationship Id="rId6" Type="http://schemas.openxmlformats.org/officeDocument/2006/relationships/image" Target="../media/image39.png"/></Relationships>
</file>

<file path=ppt/slides/_rels/slide2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3" Type="http://schemas.openxmlformats.org/officeDocument/2006/relationships/image" Target="../media/image28.png"/><Relationship Id="rId4" Type="http://schemas.microsoft.com/office/2007/relationships/hdphoto" Target="../media/hdphoto1.wdp"/><Relationship Id="rId5" Type="http://schemas.openxmlformats.org/officeDocument/2006/relationships/image" Target="../media/image29.png"/><Relationship Id="rId6" Type="http://schemas.openxmlformats.org/officeDocument/2006/relationships/image" Target="../media/image39.png"/></Relationships>
</file>

<file path=ppt/slides/_rels/slide2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8.png"/><Relationship Id="rId3" Type="http://schemas.microsoft.com/office/2007/relationships/hdphoto" Target="../media/hdphoto1.wdp"/><Relationship Id="rId4" Type="http://schemas.openxmlformats.org/officeDocument/2006/relationships/image" Target="../media/image29.png"/><Relationship Id="rId5" Type="http://schemas.openxmlformats.org/officeDocument/2006/relationships/image" Target="../media/image39.png"/><Relationship Id="rId6" Type="http://schemas.openxmlformats.org/officeDocument/2006/relationships/image" Target="../media/image43.png"/></Relationships>
</file>

<file path=ppt/slides/_rels/slide3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4.png"/><Relationship Id="rId3" Type="http://schemas.microsoft.com/office/2007/relationships/hdphoto" Target="../media/hdphoto2.wdp"/><Relationship Id="rId4" Type="http://schemas.openxmlformats.org/officeDocument/2006/relationships/image" Target="../media/image45.png"/></Relationships>
</file>

<file path=ppt/slides/_rels/slide3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4.png"/><Relationship Id="rId3" Type="http://schemas.microsoft.com/office/2007/relationships/hdphoto" Target="../media/hdphoto2.wdp"/><Relationship Id="rId4" Type="http://schemas.openxmlformats.org/officeDocument/2006/relationships/image" Target="../media/image45.png"/></Relationships>
</file>

<file path=ppt/slides/_rels/slide3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4.png"/><Relationship Id="rId3" Type="http://schemas.microsoft.com/office/2007/relationships/hdphoto" Target="../media/hdphoto2.wdp"/><Relationship Id="rId4" Type="http://schemas.openxmlformats.org/officeDocument/2006/relationships/image" Target="../media/image45.png"/></Relationships>
</file>

<file path=ppt/slides/_rels/slide3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4.png"/><Relationship Id="rId3" Type="http://schemas.microsoft.com/office/2007/relationships/hdphoto" Target="../media/hdphoto2.wdp"/><Relationship Id="rId4" Type="http://schemas.openxmlformats.org/officeDocument/2006/relationships/image" Target="../media/image45.png"/></Relationships>
</file>

<file path=ppt/slides/_rels/slide3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4.png"/><Relationship Id="rId3" Type="http://schemas.microsoft.com/office/2007/relationships/hdphoto" Target="../media/hdphoto2.wdp"/><Relationship Id="rId4" Type="http://schemas.openxmlformats.org/officeDocument/2006/relationships/image" Target="../media/image45.png"/><Relationship Id="rId5" Type="http://schemas.openxmlformats.org/officeDocument/2006/relationships/image" Target="../media/image52.png"/></Relationships>
</file>

<file path=ppt/slides/_rels/slide3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4.png"/><Relationship Id="rId3" Type="http://schemas.microsoft.com/office/2007/relationships/hdphoto" Target="../media/hdphoto2.wdp"/><Relationship Id="rId4" Type="http://schemas.openxmlformats.org/officeDocument/2006/relationships/image" Target="../media/image45.png"/><Relationship Id="rId5" Type="http://schemas.openxmlformats.org/officeDocument/2006/relationships/image" Target="../media/image38.jpeg"/></Relationships>
</file>

<file path=ppt/slides/_rels/slide3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4.png"/><Relationship Id="rId3" Type="http://schemas.microsoft.com/office/2007/relationships/hdphoto" Target="../media/hdphoto2.wdp"/><Relationship Id="rId4" Type="http://schemas.openxmlformats.org/officeDocument/2006/relationships/image" Target="../media/image45.png"/><Relationship Id="rId5" Type="http://schemas.openxmlformats.org/officeDocument/2006/relationships/image" Target="../media/image38.jpeg"/><Relationship Id="rId6" Type="http://schemas.openxmlformats.org/officeDocument/2006/relationships/image" Target="../media/image41.png"/></Relationships>
</file>

<file path=ppt/slides/_rels/slide3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4.png"/><Relationship Id="rId3" Type="http://schemas.microsoft.com/office/2007/relationships/hdphoto" Target="../media/hdphoto2.wdp"/><Relationship Id="rId4" Type="http://schemas.openxmlformats.org/officeDocument/2006/relationships/image" Target="../media/image45.png"/><Relationship Id="rId5" Type="http://schemas.openxmlformats.org/officeDocument/2006/relationships/image" Target="../media/image38.jpeg"/><Relationship Id="rId6" Type="http://schemas.openxmlformats.org/officeDocument/2006/relationships/image" Target="../media/image41.png"/></Relationships>
</file>

<file path=ppt/slides/_rels/slide3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4.png"/><Relationship Id="rId3" Type="http://schemas.microsoft.com/office/2007/relationships/hdphoto" Target="../media/hdphoto2.wdp"/><Relationship Id="rId4" Type="http://schemas.openxmlformats.org/officeDocument/2006/relationships/image" Target="../media/image45.png"/><Relationship Id="rId5" Type="http://schemas.openxmlformats.org/officeDocument/2006/relationships/image" Target="../media/image38.jpeg"/><Relationship Id="rId6" Type="http://schemas.openxmlformats.org/officeDocument/2006/relationships/image" Target="../media/image41.png"/><Relationship Id="rId7" Type="http://schemas.openxmlformats.org/officeDocument/2006/relationships/image" Target="../media/image39.png"/></Relationships>
</file>

<file path=ppt/slides/_rels/slide4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4.png"/><Relationship Id="rId3" Type="http://schemas.microsoft.com/office/2007/relationships/hdphoto" Target="../media/hdphoto2.wdp"/><Relationship Id="rId4" Type="http://schemas.openxmlformats.org/officeDocument/2006/relationships/image" Target="../media/image45.png"/><Relationship Id="rId5" Type="http://schemas.openxmlformats.org/officeDocument/2006/relationships/image" Target="../media/image52.png"/><Relationship Id="rId6" Type="http://schemas.openxmlformats.org/officeDocument/2006/relationships/image" Target="../media/image40.png"/><Relationship Id="rId7" Type="http://schemas.openxmlformats.org/officeDocument/2006/relationships/image" Target="../media/image39.png"/></Relationships>
</file>

<file path=ppt/slides/_rels/slide4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4.png"/><Relationship Id="rId3" Type="http://schemas.microsoft.com/office/2007/relationships/hdphoto" Target="../media/hdphoto2.wdp"/><Relationship Id="rId4" Type="http://schemas.openxmlformats.org/officeDocument/2006/relationships/image" Target="../media/image45.png"/><Relationship Id="rId5" Type="http://schemas.openxmlformats.org/officeDocument/2006/relationships/image" Target="../media/image40.png"/><Relationship Id="rId6" Type="http://schemas.openxmlformats.org/officeDocument/2006/relationships/image" Target="../media/image39.png"/><Relationship Id="rId7" Type="http://schemas.openxmlformats.org/officeDocument/2006/relationships/image" Target="../media/image38.jpeg"/><Relationship Id="rId8" Type="http://schemas.openxmlformats.org/officeDocument/2006/relationships/image" Target="../media/image43.png"/></Relationships>
</file>

<file path=ppt/slides/_rels/slide4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4.png"/><Relationship Id="rId3" Type="http://schemas.microsoft.com/office/2007/relationships/hdphoto" Target="../media/hdphoto2.wdp"/><Relationship Id="rId4" Type="http://schemas.openxmlformats.org/officeDocument/2006/relationships/image" Target="../media/image45.png"/><Relationship Id="rId5" Type="http://schemas.openxmlformats.org/officeDocument/2006/relationships/image" Target="../media/image39.png"/><Relationship Id="rId6" Type="http://schemas.openxmlformats.org/officeDocument/2006/relationships/image" Target="../media/image40.png"/><Relationship Id="rId7" Type="http://schemas.openxmlformats.org/officeDocument/2006/relationships/image" Target="../media/image42.jpeg"/></Relationships>
</file>

<file path=ppt/slides/_rels/slide4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4.png"/><Relationship Id="rId3" Type="http://schemas.microsoft.com/office/2007/relationships/hdphoto" Target="../media/hdphoto2.wdp"/><Relationship Id="rId4" Type="http://schemas.openxmlformats.org/officeDocument/2006/relationships/image" Target="../media/image45.png"/><Relationship Id="rId5" Type="http://schemas.openxmlformats.org/officeDocument/2006/relationships/image" Target="../media/image38.jpeg"/><Relationship Id="rId6" Type="http://schemas.openxmlformats.org/officeDocument/2006/relationships/image" Target="../media/image39.png"/></Relationships>
</file>

<file path=ppt/slides/_rels/slide4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4.png"/><Relationship Id="rId3" Type="http://schemas.microsoft.com/office/2007/relationships/hdphoto" Target="../media/hdphoto2.wdp"/><Relationship Id="rId4" Type="http://schemas.openxmlformats.org/officeDocument/2006/relationships/image" Target="../media/image45.png"/><Relationship Id="rId5" Type="http://schemas.openxmlformats.org/officeDocument/2006/relationships/image" Target="../media/image39.png"/><Relationship Id="rId6" Type="http://schemas.openxmlformats.org/officeDocument/2006/relationships/image" Target="../media/image38.jpeg"/><Relationship Id="rId7" Type="http://schemas.openxmlformats.org/officeDocument/2006/relationships/image" Target="../media/image53.png"/></Relationships>
</file>

<file path=ppt/slides/_rels/slide4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4.png"/><Relationship Id="rId3" Type="http://schemas.microsoft.com/office/2007/relationships/hdphoto" Target="../media/hdphoto2.wdp"/><Relationship Id="rId4" Type="http://schemas.openxmlformats.org/officeDocument/2006/relationships/image" Target="../media/image45.png"/><Relationship Id="rId5" Type="http://schemas.openxmlformats.org/officeDocument/2006/relationships/image" Target="../media/image38.jpeg"/><Relationship Id="rId6" Type="http://schemas.openxmlformats.org/officeDocument/2006/relationships/image" Target="../media/image39.png"/></Relationships>
</file>

<file path=ppt/slides/_rels/slide4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4.png"/><Relationship Id="rId3" Type="http://schemas.microsoft.com/office/2007/relationships/hdphoto" Target="../media/hdphoto3.wdp"/><Relationship Id="rId4" Type="http://schemas.openxmlformats.org/officeDocument/2006/relationships/image" Target="../media/image55.png"/></Relationships>
</file>

<file path=ppt/slides/_rels/slide4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4.png"/><Relationship Id="rId3" Type="http://schemas.microsoft.com/office/2007/relationships/hdphoto" Target="../media/hdphoto3.wdp"/><Relationship Id="rId4" Type="http://schemas.openxmlformats.org/officeDocument/2006/relationships/image" Target="../media/image56.png"/></Relationships>
</file>

<file path=ppt/slides/_rels/slide4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4.png"/><Relationship Id="rId3" Type="http://schemas.microsoft.com/office/2007/relationships/hdphoto" Target="../media/hdphoto3.wdp"/><Relationship Id="rId4" Type="http://schemas.openxmlformats.org/officeDocument/2006/relationships/image" Target="../media/image56.png"/></Relationships>
</file>

<file path=ppt/slides/_rels/slide4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4.png"/><Relationship Id="rId3" Type="http://schemas.microsoft.com/office/2007/relationships/hdphoto" Target="../media/hdphoto3.wdp"/><Relationship Id="rId4" Type="http://schemas.openxmlformats.org/officeDocument/2006/relationships/image" Target="../media/image55.png"/><Relationship Id="rId5" Type="http://schemas.openxmlformats.org/officeDocument/2006/relationships/image" Target="../media/image39.png"/></Relationships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03CD3DC-C6A0-4099-6F5B-C56166C0B17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그림 4">
            <a:extLst>
              <a:ext uri="{FF2B5EF4-FFF2-40B4-BE49-F238E27FC236}">
                <a16:creationId xmlns:a16="http://schemas.microsoft.com/office/drawing/2014/main" id="{E0CDC872-26F0-65AD-E16E-F25C32A037CD}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/>
        </p:nvPicPr>
        <p:blipFill>
          <a:blip r:embed="rId2">
            <a:alphaModFix amt="70000"/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saturation sat="0"/>
                    </a14:imgEffect>
                  </a14:imgLayer>
                </a14:imgProps>
              </a:ext>
            </a:extLst>
          </a:blip>
          <a:stretch>
            <a:fillRect/>
          </a:stretch>
        </p:blipFill>
        <p:spPr>
          <a:xfrm>
            <a:off x="1761061" y="946662"/>
            <a:ext cx="8995839" cy="5276338"/>
          </a:xfrm>
          <a:prstGeom prst="rect">
            <a:avLst/>
          </a:prstGeom>
        </p:spPr>
      </p:pic>
      <p:cxnSp>
        <p:nvCxnSpPr>
          <p:cNvPr id="85" name="직선 연결선 84">
            <a:extLst>
              <a:ext uri="{FF2B5EF4-FFF2-40B4-BE49-F238E27FC236}">
                <a16:creationId xmlns:a16="http://schemas.microsoft.com/office/drawing/2014/main" id="{493FDE54-63A0-241A-C99C-2DDE17800735}"/>
              </a:ext>
            </a:extLst>
          </p:cNvPr>
          <p:cNvCxnSpPr>
            <a:cxnSpLocks/>
          </p:cNvCxnSpPr>
          <p:nvPr/>
        </p:nvCxnSpPr>
        <p:spPr>
          <a:xfrm>
            <a:off x="9422606" y="3607663"/>
            <a:ext cx="828526" cy="0"/>
          </a:xfrm>
          <a:prstGeom prst="line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88" name="직사각형 87">
            <a:extLst>
              <a:ext uri="{FF2B5EF4-FFF2-40B4-BE49-F238E27FC236}">
                <a16:creationId xmlns:a16="http://schemas.microsoft.com/office/drawing/2014/main" id="{E9868A8C-A215-2AFA-A2A0-681B69C9D557}"/>
              </a:ext>
            </a:extLst>
          </p:cNvPr>
          <p:cNvSpPr/>
          <p:nvPr/>
        </p:nvSpPr>
        <p:spPr>
          <a:xfrm rot="5400000">
            <a:off x="10099171" y="3496431"/>
            <a:ext cx="98385" cy="135003"/>
          </a:xfrm>
          <a:prstGeom prst="rect">
            <a:avLst/>
          </a:prstGeom>
          <a:solidFill>
            <a:srgbClr val="0070C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6" name="TextBox 5">
                <a:extLst>
                  <a:ext uri="{FF2B5EF4-FFF2-40B4-BE49-F238E27FC236}">
                    <a16:creationId xmlns:a16="http://schemas.microsoft.com/office/drawing/2014/main" id="{17F1386B-1D74-41D8-D14E-969A28C7274A}"/>
                  </a:ext>
                </a:extLst>
              </p:cNvPr>
              <p:cNvSpPr txBox="1"/>
              <p:nvPr/>
            </p:nvSpPr>
            <p:spPr>
              <a:xfrm>
                <a:off x="10152689" y="1075737"/>
                <a:ext cx="1762781" cy="407099"/>
              </a:xfrm>
              <a:prstGeom prst="rect">
                <a:avLst/>
              </a:prstGeom>
              <a:noFill/>
            </p:spPr>
            <p:txBody>
              <a:bodyPr wrap="square">
                <a:spAutoFit/>
                <a:scene3d>
                  <a:camera prst="orthographicFront"/>
                  <a:lightRig rig="harsh" dir="t"/>
                </a:scene3d>
                <a:sp3d extrusionH="57150" prstMaterial="matte">
                  <a:bevelT w="63500" h="12700" prst="angle"/>
                  <a:contourClr>
                    <a:schemeClr val="bg1">
                      <a:lumMod val="65000"/>
                    </a:schemeClr>
                  </a:contourClr>
                </a:sp3d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right"/>
                    </m:oMathParaPr>
                    <m:oMath xmlns:m="http://schemas.openxmlformats.org/officeDocument/2006/math">
                      <m:sSup>
                        <m:sSupPr>
                          <m:ctrlPr>
                            <a:rPr lang="en-US" altLang="ko-KR" sz="2000" b="1" i="1" u="none" strike="noStrike" smtClean="0">
                              <a:ln/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altLang="ko-KR" sz="2000" b="1" i="1" u="none" strike="noStrike" smtClean="0">
                              <a:ln/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𝟖𝟒</m:t>
                          </m:r>
                          <m:r>
                            <a:rPr lang="en-US" altLang="ko-KR" sz="2000" b="1" i="1" u="none" strike="noStrike" smtClean="0">
                              <a:ln/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𝑨𝒎</m:t>
                          </m:r>
                        </m:e>
                        <m:sup>
                          <m:r>
                            <a:rPr lang="en-US" altLang="ko-KR" sz="2000" b="1" i="1" u="none" strike="noStrike" smtClean="0">
                              <a:ln/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𝟐</m:t>
                          </m:r>
                        </m:sup>
                      </m:sSup>
                    </m:oMath>
                  </m:oMathPara>
                </a14:m>
                <a:endParaRPr lang="ko-KR" altLang="en-US" sz="2000" b="1">
                  <a:ln/>
                  <a:solidFill>
                    <a:schemeClr val="tx1"/>
                  </a:solidFill>
                </a:endParaRPr>
              </a:p>
            </p:txBody>
          </p:sp>
        </mc:Choice>
        <mc:Fallback>
          <p:sp>
            <p:nvSpPr>
              <p:cNvPr id="6" name="TextBox 5">
                <a:extLst>
                  <a:ext uri="{FF2B5EF4-FFF2-40B4-BE49-F238E27FC236}">
                    <a16:creationId xmlns:a16="http://schemas.microsoft.com/office/drawing/2014/main" id="{17F1386B-1D74-41D8-D14E-969A28C7274A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0152689" y="1075737"/>
                <a:ext cx="1762781" cy="407099"/>
              </a:xfrm>
              <a:prstGeom prst="rect">
                <a:avLst/>
              </a:prstGeom>
              <a:blipFill>
                <a:blip r:embed="rId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0" name="직사각형 9">
            <a:extLst>
              <a:ext uri="{FF2B5EF4-FFF2-40B4-BE49-F238E27FC236}">
                <a16:creationId xmlns:a16="http://schemas.microsoft.com/office/drawing/2014/main" id="{B581AC0B-AB42-9323-C3F7-50E50A10DDA7}"/>
              </a:ext>
            </a:extLst>
          </p:cNvPr>
          <p:cNvSpPr/>
          <p:nvPr/>
        </p:nvSpPr>
        <p:spPr>
          <a:xfrm rot="5400000">
            <a:off x="7188174" y="5010134"/>
            <a:ext cx="102820" cy="1630245"/>
          </a:xfrm>
          <a:prstGeom prst="rect">
            <a:avLst/>
          </a:prstGeom>
          <a:solidFill>
            <a:srgbClr val="FF000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>
              <a:solidFill>
                <a:schemeClr val="tx1"/>
              </a:solidFill>
            </a:endParaRPr>
          </a:p>
        </p:txBody>
      </p:sp>
      <p:sp>
        <p:nvSpPr>
          <p:cNvPr id="11" name="사각형: 둥근 모서리 10">
            <a:extLst>
              <a:ext uri="{FF2B5EF4-FFF2-40B4-BE49-F238E27FC236}">
                <a16:creationId xmlns:a16="http://schemas.microsoft.com/office/drawing/2014/main" id="{0E436AB2-E150-8B75-0AFC-5198EA302719}"/>
              </a:ext>
            </a:extLst>
          </p:cNvPr>
          <p:cNvSpPr/>
          <p:nvPr/>
        </p:nvSpPr>
        <p:spPr>
          <a:xfrm>
            <a:off x="6716329" y="4376925"/>
            <a:ext cx="1092978" cy="1103860"/>
          </a:xfrm>
          <a:prstGeom prst="roundRect">
            <a:avLst>
              <a:gd name="adj" fmla="val 15666"/>
            </a:avLst>
          </a:prstGeom>
          <a:noFill/>
          <a:ln w="38100">
            <a:solidFill>
              <a:schemeClr val="accent2">
                <a:lumMod val="60000"/>
                <a:lumOff val="4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>
              <a:solidFill>
                <a:schemeClr val="tx1"/>
              </a:solidFill>
            </a:endParaRPr>
          </a:p>
        </p:txBody>
      </p:sp>
      <p:sp>
        <p:nvSpPr>
          <p:cNvPr id="12" name="사각형: 둥근 모서리 11">
            <a:extLst>
              <a:ext uri="{FF2B5EF4-FFF2-40B4-BE49-F238E27FC236}">
                <a16:creationId xmlns:a16="http://schemas.microsoft.com/office/drawing/2014/main" id="{2F3FC272-C081-BD8B-A783-B7D6BB9A95AD}"/>
              </a:ext>
            </a:extLst>
          </p:cNvPr>
          <p:cNvSpPr/>
          <p:nvPr/>
        </p:nvSpPr>
        <p:spPr>
          <a:xfrm>
            <a:off x="6861292" y="4515518"/>
            <a:ext cx="801043" cy="840103"/>
          </a:xfrm>
          <a:prstGeom prst="roundRect">
            <a:avLst>
              <a:gd name="adj" fmla="val 0"/>
            </a:avLst>
          </a:prstGeom>
          <a:noFill/>
          <a:ln w="38100">
            <a:solidFill>
              <a:srgbClr val="FFC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>
              <a:solidFill>
                <a:schemeClr val="tx1"/>
              </a:solidFill>
            </a:endParaRP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9779E30D-3D20-F352-F779-C2FE8F6F42C1}"/>
              </a:ext>
            </a:extLst>
          </p:cNvPr>
          <p:cNvSpPr txBox="1"/>
          <p:nvPr/>
        </p:nvSpPr>
        <p:spPr>
          <a:xfrm>
            <a:off x="6258980" y="3744659"/>
            <a:ext cx="1891732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ko-KR" altLang="en-US" sz="1000" b="1"/>
              <a:t>전자식스위치</a:t>
            </a:r>
            <a:r>
              <a:rPr lang="en-US" altLang="ko-KR" sz="1000" b="1"/>
              <a:t>+</a:t>
            </a:r>
            <a:r>
              <a:rPr lang="ko-KR" altLang="en-US" sz="1000" b="1"/>
              <a:t>리모컨</a:t>
            </a:r>
          </a:p>
        </p:txBody>
      </p:sp>
      <p:grpSp>
        <p:nvGrpSpPr>
          <p:cNvPr id="28" name="그룹 27">
            <a:extLst>
              <a:ext uri="{FF2B5EF4-FFF2-40B4-BE49-F238E27FC236}">
                <a16:creationId xmlns:a16="http://schemas.microsoft.com/office/drawing/2014/main" id="{3C62ED13-0427-DB99-226A-CDD3BB7F644C}"/>
              </a:ext>
            </a:extLst>
          </p:cNvPr>
          <p:cNvGrpSpPr/>
          <p:nvPr/>
        </p:nvGrpSpPr>
        <p:grpSpPr>
          <a:xfrm rot="5400000">
            <a:off x="3741901" y="3778064"/>
            <a:ext cx="99451" cy="545492"/>
            <a:chOff x="5324822" y="4538198"/>
            <a:chExt cx="99451" cy="545492"/>
          </a:xfrm>
        </p:grpSpPr>
        <p:sp>
          <p:nvSpPr>
            <p:cNvPr id="29" name="타원 28">
              <a:extLst>
                <a:ext uri="{FF2B5EF4-FFF2-40B4-BE49-F238E27FC236}">
                  <a16:creationId xmlns:a16="http://schemas.microsoft.com/office/drawing/2014/main" id="{2B02DE0B-73BC-0546-5D88-D9A1909E1561}"/>
                </a:ext>
              </a:extLst>
            </p:cNvPr>
            <p:cNvSpPr/>
            <p:nvPr/>
          </p:nvSpPr>
          <p:spPr>
            <a:xfrm>
              <a:off x="5325888" y="4538198"/>
              <a:ext cx="98385" cy="98385"/>
            </a:xfrm>
            <a:prstGeom prst="ellipse">
              <a:avLst/>
            </a:prstGeom>
            <a:solidFill>
              <a:srgbClr val="FF0000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>
                <a:solidFill>
                  <a:schemeClr val="tx1"/>
                </a:solidFill>
              </a:endParaRPr>
            </a:p>
          </p:txBody>
        </p:sp>
        <p:sp>
          <p:nvSpPr>
            <p:cNvPr id="30" name="타원 29">
              <a:extLst>
                <a:ext uri="{FF2B5EF4-FFF2-40B4-BE49-F238E27FC236}">
                  <a16:creationId xmlns:a16="http://schemas.microsoft.com/office/drawing/2014/main" id="{5B810707-B5CF-D1AE-151E-C55978F4AA14}"/>
                </a:ext>
              </a:extLst>
            </p:cNvPr>
            <p:cNvSpPr/>
            <p:nvPr/>
          </p:nvSpPr>
          <p:spPr>
            <a:xfrm>
              <a:off x="5324822" y="4985305"/>
              <a:ext cx="98385" cy="98385"/>
            </a:xfrm>
            <a:prstGeom prst="ellipse">
              <a:avLst/>
            </a:prstGeom>
            <a:solidFill>
              <a:srgbClr val="FF0000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>
                <a:solidFill>
                  <a:schemeClr val="tx1"/>
                </a:solidFill>
              </a:endParaRPr>
            </a:p>
          </p:txBody>
        </p:sp>
      </p:grpSp>
      <p:sp>
        <p:nvSpPr>
          <p:cNvPr id="31" name="직사각형 30">
            <a:extLst>
              <a:ext uri="{FF2B5EF4-FFF2-40B4-BE49-F238E27FC236}">
                <a16:creationId xmlns:a16="http://schemas.microsoft.com/office/drawing/2014/main" id="{1DB57937-AD31-0017-897E-619A6D86B2FE}"/>
              </a:ext>
            </a:extLst>
          </p:cNvPr>
          <p:cNvSpPr/>
          <p:nvPr/>
        </p:nvSpPr>
        <p:spPr>
          <a:xfrm flipV="1">
            <a:off x="4071013" y="2742763"/>
            <a:ext cx="98385" cy="841017"/>
          </a:xfrm>
          <a:prstGeom prst="rect">
            <a:avLst/>
          </a:prstGeom>
          <a:solidFill>
            <a:srgbClr val="FFFF0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>
              <a:solidFill>
                <a:schemeClr val="tx1"/>
              </a:solidFill>
            </a:endParaRPr>
          </a:p>
        </p:txBody>
      </p:sp>
      <p:sp>
        <p:nvSpPr>
          <p:cNvPr id="32" name="TextBox 31">
            <a:extLst>
              <a:ext uri="{FF2B5EF4-FFF2-40B4-BE49-F238E27FC236}">
                <a16:creationId xmlns:a16="http://schemas.microsoft.com/office/drawing/2014/main" id="{63109AEA-E287-23FD-6410-17E25877B5F0}"/>
              </a:ext>
            </a:extLst>
          </p:cNvPr>
          <p:cNvSpPr txBox="1"/>
          <p:nvPr/>
        </p:nvSpPr>
        <p:spPr>
          <a:xfrm>
            <a:off x="7384707" y="6408846"/>
            <a:ext cx="2444900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sz="1000">
                <a:highlight>
                  <a:srgbClr val="FFFF00"/>
                </a:highlight>
              </a:rPr>
              <a:t>우물은 두가지 </a:t>
            </a:r>
            <a:r>
              <a:rPr lang="ko-KR" altLang="en-US" sz="1000" err="1">
                <a:highlight>
                  <a:srgbClr val="FFFF00"/>
                </a:highlight>
              </a:rPr>
              <a:t>타입중</a:t>
            </a:r>
            <a:r>
              <a:rPr lang="ko-KR" altLang="en-US" sz="1000">
                <a:highlight>
                  <a:srgbClr val="FFFF00"/>
                </a:highlight>
              </a:rPr>
              <a:t> 선택 가능합니다</a:t>
            </a:r>
            <a:r>
              <a:rPr lang="en-US" altLang="ko-KR" sz="1000">
                <a:highlight>
                  <a:srgbClr val="FFFF00"/>
                </a:highlight>
              </a:rPr>
              <a:t>.</a:t>
            </a:r>
          </a:p>
          <a:p>
            <a:r>
              <a:rPr lang="ko-KR" altLang="en-US" sz="1000">
                <a:highlight>
                  <a:srgbClr val="FFFF00"/>
                </a:highlight>
              </a:rPr>
              <a:t>라운드우물은 추가금액 발생 됩니다</a:t>
            </a:r>
            <a:r>
              <a:rPr lang="en-US" altLang="ko-KR" sz="1000">
                <a:highlight>
                  <a:srgbClr val="FFFF00"/>
                </a:highlight>
              </a:rPr>
              <a:t>. </a:t>
            </a:r>
            <a:endParaRPr lang="ko-KR" altLang="en-US" sz="1000">
              <a:highlight>
                <a:srgbClr val="FFFF00"/>
              </a:highlight>
            </a:endParaRPr>
          </a:p>
        </p:txBody>
      </p:sp>
      <p:cxnSp>
        <p:nvCxnSpPr>
          <p:cNvPr id="33" name="직선 화살표 연결선 32">
            <a:extLst>
              <a:ext uri="{FF2B5EF4-FFF2-40B4-BE49-F238E27FC236}">
                <a16:creationId xmlns:a16="http://schemas.microsoft.com/office/drawing/2014/main" id="{3058ADB8-E2CF-826E-5C21-E52DB054C6AC}"/>
              </a:ext>
            </a:extLst>
          </p:cNvPr>
          <p:cNvCxnSpPr>
            <a:cxnSpLocks/>
          </p:cNvCxnSpPr>
          <p:nvPr/>
        </p:nvCxnSpPr>
        <p:spPr>
          <a:xfrm flipV="1">
            <a:off x="7532845" y="5494214"/>
            <a:ext cx="4865" cy="944101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1" name="직사각형 40">
            <a:extLst>
              <a:ext uri="{FF2B5EF4-FFF2-40B4-BE49-F238E27FC236}">
                <a16:creationId xmlns:a16="http://schemas.microsoft.com/office/drawing/2014/main" id="{F8AC2766-839B-B0A5-89E1-6EC5A703DD44}"/>
              </a:ext>
            </a:extLst>
          </p:cNvPr>
          <p:cNvSpPr/>
          <p:nvPr/>
        </p:nvSpPr>
        <p:spPr>
          <a:xfrm rot="16200000" flipV="1">
            <a:off x="4482007" y="2613043"/>
            <a:ext cx="98385" cy="357825"/>
          </a:xfrm>
          <a:prstGeom prst="rect">
            <a:avLst/>
          </a:prstGeom>
          <a:solidFill>
            <a:srgbClr val="FFFF0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>
              <a:solidFill>
                <a:schemeClr val="tx1"/>
              </a:solidFill>
            </a:endParaRPr>
          </a:p>
        </p:txBody>
      </p:sp>
      <p:grpSp>
        <p:nvGrpSpPr>
          <p:cNvPr id="42" name="그룹 41">
            <a:extLst>
              <a:ext uri="{FF2B5EF4-FFF2-40B4-BE49-F238E27FC236}">
                <a16:creationId xmlns:a16="http://schemas.microsoft.com/office/drawing/2014/main" id="{8C0F32FC-4C00-9AE3-426B-73A04B07680E}"/>
              </a:ext>
            </a:extLst>
          </p:cNvPr>
          <p:cNvGrpSpPr/>
          <p:nvPr/>
        </p:nvGrpSpPr>
        <p:grpSpPr>
          <a:xfrm>
            <a:off x="8113958" y="4269085"/>
            <a:ext cx="100923" cy="1356633"/>
            <a:chOff x="4735802" y="4662002"/>
            <a:chExt cx="100923" cy="1356633"/>
          </a:xfrm>
        </p:grpSpPr>
        <p:sp>
          <p:nvSpPr>
            <p:cNvPr id="43" name="타원 42">
              <a:extLst>
                <a:ext uri="{FF2B5EF4-FFF2-40B4-BE49-F238E27FC236}">
                  <a16:creationId xmlns:a16="http://schemas.microsoft.com/office/drawing/2014/main" id="{AC2C72A5-B9AE-1C15-E472-65A33047982D}"/>
                </a:ext>
              </a:extLst>
            </p:cNvPr>
            <p:cNvSpPr/>
            <p:nvPr/>
          </p:nvSpPr>
          <p:spPr>
            <a:xfrm>
              <a:off x="4737834" y="4662002"/>
              <a:ext cx="98385" cy="98385"/>
            </a:xfrm>
            <a:prstGeom prst="ellipse">
              <a:avLst/>
            </a:prstGeom>
            <a:solidFill>
              <a:srgbClr val="FF0000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>
                <a:solidFill>
                  <a:schemeClr val="tx1"/>
                </a:solidFill>
              </a:endParaRPr>
            </a:p>
          </p:txBody>
        </p:sp>
        <p:sp>
          <p:nvSpPr>
            <p:cNvPr id="44" name="타원 43">
              <a:extLst>
                <a:ext uri="{FF2B5EF4-FFF2-40B4-BE49-F238E27FC236}">
                  <a16:creationId xmlns:a16="http://schemas.microsoft.com/office/drawing/2014/main" id="{2FB5BB8E-A0F5-3ECF-FF95-B1228DFF74EE}"/>
                </a:ext>
              </a:extLst>
            </p:cNvPr>
            <p:cNvSpPr/>
            <p:nvPr/>
          </p:nvSpPr>
          <p:spPr>
            <a:xfrm>
              <a:off x="4735802" y="5291218"/>
              <a:ext cx="98385" cy="98385"/>
            </a:xfrm>
            <a:prstGeom prst="ellipse">
              <a:avLst/>
            </a:prstGeom>
            <a:solidFill>
              <a:srgbClr val="FF0000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>
                <a:solidFill>
                  <a:schemeClr val="tx1"/>
                </a:solidFill>
              </a:endParaRPr>
            </a:p>
          </p:txBody>
        </p:sp>
        <p:sp>
          <p:nvSpPr>
            <p:cNvPr id="45" name="타원 44">
              <a:extLst>
                <a:ext uri="{FF2B5EF4-FFF2-40B4-BE49-F238E27FC236}">
                  <a16:creationId xmlns:a16="http://schemas.microsoft.com/office/drawing/2014/main" id="{69599D18-2567-56B6-7BDD-D4BAD88C4200}"/>
                </a:ext>
              </a:extLst>
            </p:cNvPr>
            <p:cNvSpPr/>
            <p:nvPr/>
          </p:nvSpPr>
          <p:spPr>
            <a:xfrm>
              <a:off x="4738340" y="5920250"/>
              <a:ext cx="98385" cy="98385"/>
            </a:xfrm>
            <a:prstGeom prst="ellipse">
              <a:avLst/>
            </a:prstGeom>
            <a:solidFill>
              <a:srgbClr val="FF0000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>
                <a:solidFill>
                  <a:schemeClr val="tx1"/>
                </a:solidFill>
              </a:endParaRPr>
            </a:p>
          </p:txBody>
        </p:sp>
      </p:grpSp>
      <p:grpSp>
        <p:nvGrpSpPr>
          <p:cNvPr id="46" name="그룹 45">
            <a:extLst>
              <a:ext uri="{FF2B5EF4-FFF2-40B4-BE49-F238E27FC236}">
                <a16:creationId xmlns:a16="http://schemas.microsoft.com/office/drawing/2014/main" id="{44F0FA26-6E52-469C-A31E-AD97436E6A9A}"/>
              </a:ext>
            </a:extLst>
          </p:cNvPr>
          <p:cNvGrpSpPr/>
          <p:nvPr/>
        </p:nvGrpSpPr>
        <p:grpSpPr>
          <a:xfrm>
            <a:off x="6249038" y="4280974"/>
            <a:ext cx="100923" cy="1356633"/>
            <a:chOff x="4735802" y="4662002"/>
            <a:chExt cx="100923" cy="1356633"/>
          </a:xfrm>
        </p:grpSpPr>
        <p:sp>
          <p:nvSpPr>
            <p:cNvPr id="47" name="타원 46">
              <a:extLst>
                <a:ext uri="{FF2B5EF4-FFF2-40B4-BE49-F238E27FC236}">
                  <a16:creationId xmlns:a16="http://schemas.microsoft.com/office/drawing/2014/main" id="{D690BA6E-F4E1-1314-792E-745D02F94072}"/>
                </a:ext>
              </a:extLst>
            </p:cNvPr>
            <p:cNvSpPr/>
            <p:nvPr/>
          </p:nvSpPr>
          <p:spPr>
            <a:xfrm>
              <a:off x="4737834" y="4662002"/>
              <a:ext cx="98385" cy="98385"/>
            </a:xfrm>
            <a:prstGeom prst="ellipse">
              <a:avLst/>
            </a:prstGeom>
            <a:solidFill>
              <a:srgbClr val="FF0000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>
                <a:solidFill>
                  <a:schemeClr val="tx1"/>
                </a:solidFill>
              </a:endParaRPr>
            </a:p>
          </p:txBody>
        </p:sp>
        <p:sp>
          <p:nvSpPr>
            <p:cNvPr id="48" name="타원 47">
              <a:extLst>
                <a:ext uri="{FF2B5EF4-FFF2-40B4-BE49-F238E27FC236}">
                  <a16:creationId xmlns:a16="http://schemas.microsoft.com/office/drawing/2014/main" id="{AE935514-1CD3-246D-7BD7-B777CEC46548}"/>
                </a:ext>
              </a:extLst>
            </p:cNvPr>
            <p:cNvSpPr/>
            <p:nvPr/>
          </p:nvSpPr>
          <p:spPr>
            <a:xfrm>
              <a:off x="4735802" y="5291218"/>
              <a:ext cx="98385" cy="98385"/>
            </a:xfrm>
            <a:prstGeom prst="ellipse">
              <a:avLst/>
            </a:prstGeom>
            <a:solidFill>
              <a:srgbClr val="FF0000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>
                <a:solidFill>
                  <a:schemeClr val="tx1"/>
                </a:solidFill>
              </a:endParaRPr>
            </a:p>
          </p:txBody>
        </p:sp>
        <p:sp>
          <p:nvSpPr>
            <p:cNvPr id="49" name="타원 48">
              <a:extLst>
                <a:ext uri="{FF2B5EF4-FFF2-40B4-BE49-F238E27FC236}">
                  <a16:creationId xmlns:a16="http://schemas.microsoft.com/office/drawing/2014/main" id="{D6F9F6ED-E9DC-A813-2D42-D939E28DB65D}"/>
                </a:ext>
              </a:extLst>
            </p:cNvPr>
            <p:cNvSpPr/>
            <p:nvPr/>
          </p:nvSpPr>
          <p:spPr>
            <a:xfrm>
              <a:off x="4738340" y="5920250"/>
              <a:ext cx="98385" cy="98385"/>
            </a:xfrm>
            <a:prstGeom prst="ellipse">
              <a:avLst/>
            </a:prstGeom>
            <a:solidFill>
              <a:srgbClr val="FF0000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>
                <a:solidFill>
                  <a:schemeClr val="tx1"/>
                </a:solidFill>
              </a:endParaRPr>
            </a:p>
          </p:txBody>
        </p:sp>
      </p:grpSp>
      <p:sp>
        <p:nvSpPr>
          <p:cNvPr id="52" name="직사각형 51">
            <a:extLst>
              <a:ext uri="{FF2B5EF4-FFF2-40B4-BE49-F238E27FC236}">
                <a16:creationId xmlns:a16="http://schemas.microsoft.com/office/drawing/2014/main" id="{777BB694-BDA6-1E1C-E495-5F281F8C82A9}"/>
              </a:ext>
            </a:extLst>
          </p:cNvPr>
          <p:cNvSpPr/>
          <p:nvPr/>
        </p:nvSpPr>
        <p:spPr>
          <a:xfrm rot="16200000" flipV="1">
            <a:off x="8576169" y="3332180"/>
            <a:ext cx="98385" cy="357825"/>
          </a:xfrm>
          <a:prstGeom prst="rect">
            <a:avLst/>
          </a:prstGeom>
          <a:solidFill>
            <a:srgbClr val="FFFF0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>
              <a:solidFill>
                <a:schemeClr val="tx1"/>
              </a:solidFill>
            </a:endParaRPr>
          </a:p>
        </p:txBody>
      </p:sp>
      <p:sp>
        <p:nvSpPr>
          <p:cNvPr id="3" name="직사각형 2">
            <a:extLst>
              <a:ext uri="{FF2B5EF4-FFF2-40B4-BE49-F238E27FC236}">
                <a16:creationId xmlns:a16="http://schemas.microsoft.com/office/drawing/2014/main" id="{B9BD2F4A-EFA6-DA06-F059-4D29F4509987}"/>
              </a:ext>
            </a:extLst>
          </p:cNvPr>
          <p:cNvSpPr/>
          <p:nvPr/>
        </p:nvSpPr>
        <p:spPr>
          <a:xfrm>
            <a:off x="5914244" y="4376925"/>
            <a:ext cx="191222" cy="1461900"/>
          </a:xfrm>
          <a:prstGeom prst="rect">
            <a:avLst/>
          </a:prstGeom>
          <a:solidFill>
            <a:schemeClr val="accent1">
              <a:lumMod val="40000"/>
              <a:lumOff val="6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050" b="1" err="1"/>
              <a:t>가벽</a:t>
            </a:r>
            <a:endParaRPr lang="ko-KR" altLang="en-US" sz="1050" b="1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504F593C-197A-5D3D-939F-62F3F7114919}"/>
              </a:ext>
            </a:extLst>
          </p:cNvPr>
          <p:cNvSpPr txBox="1"/>
          <p:nvPr/>
        </p:nvSpPr>
        <p:spPr>
          <a:xfrm>
            <a:off x="4682972" y="6416299"/>
            <a:ext cx="1988045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sz="1400" b="1" err="1">
                <a:highlight>
                  <a:srgbClr val="FFFF00"/>
                </a:highlight>
              </a:rPr>
              <a:t>가벽</a:t>
            </a:r>
            <a:r>
              <a:rPr lang="ko-KR" altLang="en-US" sz="1400" b="1">
                <a:highlight>
                  <a:srgbClr val="FFFF00"/>
                </a:highlight>
              </a:rPr>
              <a:t> 있나 확인 필요함</a:t>
            </a:r>
          </a:p>
        </p:txBody>
      </p:sp>
      <p:sp>
        <p:nvSpPr>
          <p:cNvPr id="8" name="화살표: 위쪽 7">
            <a:extLst>
              <a:ext uri="{FF2B5EF4-FFF2-40B4-BE49-F238E27FC236}">
                <a16:creationId xmlns:a16="http://schemas.microsoft.com/office/drawing/2014/main" id="{B2F6E5D6-7969-11AE-33C1-DDF291751B64}"/>
              </a:ext>
            </a:extLst>
          </p:cNvPr>
          <p:cNvSpPr/>
          <p:nvPr/>
        </p:nvSpPr>
        <p:spPr>
          <a:xfrm>
            <a:off x="5914244" y="5876667"/>
            <a:ext cx="162296" cy="532179"/>
          </a:xfrm>
          <a:prstGeom prst="up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FF858122-0FBC-7D92-F8D2-0BC0BF42D956}"/>
              </a:ext>
            </a:extLst>
          </p:cNvPr>
          <p:cNvSpPr txBox="1"/>
          <p:nvPr/>
        </p:nvSpPr>
        <p:spPr>
          <a:xfrm>
            <a:off x="7058350" y="4134528"/>
            <a:ext cx="479618" cy="2462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1000" b="1">
                <a:solidFill>
                  <a:srgbClr val="FF0000"/>
                </a:solidFill>
              </a:rPr>
              <a:t>3100</a:t>
            </a:r>
            <a:endParaRPr lang="ko-KR" altLang="en-US" sz="1000" b="1">
              <a:solidFill>
                <a:srgbClr val="FF0000"/>
              </a:solidFill>
            </a:endParaRP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8EC6F072-4674-4680-ECAB-151CD3A928E8}"/>
              </a:ext>
            </a:extLst>
          </p:cNvPr>
          <p:cNvSpPr txBox="1"/>
          <p:nvPr/>
        </p:nvSpPr>
        <p:spPr>
          <a:xfrm>
            <a:off x="6292067" y="4627588"/>
            <a:ext cx="479618" cy="2462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1000" b="1">
                <a:solidFill>
                  <a:srgbClr val="FF0000"/>
                </a:solidFill>
              </a:rPr>
              <a:t>2500</a:t>
            </a:r>
            <a:endParaRPr lang="ko-KR" altLang="en-US" sz="1000" b="1">
              <a:solidFill>
                <a:srgbClr val="FF0000"/>
              </a:solidFill>
            </a:endParaRP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6E7A2BE9-C11D-E4A6-1125-AC89E619042E}"/>
              </a:ext>
            </a:extLst>
          </p:cNvPr>
          <p:cNvSpPr txBox="1"/>
          <p:nvPr/>
        </p:nvSpPr>
        <p:spPr>
          <a:xfrm>
            <a:off x="7110154" y="6076702"/>
            <a:ext cx="479618" cy="2462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1000" b="1">
                <a:solidFill>
                  <a:srgbClr val="FF0000"/>
                </a:solidFill>
              </a:rPr>
              <a:t>4500</a:t>
            </a:r>
            <a:endParaRPr lang="ko-KR" altLang="en-US" sz="1000" b="1">
              <a:solidFill>
                <a:srgbClr val="FF0000"/>
              </a:solidFill>
            </a:endParaRP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5262117A-4DD0-9364-E809-DE506D626AF2}"/>
              </a:ext>
            </a:extLst>
          </p:cNvPr>
          <p:cNvSpPr txBox="1"/>
          <p:nvPr/>
        </p:nvSpPr>
        <p:spPr>
          <a:xfrm>
            <a:off x="9341233" y="5739498"/>
            <a:ext cx="479618" cy="2462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1000" b="1">
                <a:solidFill>
                  <a:srgbClr val="FF0000"/>
                </a:solidFill>
              </a:rPr>
              <a:t>3500</a:t>
            </a:r>
            <a:endParaRPr lang="ko-KR" altLang="en-US" sz="1000" b="1">
              <a:solidFill>
                <a:srgbClr val="FF0000"/>
              </a:solidFill>
            </a:endParaRPr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3DE8E9AD-204A-EDDD-8222-FC995456FEC5}"/>
              </a:ext>
            </a:extLst>
          </p:cNvPr>
          <p:cNvSpPr txBox="1"/>
          <p:nvPr/>
        </p:nvSpPr>
        <p:spPr>
          <a:xfrm>
            <a:off x="3818393" y="6070705"/>
            <a:ext cx="479618" cy="2462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1000" b="1">
                <a:solidFill>
                  <a:srgbClr val="FF0000"/>
                </a:solidFill>
              </a:rPr>
              <a:t>2900</a:t>
            </a:r>
            <a:endParaRPr lang="ko-KR" altLang="en-US" sz="1000" b="1">
              <a:solidFill>
                <a:srgbClr val="FF0000"/>
              </a:solidFill>
            </a:endParaRPr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F8CA12C2-75A6-28B5-AA93-C2D18C2A2E87}"/>
              </a:ext>
            </a:extLst>
          </p:cNvPr>
          <p:cNvSpPr txBox="1"/>
          <p:nvPr/>
        </p:nvSpPr>
        <p:spPr>
          <a:xfrm>
            <a:off x="2112619" y="6069702"/>
            <a:ext cx="479618" cy="2462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1000" b="1">
                <a:solidFill>
                  <a:srgbClr val="FF0000"/>
                </a:solidFill>
              </a:rPr>
              <a:t>2800</a:t>
            </a:r>
            <a:endParaRPr lang="ko-KR" altLang="en-US" sz="1000" b="1">
              <a:solidFill>
                <a:srgbClr val="FF0000"/>
              </a:solidFill>
            </a:endParaRPr>
          </a:p>
        </p:txBody>
      </p:sp>
      <p:cxnSp>
        <p:nvCxnSpPr>
          <p:cNvPr id="25" name="직선 화살표 연결선 24">
            <a:extLst>
              <a:ext uri="{FF2B5EF4-FFF2-40B4-BE49-F238E27FC236}">
                <a16:creationId xmlns:a16="http://schemas.microsoft.com/office/drawing/2014/main" id="{A67A335D-7206-3D54-1B0B-4B637AE2F321}"/>
              </a:ext>
            </a:extLst>
          </p:cNvPr>
          <p:cNvCxnSpPr>
            <a:cxnSpLocks/>
          </p:cNvCxnSpPr>
          <p:nvPr/>
        </p:nvCxnSpPr>
        <p:spPr>
          <a:xfrm>
            <a:off x="10233498" y="3607663"/>
            <a:ext cx="0" cy="653823"/>
          </a:xfrm>
          <a:prstGeom prst="straightConnector1">
            <a:avLst/>
          </a:prstGeom>
          <a:ln w="57150">
            <a:solidFill>
              <a:srgbClr val="00B0F0"/>
            </a:solidFill>
            <a:headEnd type="triangle"/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7" name="TextBox 26">
            <a:extLst>
              <a:ext uri="{FF2B5EF4-FFF2-40B4-BE49-F238E27FC236}">
                <a16:creationId xmlns:a16="http://schemas.microsoft.com/office/drawing/2014/main" id="{9CB16A53-2E36-2EB5-B91B-EBF2B22A72F9}"/>
              </a:ext>
            </a:extLst>
          </p:cNvPr>
          <p:cNvSpPr txBox="1"/>
          <p:nvPr/>
        </p:nvSpPr>
        <p:spPr>
          <a:xfrm>
            <a:off x="339187" y="158354"/>
            <a:ext cx="3464410" cy="120032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sz="3600" b="1">
                <a:highlight>
                  <a:srgbClr val="FFFF00"/>
                </a:highlight>
              </a:rPr>
              <a:t>    실측 사이즈 </a:t>
            </a:r>
            <a:endParaRPr lang="en-US" altLang="ko-KR" sz="3600" b="1">
              <a:highlight>
                <a:srgbClr val="FFFF00"/>
              </a:highlight>
            </a:endParaRPr>
          </a:p>
          <a:p>
            <a:r>
              <a:rPr lang="ko-KR" altLang="en-US" sz="3600" b="1">
                <a:highlight>
                  <a:srgbClr val="FFFF00"/>
                </a:highlight>
              </a:rPr>
              <a:t>    스위치 위치</a:t>
            </a:r>
          </a:p>
        </p:txBody>
      </p:sp>
      <p:cxnSp>
        <p:nvCxnSpPr>
          <p:cNvPr id="50" name="직선 연결선 49">
            <a:extLst>
              <a:ext uri="{FF2B5EF4-FFF2-40B4-BE49-F238E27FC236}">
                <a16:creationId xmlns:a16="http://schemas.microsoft.com/office/drawing/2014/main" id="{AA52992A-8BA9-1168-3100-B2EAFD5F68A5}"/>
              </a:ext>
            </a:extLst>
          </p:cNvPr>
          <p:cNvCxnSpPr>
            <a:cxnSpLocks/>
          </p:cNvCxnSpPr>
          <p:nvPr/>
        </p:nvCxnSpPr>
        <p:spPr>
          <a:xfrm>
            <a:off x="2751137" y="3631405"/>
            <a:ext cx="520891" cy="0"/>
          </a:xfrm>
          <a:prstGeom prst="line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53" name="직선 연결선 52">
            <a:extLst>
              <a:ext uri="{FF2B5EF4-FFF2-40B4-BE49-F238E27FC236}">
                <a16:creationId xmlns:a16="http://schemas.microsoft.com/office/drawing/2014/main" id="{2FAA3DA8-1098-A6C2-57D6-874F55A8E955}"/>
              </a:ext>
            </a:extLst>
          </p:cNvPr>
          <p:cNvCxnSpPr>
            <a:cxnSpLocks/>
          </p:cNvCxnSpPr>
          <p:nvPr/>
        </p:nvCxnSpPr>
        <p:spPr>
          <a:xfrm flipV="1">
            <a:off x="3272028" y="2681288"/>
            <a:ext cx="0" cy="950117"/>
          </a:xfrm>
          <a:prstGeom prst="line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59" name="직선 연결선 58">
            <a:extLst>
              <a:ext uri="{FF2B5EF4-FFF2-40B4-BE49-F238E27FC236}">
                <a16:creationId xmlns:a16="http://schemas.microsoft.com/office/drawing/2014/main" id="{3261247E-2E1D-1FE7-4439-342EF4C3553F}"/>
              </a:ext>
            </a:extLst>
          </p:cNvPr>
          <p:cNvCxnSpPr>
            <a:cxnSpLocks/>
          </p:cNvCxnSpPr>
          <p:nvPr/>
        </p:nvCxnSpPr>
        <p:spPr>
          <a:xfrm>
            <a:off x="4953000" y="4167187"/>
            <a:ext cx="961244" cy="0"/>
          </a:xfrm>
          <a:prstGeom prst="line">
            <a:avLst/>
          </a:prstGeom>
          <a:ln w="57150">
            <a:solidFill>
              <a:srgbClr val="4E4E4E"/>
            </a:solidFill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63" name="TextBox 62">
            <a:extLst>
              <a:ext uri="{FF2B5EF4-FFF2-40B4-BE49-F238E27FC236}">
                <a16:creationId xmlns:a16="http://schemas.microsoft.com/office/drawing/2014/main" id="{5494A34B-6046-A228-1F0D-F293DB2569A0}"/>
              </a:ext>
            </a:extLst>
          </p:cNvPr>
          <p:cNvSpPr txBox="1"/>
          <p:nvPr/>
        </p:nvSpPr>
        <p:spPr>
          <a:xfrm>
            <a:off x="10338926" y="4014128"/>
            <a:ext cx="405880" cy="2462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1000" b="1">
                <a:solidFill>
                  <a:srgbClr val="FF0000"/>
                </a:solidFill>
              </a:rPr>
              <a:t>900</a:t>
            </a:r>
            <a:endParaRPr lang="ko-KR" altLang="en-US" sz="1000" b="1">
              <a:solidFill>
                <a:srgbClr val="FF0000"/>
              </a:solidFill>
            </a:endParaRPr>
          </a:p>
        </p:txBody>
      </p:sp>
      <p:sp>
        <p:nvSpPr>
          <p:cNvPr id="65" name="TextBox 64">
            <a:extLst>
              <a:ext uri="{FF2B5EF4-FFF2-40B4-BE49-F238E27FC236}">
                <a16:creationId xmlns:a16="http://schemas.microsoft.com/office/drawing/2014/main" id="{834E8FDE-8184-C0BB-0E0B-AD0D6C451FEF}"/>
              </a:ext>
            </a:extLst>
          </p:cNvPr>
          <p:cNvSpPr txBox="1"/>
          <p:nvPr/>
        </p:nvSpPr>
        <p:spPr>
          <a:xfrm>
            <a:off x="4328259" y="2810961"/>
            <a:ext cx="405880" cy="2462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1000" b="1">
                <a:solidFill>
                  <a:srgbClr val="FF0000"/>
                </a:solidFill>
              </a:rPr>
              <a:t>800</a:t>
            </a:r>
            <a:endParaRPr lang="ko-KR" altLang="en-US" sz="1000" b="1">
              <a:solidFill>
                <a:srgbClr val="FF0000"/>
              </a:solidFill>
            </a:endParaRPr>
          </a:p>
        </p:txBody>
      </p:sp>
      <p:sp>
        <p:nvSpPr>
          <p:cNvPr id="67" name="TextBox 66">
            <a:extLst>
              <a:ext uri="{FF2B5EF4-FFF2-40B4-BE49-F238E27FC236}">
                <a16:creationId xmlns:a16="http://schemas.microsoft.com/office/drawing/2014/main" id="{A656AD4A-E77A-1AF7-402E-35D1932768F7}"/>
              </a:ext>
            </a:extLst>
          </p:cNvPr>
          <p:cNvSpPr txBox="1"/>
          <p:nvPr/>
        </p:nvSpPr>
        <p:spPr>
          <a:xfrm>
            <a:off x="3611505" y="3040160"/>
            <a:ext cx="479618" cy="2462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1000" b="1">
                <a:solidFill>
                  <a:srgbClr val="FF0000"/>
                </a:solidFill>
              </a:rPr>
              <a:t>1300</a:t>
            </a:r>
            <a:endParaRPr lang="ko-KR" altLang="en-US" sz="1000" b="1">
              <a:solidFill>
                <a:srgbClr val="FF0000"/>
              </a:solidFill>
            </a:endParaRPr>
          </a:p>
        </p:txBody>
      </p:sp>
      <p:cxnSp>
        <p:nvCxnSpPr>
          <p:cNvPr id="68" name="직선 화살표 연결선 67">
            <a:extLst>
              <a:ext uri="{FF2B5EF4-FFF2-40B4-BE49-F238E27FC236}">
                <a16:creationId xmlns:a16="http://schemas.microsoft.com/office/drawing/2014/main" id="{A288F36B-9816-30A9-B2E7-C5220F144C66}"/>
              </a:ext>
            </a:extLst>
          </p:cNvPr>
          <p:cNvCxnSpPr>
            <a:cxnSpLocks/>
          </p:cNvCxnSpPr>
          <p:nvPr/>
        </p:nvCxnSpPr>
        <p:spPr>
          <a:xfrm flipH="1">
            <a:off x="6219801" y="1491409"/>
            <a:ext cx="902431" cy="0"/>
          </a:xfrm>
          <a:prstGeom prst="straightConnector1">
            <a:avLst/>
          </a:prstGeom>
          <a:ln w="57150">
            <a:solidFill>
              <a:srgbClr val="00B0F0"/>
            </a:solidFill>
            <a:headEnd type="triangle"/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1" name="TextBox 70">
            <a:extLst>
              <a:ext uri="{FF2B5EF4-FFF2-40B4-BE49-F238E27FC236}">
                <a16:creationId xmlns:a16="http://schemas.microsoft.com/office/drawing/2014/main" id="{9D432832-CF23-30AC-1FF4-76F02B06F679}"/>
              </a:ext>
            </a:extLst>
          </p:cNvPr>
          <p:cNvSpPr txBox="1"/>
          <p:nvPr/>
        </p:nvSpPr>
        <p:spPr>
          <a:xfrm>
            <a:off x="6424461" y="1044478"/>
            <a:ext cx="479618" cy="2462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1000" b="1">
                <a:solidFill>
                  <a:srgbClr val="FF0000"/>
                </a:solidFill>
              </a:rPr>
              <a:t>1100</a:t>
            </a:r>
            <a:endParaRPr lang="ko-KR" altLang="en-US" sz="1000" b="1">
              <a:solidFill>
                <a:srgbClr val="FF0000"/>
              </a:solidFill>
            </a:endParaRPr>
          </a:p>
        </p:txBody>
      </p:sp>
      <p:cxnSp>
        <p:nvCxnSpPr>
          <p:cNvPr id="72" name="직선 연결선 71">
            <a:extLst>
              <a:ext uri="{FF2B5EF4-FFF2-40B4-BE49-F238E27FC236}">
                <a16:creationId xmlns:a16="http://schemas.microsoft.com/office/drawing/2014/main" id="{8D03AA8D-09CD-DFB3-DCD1-BDA514AB0AC9}"/>
              </a:ext>
            </a:extLst>
          </p:cNvPr>
          <p:cNvCxnSpPr>
            <a:cxnSpLocks/>
          </p:cNvCxnSpPr>
          <p:nvPr/>
        </p:nvCxnSpPr>
        <p:spPr>
          <a:xfrm>
            <a:off x="7962900" y="3667122"/>
            <a:ext cx="387176" cy="0"/>
          </a:xfrm>
          <a:prstGeom prst="line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73" name="직선 연결선 72">
            <a:extLst>
              <a:ext uri="{FF2B5EF4-FFF2-40B4-BE49-F238E27FC236}">
                <a16:creationId xmlns:a16="http://schemas.microsoft.com/office/drawing/2014/main" id="{12A34195-C614-7952-E5EA-5F60C31A8023}"/>
              </a:ext>
            </a:extLst>
          </p:cNvPr>
          <p:cNvCxnSpPr>
            <a:cxnSpLocks/>
          </p:cNvCxnSpPr>
          <p:nvPr/>
        </p:nvCxnSpPr>
        <p:spPr>
          <a:xfrm flipV="1">
            <a:off x="7967853" y="2424113"/>
            <a:ext cx="0" cy="1243009"/>
          </a:xfrm>
          <a:prstGeom prst="line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82" name="직사각형 81">
            <a:extLst>
              <a:ext uri="{FF2B5EF4-FFF2-40B4-BE49-F238E27FC236}">
                <a16:creationId xmlns:a16="http://schemas.microsoft.com/office/drawing/2014/main" id="{C271E59C-4DD3-778E-E7F2-42766828F177}"/>
              </a:ext>
            </a:extLst>
          </p:cNvPr>
          <p:cNvSpPr/>
          <p:nvPr/>
        </p:nvSpPr>
        <p:spPr>
          <a:xfrm>
            <a:off x="4953000" y="4282120"/>
            <a:ext cx="98385" cy="135003"/>
          </a:xfrm>
          <a:prstGeom prst="rect">
            <a:avLst/>
          </a:prstGeom>
        </p:spPr>
        <p:style>
          <a:lnRef idx="2">
            <a:schemeClr val="accent6">
              <a:shade val="15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84" name="직사각형 83">
            <a:extLst>
              <a:ext uri="{FF2B5EF4-FFF2-40B4-BE49-F238E27FC236}">
                <a16:creationId xmlns:a16="http://schemas.microsoft.com/office/drawing/2014/main" id="{26EED4BF-6063-435D-8388-77C1530AF2A0}"/>
              </a:ext>
            </a:extLst>
          </p:cNvPr>
          <p:cNvSpPr/>
          <p:nvPr/>
        </p:nvSpPr>
        <p:spPr>
          <a:xfrm rot="5400000">
            <a:off x="8085647" y="3633419"/>
            <a:ext cx="98385" cy="135003"/>
          </a:xfrm>
          <a:prstGeom prst="rect">
            <a:avLst/>
          </a:prstGeom>
          <a:solidFill>
            <a:srgbClr val="0070C0"/>
          </a:solidFill>
        </p:spPr>
        <p:style>
          <a:lnRef idx="2">
            <a:schemeClr val="accent6">
              <a:shade val="15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89" name="TextBox 88">
            <a:extLst>
              <a:ext uri="{FF2B5EF4-FFF2-40B4-BE49-F238E27FC236}">
                <a16:creationId xmlns:a16="http://schemas.microsoft.com/office/drawing/2014/main" id="{0299FAE2-7479-EE69-9CB9-004810D23063}"/>
              </a:ext>
            </a:extLst>
          </p:cNvPr>
          <p:cNvSpPr txBox="1"/>
          <p:nvPr/>
        </p:nvSpPr>
        <p:spPr>
          <a:xfrm>
            <a:off x="10297915" y="3204476"/>
            <a:ext cx="1162498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sz="1200" b="1" err="1"/>
              <a:t>펜트리</a:t>
            </a:r>
            <a:r>
              <a:rPr lang="ko-KR" altLang="en-US" sz="1200" b="1"/>
              <a:t> 스위치</a:t>
            </a:r>
          </a:p>
        </p:txBody>
      </p:sp>
      <p:cxnSp>
        <p:nvCxnSpPr>
          <p:cNvPr id="92" name="직선 화살표 연결선 91">
            <a:extLst>
              <a:ext uri="{FF2B5EF4-FFF2-40B4-BE49-F238E27FC236}">
                <a16:creationId xmlns:a16="http://schemas.microsoft.com/office/drawing/2014/main" id="{BD81C3A8-23C6-19D9-F74D-4210292B3A9D}"/>
              </a:ext>
            </a:extLst>
          </p:cNvPr>
          <p:cNvCxnSpPr>
            <a:cxnSpLocks/>
          </p:cNvCxnSpPr>
          <p:nvPr/>
        </p:nvCxnSpPr>
        <p:spPr>
          <a:xfrm flipH="1">
            <a:off x="10205920" y="3360348"/>
            <a:ext cx="170270" cy="154392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5"/>
          </a:lnRef>
          <a:fillRef idx="0">
            <a:schemeClr val="accent5"/>
          </a:fillRef>
          <a:effectRef idx="1">
            <a:schemeClr val="accent5"/>
          </a:effectRef>
          <a:fontRef idx="minor">
            <a:schemeClr val="tx1"/>
          </a:fontRef>
        </p:style>
      </p:cxnSp>
      <p:sp>
        <p:nvSpPr>
          <p:cNvPr id="105" name="직사각형 104">
            <a:extLst>
              <a:ext uri="{FF2B5EF4-FFF2-40B4-BE49-F238E27FC236}">
                <a16:creationId xmlns:a16="http://schemas.microsoft.com/office/drawing/2014/main" id="{AF9EC97F-C590-0F63-1F4D-3043ADBF3157}"/>
              </a:ext>
            </a:extLst>
          </p:cNvPr>
          <p:cNvSpPr/>
          <p:nvPr/>
        </p:nvSpPr>
        <p:spPr>
          <a:xfrm rot="5400000">
            <a:off x="600460" y="909556"/>
            <a:ext cx="370971" cy="229406"/>
          </a:xfrm>
          <a:prstGeom prst="rect">
            <a:avLst/>
          </a:prstGeom>
          <a:solidFill>
            <a:srgbClr val="0070C0"/>
          </a:solidFill>
        </p:spPr>
        <p:style>
          <a:lnRef idx="2">
            <a:schemeClr val="accent6">
              <a:shade val="15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07" name="직사각형 106">
            <a:extLst>
              <a:ext uri="{FF2B5EF4-FFF2-40B4-BE49-F238E27FC236}">
                <a16:creationId xmlns:a16="http://schemas.microsoft.com/office/drawing/2014/main" id="{5E97F455-4D90-46B2-0947-C67B09E2A9FC}"/>
              </a:ext>
            </a:extLst>
          </p:cNvPr>
          <p:cNvSpPr/>
          <p:nvPr/>
        </p:nvSpPr>
        <p:spPr>
          <a:xfrm rot="5400000">
            <a:off x="8117756" y="4283333"/>
            <a:ext cx="370971" cy="93668"/>
          </a:xfrm>
          <a:prstGeom prst="rect">
            <a:avLst/>
          </a:prstGeom>
          <a:solidFill>
            <a:srgbClr val="0070C0"/>
          </a:solidFill>
        </p:spPr>
        <p:style>
          <a:lnRef idx="2">
            <a:schemeClr val="accent6">
              <a:shade val="15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709772564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86B2970-DC17-A3CA-E1B0-A75568DEFE1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그림 4">
            <a:extLst>
              <a:ext uri="{FF2B5EF4-FFF2-40B4-BE49-F238E27FC236}">
                <a16:creationId xmlns:a16="http://schemas.microsoft.com/office/drawing/2014/main" id="{9CBE5C4C-56D3-AB57-0F20-827A2E46FA62}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/>
        </p:nvPicPr>
        <p:blipFill>
          <a:blip r:embed="rId2">
            <a:alphaModFix amt="70000"/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saturation sat="0"/>
                    </a14:imgEffect>
                  </a14:imgLayer>
                </a14:imgProps>
              </a:ext>
            </a:extLst>
          </a:blip>
          <a:stretch>
            <a:fillRect/>
          </a:stretch>
        </p:blipFill>
        <p:spPr>
          <a:xfrm>
            <a:off x="1761061" y="946662"/>
            <a:ext cx="8995839" cy="5276338"/>
          </a:xfrm>
          <a:prstGeom prst="rect">
            <a:avLst/>
          </a:prstGeom>
        </p:spPr>
      </p:pic>
      <mc:AlternateContent xmlns:mc="http://schemas.openxmlformats.org/markup-compatibility/2006">
        <mc:Choice xmlns:a14="http://schemas.microsoft.com/office/drawing/2010/main" Requires="a14">
          <p:sp>
            <p:nvSpPr>
              <p:cNvPr id="6" name="TextBox 5">
                <a:extLst>
                  <a:ext uri="{FF2B5EF4-FFF2-40B4-BE49-F238E27FC236}">
                    <a16:creationId xmlns:a16="http://schemas.microsoft.com/office/drawing/2014/main" id="{9033E392-743A-F8B7-7154-76C69AFCB3F7}"/>
                  </a:ext>
                </a:extLst>
              </p:cNvPr>
              <p:cNvSpPr txBox="1"/>
              <p:nvPr/>
            </p:nvSpPr>
            <p:spPr>
              <a:xfrm>
                <a:off x="10152689" y="1075737"/>
                <a:ext cx="1762781" cy="407099"/>
              </a:xfrm>
              <a:prstGeom prst="rect">
                <a:avLst/>
              </a:prstGeom>
              <a:noFill/>
            </p:spPr>
            <p:txBody>
              <a:bodyPr wrap="square">
                <a:spAutoFit/>
                <a:scene3d>
                  <a:camera prst="orthographicFront"/>
                  <a:lightRig rig="harsh" dir="t"/>
                </a:scene3d>
                <a:sp3d extrusionH="57150" prstMaterial="matte">
                  <a:bevelT w="63500" h="12700" prst="angle"/>
                  <a:contourClr>
                    <a:schemeClr val="bg1">
                      <a:lumMod val="65000"/>
                    </a:schemeClr>
                  </a:contourClr>
                </a:sp3d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right"/>
                    </m:oMathParaPr>
                    <m:oMath xmlns:m="http://schemas.openxmlformats.org/officeDocument/2006/math">
                      <m:sSup>
                        <m:sSupPr>
                          <m:ctrlPr>
                            <a:rPr lang="en-US" altLang="ko-KR" sz="2000" b="1" i="1" u="none" strike="noStrike" smtClean="0">
                              <a:ln/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altLang="ko-KR" sz="2000" b="1" i="1" u="none" strike="noStrike" smtClean="0">
                              <a:ln/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𝟖𝟒</m:t>
                          </m:r>
                          <m:r>
                            <a:rPr lang="en-US" altLang="ko-KR" sz="2000" b="1" i="1" u="none" strike="noStrike" smtClean="0">
                              <a:ln/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𝑨𝒎</m:t>
                          </m:r>
                        </m:e>
                        <m:sup>
                          <m:r>
                            <a:rPr lang="en-US" altLang="ko-KR" sz="2000" b="1" i="1" u="none" strike="noStrike" smtClean="0">
                              <a:ln/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𝟐</m:t>
                          </m:r>
                        </m:sup>
                      </m:sSup>
                    </m:oMath>
                  </m:oMathPara>
                </a14:m>
                <a:endParaRPr lang="ko-KR" altLang="en-US" sz="2000" b="1">
                  <a:ln/>
                  <a:solidFill>
                    <a:schemeClr val="tx1"/>
                  </a:solidFill>
                </a:endParaRPr>
              </a:p>
            </p:txBody>
          </p:sp>
        </mc:Choice>
        <mc:Fallback>
          <p:sp>
            <p:nvSpPr>
              <p:cNvPr id="6" name="TextBox 5">
                <a:extLst>
                  <a:ext uri="{FF2B5EF4-FFF2-40B4-BE49-F238E27FC236}">
                    <a16:creationId xmlns:a16="http://schemas.microsoft.com/office/drawing/2014/main" id="{9033E392-743A-F8B7-7154-76C69AFCB3F7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0152689" y="1075737"/>
                <a:ext cx="1762781" cy="407099"/>
              </a:xfrm>
              <a:prstGeom prst="rect">
                <a:avLst/>
              </a:prstGeom>
              <a:blipFill>
                <a:blip r:embed="rId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7" name="TextBox 6">
            <a:extLst>
              <a:ext uri="{FF2B5EF4-FFF2-40B4-BE49-F238E27FC236}">
                <a16:creationId xmlns:a16="http://schemas.microsoft.com/office/drawing/2014/main" id="{B4C62F75-FEB0-9D5F-800B-257BCB34D5D0}"/>
              </a:ext>
            </a:extLst>
          </p:cNvPr>
          <p:cNvSpPr txBox="1"/>
          <p:nvPr/>
        </p:nvSpPr>
        <p:spPr>
          <a:xfrm>
            <a:off x="1870318" y="353253"/>
            <a:ext cx="8452551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 sz="2000" b="1"/>
              <a:t>84A</a:t>
            </a:r>
            <a:r>
              <a:rPr lang="ko-KR" altLang="en-US" sz="2000" b="1"/>
              <a:t>타입 간접</a:t>
            </a:r>
            <a:r>
              <a:rPr lang="en-US" altLang="ko-KR" sz="2000" b="1"/>
              <a:t>A /</a:t>
            </a:r>
            <a:r>
              <a:rPr lang="ko-KR" altLang="en-US" sz="2000" b="1"/>
              <a:t>간접</a:t>
            </a:r>
            <a:r>
              <a:rPr lang="en-US" altLang="ko-KR" sz="2000" b="1"/>
              <a:t> </a:t>
            </a:r>
            <a:r>
              <a:rPr lang="ko-KR" altLang="en-US" sz="2000" b="1"/>
              <a:t>센서 </a:t>
            </a:r>
            <a:r>
              <a:rPr lang="en-US" altLang="ko-KR" sz="2000" b="1"/>
              <a:t>SET</a:t>
            </a:r>
          </a:p>
        </p:txBody>
      </p:sp>
      <p:sp>
        <p:nvSpPr>
          <p:cNvPr id="10" name="직사각형 9">
            <a:extLst>
              <a:ext uri="{FF2B5EF4-FFF2-40B4-BE49-F238E27FC236}">
                <a16:creationId xmlns:a16="http://schemas.microsoft.com/office/drawing/2014/main" id="{759DC00F-7B5C-6E9F-9CBE-92A6CE441631}"/>
              </a:ext>
            </a:extLst>
          </p:cNvPr>
          <p:cNvSpPr/>
          <p:nvPr/>
        </p:nvSpPr>
        <p:spPr>
          <a:xfrm rot="5400000">
            <a:off x="7188174" y="5010134"/>
            <a:ext cx="102820" cy="1630245"/>
          </a:xfrm>
          <a:prstGeom prst="rect">
            <a:avLst/>
          </a:prstGeom>
          <a:solidFill>
            <a:srgbClr val="FF000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>
              <a:solidFill>
                <a:schemeClr val="tx1"/>
              </a:solidFill>
            </a:endParaRPr>
          </a:p>
        </p:txBody>
      </p:sp>
      <p:sp>
        <p:nvSpPr>
          <p:cNvPr id="11" name="사각형: 둥근 모서리 10">
            <a:extLst>
              <a:ext uri="{FF2B5EF4-FFF2-40B4-BE49-F238E27FC236}">
                <a16:creationId xmlns:a16="http://schemas.microsoft.com/office/drawing/2014/main" id="{7CC7C317-779F-8E9F-9A7F-6958024D8E2A}"/>
              </a:ext>
            </a:extLst>
          </p:cNvPr>
          <p:cNvSpPr/>
          <p:nvPr/>
        </p:nvSpPr>
        <p:spPr>
          <a:xfrm>
            <a:off x="6716329" y="4376925"/>
            <a:ext cx="1092978" cy="1103860"/>
          </a:xfrm>
          <a:prstGeom prst="roundRect">
            <a:avLst>
              <a:gd name="adj" fmla="val 15666"/>
            </a:avLst>
          </a:prstGeom>
          <a:noFill/>
          <a:ln w="38100">
            <a:solidFill>
              <a:schemeClr val="accent2">
                <a:lumMod val="60000"/>
                <a:lumOff val="4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>
              <a:solidFill>
                <a:schemeClr val="tx1"/>
              </a:solidFill>
            </a:endParaRPr>
          </a:p>
        </p:txBody>
      </p:sp>
      <p:sp>
        <p:nvSpPr>
          <p:cNvPr id="12" name="사각형: 둥근 모서리 11">
            <a:extLst>
              <a:ext uri="{FF2B5EF4-FFF2-40B4-BE49-F238E27FC236}">
                <a16:creationId xmlns:a16="http://schemas.microsoft.com/office/drawing/2014/main" id="{67A9FCF9-CA4B-D44B-C38D-EE89B1CEECC9}"/>
              </a:ext>
            </a:extLst>
          </p:cNvPr>
          <p:cNvSpPr/>
          <p:nvPr/>
        </p:nvSpPr>
        <p:spPr>
          <a:xfrm>
            <a:off x="6861292" y="4515518"/>
            <a:ext cx="801043" cy="840103"/>
          </a:xfrm>
          <a:prstGeom prst="roundRect">
            <a:avLst>
              <a:gd name="adj" fmla="val 0"/>
            </a:avLst>
          </a:prstGeom>
          <a:noFill/>
          <a:ln w="38100">
            <a:solidFill>
              <a:srgbClr val="FFC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>
              <a:solidFill>
                <a:schemeClr val="tx1"/>
              </a:solidFill>
            </a:endParaRP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08272702-F45D-AE87-DEBB-93B61D9FD97E}"/>
              </a:ext>
            </a:extLst>
          </p:cNvPr>
          <p:cNvSpPr txBox="1"/>
          <p:nvPr/>
        </p:nvSpPr>
        <p:spPr>
          <a:xfrm>
            <a:off x="6258980" y="3744659"/>
            <a:ext cx="1891732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ko-KR" altLang="en-US" sz="1000" b="1"/>
              <a:t>전자식스위치</a:t>
            </a:r>
            <a:r>
              <a:rPr lang="en-US" altLang="ko-KR" sz="1000" b="1"/>
              <a:t>+</a:t>
            </a:r>
            <a:r>
              <a:rPr lang="ko-KR" altLang="en-US" sz="1000" b="1"/>
              <a:t>리모컨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806D8E08-69B4-C62E-8A40-73FE7B30C60C}"/>
              </a:ext>
            </a:extLst>
          </p:cNvPr>
          <p:cNvSpPr txBox="1"/>
          <p:nvPr/>
        </p:nvSpPr>
        <p:spPr>
          <a:xfrm>
            <a:off x="112365" y="770606"/>
            <a:ext cx="3264447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800">
                <a:solidFill>
                  <a:srgbClr val="FF0000"/>
                </a:solidFill>
              </a:rPr>
              <a:t>**</a:t>
            </a:r>
            <a:r>
              <a:rPr lang="ko-KR" altLang="en-US" sz="800">
                <a:solidFill>
                  <a:srgbClr val="FF0000"/>
                </a:solidFill>
              </a:rPr>
              <a:t>스위치 연결을 위해 별도의 </a:t>
            </a:r>
            <a:r>
              <a:rPr lang="ko-KR" altLang="en-US" sz="800" err="1">
                <a:solidFill>
                  <a:srgbClr val="FF0000"/>
                </a:solidFill>
              </a:rPr>
              <a:t>타공이</a:t>
            </a:r>
            <a:r>
              <a:rPr lang="ko-KR" altLang="en-US" sz="800">
                <a:solidFill>
                  <a:srgbClr val="FF0000"/>
                </a:solidFill>
              </a:rPr>
              <a:t> 필요할 수 </a:t>
            </a:r>
            <a:endParaRPr lang="en-US" altLang="ko-KR" sz="800">
              <a:solidFill>
                <a:srgbClr val="FF0000"/>
              </a:solidFill>
            </a:endParaRPr>
          </a:p>
          <a:p>
            <a:r>
              <a:rPr lang="ko-KR" altLang="en-US" sz="800">
                <a:solidFill>
                  <a:srgbClr val="FF0000"/>
                </a:solidFill>
              </a:rPr>
              <a:t>있으며</a:t>
            </a:r>
            <a:r>
              <a:rPr lang="en-US" altLang="ko-KR" sz="800">
                <a:solidFill>
                  <a:srgbClr val="FF0000"/>
                </a:solidFill>
              </a:rPr>
              <a:t> </a:t>
            </a:r>
            <a:r>
              <a:rPr lang="ko-KR" altLang="en-US" sz="800">
                <a:solidFill>
                  <a:srgbClr val="FF0000"/>
                </a:solidFill>
              </a:rPr>
              <a:t>공스피커로 마감 될 수도 있음</a:t>
            </a:r>
            <a:endParaRPr lang="en-US" altLang="ko-KR" sz="800">
              <a:solidFill>
                <a:srgbClr val="FF0000"/>
              </a:solidFill>
            </a:endParaRPr>
          </a:p>
        </p:txBody>
      </p:sp>
      <p:grpSp>
        <p:nvGrpSpPr>
          <p:cNvPr id="28" name="그룹 27">
            <a:extLst>
              <a:ext uri="{FF2B5EF4-FFF2-40B4-BE49-F238E27FC236}">
                <a16:creationId xmlns:a16="http://schemas.microsoft.com/office/drawing/2014/main" id="{530DF1C6-EB3D-C484-2888-04DFFEBCF420}"/>
              </a:ext>
            </a:extLst>
          </p:cNvPr>
          <p:cNvGrpSpPr/>
          <p:nvPr/>
        </p:nvGrpSpPr>
        <p:grpSpPr>
          <a:xfrm rot="5400000">
            <a:off x="3741901" y="3778064"/>
            <a:ext cx="99451" cy="545492"/>
            <a:chOff x="5324822" y="4538198"/>
            <a:chExt cx="99451" cy="545492"/>
          </a:xfrm>
        </p:grpSpPr>
        <p:sp>
          <p:nvSpPr>
            <p:cNvPr id="29" name="타원 28">
              <a:extLst>
                <a:ext uri="{FF2B5EF4-FFF2-40B4-BE49-F238E27FC236}">
                  <a16:creationId xmlns:a16="http://schemas.microsoft.com/office/drawing/2014/main" id="{E0A2E2AF-6E67-9476-4D3E-49DCBB4D0396}"/>
                </a:ext>
              </a:extLst>
            </p:cNvPr>
            <p:cNvSpPr/>
            <p:nvPr/>
          </p:nvSpPr>
          <p:spPr>
            <a:xfrm>
              <a:off x="5325888" y="4538198"/>
              <a:ext cx="98385" cy="98385"/>
            </a:xfrm>
            <a:prstGeom prst="ellipse">
              <a:avLst/>
            </a:prstGeom>
            <a:solidFill>
              <a:srgbClr val="FF0000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>
                <a:solidFill>
                  <a:schemeClr val="tx1"/>
                </a:solidFill>
              </a:endParaRPr>
            </a:p>
          </p:txBody>
        </p:sp>
        <p:sp>
          <p:nvSpPr>
            <p:cNvPr id="30" name="타원 29">
              <a:extLst>
                <a:ext uri="{FF2B5EF4-FFF2-40B4-BE49-F238E27FC236}">
                  <a16:creationId xmlns:a16="http://schemas.microsoft.com/office/drawing/2014/main" id="{0D25C189-2C76-8A13-26A7-DA5BA506D043}"/>
                </a:ext>
              </a:extLst>
            </p:cNvPr>
            <p:cNvSpPr/>
            <p:nvPr/>
          </p:nvSpPr>
          <p:spPr>
            <a:xfrm>
              <a:off x="5324822" y="4985305"/>
              <a:ext cx="98385" cy="98385"/>
            </a:xfrm>
            <a:prstGeom prst="ellipse">
              <a:avLst/>
            </a:prstGeom>
            <a:solidFill>
              <a:srgbClr val="FF0000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>
                <a:solidFill>
                  <a:schemeClr val="tx1"/>
                </a:solidFill>
              </a:endParaRPr>
            </a:p>
          </p:txBody>
        </p:sp>
      </p:grpSp>
      <p:sp>
        <p:nvSpPr>
          <p:cNvPr id="31" name="직사각형 30">
            <a:extLst>
              <a:ext uri="{FF2B5EF4-FFF2-40B4-BE49-F238E27FC236}">
                <a16:creationId xmlns:a16="http://schemas.microsoft.com/office/drawing/2014/main" id="{5ACC422F-89D2-0C39-3F51-216C2C2ABE40}"/>
              </a:ext>
            </a:extLst>
          </p:cNvPr>
          <p:cNvSpPr/>
          <p:nvPr/>
        </p:nvSpPr>
        <p:spPr>
          <a:xfrm flipV="1">
            <a:off x="4071013" y="2742763"/>
            <a:ext cx="98385" cy="841017"/>
          </a:xfrm>
          <a:prstGeom prst="rect">
            <a:avLst/>
          </a:prstGeom>
          <a:solidFill>
            <a:srgbClr val="FFFF0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>
              <a:solidFill>
                <a:schemeClr val="tx1"/>
              </a:solidFill>
            </a:endParaRPr>
          </a:p>
        </p:txBody>
      </p:sp>
      <p:sp>
        <p:nvSpPr>
          <p:cNvPr id="32" name="TextBox 31">
            <a:extLst>
              <a:ext uri="{FF2B5EF4-FFF2-40B4-BE49-F238E27FC236}">
                <a16:creationId xmlns:a16="http://schemas.microsoft.com/office/drawing/2014/main" id="{6DD33C93-B440-BC90-ED58-7D50C7144433}"/>
              </a:ext>
            </a:extLst>
          </p:cNvPr>
          <p:cNvSpPr txBox="1"/>
          <p:nvPr/>
        </p:nvSpPr>
        <p:spPr>
          <a:xfrm>
            <a:off x="7384707" y="6408846"/>
            <a:ext cx="2444900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sz="1000">
                <a:highlight>
                  <a:srgbClr val="FFFF00"/>
                </a:highlight>
              </a:rPr>
              <a:t>우물은 두가지 </a:t>
            </a:r>
            <a:r>
              <a:rPr lang="ko-KR" altLang="en-US" sz="1000" err="1">
                <a:highlight>
                  <a:srgbClr val="FFFF00"/>
                </a:highlight>
              </a:rPr>
              <a:t>타입중</a:t>
            </a:r>
            <a:r>
              <a:rPr lang="ko-KR" altLang="en-US" sz="1000">
                <a:highlight>
                  <a:srgbClr val="FFFF00"/>
                </a:highlight>
              </a:rPr>
              <a:t> 선택 가능합니다</a:t>
            </a:r>
            <a:r>
              <a:rPr lang="en-US" altLang="ko-KR" sz="1000">
                <a:highlight>
                  <a:srgbClr val="FFFF00"/>
                </a:highlight>
              </a:rPr>
              <a:t>.</a:t>
            </a:r>
          </a:p>
          <a:p>
            <a:r>
              <a:rPr lang="ko-KR" altLang="en-US" sz="1000">
                <a:highlight>
                  <a:srgbClr val="FFFF00"/>
                </a:highlight>
              </a:rPr>
              <a:t>라운드우물은 추가금액 발생 됩니다</a:t>
            </a:r>
            <a:r>
              <a:rPr lang="en-US" altLang="ko-KR" sz="1000">
                <a:highlight>
                  <a:srgbClr val="FFFF00"/>
                </a:highlight>
              </a:rPr>
              <a:t>. </a:t>
            </a:r>
            <a:endParaRPr lang="ko-KR" altLang="en-US" sz="1000">
              <a:highlight>
                <a:srgbClr val="FFFF00"/>
              </a:highlight>
            </a:endParaRPr>
          </a:p>
        </p:txBody>
      </p:sp>
      <p:cxnSp>
        <p:nvCxnSpPr>
          <p:cNvPr id="33" name="직선 화살표 연결선 32">
            <a:extLst>
              <a:ext uri="{FF2B5EF4-FFF2-40B4-BE49-F238E27FC236}">
                <a16:creationId xmlns:a16="http://schemas.microsoft.com/office/drawing/2014/main" id="{874B5FCC-9D65-50F6-B810-C004D6554E15}"/>
              </a:ext>
            </a:extLst>
          </p:cNvPr>
          <p:cNvCxnSpPr>
            <a:cxnSpLocks/>
          </p:cNvCxnSpPr>
          <p:nvPr/>
        </p:nvCxnSpPr>
        <p:spPr>
          <a:xfrm flipV="1">
            <a:off x="7532845" y="5494214"/>
            <a:ext cx="4865" cy="944101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5" name="TextBox 13">
            <a:extLst>
              <a:ext uri="{FF2B5EF4-FFF2-40B4-BE49-F238E27FC236}">
                <a16:creationId xmlns:a16="http://schemas.microsoft.com/office/drawing/2014/main" id="{85C9E240-5099-91D0-B680-774E2806B859}"/>
              </a:ext>
            </a:extLst>
          </p:cNvPr>
          <p:cNvSpPr txBox="1"/>
          <p:nvPr/>
        </p:nvSpPr>
        <p:spPr>
          <a:xfrm>
            <a:off x="142074" y="1128948"/>
            <a:ext cx="1489510" cy="461665"/>
          </a:xfrm>
          <a:prstGeom prst="rect">
            <a:avLst/>
          </a:prstGeom>
          <a:solidFill>
            <a:schemeClr val="accent6">
              <a:lumMod val="20000"/>
              <a:lumOff val="80000"/>
            </a:schemeClr>
          </a:solidFill>
        </p:spPr>
        <p:txBody>
          <a:bodyPr wrap="none" rtlCol="0">
            <a:spAutoFit/>
          </a:bodyPr>
          <a:lstStyle>
            <a:defPPr>
              <a:defRPr lang="ko-KR"/>
            </a:defPPr>
            <a:lvl1pPr marL="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ko-KR" altLang="en-US" sz="800" b="1"/>
              <a:t>욕실 </a:t>
            </a:r>
            <a:r>
              <a:rPr lang="ko-KR" altLang="en-US" sz="800" b="1" err="1"/>
              <a:t>휴젠트여부에</a:t>
            </a:r>
            <a:r>
              <a:rPr lang="ko-KR" altLang="en-US" sz="800" b="1"/>
              <a:t> 대하여</a:t>
            </a:r>
            <a:endParaRPr lang="en-US" altLang="ko-KR" sz="800" b="1"/>
          </a:p>
          <a:p>
            <a:r>
              <a:rPr lang="ko-KR" altLang="en-US" sz="800" b="1"/>
              <a:t>기사분이 현장에서 파악하여</a:t>
            </a:r>
            <a:endParaRPr lang="en-US" altLang="ko-KR" sz="800" b="1"/>
          </a:p>
          <a:p>
            <a:r>
              <a:rPr lang="ko-KR" altLang="en-US" sz="800" b="1"/>
              <a:t>센서위치를 적용해드립니다</a:t>
            </a:r>
            <a:r>
              <a:rPr lang="en-US" altLang="ko-KR" sz="800" b="1"/>
              <a:t>.</a:t>
            </a:r>
            <a:endParaRPr lang="ko-KR" altLang="en-US" sz="800" b="1"/>
          </a:p>
        </p:txBody>
      </p:sp>
      <p:grpSp>
        <p:nvGrpSpPr>
          <p:cNvPr id="36" name="그룹 35">
            <a:extLst>
              <a:ext uri="{FF2B5EF4-FFF2-40B4-BE49-F238E27FC236}">
                <a16:creationId xmlns:a16="http://schemas.microsoft.com/office/drawing/2014/main" id="{9B21445C-89F2-78F1-BEC1-77F2B1EBF801}"/>
              </a:ext>
            </a:extLst>
          </p:cNvPr>
          <p:cNvGrpSpPr/>
          <p:nvPr/>
        </p:nvGrpSpPr>
        <p:grpSpPr>
          <a:xfrm>
            <a:off x="166864" y="137559"/>
            <a:ext cx="2166761" cy="738664"/>
            <a:chOff x="209306" y="114311"/>
            <a:chExt cx="2166761" cy="742666"/>
          </a:xfrm>
        </p:grpSpPr>
        <p:sp>
          <p:nvSpPr>
            <p:cNvPr id="37" name="타원 36">
              <a:extLst>
                <a:ext uri="{FF2B5EF4-FFF2-40B4-BE49-F238E27FC236}">
                  <a16:creationId xmlns:a16="http://schemas.microsoft.com/office/drawing/2014/main" id="{2E14A4FD-789B-1865-C58C-D109A5CCB4CA}"/>
                </a:ext>
              </a:extLst>
            </p:cNvPr>
            <p:cNvSpPr/>
            <p:nvPr/>
          </p:nvSpPr>
          <p:spPr>
            <a:xfrm>
              <a:off x="209307" y="168341"/>
              <a:ext cx="98385" cy="98385"/>
            </a:xfrm>
            <a:prstGeom prst="ellipse">
              <a:avLst/>
            </a:prstGeom>
            <a:solidFill>
              <a:srgbClr val="FF0000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ko-KR"/>
              </a:defPPr>
              <a:lvl1pPr marL="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ko-KR" altLang="en-US">
                <a:solidFill>
                  <a:schemeClr val="tx1"/>
                </a:solidFill>
              </a:endParaRPr>
            </a:p>
          </p:txBody>
        </p:sp>
        <p:sp>
          <p:nvSpPr>
            <p:cNvPr id="38" name="타원 37">
              <a:extLst>
                <a:ext uri="{FF2B5EF4-FFF2-40B4-BE49-F238E27FC236}">
                  <a16:creationId xmlns:a16="http://schemas.microsoft.com/office/drawing/2014/main" id="{33903B94-7D52-D48B-5EDA-624CFA7BEB6F}"/>
                </a:ext>
              </a:extLst>
            </p:cNvPr>
            <p:cNvSpPr/>
            <p:nvPr/>
          </p:nvSpPr>
          <p:spPr>
            <a:xfrm>
              <a:off x="209307" y="347436"/>
              <a:ext cx="98385" cy="98385"/>
            </a:xfrm>
            <a:prstGeom prst="ellipse">
              <a:avLst/>
            </a:prstGeom>
            <a:solidFill>
              <a:srgbClr val="FFFF00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ko-KR"/>
              </a:defPPr>
              <a:lvl1pPr marL="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ko-KR" altLang="en-US">
                <a:solidFill>
                  <a:schemeClr val="tx1"/>
                </a:solidFill>
              </a:endParaRPr>
            </a:p>
          </p:txBody>
        </p:sp>
        <p:sp>
          <p:nvSpPr>
            <p:cNvPr id="39" name="타원 38">
              <a:extLst>
                <a:ext uri="{FF2B5EF4-FFF2-40B4-BE49-F238E27FC236}">
                  <a16:creationId xmlns:a16="http://schemas.microsoft.com/office/drawing/2014/main" id="{EA61EF5D-F51C-91E6-9B80-8536A6502E97}"/>
                </a:ext>
              </a:extLst>
            </p:cNvPr>
            <p:cNvSpPr/>
            <p:nvPr/>
          </p:nvSpPr>
          <p:spPr>
            <a:xfrm>
              <a:off x="209306" y="573831"/>
              <a:ext cx="98385" cy="98385"/>
            </a:xfrm>
            <a:prstGeom prst="ellipse">
              <a:avLst/>
            </a:prstGeom>
            <a:solidFill>
              <a:srgbClr val="FFC000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ko-KR"/>
              </a:defPPr>
              <a:lvl1pPr marL="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ko-KR" altLang="en-US">
                <a:solidFill>
                  <a:schemeClr val="tx1"/>
                </a:solidFill>
              </a:endParaRPr>
            </a:p>
          </p:txBody>
        </p:sp>
        <p:sp>
          <p:nvSpPr>
            <p:cNvPr id="40" name="TextBox 11">
              <a:extLst>
                <a:ext uri="{FF2B5EF4-FFF2-40B4-BE49-F238E27FC236}">
                  <a16:creationId xmlns:a16="http://schemas.microsoft.com/office/drawing/2014/main" id="{2E3330E9-E9EA-4775-3603-1C3A889971E8}"/>
                </a:ext>
              </a:extLst>
            </p:cNvPr>
            <p:cNvSpPr txBox="1"/>
            <p:nvPr/>
          </p:nvSpPr>
          <p:spPr>
            <a:xfrm>
              <a:off x="318304" y="114311"/>
              <a:ext cx="2057763" cy="742666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>
              <a:defPPr>
                <a:defRPr lang="ko-KR"/>
              </a:defPPr>
              <a:lvl1pPr marL="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r>
                <a:rPr lang="ko-KR" altLang="en-US" sz="700"/>
                <a:t>간접조명 </a:t>
              </a:r>
              <a:r>
                <a:rPr lang="en-US" altLang="ko-KR" sz="700"/>
                <a:t>A SET</a:t>
              </a:r>
            </a:p>
            <a:p>
              <a:endParaRPr lang="en-US" altLang="ko-KR" sz="700"/>
            </a:p>
            <a:p>
              <a:r>
                <a:rPr lang="ko-KR" altLang="en-US" sz="700"/>
                <a:t>간접조명 센서 </a:t>
              </a:r>
              <a:r>
                <a:rPr lang="en-US" altLang="ko-KR" sz="700"/>
                <a:t>SET</a:t>
              </a:r>
            </a:p>
            <a:p>
              <a:endParaRPr lang="en-US" altLang="ko-KR" sz="700"/>
            </a:p>
            <a:p>
              <a:r>
                <a:rPr lang="ko-KR" altLang="en-US" sz="700"/>
                <a:t>우물천장간접조명 및 커튼박수 추가</a:t>
              </a:r>
              <a:r>
                <a:rPr lang="en-US" altLang="ko-KR" sz="700"/>
                <a:t>(</a:t>
              </a:r>
              <a:r>
                <a:rPr lang="ko-KR" altLang="en-US" sz="700"/>
                <a:t>별도 추가</a:t>
              </a:r>
              <a:r>
                <a:rPr lang="en-US" altLang="ko-KR" sz="700"/>
                <a:t>)</a:t>
              </a:r>
            </a:p>
            <a:p>
              <a:endParaRPr lang="en-US" altLang="ko-KR" sz="700"/>
            </a:p>
          </p:txBody>
        </p:sp>
      </p:grpSp>
      <p:sp>
        <p:nvSpPr>
          <p:cNvPr id="41" name="직사각형 40">
            <a:extLst>
              <a:ext uri="{FF2B5EF4-FFF2-40B4-BE49-F238E27FC236}">
                <a16:creationId xmlns:a16="http://schemas.microsoft.com/office/drawing/2014/main" id="{121D835B-A402-4F9D-0C94-160974F83497}"/>
              </a:ext>
            </a:extLst>
          </p:cNvPr>
          <p:cNvSpPr/>
          <p:nvPr/>
        </p:nvSpPr>
        <p:spPr>
          <a:xfrm rot="16200000" flipV="1">
            <a:off x="4482007" y="2613043"/>
            <a:ext cx="98385" cy="357825"/>
          </a:xfrm>
          <a:prstGeom prst="rect">
            <a:avLst/>
          </a:prstGeom>
          <a:solidFill>
            <a:srgbClr val="FFFF0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>
              <a:solidFill>
                <a:schemeClr val="tx1"/>
              </a:solidFill>
            </a:endParaRPr>
          </a:p>
        </p:txBody>
      </p:sp>
      <p:grpSp>
        <p:nvGrpSpPr>
          <p:cNvPr id="42" name="그룹 41">
            <a:extLst>
              <a:ext uri="{FF2B5EF4-FFF2-40B4-BE49-F238E27FC236}">
                <a16:creationId xmlns:a16="http://schemas.microsoft.com/office/drawing/2014/main" id="{706AE69F-D9D4-BAAE-F6AD-31C6EAE3EDF4}"/>
              </a:ext>
            </a:extLst>
          </p:cNvPr>
          <p:cNvGrpSpPr/>
          <p:nvPr/>
        </p:nvGrpSpPr>
        <p:grpSpPr>
          <a:xfrm>
            <a:off x="8113958" y="4269085"/>
            <a:ext cx="100923" cy="1356633"/>
            <a:chOff x="4735802" y="4662002"/>
            <a:chExt cx="100923" cy="1356633"/>
          </a:xfrm>
        </p:grpSpPr>
        <p:sp>
          <p:nvSpPr>
            <p:cNvPr id="43" name="타원 42">
              <a:extLst>
                <a:ext uri="{FF2B5EF4-FFF2-40B4-BE49-F238E27FC236}">
                  <a16:creationId xmlns:a16="http://schemas.microsoft.com/office/drawing/2014/main" id="{74F90DCB-579E-8751-668A-B3AA9348D9B9}"/>
                </a:ext>
              </a:extLst>
            </p:cNvPr>
            <p:cNvSpPr/>
            <p:nvPr/>
          </p:nvSpPr>
          <p:spPr>
            <a:xfrm>
              <a:off x="4737834" y="4662002"/>
              <a:ext cx="98385" cy="98385"/>
            </a:xfrm>
            <a:prstGeom prst="ellipse">
              <a:avLst/>
            </a:prstGeom>
            <a:solidFill>
              <a:srgbClr val="FF0000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>
                <a:solidFill>
                  <a:schemeClr val="tx1"/>
                </a:solidFill>
              </a:endParaRPr>
            </a:p>
          </p:txBody>
        </p:sp>
        <p:sp>
          <p:nvSpPr>
            <p:cNvPr id="44" name="타원 43">
              <a:extLst>
                <a:ext uri="{FF2B5EF4-FFF2-40B4-BE49-F238E27FC236}">
                  <a16:creationId xmlns:a16="http://schemas.microsoft.com/office/drawing/2014/main" id="{BD000496-7098-44CD-07D7-DDBDF71638B1}"/>
                </a:ext>
              </a:extLst>
            </p:cNvPr>
            <p:cNvSpPr/>
            <p:nvPr/>
          </p:nvSpPr>
          <p:spPr>
            <a:xfrm>
              <a:off x="4735802" y="5291218"/>
              <a:ext cx="98385" cy="98385"/>
            </a:xfrm>
            <a:prstGeom prst="ellipse">
              <a:avLst/>
            </a:prstGeom>
            <a:solidFill>
              <a:srgbClr val="FF0000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>
                <a:solidFill>
                  <a:schemeClr val="tx1"/>
                </a:solidFill>
              </a:endParaRPr>
            </a:p>
          </p:txBody>
        </p:sp>
        <p:sp>
          <p:nvSpPr>
            <p:cNvPr id="45" name="타원 44">
              <a:extLst>
                <a:ext uri="{FF2B5EF4-FFF2-40B4-BE49-F238E27FC236}">
                  <a16:creationId xmlns:a16="http://schemas.microsoft.com/office/drawing/2014/main" id="{5EED7437-4F73-19CD-3628-5975ACC3ECC7}"/>
                </a:ext>
              </a:extLst>
            </p:cNvPr>
            <p:cNvSpPr/>
            <p:nvPr/>
          </p:nvSpPr>
          <p:spPr>
            <a:xfrm>
              <a:off x="4738340" y="5920250"/>
              <a:ext cx="98385" cy="98385"/>
            </a:xfrm>
            <a:prstGeom prst="ellipse">
              <a:avLst/>
            </a:prstGeom>
            <a:solidFill>
              <a:srgbClr val="FF0000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>
                <a:solidFill>
                  <a:schemeClr val="tx1"/>
                </a:solidFill>
              </a:endParaRPr>
            </a:p>
          </p:txBody>
        </p:sp>
      </p:grpSp>
      <p:grpSp>
        <p:nvGrpSpPr>
          <p:cNvPr id="46" name="그룹 45">
            <a:extLst>
              <a:ext uri="{FF2B5EF4-FFF2-40B4-BE49-F238E27FC236}">
                <a16:creationId xmlns:a16="http://schemas.microsoft.com/office/drawing/2014/main" id="{7008896E-553F-0070-7CEF-6FE42F9A98D3}"/>
              </a:ext>
            </a:extLst>
          </p:cNvPr>
          <p:cNvGrpSpPr/>
          <p:nvPr/>
        </p:nvGrpSpPr>
        <p:grpSpPr>
          <a:xfrm>
            <a:off x="6249038" y="4280974"/>
            <a:ext cx="100923" cy="1356633"/>
            <a:chOff x="4735802" y="4662002"/>
            <a:chExt cx="100923" cy="1356633"/>
          </a:xfrm>
        </p:grpSpPr>
        <p:sp>
          <p:nvSpPr>
            <p:cNvPr id="47" name="타원 46">
              <a:extLst>
                <a:ext uri="{FF2B5EF4-FFF2-40B4-BE49-F238E27FC236}">
                  <a16:creationId xmlns:a16="http://schemas.microsoft.com/office/drawing/2014/main" id="{551329C1-C822-E316-5070-3F5CAD3BC5F1}"/>
                </a:ext>
              </a:extLst>
            </p:cNvPr>
            <p:cNvSpPr/>
            <p:nvPr/>
          </p:nvSpPr>
          <p:spPr>
            <a:xfrm>
              <a:off x="4737834" y="4662002"/>
              <a:ext cx="98385" cy="98385"/>
            </a:xfrm>
            <a:prstGeom prst="ellipse">
              <a:avLst/>
            </a:prstGeom>
            <a:solidFill>
              <a:srgbClr val="FF0000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>
                <a:solidFill>
                  <a:schemeClr val="tx1"/>
                </a:solidFill>
              </a:endParaRPr>
            </a:p>
          </p:txBody>
        </p:sp>
        <p:sp>
          <p:nvSpPr>
            <p:cNvPr id="48" name="타원 47">
              <a:extLst>
                <a:ext uri="{FF2B5EF4-FFF2-40B4-BE49-F238E27FC236}">
                  <a16:creationId xmlns:a16="http://schemas.microsoft.com/office/drawing/2014/main" id="{B90FC10A-695D-6F6D-AFEB-1930B2FA0415}"/>
                </a:ext>
              </a:extLst>
            </p:cNvPr>
            <p:cNvSpPr/>
            <p:nvPr/>
          </p:nvSpPr>
          <p:spPr>
            <a:xfrm>
              <a:off x="4735802" y="5291218"/>
              <a:ext cx="98385" cy="98385"/>
            </a:xfrm>
            <a:prstGeom prst="ellipse">
              <a:avLst/>
            </a:prstGeom>
            <a:solidFill>
              <a:srgbClr val="FF0000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>
                <a:solidFill>
                  <a:schemeClr val="tx1"/>
                </a:solidFill>
              </a:endParaRPr>
            </a:p>
          </p:txBody>
        </p:sp>
        <p:sp>
          <p:nvSpPr>
            <p:cNvPr id="49" name="타원 48">
              <a:extLst>
                <a:ext uri="{FF2B5EF4-FFF2-40B4-BE49-F238E27FC236}">
                  <a16:creationId xmlns:a16="http://schemas.microsoft.com/office/drawing/2014/main" id="{9848FBCD-7196-C5A2-C3EC-91D9EA375C7D}"/>
                </a:ext>
              </a:extLst>
            </p:cNvPr>
            <p:cNvSpPr/>
            <p:nvPr/>
          </p:nvSpPr>
          <p:spPr>
            <a:xfrm>
              <a:off x="4738340" y="5920250"/>
              <a:ext cx="98385" cy="98385"/>
            </a:xfrm>
            <a:prstGeom prst="ellipse">
              <a:avLst/>
            </a:prstGeom>
            <a:solidFill>
              <a:srgbClr val="FF0000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>
                <a:solidFill>
                  <a:schemeClr val="tx1"/>
                </a:solidFill>
              </a:endParaRPr>
            </a:p>
          </p:txBody>
        </p:sp>
      </p:grpSp>
      <p:sp>
        <p:nvSpPr>
          <p:cNvPr id="52" name="직사각형 51">
            <a:extLst>
              <a:ext uri="{FF2B5EF4-FFF2-40B4-BE49-F238E27FC236}">
                <a16:creationId xmlns:a16="http://schemas.microsoft.com/office/drawing/2014/main" id="{E2C47EAF-D4A6-9F93-4051-D23AB9B3949F}"/>
              </a:ext>
            </a:extLst>
          </p:cNvPr>
          <p:cNvSpPr/>
          <p:nvPr/>
        </p:nvSpPr>
        <p:spPr>
          <a:xfrm rot="16200000" flipV="1">
            <a:off x="8576169" y="3332180"/>
            <a:ext cx="98385" cy="357825"/>
          </a:xfrm>
          <a:prstGeom prst="rect">
            <a:avLst/>
          </a:prstGeom>
          <a:solidFill>
            <a:srgbClr val="FFFF0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>
              <a:solidFill>
                <a:schemeClr val="tx1"/>
              </a:solidFill>
            </a:endParaRPr>
          </a:p>
        </p:txBody>
      </p:sp>
      <p:sp>
        <p:nvSpPr>
          <p:cNvPr id="3" name="직사각형 2">
            <a:extLst>
              <a:ext uri="{FF2B5EF4-FFF2-40B4-BE49-F238E27FC236}">
                <a16:creationId xmlns:a16="http://schemas.microsoft.com/office/drawing/2014/main" id="{1B82AB42-32DA-0AE2-B4B2-4E4BEFF9A12D}"/>
              </a:ext>
            </a:extLst>
          </p:cNvPr>
          <p:cNvSpPr/>
          <p:nvPr/>
        </p:nvSpPr>
        <p:spPr>
          <a:xfrm>
            <a:off x="5914244" y="4376925"/>
            <a:ext cx="191222" cy="1461900"/>
          </a:xfrm>
          <a:prstGeom prst="rect">
            <a:avLst/>
          </a:prstGeom>
          <a:solidFill>
            <a:schemeClr val="accent1">
              <a:lumMod val="40000"/>
              <a:lumOff val="6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050" b="1" err="1"/>
              <a:t>가벽</a:t>
            </a:r>
            <a:endParaRPr lang="ko-KR" altLang="en-US" sz="1050" b="1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9A158FBE-9CD2-3165-7122-0ED1EEA9ABE8}"/>
              </a:ext>
            </a:extLst>
          </p:cNvPr>
          <p:cNvSpPr txBox="1"/>
          <p:nvPr/>
        </p:nvSpPr>
        <p:spPr>
          <a:xfrm>
            <a:off x="4682972" y="6416299"/>
            <a:ext cx="1988045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sz="1400" b="1" err="1">
                <a:highlight>
                  <a:srgbClr val="FFFF00"/>
                </a:highlight>
              </a:rPr>
              <a:t>가벽</a:t>
            </a:r>
            <a:r>
              <a:rPr lang="ko-KR" altLang="en-US" sz="1400" b="1">
                <a:highlight>
                  <a:srgbClr val="FFFF00"/>
                </a:highlight>
              </a:rPr>
              <a:t> 있나 확인 필요함</a:t>
            </a:r>
          </a:p>
        </p:txBody>
      </p:sp>
      <p:sp>
        <p:nvSpPr>
          <p:cNvPr id="8" name="화살표: 위쪽 7">
            <a:extLst>
              <a:ext uri="{FF2B5EF4-FFF2-40B4-BE49-F238E27FC236}">
                <a16:creationId xmlns:a16="http://schemas.microsoft.com/office/drawing/2014/main" id="{15B5AE3A-2489-0401-2138-CBA80F770812}"/>
              </a:ext>
            </a:extLst>
          </p:cNvPr>
          <p:cNvSpPr/>
          <p:nvPr/>
        </p:nvSpPr>
        <p:spPr>
          <a:xfrm>
            <a:off x="5914244" y="5876667"/>
            <a:ext cx="162296" cy="532179"/>
          </a:xfrm>
          <a:prstGeom prst="up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916E4543-4EA3-DF7A-AF1E-CC0ED6368611}"/>
              </a:ext>
            </a:extLst>
          </p:cNvPr>
          <p:cNvSpPr txBox="1"/>
          <p:nvPr/>
        </p:nvSpPr>
        <p:spPr>
          <a:xfrm>
            <a:off x="7058350" y="4134528"/>
            <a:ext cx="377026" cy="25391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1000" b="1">
                <a:solidFill>
                  <a:srgbClr val="FF0000"/>
                </a:solidFill>
              </a:rPr>
              <a:t>3.1</a:t>
            </a:r>
            <a:endParaRPr lang="ko-KR" altLang="en-US" sz="1000" b="1">
              <a:solidFill>
                <a:srgbClr val="FF0000"/>
              </a:solidFill>
            </a:endParaRP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8BAF4FD5-E119-06C0-6E04-D14220AA8166}"/>
              </a:ext>
            </a:extLst>
          </p:cNvPr>
          <p:cNvSpPr txBox="1"/>
          <p:nvPr/>
        </p:nvSpPr>
        <p:spPr>
          <a:xfrm>
            <a:off x="6384099" y="4737608"/>
            <a:ext cx="365806" cy="2462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1000" b="1">
                <a:solidFill>
                  <a:srgbClr val="FF0000"/>
                </a:solidFill>
              </a:rPr>
              <a:t>2.5</a:t>
            </a:r>
            <a:endParaRPr lang="ko-KR" altLang="en-US" sz="1000" b="1">
              <a:solidFill>
                <a:srgbClr val="FF0000"/>
              </a:solidFill>
            </a:endParaRP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9FE90353-E7FE-4FE5-AC63-0481DAE0E237}"/>
              </a:ext>
            </a:extLst>
          </p:cNvPr>
          <p:cNvSpPr txBox="1"/>
          <p:nvPr/>
        </p:nvSpPr>
        <p:spPr>
          <a:xfrm>
            <a:off x="7143495" y="6076702"/>
            <a:ext cx="365806" cy="2462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1000" b="1">
                <a:solidFill>
                  <a:srgbClr val="FF0000"/>
                </a:solidFill>
              </a:rPr>
              <a:t>4.5</a:t>
            </a:r>
            <a:endParaRPr lang="ko-KR" altLang="en-US" sz="1000" b="1">
              <a:solidFill>
                <a:srgbClr val="FF0000"/>
              </a:solidFill>
            </a:endParaRP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1FE50518-427C-282F-B6EE-353A12E5AD6B}"/>
              </a:ext>
            </a:extLst>
          </p:cNvPr>
          <p:cNvSpPr txBox="1"/>
          <p:nvPr/>
        </p:nvSpPr>
        <p:spPr>
          <a:xfrm>
            <a:off x="9341233" y="5739498"/>
            <a:ext cx="365806" cy="2462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1000" b="1">
                <a:solidFill>
                  <a:srgbClr val="FF0000"/>
                </a:solidFill>
              </a:rPr>
              <a:t>3.5</a:t>
            </a:r>
            <a:endParaRPr lang="ko-KR" altLang="en-US" sz="1000" b="1">
              <a:solidFill>
                <a:srgbClr val="FF0000"/>
              </a:solidFill>
            </a:endParaRPr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1FFD9AF8-F549-9C40-EAED-78D91952FFEB}"/>
              </a:ext>
            </a:extLst>
          </p:cNvPr>
          <p:cNvSpPr txBox="1"/>
          <p:nvPr/>
        </p:nvSpPr>
        <p:spPr>
          <a:xfrm>
            <a:off x="3851734" y="6070705"/>
            <a:ext cx="365806" cy="2462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1000" b="1">
                <a:solidFill>
                  <a:srgbClr val="FF0000"/>
                </a:solidFill>
              </a:rPr>
              <a:t>2.9</a:t>
            </a:r>
            <a:endParaRPr lang="ko-KR" altLang="en-US" sz="1000" b="1">
              <a:solidFill>
                <a:srgbClr val="FF0000"/>
              </a:solidFill>
            </a:endParaRPr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A2BF8FFD-FFDE-48F0-3CF0-4F905EAB0740}"/>
              </a:ext>
            </a:extLst>
          </p:cNvPr>
          <p:cNvSpPr txBox="1"/>
          <p:nvPr/>
        </p:nvSpPr>
        <p:spPr>
          <a:xfrm>
            <a:off x="2150722" y="6069702"/>
            <a:ext cx="365806" cy="2462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1000" b="1">
                <a:solidFill>
                  <a:srgbClr val="FF0000"/>
                </a:solidFill>
              </a:rPr>
              <a:t>2.8</a:t>
            </a:r>
            <a:endParaRPr lang="ko-KR" altLang="en-US" sz="1000" b="1">
              <a:solidFill>
                <a:srgbClr val="FF0000"/>
              </a:solidFill>
            </a:endParaRP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4BBC3396-6270-00E0-74AD-DD2FC5C73233}"/>
              </a:ext>
            </a:extLst>
          </p:cNvPr>
          <p:cNvSpPr txBox="1"/>
          <p:nvPr/>
        </p:nvSpPr>
        <p:spPr>
          <a:xfrm>
            <a:off x="7058350" y="4134528"/>
            <a:ext cx="479618" cy="2462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1000" b="1">
                <a:solidFill>
                  <a:srgbClr val="FF0000"/>
                </a:solidFill>
              </a:rPr>
              <a:t>3100</a:t>
            </a:r>
            <a:endParaRPr lang="ko-KR" altLang="en-US" sz="1000" b="1">
              <a:solidFill>
                <a:srgbClr val="FF0000"/>
              </a:solidFill>
            </a:endParaRP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E44957C6-4E0A-82D2-2D27-2B49255945AF}"/>
              </a:ext>
            </a:extLst>
          </p:cNvPr>
          <p:cNvSpPr txBox="1"/>
          <p:nvPr/>
        </p:nvSpPr>
        <p:spPr>
          <a:xfrm>
            <a:off x="6292067" y="4627588"/>
            <a:ext cx="479618" cy="2462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1000" b="1">
                <a:solidFill>
                  <a:srgbClr val="FF0000"/>
                </a:solidFill>
              </a:rPr>
              <a:t>2500</a:t>
            </a:r>
            <a:endParaRPr lang="ko-KR" altLang="en-US" sz="1000" b="1">
              <a:solidFill>
                <a:srgbClr val="FF0000"/>
              </a:solidFill>
            </a:endParaRP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A827768B-093B-55B7-FD1B-4AA73AE6B3A4}"/>
              </a:ext>
            </a:extLst>
          </p:cNvPr>
          <p:cNvSpPr txBox="1"/>
          <p:nvPr/>
        </p:nvSpPr>
        <p:spPr>
          <a:xfrm>
            <a:off x="7110154" y="6076702"/>
            <a:ext cx="479618" cy="2462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1000" b="1">
                <a:solidFill>
                  <a:srgbClr val="FF0000"/>
                </a:solidFill>
              </a:rPr>
              <a:t>4500</a:t>
            </a:r>
            <a:endParaRPr lang="ko-KR" altLang="en-US" sz="1000" b="1">
              <a:solidFill>
                <a:srgbClr val="FF0000"/>
              </a:solidFill>
            </a:endParaRP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18D6B761-11DB-8317-FDB9-F6E3C4861878}"/>
              </a:ext>
            </a:extLst>
          </p:cNvPr>
          <p:cNvSpPr txBox="1"/>
          <p:nvPr/>
        </p:nvSpPr>
        <p:spPr>
          <a:xfrm>
            <a:off x="9341233" y="5739498"/>
            <a:ext cx="479618" cy="2462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1000" b="1">
                <a:solidFill>
                  <a:srgbClr val="FF0000"/>
                </a:solidFill>
              </a:rPr>
              <a:t>3500</a:t>
            </a:r>
            <a:endParaRPr lang="ko-KR" altLang="en-US" sz="1000" b="1">
              <a:solidFill>
                <a:srgbClr val="FF0000"/>
              </a:solidFill>
            </a:endParaRPr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F8B7F7C1-ACC9-774D-D7A7-20571A5D84ED}"/>
              </a:ext>
            </a:extLst>
          </p:cNvPr>
          <p:cNvSpPr txBox="1"/>
          <p:nvPr/>
        </p:nvSpPr>
        <p:spPr>
          <a:xfrm>
            <a:off x="3818393" y="6070705"/>
            <a:ext cx="479618" cy="2462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1000" b="1">
                <a:solidFill>
                  <a:srgbClr val="FF0000"/>
                </a:solidFill>
              </a:rPr>
              <a:t>2900</a:t>
            </a:r>
            <a:endParaRPr lang="ko-KR" altLang="en-US" sz="1000" b="1">
              <a:solidFill>
                <a:srgbClr val="FF0000"/>
              </a:solidFill>
            </a:endParaRPr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831C9C7F-28B2-5ED7-DF0F-89028D260C39}"/>
              </a:ext>
            </a:extLst>
          </p:cNvPr>
          <p:cNvSpPr txBox="1"/>
          <p:nvPr/>
        </p:nvSpPr>
        <p:spPr>
          <a:xfrm>
            <a:off x="2112619" y="6069702"/>
            <a:ext cx="479618" cy="2462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1000" b="1">
                <a:solidFill>
                  <a:srgbClr val="FF0000"/>
                </a:solidFill>
              </a:rPr>
              <a:t>2800</a:t>
            </a:r>
            <a:endParaRPr lang="ko-KR" altLang="en-US" sz="1000" b="1">
              <a:solidFill>
                <a:srgbClr val="FF0000"/>
              </a:solidFill>
            </a:endParaRPr>
          </a:p>
        </p:txBody>
      </p:sp>
      <p:sp>
        <p:nvSpPr>
          <p:cNvPr id="27" name="TextBox 26">
            <a:extLst>
              <a:ext uri="{FF2B5EF4-FFF2-40B4-BE49-F238E27FC236}">
                <a16:creationId xmlns:a16="http://schemas.microsoft.com/office/drawing/2014/main" id="{D95DA3A0-EB3A-586C-F843-F2587954EDA9}"/>
              </a:ext>
            </a:extLst>
          </p:cNvPr>
          <p:cNvSpPr txBox="1"/>
          <p:nvPr/>
        </p:nvSpPr>
        <p:spPr>
          <a:xfrm>
            <a:off x="10338926" y="4014128"/>
            <a:ext cx="405880" cy="2462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1000" b="1">
                <a:solidFill>
                  <a:srgbClr val="FF0000"/>
                </a:solidFill>
              </a:rPr>
              <a:t>900</a:t>
            </a:r>
            <a:endParaRPr lang="ko-KR" altLang="en-US" sz="1000" b="1">
              <a:solidFill>
                <a:srgbClr val="FF0000"/>
              </a:solidFill>
            </a:endParaRPr>
          </a:p>
        </p:txBody>
      </p:sp>
      <p:sp>
        <p:nvSpPr>
          <p:cNvPr id="34" name="TextBox 33">
            <a:extLst>
              <a:ext uri="{FF2B5EF4-FFF2-40B4-BE49-F238E27FC236}">
                <a16:creationId xmlns:a16="http://schemas.microsoft.com/office/drawing/2014/main" id="{2E6729EE-C988-50B7-3601-F43B0A0F76A6}"/>
              </a:ext>
            </a:extLst>
          </p:cNvPr>
          <p:cNvSpPr txBox="1"/>
          <p:nvPr/>
        </p:nvSpPr>
        <p:spPr>
          <a:xfrm>
            <a:off x="4328259" y="2810961"/>
            <a:ext cx="405880" cy="2462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1000" b="1">
                <a:solidFill>
                  <a:srgbClr val="FF0000"/>
                </a:solidFill>
              </a:rPr>
              <a:t>800</a:t>
            </a:r>
            <a:endParaRPr lang="ko-KR" altLang="en-US" sz="1000" b="1">
              <a:solidFill>
                <a:srgbClr val="FF0000"/>
              </a:solidFill>
            </a:endParaRPr>
          </a:p>
        </p:txBody>
      </p:sp>
      <p:sp>
        <p:nvSpPr>
          <p:cNvPr id="50" name="TextBox 49">
            <a:extLst>
              <a:ext uri="{FF2B5EF4-FFF2-40B4-BE49-F238E27FC236}">
                <a16:creationId xmlns:a16="http://schemas.microsoft.com/office/drawing/2014/main" id="{03182BB5-2DAE-FF6C-3FFE-374442DE4DA2}"/>
              </a:ext>
            </a:extLst>
          </p:cNvPr>
          <p:cNvSpPr txBox="1"/>
          <p:nvPr/>
        </p:nvSpPr>
        <p:spPr>
          <a:xfrm>
            <a:off x="3611505" y="3040160"/>
            <a:ext cx="479618" cy="2462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1000" b="1">
                <a:solidFill>
                  <a:srgbClr val="FF0000"/>
                </a:solidFill>
              </a:rPr>
              <a:t>1300</a:t>
            </a:r>
            <a:endParaRPr lang="ko-KR" altLang="en-US" sz="1000" b="1">
              <a:solidFill>
                <a:srgbClr val="FF0000"/>
              </a:solidFill>
            </a:endParaRPr>
          </a:p>
        </p:txBody>
      </p:sp>
      <p:sp>
        <p:nvSpPr>
          <p:cNvPr id="53" name="TextBox 52">
            <a:extLst>
              <a:ext uri="{FF2B5EF4-FFF2-40B4-BE49-F238E27FC236}">
                <a16:creationId xmlns:a16="http://schemas.microsoft.com/office/drawing/2014/main" id="{E192B277-0DD4-62DE-2625-B56BC53C05FD}"/>
              </a:ext>
            </a:extLst>
          </p:cNvPr>
          <p:cNvSpPr txBox="1"/>
          <p:nvPr/>
        </p:nvSpPr>
        <p:spPr>
          <a:xfrm>
            <a:off x="6424461" y="1044478"/>
            <a:ext cx="479618" cy="2462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1000" b="1">
                <a:solidFill>
                  <a:srgbClr val="FF0000"/>
                </a:solidFill>
              </a:rPr>
              <a:t>1100</a:t>
            </a:r>
            <a:endParaRPr lang="ko-KR" altLang="en-US" sz="1000" b="1">
              <a:solidFill>
                <a:srgbClr val="FF0000"/>
              </a:solidFill>
            </a:endParaRPr>
          </a:p>
        </p:txBody>
      </p:sp>
      <p:cxnSp>
        <p:nvCxnSpPr>
          <p:cNvPr id="54" name="직선 화살표 연결선 53">
            <a:extLst>
              <a:ext uri="{FF2B5EF4-FFF2-40B4-BE49-F238E27FC236}">
                <a16:creationId xmlns:a16="http://schemas.microsoft.com/office/drawing/2014/main" id="{98296827-7885-B757-CC8F-4406BE31E1DD}"/>
              </a:ext>
            </a:extLst>
          </p:cNvPr>
          <p:cNvCxnSpPr>
            <a:cxnSpLocks/>
          </p:cNvCxnSpPr>
          <p:nvPr/>
        </p:nvCxnSpPr>
        <p:spPr>
          <a:xfrm>
            <a:off x="10233498" y="3607663"/>
            <a:ext cx="0" cy="653823"/>
          </a:xfrm>
          <a:prstGeom prst="straightConnector1">
            <a:avLst/>
          </a:prstGeom>
          <a:ln w="57150">
            <a:solidFill>
              <a:srgbClr val="00B050"/>
            </a:solidFill>
            <a:headEnd type="triangle"/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5" name="직선 화살표 연결선 54">
            <a:extLst>
              <a:ext uri="{FF2B5EF4-FFF2-40B4-BE49-F238E27FC236}">
                <a16:creationId xmlns:a16="http://schemas.microsoft.com/office/drawing/2014/main" id="{30F01F16-7F6E-0479-4AD6-C18EB3384237}"/>
              </a:ext>
            </a:extLst>
          </p:cNvPr>
          <p:cNvCxnSpPr>
            <a:cxnSpLocks/>
          </p:cNvCxnSpPr>
          <p:nvPr/>
        </p:nvCxnSpPr>
        <p:spPr>
          <a:xfrm flipH="1">
            <a:off x="6219801" y="1491409"/>
            <a:ext cx="902431" cy="0"/>
          </a:xfrm>
          <a:prstGeom prst="straightConnector1">
            <a:avLst/>
          </a:prstGeom>
          <a:ln w="57150">
            <a:solidFill>
              <a:srgbClr val="00B050"/>
            </a:solidFill>
            <a:headEnd type="triangle"/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901093869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CE0061C-D744-F8AF-2D30-FAFA9A131C9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그림 4">
            <a:extLst>
              <a:ext uri="{FF2B5EF4-FFF2-40B4-BE49-F238E27FC236}">
                <a16:creationId xmlns:a16="http://schemas.microsoft.com/office/drawing/2014/main" id="{B98939AE-5C07-8CB9-A1C0-6B420C1CDA9D}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/>
        </p:nvPicPr>
        <p:blipFill>
          <a:blip r:embed="rId2">
            <a:alphaModFix amt="70000"/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saturation sat="0"/>
                    </a14:imgEffect>
                  </a14:imgLayer>
                </a14:imgProps>
              </a:ext>
            </a:extLst>
          </a:blip>
          <a:stretch>
            <a:fillRect/>
          </a:stretch>
        </p:blipFill>
        <p:spPr>
          <a:xfrm>
            <a:off x="1761061" y="946662"/>
            <a:ext cx="8995839" cy="5276338"/>
          </a:xfrm>
          <a:prstGeom prst="rect">
            <a:avLst/>
          </a:prstGeom>
        </p:spPr>
      </p:pic>
      <mc:AlternateContent xmlns:mc="http://schemas.openxmlformats.org/markup-compatibility/2006">
        <mc:Choice xmlns:a14="http://schemas.microsoft.com/office/drawing/2010/main" Requires="a14">
          <p:sp>
            <p:nvSpPr>
              <p:cNvPr id="6" name="TextBox 5">
                <a:extLst>
                  <a:ext uri="{FF2B5EF4-FFF2-40B4-BE49-F238E27FC236}">
                    <a16:creationId xmlns:a16="http://schemas.microsoft.com/office/drawing/2014/main" id="{53C4FE46-518B-C092-5E58-B251CD01F3D8}"/>
                  </a:ext>
                </a:extLst>
              </p:cNvPr>
              <p:cNvSpPr txBox="1"/>
              <p:nvPr/>
            </p:nvSpPr>
            <p:spPr>
              <a:xfrm>
                <a:off x="10152689" y="1075737"/>
                <a:ext cx="1762781" cy="407099"/>
              </a:xfrm>
              <a:prstGeom prst="rect">
                <a:avLst/>
              </a:prstGeom>
              <a:noFill/>
            </p:spPr>
            <p:txBody>
              <a:bodyPr wrap="square">
                <a:spAutoFit/>
                <a:scene3d>
                  <a:camera prst="orthographicFront"/>
                  <a:lightRig rig="harsh" dir="t"/>
                </a:scene3d>
                <a:sp3d extrusionH="57150" prstMaterial="matte">
                  <a:bevelT w="63500" h="12700" prst="angle"/>
                  <a:contourClr>
                    <a:schemeClr val="bg1">
                      <a:lumMod val="65000"/>
                    </a:schemeClr>
                  </a:contourClr>
                </a:sp3d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right"/>
                    </m:oMathParaPr>
                    <m:oMath xmlns:m="http://schemas.openxmlformats.org/officeDocument/2006/math">
                      <m:sSup>
                        <m:sSupPr>
                          <m:ctrlPr>
                            <a:rPr lang="en-US" altLang="ko-KR" sz="2000" b="1" i="1" u="none" strike="noStrike" smtClean="0">
                              <a:ln/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altLang="ko-KR" sz="2000" b="1" i="1" u="none" strike="noStrike" smtClean="0">
                              <a:ln/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𝟖𝟒</m:t>
                          </m:r>
                          <m:r>
                            <a:rPr lang="en-US" altLang="ko-KR" sz="2000" b="1" i="1" u="none" strike="noStrike" smtClean="0">
                              <a:ln/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𝑨𝒎</m:t>
                          </m:r>
                        </m:e>
                        <m:sup>
                          <m:r>
                            <a:rPr lang="en-US" altLang="ko-KR" sz="2000" b="1" i="1" u="none" strike="noStrike" smtClean="0">
                              <a:ln/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𝟐</m:t>
                          </m:r>
                        </m:sup>
                      </m:sSup>
                    </m:oMath>
                  </m:oMathPara>
                </a14:m>
                <a:endParaRPr lang="ko-KR" altLang="en-US" sz="2000" b="1">
                  <a:ln/>
                  <a:solidFill>
                    <a:schemeClr val="tx1"/>
                  </a:solidFill>
                </a:endParaRPr>
              </a:p>
            </p:txBody>
          </p:sp>
        </mc:Choice>
        <mc:Fallback>
          <p:sp>
            <p:nvSpPr>
              <p:cNvPr id="6" name="TextBox 5">
                <a:extLst>
                  <a:ext uri="{FF2B5EF4-FFF2-40B4-BE49-F238E27FC236}">
                    <a16:creationId xmlns:a16="http://schemas.microsoft.com/office/drawing/2014/main" id="{53C4FE46-518B-C092-5E58-B251CD01F3D8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0152689" y="1075737"/>
                <a:ext cx="1762781" cy="407099"/>
              </a:xfrm>
              <a:prstGeom prst="rect">
                <a:avLst/>
              </a:prstGeom>
              <a:blipFill>
                <a:blip r:embed="rId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7" name="TextBox 6">
            <a:extLst>
              <a:ext uri="{FF2B5EF4-FFF2-40B4-BE49-F238E27FC236}">
                <a16:creationId xmlns:a16="http://schemas.microsoft.com/office/drawing/2014/main" id="{A812DA08-2736-0A7C-807B-FF36254ABC26}"/>
              </a:ext>
            </a:extLst>
          </p:cNvPr>
          <p:cNvSpPr txBox="1"/>
          <p:nvPr/>
        </p:nvSpPr>
        <p:spPr>
          <a:xfrm>
            <a:off x="1870318" y="353253"/>
            <a:ext cx="8452551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 sz="2000" b="1"/>
              <a:t>84A</a:t>
            </a:r>
            <a:r>
              <a:rPr lang="ko-KR" altLang="en-US" sz="2000" b="1"/>
              <a:t>타입 간접 프리미엄 </a:t>
            </a:r>
            <a:r>
              <a:rPr lang="en-US" altLang="ko-KR" sz="2000" b="1"/>
              <a:t>SET</a:t>
            </a:r>
          </a:p>
        </p:txBody>
      </p:sp>
      <p:sp>
        <p:nvSpPr>
          <p:cNvPr id="8" name="직사각형 7">
            <a:extLst>
              <a:ext uri="{FF2B5EF4-FFF2-40B4-BE49-F238E27FC236}">
                <a16:creationId xmlns:a16="http://schemas.microsoft.com/office/drawing/2014/main" id="{0C704E81-AB33-856F-A7FB-CD5639CEA895}"/>
              </a:ext>
            </a:extLst>
          </p:cNvPr>
          <p:cNvSpPr/>
          <p:nvPr/>
        </p:nvSpPr>
        <p:spPr>
          <a:xfrm>
            <a:off x="8611392" y="5430761"/>
            <a:ext cx="1399384" cy="103264"/>
          </a:xfrm>
          <a:prstGeom prst="rect">
            <a:avLst/>
          </a:prstGeom>
          <a:solidFill>
            <a:srgbClr val="00B0F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127947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ko-KR" altLang="en-US" sz="135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맑은 고딕"/>
              <a:ea typeface="맑은 고딕" panose="020B0503020000020004" pitchFamily="50" charset="-127"/>
              <a:cs typeface="+mn-cs"/>
            </a:endParaRP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E8B8DDAA-40BC-0CA3-142C-CEFF78D5D2F0}"/>
              </a:ext>
            </a:extLst>
          </p:cNvPr>
          <p:cNvSpPr txBox="1"/>
          <p:nvPr/>
        </p:nvSpPr>
        <p:spPr>
          <a:xfrm>
            <a:off x="8402217" y="4576268"/>
            <a:ext cx="874940" cy="400110"/>
          </a:xfrm>
          <a:prstGeom prst="rect">
            <a:avLst/>
          </a:prstGeom>
          <a:solidFill>
            <a:schemeClr val="bg2">
              <a:lumMod val="90000"/>
            </a:schemeClr>
          </a:solidFill>
        </p:spPr>
        <p:txBody>
          <a:bodyPr wrap="square" rtlCol="0">
            <a:spAutoFit/>
          </a:bodyPr>
          <a:lstStyle/>
          <a:p>
            <a:pPr algn="ctr"/>
            <a:r>
              <a:rPr lang="ko-KR" altLang="en-US" sz="1000" b="1" err="1"/>
              <a:t>무선리모컨</a:t>
            </a:r>
            <a:endParaRPr lang="en-US" altLang="ko-KR" sz="1000" b="1"/>
          </a:p>
          <a:p>
            <a:pPr algn="ctr"/>
            <a:r>
              <a:rPr lang="en-US" altLang="ko-KR" sz="1000" b="1"/>
              <a:t>1</a:t>
            </a:r>
            <a:r>
              <a:rPr lang="ko-KR" altLang="en-US" sz="1000" b="1"/>
              <a:t>구</a:t>
            </a:r>
            <a:r>
              <a:rPr lang="en-US" altLang="ko-KR" sz="1000" b="1"/>
              <a:t>(3</a:t>
            </a:r>
            <a:r>
              <a:rPr lang="ko-KR" altLang="en-US" sz="1000" b="1"/>
              <a:t>채널</a:t>
            </a:r>
            <a:r>
              <a:rPr lang="en-US" altLang="ko-KR" sz="1000" b="1"/>
              <a:t>)</a:t>
            </a:r>
            <a:endParaRPr lang="ko-KR" altLang="en-US" sz="1000" b="1"/>
          </a:p>
        </p:txBody>
      </p:sp>
      <p:sp>
        <p:nvSpPr>
          <p:cNvPr id="10" name="직사각형 9">
            <a:extLst>
              <a:ext uri="{FF2B5EF4-FFF2-40B4-BE49-F238E27FC236}">
                <a16:creationId xmlns:a16="http://schemas.microsoft.com/office/drawing/2014/main" id="{0C049A39-3310-EF08-6B7D-948D30CCCCDE}"/>
              </a:ext>
            </a:extLst>
          </p:cNvPr>
          <p:cNvSpPr/>
          <p:nvPr/>
        </p:nvSpPr>
        <p:spPr>
          <a:xfrm rot="5400000">
            <a:off x="7188174" y="5010134"/>
            <a:ext cx="102820" cy="1630245"/>
          </a:xfrm>
          <a:prstGeom prst="rect">
            <a:avLst/>
          </a:prstGeom>
          <a:solidFill>
            <a:srgbClr val="FF000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>
              <a:solidFill>
                <a:schemeClr val="tx1"/>
              </a:solidFill>
            </a:endParaRPr>
          </a:p>
        </p:txBody>
      </p:sp>
      <p:sp>
        <p:nvSpPr>
          <p:cNvPr id="11" name="사각형: 둥근 모서리 10">
            <a:extLst>
              <a:ext uri="{FF2B5EF4-FFF2-40B4-BE49-F238E27FC236}">
                <a16:creationId xmlns:a16="http://schemas.microsoft.com/office/drawing/2014/main" id="{A2287DE4-4348-E3E6-BB62-F990396A6A86}"/>
              </a:ext>
            </a:extLst>
          </p:cNvPr>
          <p:cNvSpPr/>
          <p:nvPr/>
        </p:nvSpPr>
        <p:spPr>
          <a:xfrm>
            <a:off x="6716329" y="4376925"/>
            <a:ext cx="1092978" cy="1103860"/>
          </a:xfrm>
          <a:prstGeom prst="roundRect">
            <a:avLst>
              <a:gd name="adj" fmla="val 15666"/>
            </a:avLst>
          </a:prstGeom>
          <a:noFill/>
          <a:ln w="38100">
            <a:solidFill>
              <a:schemeClr val="accent2">
                <a:lumMod val="60000"/>
                <a:lumOff val="4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>
              <a:solidFill>
                <a:schemeClr val="tx1"/>
              </a:solidFill>
            </a:endParaRPr>
          </a:p>
        </p:txBody>
      </p:sp>
      <p:sp>
        <p:nvSpPr>
          <p:cNvPr id="12" name="사각형: 둥근 모서리 11">
            <a:extLst>
              <a:ext uri="{FF2B5EF4-FFF2-40B4-BE49-F238E27FC236}">
                <a16:creationId xmlns:a16="http://schemas.microsoft.com/office/drawing/2014/main" id="{32A73215-5020-4F2C-4804-C11A617D8E60}"/>
              </a:ext>
            </a:extLst>
          </p:cNvPr>
          <p:cNvSpPr/>
          <p:nvPr/>
        </p:nvSpPr>
        <p:spPr>
          <a:xfrm>
            <a:off x="6861292" y="4515518"/>
            <a:ext cx="801043" cy="840103"/>
          </a:xfrm>
          <a:prstGeom prst="roundRect">
            <a:avLst>
              <a:gd name="adj" fmla="val 0"/>
            </a:avLst>
          </a:prstGeom>
          <a:noFill/>
          <a:ln w="38100">
            <a:solidFill>
              <a:srgbClr val="FFC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>
              <a:solidFill>
                <a:schemeClr val="tx1"/>
              </a:solidFill>
            </a:endParaRP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60E45BC0-38F3-8B6D-41D7-3CE3D1BF4EB8}"/>
              </a:ext>
            </a:extLst>
          </p:cNvPr>
          <p:cNvSpPr txBox="1"/>
          <p:nvPr/>
        </p:nvSpPr>
        <p:spPr>
          <a:xfrm>
            <a:off x="6258980" y="3744659"/>
            <a:ext cx="1891732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ko-KR" altLang="en-US" sz="1000" b="1"/>
              <a:t>전자식스위치</a:t>
            </a:r>
            <a:r>
              <a:rPr lang="en-US" altLang="ko-KR" sz="1000" b="1"/>
              <a:t>+</a:t>
            </a:r>
            <a:r>
              <a:rPr lang="ko-KR" altLang="en-US" sz="1000" b="1"/>
              <a:t>리모컨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1B01177B-0604-8B7E-87A4-AC52A2AF970F}"/>
              </a:ext>
            </a:extLst>
          </p:cNvPr>
          <p:cNvSpPr txBox="1"/>
          <p:nvPr/>
        </p:nvSpPr>
        <p:spPr>
          <a:xfrm>
            <a:off x="112365" y="770606"/>
            <a:ext cx="3264447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800">
                <a:solidFill>
                  <a:srgbClr val="FF0000"/>
                </a:solidFill>
              </a:rPr>
              <a:t>**</a:t>
            </a:r>
            <a:r>
              <a:rPr lang="ko-KR" altLang="en-US" sz="800">
                <a:solidFill>
                  <a:srgbClr val="FF0000"/>
                </a:solidFill>
              </a:rPr>
              <a:t>스위치 연결을 위해 별도의 </a:t>
            </a:r>
            <a:r>
              <a:rPr lang="ko-KR" altLang="en-US" sz="800" err="1">
                <a:solidFill>
                  <a:srgbClr val="FF0000"/>
                </a:solidFill>
              </a:rPr>
              <a:t>타공이</a:t>
            </a:r>
            <a:r>
              <a:rPr lang="ko-KR" altLang="en-US" sz="800">
                <a:solidFill>
                  <a:srgbClr val="FF0000"/>
                </a:solidFill>
              </a:rPr>
              <a:t> 필요할 수 </a:t>
            </a:r>
            <a:endParaRPr lang="en-US" altLang="ko-KR" sz="800">
              <a:solidFill>
                <a:srgbClr val="FF0000"/>
              </a:solidFill>
            </a:endParaRPr>
          </a:p>
          <a:p>
            <a:r>
              <a:rPr lang="ko-KR" altLang="en-US" sz="800">
                <a:solidFill>
                  <a:srgbClr val="FF0000"/>
                </a:solidFill>
              </a:rPr>
              <a:t>있으며</a:t>
            </a:r>
            <a:r>
              <a:rPr lang="en-US" altLang="ko-KR" sz="800">
                <a:solidFill>
                  <a:srgbClr val="FF0000"/>
                </a:solidFill>
              </a:rPr>
              <a:t> </a:t>
            </a:r>
            <a:r>
              <a:rPr lang="ko-KR" altLang="en-US" sz="800">
                <a:solidFill>
                  <a:srgbClr val="FF0000"/>
                </a:solidFill>
              </a:rPr>
              <a:t>공스피커로 마감 될 수도 있음</a:t>
            </a:r>
            <a:endParaRPr lang="en-US" altLang="ko-KR" sz="800">
              <a:solidFill>
                <a:srgbClr val="FF0000"/>
              </a:solidFill>
            </a:endParaRPr>
          </a:p>
        </p:txBody>
      </p:sp>
      <p:grpSp>
        <p:nvGrpSpPr>
          <p:cNvPr id="16" name="그룹 15">
            <a:extLst>
              <a:ext uri="{FF2B5EF4-FFF2-40B4-BE49-F238E27FC236}">
                <a16:creationId xmlns:a16="http://schemas.microsoft.com/office/drawing/2014/main" id="{C4BCC376-CDE7-EF41-B9EF-E418E3C14AE0}"/>
              </a:ext>
            </a:extLst>
          </p:cNvPr>
          <p:cNvGrpSpPr/>
          <p:nvPr/>
        </p:nvGrpSpPr>
        <p:grpSpPr>
          <a:xfrm>
            <a:off x="10069750" y="4398096"/>
            <a:ext cx="98814" cy="650518"/>
            <a:chOff x="4737834" y="4900127"/>
            <a:chExt cx="98814" cy="650518"/>
          </a:xfrm>
          <a:solidFill>
            <a:srgbClr val="00B0F0"/>
          </a:solidFill>
        </p:grpSpPr>
        <p:sp>
          <p:nvSpPr>
            <p:cNvPr id="17" name="타원 16">
              <a:extLst>
                <a:ext uri="{FF2B5EF4-FFF2-40B4-BE49-F238E27FC236}">
                  <a16:creationId xmlns:a16="http://schemas.microsoft.com/office/drawing/2014/main" id="{20250B60-6D6B-23D0-4DAB-C23E9B7C9D59}"/>
                </a:ext>
              </a:extLst>
            </p:cNvPr>
            <p:cNvSpPr/>
            <p:nvPr/>
          </p:nvSpPr>
          <p:spPr>
            <a:xfrm>
              <a:off x="4737834" y="4900127"/>
              <a:ext cx="98385" cy="98385"/>
            </a:xfrm>
            <a:prstGeom prst="ellipse">
              <a:avLst/>
            </a:prstGeom>
            <a:grpFill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>
                <a:solidFill>
                  <a:schemeClr val="tx1"/>
                </a:solidFill>
              </a:endParaRPr>
            </a:p>
          </p:txBody>
        </p:sp>
        <p:sp>
          <p:nvSpPr>
            <p:cNvPr id="18" name="타원 17">
              <a:extLst>
                <a:ext uri="{FF2B5EF4-FFF2-40B4-BE49-F238E27FC236}">
                  <a16:creationId xmlns:a16="http://schemas.microsoft.com/office/drawing/2014/main" id="{8E54B453-DEB8-7013-C19A-9869B468C712}"/>
                </a:ext>
              </a:extLst>
            </p:cNvPr>
            <p:cNvSpPr/>
            <p:nvPr/>
          </p:nvSpPr>
          <p:spPr>
            <a:xfrm>
              <a:off x="4738263" y="5452260"/>
              <a:ext cx="98385" cy="98385"/>
            </a:xfrm>
            <a:prstGeom prst="ellipse">
              <a:avLst/>
            </a:prstGeom>
            <a:grpFill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>
                <a:solidFill>
                  <a:schemeClr val="tx1"/>
                </a:solidFill>
              </a:endParaRPr>
            </a:p>
          </p:txBody>
        </p:sp>
      </p:grpSp>
      <p:grpSp>
        <p:nvGrpSpPr>
          <p:cNvPr id="19" name="그룹 18">
            <a:extLst>
              <a:ext uri="{FF2B5EF4-FFF2-40B4-BE49-F238E27FC236}">
                <a16:creationId xmlns:a16="http://schemas.microsoft.com/office/drawing/2014/main" id="{E0ED7F2A-7B48-952F-BF42-747BA813E287}"/>
              </a:ext>
            </a:extLst>
          </p:cNvPr>
          <p:cNvGrpSpPr/>
          <p:nvPr/>
        </p:nvGrpSpPr>
        <p:grpSpPr>
          <a:xfrm>
            <a:off x="3518881" y="2931254"/>
            <a:ext cx="444200" cy="497746"/>
            <a:chOff x="9191246" y="3797098"/>
            <a:chExt cx="444200" cy="497746"/>
          </a:xfrm>
          <a:solidFill>
            <a:srgbClr val="CC0000"/>
          </a:solidFill>
        </p:grpSpPr>
        <p:grpSp>
          <p:nvGrpSpPr>
            <p:cNvPr id="20" name="그룹 19">
              <a:extLst>
                <a:ext uri="{FF2B5EF4-FFF2-40B4-BE49-F238E27FC236}">
                  <a16:creationId xmlns:a16="http://schemas.microsoft.com/office/drawing/2014/main" id="{3FFE614D-D3A0-CEE6-1A3D-776DCE6AD13A}"/>
                </a:ext>
              </a:extLst>
            </p:cNvPr>
            <p:cNvGrpSpPr/>
            <p:nvPr/>
          </p:nvGrpSpPr>
          <p:grpSpPr>
            <a:xfrm>
              <a:off x="9536632" y="3799905"/>
              <a:ext cx="98814" cy="494939"/>
              <a:chOff x="4650521" y="4900127"/>
              <a:chExt cx="98814" cy="494939"/>
            </a:xfrm>
            <a:grpFill/>
            <a:effectLst>
              <a:glow rad="127000">
                <a:srgbClr val="FFFF00">
                  <a:alpha val="31000"/>
                </a:srgbClr>
              </a:glow>
            </a:effectLst>
          </p:grpSpPr>
          <p:sp>
            <p:nvSpPr>
              <p:cNvPr id="25" name="타원 24">
                <a:extLst>
                  <a:ext uri="{FF2B5EF4-FFF2-40B4-BE49-F238E27FC236}">
                    <a16:creationId xmlns:a16="http://schemas.microsoft.com/office/drawing/2014/main" id="{E4AEADF1-EA8A-4A25-71D4-6655177C2DA1}"/>
                  </a:ext>
                </a:extLst>
              </p:cNvPr>
              <p:cNvSpPr/>
              <p:nvPr/>
            </p:nvSpPr>
            <p:spPr>
              <a:xfrm>
                <a:off x="4650521" y="4900127"/>
                <a:ext cx="98385" cy="98385"/>
              </a:xfrm>
              <a:prstGeom prst="ellipse">
                <a:avLst/>
              </a:prstGeom>
              <a:grpFill/>
              <a:ln w="9525">
                <a:solidFill>
                  <a:srgbClr val="FFFF00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>
                  <a:solidFill>
                    <a:schemeClr val="tx1"/>
                  </a:solidFill>
                </a:endParaRPr>
              </a:p>
            </p:txBody>
          </p:sp>
          <p:sp>
            <p:nvSpPr>
              <p:cNvPr id="26" name="타원 25">
                <a:extLst>
                  <a:ext uri="{FF2B5EF4-FFF2-40B4-BE49-F238E27FC236}">
                    <a16:creationId xmlns:a16="http://schemas.microsoft.com/office/drawing/2014/main" id="{4A56A73B-6A8E-B5AE-1AE8-E94DB1837827}"/>
                  </a:ext>
                </a:extLst>
              </p:cNvPr>
              <p:cNvSpPr/>
              <p:nvPr/>
            </p:nvSpPr>
            <p:spPr>
              <a:xfrm>
                <a:off x="4650950" y="5296681"/>
                <a:ext cx="98385" cy="98385"/>
              </a:xfrm>
              <a:prstGeom prst="ellipse">
                <a:avLst/>
              </a:prstGeom>
              <a:grpFill/>
              <a:ln w="9525">
                <a:solidFill>
                  <a:srgbClr val="FFFF00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>
                  <a:solidFill>
                    <a:schemeClr val="tx1"/>
                  </a:solidFill>
                </a:endParaRPr>
              </a:p>
            </p:txBody>
          </p:sp>
        </p:grpSp>
        <p:sp>
          <p:nvSpPr>
            <p:cNvPr id="21" name="별: 꼭짓점 7개 20">
              <a:extLst>
                <a:ext uri="{FF2B5EF4-FFF2-40B4-BE49-F238E27FC236}">
                  <a16:creationId xmlns:a16="http://schemas.microsoft.com/office/drawing/2014/main" id="{011E3BB9-C328-1893-0DD2-E1783E806737}"/>
                </a:ext>
              </a:extLst>
            </p:cNvPr>
            <p:cNvSpPr/>
            <p:nvPr/>
          </p:nvSpPr>
          <p:spPr>
            <a:xfrm rot="5400000">
              <a:off x="9291865" y="3924297"/>
              <a:ext cx="244351" cy="235659"/>
            </a:xfrm>
            <a:prstGeom prst="star7">
              <a:avLst/>
            </a:prstGeom>
            <a:grpFill/>
            <a:ln>
              <a:solidFill>
                <a:srgbClr val="FFFF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sz="1286" b="1">
                <a:ln w="22225">
                  <a:solidFill>
                    <a:srgbClr val="FFFF00"/>
                  </a:solidFill>
                  <a:prstDash val="solid"/>
                </a:ln>
                <a:solidFill>
                  <a:srgbClr val="C00000"/>
                </a:solidFill>
                <a:effectLst>
                  <a:glow rad="63500">
                    <a:schemeClr val="accent2">
                      <a:satMod val="175000"/>
                      <a:alpha val="40000"/>
                    </a:schemeClr>
                  </a:glow>
                </a:effectLst>
              </a:endParaRPr>
            </a:p>
          </p:txBody>
        </p:sp>
        <p:grpSp>
          <p:nvGrpSpPr>
            <p:cNvPr id="22" name="그룹 21">
              <a:extLst>
                <a:ext uri="{FF2B5EF4-FFF2-40B4-BE49-F238E27FC236}">
                  <a16:creationId xmlns:a16="http://schemas.microsoft.com/office/drawing/2014/main" id="{00F8CB78-0895-8AEC-2ACC-555E53B26191}"/>
                </a:ext>
              </a:extLst>
            </p:cNvPr>
            <p:cNvGrpSpPr/>
            <p:nvPr/>
          </p:nvGrpSpPr>
          <p:grpSpPr>
            <a:xfrm>
              <a:off x="9191246" y="3797098"/>
              <a:ext cx="98814" cy="494939"/>
              <a:chOff x="4737834" y="4900127"/>
              <a:chExt cx="98814" cy="494939"/>
            </a:xfrm>
            <a:grpFill/>
            <a:effectLst>
              <a:glow rad="127000">
                <a:srgbClr val="FFFF00">
                  <a:alpha val="31000"/>
                </a:srgbClr>
              </a:glow>
            </a:effectLst>
          </p:grpSpPr>
          <p:sp>
            <p:nvSpPr>
              <p:cNvPr id="23" name="타원 22">
                <a:extLst>
                  <a:ext uri="{FF2B5EF4-FFF2-40B4-BE49-F238E27FC236}">
                    <a16:creationId xmlns:a16="http://schemas.microsoft.com/office/drawing/2014/main" id="{601C806C-616F-7EBD-FD08-1AB635776951}"/>
                  </a:ext>
                </a:extLst>
              </p:cNvPr>
              <p:cNvSpPr/>
              <p:nvPr/>
            </p:nvSpPr>
            <p:spPr>
              <a:xfrm>
                <a:off x="4737834" y="4900127"/>
                <a:ext cx="98385" cy="98385"/>
              </a:xfrm>
              <a:prstGeom prst="ellipse">
                <a:avLst/>
              </a:prstGeom>
              <a:grpFill/>
              <a:ln w="9525">
                <a:solidFill>
                  <a:srgbClr val="FFFF00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>
                  <a:solidFill>
                    <a:schemeClr val="tx1"/>
                  </a:solidFill>
                </a:endParaRPr>
              </a:p>
            </p:txBody>
          </p:sp>
          <p:sp>
            <p:nvSpPr>
              <p:cNvPr id="24" name="타원 23">
                <a:extLst>
                  <a:ext uri="{FF2B5EF4-FFF2-40B4-BE49-F238E27FC236}">
                    <a16:creationId xmlns:a16="http://schemas.microsoft.com/office/drawing/2014/main" id="{514C8DED-C9B7-3E01-262F-A2507BCE3C20}"/>
                  </a:ext>
                </a:extLst>
              </p:cNvPr>
              <p:cNvSpPr/>
              <p:nvPr/>
            </p:nvSpPr>
            <p:spPr>
              <a:xfrm>
                <a:off x="4738263" y="5296681"/>
                <a:ext cx="98385" cy="98385"/>
              </a:xfrm>
              <a:prstGeom prst="ellipse">
                <a:avLst/>
              </a:prstGeom>
              <a:grpFill/>
              <a:ln w="9525">
                <a:solidFill>
                  <a:srgbClr val="FFFF00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>
                  <a:solidFill>
                    <a:schemeClr val="tx1"/>
                  </a:solidFill>
                </a:endParaRPr>
              </a:p>
            </p:txBody>
          </p:sp>
        </p:grpSp>
      </p:grpSp>
      <p:grpSp>
        <p:nvGrpSpPr>
          <p:cNvPr id="28" name="그룹 27">
            <a:extLst>
              <a:ext uri="{FF2B5EF4-FFF2-40B4-BE49-F238E27FC236}">
                <a16:creationId xmlns:a16="http://schemas.microsoft.com/office/drawing/2014/main" id="{6F233A72-D2F7-729D-5959-6A5BDD4F4318}"/>
              </a:ext>
            </a:extLst>
          </p:cNvPr>
          <p:cNvGrpSpPr/>
          <p:nvPr/>
        </p:nvGrpSpPr>
        <p:grpSpPr>
          <a:xfrm rot="5400000">
            <a:off x="3741901" y="3778064"/>
            <a:ext cx="99451" cy="545492"/>
            <a:chOff x="5324822" y="4538198"/>
            <a:chExt cx="99451" cy="545492"/>
          </a:xfrm>
        </p:grpSpPr>
        <p:sp>
          <p:nvSpPr>
            <p:cNvPr id="29" name="타원 28">
              <a:extLst>
                <a:ext uri="{FF2B5EF4-FFF2-40B4-BE49-F238E27FC236}">
                  <a16:creationId xmlns:a16="http://schemas.microsoft.com/office/drawing/2014/main" id="{571D27EF-FBB5-8563-AD1A-3B836EF30EC3}"/>
                </a:ext>
              </a:extLst>
            </p:cNvPr>
            <p:cNvSpPr/>
            <p:nvPr/>
          </p:nvSpPr>
          <p:spPr>
            <a:xfrm>
              <a:off x="5325888" y="4538198"/>
              <a:ext cx="98385" cy="98385"/>
            </a:xfrm>
            <a:prstGeom prst="ellipse">
              <a:avLst/>
            </a:prstGeom>
            <a:solidFill>
              <a:srgbClr val="FF0000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>
                <a:solidFill>
                  <a:schemeClr val="tx1"/>
                </a:solidFill>
              </a:endParaRPr>
            </a:p>
          </p:txBody>
        </p:sp>
        <p:sp>
          <p:nvSpPr>
            <p:cNvPr id="30" name="타원 29">
              <a:extLst>
                <a:ext uri="{FF2B5EF4-FFF2-40B4-BE49-F238E27FC236}">
                  <a16:creationId xmlns:a16="http://schemas.microsoft.com/office/drawing/2014/main" id="{E90AAB70-D6E2-5E18-2D91-E9D772DAC5B7}"/>
                </a:ext>
              </a:extLst>
            </p:cNvPr>
            <p:cNvSpPr/>
            <p:nvPr/>
          </p:nvSpPr>
          <p:spPr>
            <a:xfrm>
              <a:off x="5324822" y="4985305"/>
              <a:ext cx="98385" cy="98385"/>
            </a:xfrm>
            <a:prstGeom prst="ellipse">
              <a:avLst/>
            </a:prstGeom>
            <a:solidFill>
              <a:srgbClr val="FF0000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>
                <a:solidFill>
                  <a:schemeClr val="tx1"/>
                </a:solidFill>
              </a:endParaRPr>
            </a:p>
          </p:txBody>
        </p:sp>
      </p:grpSp>
      <p:sp>
        <p:nvSpPr>
          <p:cNvPr id="31" name="직사각형 30">
            <a:extLst>
              <a:ext uri="{FF2B5EF4-FFF2-40B4-BE49-F238E27FC236}">
                <a16:creationId xmlns:a16="http://schemas.microsoft.com/office/drawing/2014/main" id="{8D49C451-4C3B-1BAD-45EA-A47FA4877CA7}"/>
              </a:ext>
            </a:extLst>
          </p:cNvPr>
          <p:cNvSpPr/>
          <p:nvPr/>
        </p:nvSpPr>
        <p:spPr>
          <a:xfrm flipV="1">
            <a:off x="4071013" y="2742763"/>
            <a:ext cx="98385" cy="841017"/>
          </a:xfrm>
          <a:prstGeom prst="rect">
            <a:avLst/>
          </a:prstGeom>
          <a:solidFill>
            <a:srgbClr val="FFFF0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>
              <a:solidFill>
                <a:schemeClr val="tx1"/>
              </a:solidFill>
            </a:endParaRPr>
          </a:p>
        </p:txBody>
      </p:sp>
      <p:sp>
        <p:nvSpPr>
          <p:cNvPr id="32" name="TextBox 31">
            <a:extLst>
              <a:ext uri="{FF2B5EF4-FFF2-40B4-BE49-F238E27FC236}">
                <a16:creationId xmlns:a16="http://schemas.microsoft.com/office/drawing/2014/main" id="{1ED458E0-3012-7739-1743-F437CFBCFCA8}"/>
              </a:ext>
            </a:extLst>
          </p:cNvPr>
          <p:cNvSpPr txBox="1"/>
          <p:nvPr/>
        </p:nvSpPr>
        <p:spPr>
          <a:xfrm>
            <a:off x="7384707" y="6408846"/>
            <a:ext cx="2444900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sz="1000">
                <a:highlight>
                  <a:srgbClr val="FFFF00"/>
                </a:highlight>
              </a:rPr>
              <a:t>우물은 두가지 </a:t>
            </a:r>
            <a:r>
              <a:rPr lang="ko-KR" altLang="en-US" sz="1000" err="1">
                <a:highlight>
                  <a:srgbClr val="FFFF00"/>
                </a:highlight>
              </a:rPr>
              <a:t>타입중</a:t>
            </a:r>
            <a:r>
              <a:rPr lang="ko-KR" altLang="en-US" sz="1000">
                <a:highlight>
                  <a:srgbClr val="FFFF00"/>
                </a:highlight>
              </a:rPr>
              <a:t> 선택 가능합니다</a:t>
            </a:r>
            <a:r>
              <a:rPr lang="en-US" altLang="ko-KR" sz="1000">
                <a:highlight>
                  <a:srgbClr val="FFFF00"/>
                </a:highlight>
              </a:rPr>
              <a:t>.</a:t>
            </a:r>
          </a:p>
          <a:p>
            <a:r>
              <a:rPr lang="ko-KR" altLang="en-US" sz="1000">
                <a:highlight>
                  <a:srgbClr val="FFFF00"/>
                </a:highlight>
              </a:rPr>
              <a:t>라운드우물은 추가금액 발생 됩니다</a:t>
            </a:r>
            <a:r>
              <a:rPr lang="en-US" altLang="ko-KR" sz="1000">
                <a:highlight>
                  <a:srgbClr val="FFFF00"/>
                </a:highlight>
              </a:rPr>
              <a:t>. </a:t>
            </a:r>
            <a:endParaRPr lang="ko-KR" altLang="en-US" sz="1000">
              <a:highlight>
                <a:srgbClr val="FFFF00"/>
              </a:highlight>
            </a:endParaRPr>
          </a:p>
        </p:txBody>
      </p:sp>
      <p:cxnSp>
        <p:nvCxnSpPr>
          <p:cNvPr id="33" name="직선 화살표 연결선 32">
            <a:extLst>
              <a:ext uri="{FF2B5EF4-FFF2-40B4-BE49-F238E27FC236}">
                <a16:creationId xmlns:a16="http://schemas.microsoft.com/office/drawing/2014/main" id="{D9CE9CC1-8588-4594-8089-647640004162}"/>
              </a:ext>
            </a:extLst>
          </p:cNvPr>
          <p:cNvCxnSpPr>
            <a:cxnSpLocks/>
          </p:cNvCxnSpPr>
          <p:nvPr/>
        </p:nvCxnSpPr>
        <p:spPr>
          <a:xfrm flipV="1">
            <a:off x="7532845" y="5494214"/>
            <a:ext cx="4865" cy="944101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5" name="TextBox 13">
            <a:extLst>
              <a:ext uri="{FF2B5EF4-FFF2-40B4-BE49-F238E27FC236}">
                <a16:creationId xmlns:a16="http://schemas.microsoft.com/office/drawing/2014/main" id="{450E4128-A6C0-CCDD-03AC-CA158C95C375}"/>
              </a:ext>
            </a:extLst>
          </p:cNvPr>
          <p:cNvSpPr txBox="1"/>
          <p:nvPr/>
        </p:nvSpPr>
        <p:spPr>
          <a:xfrm>
            <a:off x="142074" y="1128948"/>
            <a:ext cx="1489510" cy="461665"/>
          </a:xfrm>
          <a:prstGeom prst="rect">
            <a:avLst/>
          </a:prstGeom>
          <a:solidFill>
            <a:schemeClr val="accent6">
              <a:lumMod val="20000"/>
              <a:lumOff val="80000"/>
            </a:schemeClr>
          </a:solidFill>
        </p:spPr>
        <p:txBody>
          <a:bodyPr wrap="none" rtlCol="0">
            <a:spAutoFit/>
          </a:bodyPr>
          <a:lstStyle>
            <a:defPPr>
              <a:defRPr lang="ko-KR"/>
            </a:defPPr>
            <a:lvl1pPr marL="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ko-KR" altLang="en-US" sz="800" b="1"/>
              <a:t>욕실 </a:t>
            </a:r>
            <a:r>
              <a:rPr lang="ko-KR" altLang="en-US" sz="800" b="1" err="1"/>
              <a:t>휴젠트여부에</a:t>
            </a:r>
            <a:r>
              <a:rPr lang="ko-KR" altLang="en-US" sz="800" b="1"/>
              <a:t> 대하여</a:t>
            </a:r>
            <a:endParaRPr lang="en-US" altLang="ko-KR" sz="800" b="1"/>
          </a:p>
          <a:p>
            <a:r>
              <a:rPr lang="ko-KR" altLang="en-US" sz="800" b="1"/>
              <a:t>기사분이 현장에서 파악하여</a:t>
            </a:r>
            <a:endParaRPr lang="en-US" altLang="ko-KR" sz="800" b="1"/>
          </a:p>
          <a:p>
            <a:r>
              <a:rPr lang="ko-KR" altLang="en-US" sz="800" b="1"/>
              <a:t>센서위치를 적용해드립니다</a:t>
            </a:r>
            <a:r>
              <a:rPr lang="en-US" altLang="ko-KR" sz="800" b="1"/>
              <a:t>.</a:t>
            </a:r>
            <a:endParaRPr lang="ko-KR" altLang="en-US" sz="800" b="1"/>
          </a:p>
        </p:txBody>
      </p:sp>
      <p:grpSp>
        <p:nvGrpSpPr>
          <p:cNvPr id="36" name="그룹 35">
            <a:extLst>
              <a:ext uri="{FF2B5EF4-FFF2-40B4-BE49-F238E27FC236}">
                <a16:creationId xmlns:a16="http://schemas.microsoft.com/office/drawing/2014/main" id="{D0013D99-DA00-B859-2037-504B1E59E8CF}"/>
              </a:ext>
            </a:extLst>
          </p:cNvPr>
          <p:cNvGrpSpPr/>
          <p:nvPr/>
        </p:nvGrpSpPr>
        <p:grpSpPr>
          <a:xfrm>
            <a:off x="166864" y="137559"/>
            <a:ext cx="2166761" cy="738664"/>
            <a:chOff x="209306" y="114311"/>
            <a:chExt cx="2166761" cy="742666"/>
          </a:xfrm>
        </p:grpSpPr>
        <p:sp>
          <p:nvSpPr>
            <p:cNvPr id="37" name="타원 36">
              <a:extLst>
                <a:ext uri="{FF2B5EF4-FFF2-40B4-BE49-F238E27FC236}">
                  <a16:creationId xmlns:a16="http://schemas.microsoft.com/office/drawing/2014/main" id="{A56AB179-E912-0412-950A-93F9063E015D}"/>
                </a:ext>
              </a:extLst>
            </p:cNvPr>
            <p:cNvSpPr/>
            <p:nvPr/>
          </p:nvSpPr>
          <p:spPr>
            <a:xfrm>
              <a:off x="209307" y="168341"/>
              <a:ext cx="98385" cy="98385"/>
            </a:xfrm>
            <a:prstGeom prst="ellipse">
              <a:avLst/>
            </a:prstGeom>
            <a:solidFill>
              <a:srgbClr val="FF0000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ko-KR"/>
              </a:defPPr>
              <a:lvl1pPr marL="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ko-KR" altLang="en-US">
                <a:solidFill>
                  <a:schemeClr val="tx1"/>
                </a:solidFill>
              </a:endParaRPr>
            </a:p>
          </p:txBody>
        </p:sp>
        <p:sp>
          <p:nvSpPr>
            <p:cNvPr id="38" name="타원 37">
              <a:extLst>
                <a:ext uri="{FF2B5EF4-FFF2-40B4-BE49-F238E27FC236}">
                  <a16:creationId xmlns:a16="http://schemas.microsoft.com/office/drawing/2014/main" id="{6877770A-9EB8-53AD-A4BD-7F037766A9EC}"/>
                </a:ext>
              </a:extLst>
            </p:cNvPr>
            <p:cNvSpPr/>
            <p:nvPr/>
          </p:nvSpPr>
          <p:spPr>
            <a:xfrm>
              <a:off x="209307" y="347436"/>
              <a:ext cx="98385" cy="98385"/>
            </a:xfrm>
            <a:prstGeom prst="ellipse">
              <a:avLst/>
            </a:prstGeom>
            <a:solidFill>
              <a:srgbClr val="FFFF00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ko-KR"/>
              </a:defPPr>
              <a:lvl1pPr marL="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ko-KR" altLang="en-US">
                <a:solidFill>
                  <a:schemeClr val="tx1"/>
                </a:solidFill>
              </a:endParaRPr>
            </a:p>
          </p:txBody>
        </p:sp>
        <p:sp>
          <p:nvSpPr>
            <p:cNvPr id="39" name="타원 38">
              <a:extLst>
                <a:ext uri="{FF2B5EF4-FFF2-40B4-BE49-F238E27FC236}">
                  <a16:creationId xmlns:a16="http://schemas.microsoft.com/office/drawing/2014/main" id="{443547AE-F7D2-168E-6B10-36EF744C13CE}"/>
                </a:ext>
              </a:extLst>
            </p:cNvPr>
            <p:cNvSpPr/>
            <p:nvPr/>
          </p:nvSpPr>
          <p:spPr>
            <a:xfrm>
              <a:off x="209306" y="573831"/>
              <a:ext cx="98385" cy="98385"/>
            </a:xfrm>
            <a:prstGeom prst="ellipse">
              <a:avLst/>
            </a:prstGeom>
            <a:solidFill>
              <a:srgbClr val="FFC000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ko-KR"/>
              </a:defPPr>
              <a:lvl1pPr marL="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ko-KR" altLang="en-US">
                <a:solidFill>
                  <a:schemeClr val="tx1"/>
                </a:solidFill>
              </a:endParaRPr>
            </a:p>
          </p:txBody>
        </p:sp>
        <p:sp>
          <p:nvSpPr>
            <p:cNvPr id="40" name="TextBox 11">
              <a:extLst>
                <a:ext uri="{FF2B5EF4-FFF2-40B4-BE49-F238E27FC236}">
                  <a16:creationId xmlns:a16="http://schemas.microsoft.com/office/drawing/2014/main" id="{FF4A9686-F476-BAED-6DB1-0E1109A0BFFB}"/>
                </a:ext>
              </a:extLst>
            </p:cNvPr>
            <p:cNvSpPr txBox="1"/>
            <p:nvPr/>
          </p:nvSpPr>
          <p:spPr>
            <a:xfrm>
              <a:off x="318304" y="114311"/>
              <a:ext cx="2057763" cy="742666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>
              <a:defPPr>
                <a:defRPr lang="ko-KR"/>
              </a:defPPr>
              <a:lvl1pPr marL="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r>
                <a:rPr lang="ko-KR" altLang="en-US" sz="700"/>
                <a:t>간접조명 </a:t>
              </a:r>
              <a:r>
                <a:rPr lang="en-US" altLang="ko-KR" sz="700"/>
                <a:t>A SET</a:t>
              </a:r>
            </a:p>
            <a:p>
              <a:endParaRPr lang="en-US" altLang="ko-KR" sz="700"/>
            </a:p>
            <a:p>
              <a:r>
                <a:rPr lang="ko-KR" altLang="en-US" sz="700"/>
                <a:t>간접조명 센서 </a:t>
              </a:r>
              <a:r>
                <a:rPr lang="en-US" altLang="ko-KR" sz="700"/>
                <a:t>SET</a:t>
              </a:r>
            </a:p>
            <a:p>
              <a:endParaRPr lang="en-US" altLang="ko-KR" sz="700"/>
            </a:p>
            <a:p>
              <a:r>
                <a:rPr lang="ko-KR" altLang="en-US" sz="700"/>
                <a:t>우물천장간접조명 및 커튼박수 추가</a:t>
              </a:r>
              <a:r>
                <a:rPr lang="en-US" altLang="ko-KR" sz="700"/>
                <a:t>(</a:t>
              </a:r>
              <a:r>
                <a:rPr lang="ko-KR" altLang="en-US" sz="700"/>
                <a:t>별도 추가</a:t>
              </a:r>
              <a:r>
                <a:rPr lang="en-US" altLang="ko-KR" sz="700"/>
                <a:t>)</a:t>
              </a:r>
            </a:p>
            <a:p>
              <a:endParaRPr lang="en-US" altLang="ko-KR" sz="700"/>
            </a:p>
          </p:txBody>
        </p:sp>
      </p:grpSp>
      <p:sp>
        <p:nvSpPr>
          <p:cNvPr id="41" name="직사각형 40">
            <a:extLst>
              <a:ext uri="{FF2B5EF4-FFF2-40B4-BE49-F238E27FC236}">
                <a16:creationId xmlns:a16="http://schemas.microsoft.com/office/drawing/2014/main" id="{A111B442-E31C-AFA6-88A0-88CEC247ACCD}"/>
              </a:ext>
            </a:extLst>
          </p:cNvPr>
          <p:cNvSpPr/>
          <p:nvPr/>
        </p:nvSpPr>
        <p:spPr>
          <a:xfrm rot="16200000" flipV="1">
            <a:off x="4482007" y="2613043"/>
            <a:ext cx="98385" cy="357825"/>
          </a:xfrm>
          <a:prstGeom prst="rect">
            <a:avLst/>
          </a:prstGeom>
          <a:solidFill>
            <a:srgbClr val="FFFF0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>
              <a:solidFill>
                <a:schemeClr val="tx1"/>
              </a:solidFill>
            </a:endParaRPr>
          </a:p>
        </p:txBody>
      </p:sp>
      <p:grpSp>
        <p:nvGrpSpPr>
          <p:cNvPr id="42" name="그룹 41">
            <a:extLst>
              <a:ext uri="{FF2B5EF4-FFF2-40B4-BE49-F238E27FC236}">
                <a16:creationId xmlns:a16="http://schemas.microsoft.com/office/drawing/2014/main" id="{251AA6CF-AAFB-90C1-5E76-440EC0EF163C}"/>
              </a:ext>
            </a:extLst>
          </p:cNvPr>
          <p:cNvGrpSpPr/>
          <p:nvPr/>
        </p:nvGrpSpPr>
        <p:grpSpPr>
          <a:xfrm>
            <a:off x="8113958" y="4269085"/>
            <a:ext cx="100923" cy="1356633"/>
            <a:chOff x="4735802" y="4662002"/>
            <a:chExt cx="100923" cy="1356633"/>
          </a:xfrm>
        </p:grpSpPr>
        <p:sp>
          <p:nvSpPr>
            <p:cNvPr id="43" name="타원 42">
              <a:extLst>
                <a:ext uri="{FF2B5EF4-FFF2-40B4-BE49-F238E27FC236}">
                  <a16:creationId xmlns:a16="http://schemas.microsoft.com/office/drawing/2014/main" id="{983E8A62-195D-2F45-6A1F-497913B914B2}"/>
                </a:ext>
              </a:extLst>
            </p:cNvPr>
            <p:cNvSpPr/>
            <p:nvPr/>
          </p:nvSpPr>
          <p:spPr>
            <a:xfrm>
              <a:off x="4737834" y="4662002"/>
              <a:ext cx="98385" cy="98385"/>
            </a:xfrm>
            <a:prstGeom prst="ellipse">
              <a:avLst/>
            </a:prstGeom>
            <a:solidFill>
              <a:srgbClr val="FF0000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>
                <a:solidFill>
                  <a:schemeClr val="tx1"/>
                </a:solidFill>
              </a:endParaRPr>
            </a:p>
          </p:txBody>
        </p:sp>
        <p:sp>
          <p:nvSpPr>
            <p:cNvPr id="44" name="타원 43">
              <a:extLst>
                <a:ext uri="{FF2B5EF4-FFF2-40B4-BE49-F238E27FC236}">
                  <a16:creationId xmlns:a16="http://schemas.microsoft.com/office/drawing/2014/main" id="{FD78E8DB-1EF1-078C-46BD-51E0C0E8F284}"/>
                </a:ext>
              </a:extLst>
            </p:cNvPr>
            <p:cNvSpPr/>
            <p:nvPr/>
          </p:nvSpPr>
          <p:spPr>
            <a:xfrm>
              <a:off x="4735802" y="5291218"/>
              <a:ext cx="98385" cy="98385"/>
            </a:xfrm>
            <a:prstGeom prst="ellipse">
              <a:avLst/>
            </a:prstGeom>
            <a:solidFill>
              <a:srgbClr val="FF0000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>
                <a:solidFill>
                  <a:schemeClr val="tx1"/>
                </a:solidFill>
              </a:endParaRPr>
            </a:p>
          </p:txBody>
        </p:sp>
        <p:sp>
          <p:nvSpPr>
            <p:cNvPr id="45" name="타원 44">
              <a:extLst>
                <a:ext uri="{FF2B5EF4-FFF2-40B4-BE49-F238E27FC236}">
                  <a16:creationId xmlns:a16="http://schemas.microsoft.com/office/drawing/2014/main" id="{19D262E8-0818-B5D6-C9F0-D4269A8B0E21}"/>
                </a:ext>
              </a:extLst>
            </p:cNvPr>
            <p:cNvSpPr/>
            <p:nvPr/>
          </p:nvSpPr>
          <p:spPr>
            <a:xfrm>
              <a:off x="4738340" y="5920250"/>
              <a:ext cx="98385" cy="98385"/>
            </a:xfrm>
            <a:prstGeom prst="ellipse">
              <a:avLst/>
            </a:prstGeom>
            <a:solidFill>
              <a:srgbClr val="FF0000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>
                <a:solidFill>
                  <a:schemeClr val="tx1"/>
                </a:solidFill>
              </a:endParaRPr>
            </a:p>
          </p:txBody>
        </p:sp>
      </p:grpSp>
      <p:grpSp>
        <p:nvGrpSpPr>
          <p:cNvPr id="46" name="그룹 45">
            <a:extLst>
              <a:ext uri="{FF2B5EF4-FFF2-40B4-BE49-F238E27FC236}">
                <a16:creationId xmlns:a16="http://schemas.microsoft.com/office/drawing/2014/main" id="{FEC027B3-58ED-5DB3-FA5D-529CA550EFE2}"/>
              </a:ext>
            </a:extLst>
          </p:cNvPr>
          <p:cNvGrpSpPr/>
          <p:nvPr/>
        </p:nvGrpSpPr>
        <p:grpSpPr>
          <a:xfrm>
            <a:off x="6249038" y="4280974"/>
            <a:ext cx="100923" cy="1356633"/>
            <a:chOff x="4735802" y="4662002"/>
            <a:chExt cx="100923" cy="1356633"/>
          </a:xfrm>
        </p:grpSpPr>
        <p:sp>
          <p:nvSpPr>
            <p:cNvPr id="47" name="타원 46">
              <a:extLst>
                <a:ext uri="{FF2B5EF4-FFF2-40B4-BE49-F238E27FC236}">
                  <a16:creationId xmlns:a16="http://schemas.microsoft.com/office/drawing/2014/main" id="{CA075DD5-7B20-3CC2-37F9-B92F13B7DC2F}"/>
                </a:ext>
              </a:extLst>
            </p:cNvPr>
            <p:cNvSpPr/>
            <p:nvPr/>
          </p:nvSpPr>
          <p:spPr>
            <a:xfrm>
              <a:off x="4737834" y="4662002"/>
              <a:ext cx="98385" cy="98385"/>
            </a:xfrm>
            <a:prstGeom prst="ellipse">
              <a:avLst/>
            </a:prstGeom>
            <a:solidFill>
              <a:srgbClr val="FF0000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>
                <a:solidFill>
                  <a:schemeClr val="tx1"/>
                </a:solidFill>
              </a:endParaRPr>
            </a:p>
          </p:txBody>
        </p:sp>
        <p:sp>
          <p:nvSpPr>
            <p:cNvPr id="48" name="타원 47">
              <a:extLst>
                <a:ext uri="{FF2B5EF4-FFF2-40B4-BE49-F238E27FC236}">
                  <a16:creationId xmlns:a16="http://schemas.microsoft.com/office/drawing/2014/main" id="{4E41DBF3-D9CA-3144-8AB1-235D7B297737}"/>
                </a:ext>
              </a:extLst>
            </p:cNvPr>
            <p:cNvSpPr/>
            <p:nvPr/>
          </p:nvSpPr>
          <p:spPr>
            <a:xfrm>
              <a:off x="4735802" y="5291218"/>
              <a:ext cx="98385" cy="98385"/>
            </a:xfrm>
            <a:prstGeom prst="ellipse">
              <a:avLst/>
            </a:prstGeom>
            <a:solidFill>
              <a:srgbClr val="FF0000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>
                <a:solidFill>
                  <a:schemeClr val="tx1"/>
                </a:solidFill>
              </a:endParaRPr>
            </a:p>
          </p:txBody>
        </p:sp>
        <p:sp>
          <p:nvSpPr>
            <p:cNvPr id="49" name="타원 48">
              <a:extLst>
                <a:ext uri="{FF2B5EF4-FFF2-40B4-BE49-F238E27FC236}">
                  <a16:creationId xmlns:a16="http://schemas.microsoft.com/office/drawing/2014/main" id="{7DFFBF11-9AF1-116C-AFAF-0473A478B1B6}"/>
                </a:ext>
              </a:extLst>
            </p:cNvPr>
            <p:cNvSpPr/>
            <p:nvPr/>
          </p:nvSpPr>
          <p:spPr>
            <a:xfrm>
              <a:off x="4738340" y="5920250"/>
              <a:ext cx="98385" cy="98385"/>
            </a:xfrm>
            <a:prstGeom prst="ellipse">
              <a:avLst/>
            </a:prstGeom>
            <a:solidFill>
              <a:srgbClr val="FF0000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>
                <a:solidFill>
                  <a:schemeClr val="tx1"/>
                </a:solidFill>
              </a:endParaRPr>
            </a:p>
          </p:txBody>
        </p:sp>
      </p:grpSp>
      <p:sp>
        <p:nvSpPr>
          <p:cNvPr id="52" name="직사각형 51">
            <a:extLst>
              <a:ext uri="{FF2B5EF4-FFF2-40B4-BE49-F238E27FC236}">
                <a16:creationId xmlns:a16="http://schemas.microsoft.com/office/drawing/2014/main" id="{299AED88-2659-8429-F822-884F61DA300A}"/>
              </a:ext>
            </a:extLst>
          </p:cNvPr>
          <p:cNvSpPr/>
          <p:nvPr/>
        </p:nvSpPr>
        <p:spPr>
          <a:xfrm rot="16200000" flipV="1">
            <a:off x="8576169" y="3332180"/>
            <a:ext cx="98385" cy="357825"/>
          </a:xfrm>
          <a:prstGeom prst="rect">
            <a:avLst/>
          </a:prstGeom>
          <a:solidFill>
            <a:srgbClr val="FFFF0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>
              <a:solidFill>
                <a:schemeClr val="tx1"/>
              </a:solidFill>
            </a:endParaRPr>
          </a:p>
        </p:txBody>
      </p:sp>
      <p:sp>
        <p:nvSpPr>
          <p:cNvPr id="3" name="직사각형 2">
            <a:extLst>
              <a:ext uri="{FF2B5EF4-FFF2-40B4-BE49-F238E27FC236}">
                <a16:creationId xmlns:a16="http://schemas.microsoft.com/office/drawing/2014/main" id="{EB0D24EF-2616-4921-743F-89A8B509A6E8}"/>
              </a:ext>
            </a:extLst>
          </p:cNvPr>
          <p:cNvSpPr/>
          <p:nvPr/>
        </p:nvSpPr>
        <p:spPr>
          <a:xfrm>
            <a:off x="5914244" y="4376925"/>
            <a:ext cx="191222" cy="1461900"/>
          </a:xfrm>
          <a:prstGeom prst="rect">
            <a:avLst/>
          </a:prstGeom>
          <a:solidFill>
            <a:schemeClr val="accent1">
              <a:lumMod val="40000"/>
              <a:lumOff val="6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050" b="1" err="1"/>
              <a:t>가벽</a:t>
            </a:r>
            <a:endParaRPr lang="ko-KR" altLang="en-US" sz="1050" b="1"/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DFAE10D1-9C6F-E946-AEBC-777F591BFB82}"/>
              </a:ext>
            </a:extLst>
          </p:cNvPr>
          <p:cNvSpPr txBox="1"/>
          <p:nvPr/>
        </p:nvSpPr>
        <p:spPr>
          <a:xfrm>
            <a:off x="4682972" y="6416299"/>
            <a:ext cx="1988045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sz="1400" b="1" err="1">
                <a:highlight>
                  <a:srgbClr val="FFFF00"/>
                </a:highlight>
              </a:rPr>
              <a:t>가벽</a:t>
            </a:r>
            <a:r>
              <a:rPr lang="ko-KR" altLang="en-US" sz="1400" b="1">
                <a:highlight>
                  <a:srgbClr val="FFFF00"/>
                </a:highlight>
              </a:rPr>
              <a:t> 있나 확인 필요함</a:t>
            </a:r>
          </a:p>
        </p:txBody>
      </p:sp>
      <p:sp>
        <p:nvSpPr>
          <p:cNvPr id="34" name="화살표: 위쪽 33">
            <a:extLst>
              <a:ext uri="{FF2B5EF4-FFF2-40B4-BE49-F238E27FC236}">
                <a16:creationId xmlns:a16="http://schemas.microsoft.com/office/drawing/2014/main" id="{4CA410E0-34E5-2345-1FAD-1A2C79C6EBDC}"/>
              </a:ext>
            </a:extLst>
          </p:cNvPr>
          <p:cNvSpPr/>
          <p:nvPr/>
        </p:nvSpPr>
        <p:spPr>
          <a:xfrm>
            <a:off x="5914244" y="5876667"/>
            <a:ext cx="162296" cy="532179"/>
          </a:xfrm>
          <a:prstGeom prst="up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43AEB71E-0EF3-D158-46A1-CFC4787D0758}"/>
              </a:ext>
            </a:extLst>
          </p:cNvPr>
          <p:cNvSpPr txBox="1"/>
          <p:nvPr/>
        </p:nvSpPr>
        <p:spPr>
          <a:xfrm>
            <a:off x="7058350" y="4134528"/>
            <a:ext cx="479618" cy="2462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1000" b="1">
                <a:solidFill>
                  <a:srgbClr val="FF0000"/>
                </a:solidFill>
              </a:rPr>
              <a:t>3100</a:t>
            </a:r>
            <a:endParaRPr lang="ko-KR" altLang="en-US" sz="1000" b="1">
              <a:solidFill>
                <a:srgbClr val="FF0000"/>
              </a:solidFill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6C37BE94-9F04-611D-3BF7-2683110FDE97}"/>
              </a:ext>
            </a:extLst>
          </p:cNvPr>
          <p:cNvSpPr txBox="1"/>
          <p:nvPr/>
        </p:nvSpPr>
        <p:spPr>
          <a:xfrm>
            <a:off x="6292067" y="4627588"/>
            <a:ext cx="479618" cy="2462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1000" b="1">
                <a:solidFill>
                  <a:srgbClr val="FF0000"/>
                </a:solidFill>
              </a:rPr>
              <a:t>2500</a:t>
            </a:r>
            <a:endParaRPr lang="ko-KR" altLang="en-US" sz="1000" b="1">
              <a:solidFill>
                <a:srgbClr val="FF0000"/>
              </a:solidFill>
            </a:endParaRPr>
          </a:p>
        </p:txBody>
      </p:sp>
      <p:sp>
        <p:nvSpPr>
          <p:cNvPr id="27" name="TextBox 26">
            <a:extLst>
              <a:ext uri="{FF2B5EF4-FFF2-40B4-BE49-F238E27FC236}">
                <a16:creationId xmlns:a16="http://schemas.microsoft.com/office/drawing/2014/main" id="{C007EDA3-D20C-256D-D1C0-4833AE14E6BC}"/>
              </a:ext>
            </a:extLst>
          </p:cNvPr>
          <p:cNvSpPr txBox="1"/>
          <p:nvPr/>
        </p:nvSpPr>
        <p:spPr>
          <a:xfrm>
            <a:off x="7110154" y="6076702"/>
            <a:ext cx="479618" cy="2462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1000" b="1">
                <a:solidFill>
                  <a:srgbClr val="FF0000"/>
                </a:solidFill>
              </a:rPr>
              <a:t>4500</a:t>
            </a:r>
            <a:endParaRPr lang="ko-KR" altLang="en-US" sz="1000" b="1">
              <a:solidFill>
                <a:srgbClr val="FF0000"/>
              </a:solidFill>
            </a:endParaRPr>
          </a:p>
        </p:txBody>
      </p:sp>
      <p:sp>
        <p:nvSpPr>
          <p:cNvPr id="50" name="TextBox 49">
            <a:extLst>
              <a:ext uri="{FF2B5EF4-FFF2-40B4-BE49-F238E27FC236}">
                <a16:creationId xmlns:a16="http://schemas.microsoft.com/office/drawing/2014/main" id="{87BA4EAA-F239-DEAB-23FE-7D370EE71990}"/>
              </a:ext>
            </a:extLst>
          </p:cNvPr>
          <p:cNvSpPr txBox="1"/>
          <p:nvPr/>
        </p:nvSpPr>
        <p:spPr>
          <a:xfrm>
            <a:off x="9341233" y="5739498"/>
            <a:ext cx="479618" cy="2462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1000" b="1">
                <a:solidFill>
                  <a:srgbClr val="FF0000"/>
                </a:solidFill>
              </a:rPr>
              <a:t>3500</a:t>
            </a:r>
            <a:endParaRPr lang="ko-KR" altLang="en-US" sz="1000" b="1">
              <a:solidFill>
                <a:srgbClr val="FF0000"/>
              </a:solidFill>
            </a:endParaRPr>
          </a:p>
        </p:txBody>
      </p:sp>
      <p:sp>
        <p:nvSpPr>
          <p:cNvPr id="51" name="TextBox 50">
            <a:extLst>
              <a:ext uri="{FF2B5EF4-FFF2-40B4-BE49-F238E27FC236}">
                <a16:creationId xmlns:a16="http://schemas.microsoft.com/office/drawing/2014/main" id="{FABEE990-051C-D571-EA94-C2C69A68B992}"/>
              </a:ext>
            </a:extLst>
          </p:cNvPr>
          <p:cNvSpPr txBox="1"/>
          <p:nvPr/>
        </p:nvSpPr>
        <p:spPr>
          <a:xfrm>
            <a:off x="3818393" y="6070705"/>
            <a:ext cx="479618" cy="2462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1000" b="1">
                <a:solidFill>
                  <a:srgbClr val="FF0000"/>
                </a:solidFill>
              </a:rPr>
              <a:t>2900</a:t>
            </a:r>
            <a:endParaRPr lang="ko-KR" altLang="en-US" sz="1000" b="1">
              <a:solidFill>
                <a:srgbClr val="FF0000"/>
              </a:solidFill>
            </a:endParaRPr>
          </a:p>
        </p:txBody>
      </p:sp>
      <p:sp>
        <p:nvSpPr>
          <p:cNvPr id="53" name="TextBox 52">
            <a:extLst>
              <a:ext uri="{FF2B5EF4-FFF2-40B4-BE49-F238E27FC236}">
                <a16:creationId xmlns:a16="http://schemas.microsoft.com/office/drawing/2014/main" id="{F77F0A69-1868-A1B4-3919-E033DF3F05B1}"/>
              </a:ext>
            </a:extLst>
          </p:cNvPr>
          <p:cNvSpPr txBox="1"/>
          <p:nvPr/>
        </p:nvSpPr>
        <p:spPr>
          <a:xfrm>
            <a:off x="2112619" y="6069702"/>
            <a:ext cx="479618" cy="2462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1000" b="1">
                <a:solidFill>
                  <a:srgbClr val="FF0000"/>
                </a:solidFill>
              </a:rPr>
              <a:t>2800</a:t>
            </a:r>
            <a:endParaRPr lang="ko-KR" altLang="en-US" sz="1000" b="1">
              <a:solidFill>
                <a:srgbClr val="FF0000"/>
              </a:solidFill>
            </a:endParaRPr>
          </a:p>
        </p:txBody>
      </p:sp>
      <p:sp>
        <p:nvSpPr>
          <p:cNvPr id="55" name="TextBox 54">
            <a:extLst>
              <a:ext uri="{FF2B5EF4-FFF2-40B4-BE49-F238E27FC236}">
                <a16:creationId xmlns:a16="http://schemas.microsoft.com/office/drawing/2014/main" id="{9FBAA30F-7223-1AF7-48EC-9787B493ABE9}"/>
              </a:ext>
            </a:extLst>
          </p:cNvPr>
          <p:cNvSpPr txBox="1"/>
          <p:nvPr/>
        </p:nvSpPr>
        <p:spPr>
          <a:xfrm>
            <a:off x="10338926" y="4014128"/>
            <a:ext cx="405880" cy="2462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1000" b="1">
                <a:solidFill>
                  <a:srgbClr val="FF0000"/>
                </a:solidFill>
              </a:rPr>
              <a:t>900</a:t>
            </a:r>
            <a:endParaRPr lang="ko-KR" altLang="en-US" sz="1000" b="1">
              <a:solidFill>
                <a:srgbClr val="FF0000"/>
              </a:solidFill>
            </a:endParaRPr>
          </a:p>
        </p:txBody>
      </p:sp>
      <p:sp>
        <p:nvSpPr>
          <p:cNvPr id="56" name="TextBox 55">
            <a:extLst>
              <a:ext uri="{FF2B5EF4-FFF2-40B4-BE49-F238E27FC236}">
                <a16:creationId xmlns:a16="http://schemas.microsoft.com/office/drawing/2014/main" id="{73786A74-01C7-2939-A1CF-F33A5B5FBD0F}"/>
              </a:ext>
            </a:extLst>
          </p:cNvPr>
          <p:cNvSpPr txBox="1"/>
          <p:nvPr/>
        </p:nvSpPr>
        <p:spPr>
          <a:xfrm>
            <a:off x="4328259" y="2810961"/>
            <a:ext cx="405880" cy="2462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1000" b="1">
                <a:solidFill>
                  <a:srgbClr val="FF0000"/>
                </a:solidFill>
              </a:rPr>
              <a:t>800</a:t>
            </a:r>
            <a:endParaRPr lang="ko-KR" altLang="en-US" sz="1000" b="1">
              <a:solidFill>
                <a:srgbClr val="FF0000"/>
              </a:solidFill>
            </a:endParaRPr>
          </a:p>
        </p:txBody>
      </p:sp>
      <p:sp>
        <p:nvSpPr>
          <p:cNvPr id="57" name="TextBox 56">
            <a:extLst>
              <a:ext uri="{FF2B5EF4-FFF2-40B4-BE49-F238E27FC236}">
                <a16:creationId xmlns:a16="http://schemas.microsoft.com/office/drawing/2014/main" id="{DFD27097-DC37-1DBF-CC00-110E5B80A58A}"/>
              </a:ext>
            </a:extLst>
          </p:cNvPr>
          <p:cNvSpPr txBox="1"/>
          <p:nvPr/>
        </p:nvSpPr>
        <p:spPr>
          <a:xfrm>
            <a:off x="3611505" y="3040160"/>
            <a:ext cx="479618" cy="2462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1000" b="1">
                <a:solidFill>
                  <a:srgbClr val="FF0000"/>
                </a:solidFill>
              </a:rPr>
              <a:t>1300</a:t>
            </a:r>
            <a:endParaRPr lang="ko-KR" altLang="en-US" sz="1000" b="1">
              <a:solidFill>
                <a:srgbClr val="FF0000"/>
              </a:solidFill>
            </a:endParaRPr>
          </a:p>
        </p:txBody>
      </p:sp>
      <p:sp>
        <p:nvSpPr>
          <p:cNvPr id="59" name="TextBox 58">
            <a:extLst>
              <a:ext uri="{FF2B5EF4-FFF2-40B4-BE49-F238E27FC236}">
                <a16:creationId xmlns:a16="http://schemas.microsoft.com/office/drawing/2014/main" id="{885DCBF1-8ED8-8304-4507-C8D359B258DD}"/>
              </a:ext>
            </a:extLst>
          </p:cNvPr>
          <p:cNvSpPr txBox="1"/>
          <p:nvPr/>
        </p:nvSpPr>
        <p:spPr>
          <a:xfrm>
            <a:off x="6424461" y="1044478"/>
            <a:ext cx="479618" cy="2462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1000" b="1">
                <a:solidFill>
                  <a:srgbClr val="FF0000"/>
                </a:solidFill>
              </a:rPr>
              <a:t>1100</a:t>
            </a:r>
            <a:endParaRPr lang="ko-KR" altLang="en-US" sz="1000" b="1">
              <a:solidFill>
                <a:srgbClr val="FF0000"/>
              </a:solidFill>
            </a:endParaRPr>
          </a:p>
        </p:txBody>
      </p:sp>
      <p:cxnSp>
        <p:nvCxnSpPr>
          <p:cNvPr id="60" name="직선 화살표 연결선 59">
            <a:extLst>
              <a:ext uri="{FF2B5EF4-FFF2-40B4-BE49-F238E27FC236}">
                <a16:creationId xmlns:a16="http://schemas.microsoft.com/office/drawing/2014/main" id="{F221FDF9-3A8D-2F67-1326-9DE88E1D827F}"/>
              </a:ext>
            </a:extLst>
          </p:cNvPr>
          <p:cNvCxnSpPr>
            <a:cxnSpLocks/>
          </p:cNvCxnSpPr>
          <p:nvPr/>
        </p:nvCxnSpPr>
        <p:spPr>
          <a:xfrm>
            <a:off x="10233498" y="3607663"/>
            <a:ext cx="0" cy="653823"/>
          </a:xfrm>
          <a:prstGeom prst="straightConnector1">
            <a:avLst/>
          </a:prstGeom>
          <a:ln w="57150">
            <a:solidFill>
              <a:srgbClr val="00B050"/>
            </a:solidFill>
            <a:headEnd type="triangle"/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1" name="직선 화살표 연결선 60">
            <a:extLst>
              <a:ext uri="{FF2B5EF4-FFF2-40B4-BE49-F238E27FC236}">
                <a16:creationId xmlns:a16="http://schemas.microsoft.com/office/drawing/2014/main" id="{60EFD3B5-65A9-B767-1711-89976C2B67AD}"/>
              </a:ext>
            </a:extLst>
          </p:cNvPr>
          <p:cNvCxnSpPr>
            <a:cxnSpLocks/>
          </p:cNvCxnSpPr>
          <p:nvPr/>
        </p:nvCxnSpPr>
        <p:spPr>
          <a:xfrm flipH="1">
            <a:off x="6219801" y="1491409"/>
            <a:ext cx="902431" cy="0"/>
          </a:xfrm>
          <a:prstGeom prst="straightConnector1">
            <a:avLst/>
          </a:prstGeom>
          <a:ln w="57150">
            <a:solidFill>
              <a:srgbClr val="00B050"/>
            </a:solidFill>
            <a:headEnd type="triangle"/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4113050207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005C21A-97E0-D084-85EC-7B757F1EFFB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그림 4">
            <a:extLst>
              <a:ext uri="{FF2B5EF4-FFF2-40B4-BE49-F238E27FC236}">
                <a16:creationId xmlns:a16="http://schemas.microsoft.com/office/drawing/2014/main" id="{00B341A6-12AB-A270-9D13-E77C5274E588}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/>
        </p:nvPicPr>
        <p:blipFill>
          <a:blip r:embed="rId2">
            <a:alphaModFix amt="70000"/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saturation sat="0"/>
                    </a14:imgEffect>
                  </a14:imgLayer>
                </a14:imgProps>
              </a:ext>
            </a:extLst>
          </a:blip>
          <a:stretch>
            <a:fillRect/>
          </a:stretch>
        </p:blipFill>
        <p:spPr>
          <a:xfrm>
            <a:off x="1761061" y="946662"/>
            <a:ext cx="8995839" cy="5276338"/>
          </a:xfrm>
          <a:prstGeom prst="rect">
            <a:avLst/>
          </a:prstGeom>
        </p:spPr>
      </p:pic>
      <mc:AlternateContent xmlns:mc="http://schemas.openxmlformats.org/markup-compatibility/2006">
        <mc:Choice xmlns:a14="http://schemas.microsoft.com/office/drawing/2010/main" Requires="a14">
          <p:sp>
            <p:nvSpPr>
              <p:cNvPr id="6" name="TextBox 5">
                <a:extLst>
                  <a:ext uri="{FF2B5EF4-FFF2-40B4-BE49-F238E27FC236}">
                    <a16:creationId xmlns:a16="http://schemas.microsoft.com/office/drawing/2014/main" id="{1B250C89-68FC-432A-31A8-4009329D59D1}"/>
                  </a:ext>
                </a:extLst>
              </p:cNvPr>
              <p:cNvSpPr txBox="1"/>
              <p:nvPr/>
            </p:nvSpPr>
            <p:spPr>
              <a:xfrm>
                <a:off x="10152689" y="1075737"/>
                <a:ext cx="1762781" cy="407099"/>
              </a:xfrm>
              <a:prstGeom prst="rect">
                <a:avLst/>
              </a:prstGeom>
              <a:noFill/>
            </p:spPr>
            <p:txBody>
              <a:bodyPr wrap="square">
                <a:spAutoFit/>
                <a:scene3d>
                  <a:camera prst="orthographicFront"/>
                  <a:lightRig rig="harsh" dir="t"/>
                </a:scene3d>
                <a:sp3d extrusionH="57150" prstMaterial="matte">
                  <a:bevelT w="63500" h="12700" prst="angle"/>
                  <a:contourClr>
                    <a:schemeClr val="bg1">
                      <a:lumMod val="65000"/>
                    </a:schemeClr>
                  </a:contourClr>
                </a:sp3d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right"/>
                    </m:oMathParaPr>
                    <m:oMath xmlns:m="http://schemas.openxmlformats.org/officeDocument/2006/math">
                      <m:sSup>
                        <m:sSupPr>
                          <m:ctrlPr>
                            <a:rPr lang="en-US" altLang="ko-KR" sz="2000" b="1" i="1" u="none" strike="noStrike" smtClean="0">
                              <a:ln/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altLang="ko-KR" sz="2000" b="1" i="1" u="none" strike="noStrike" smtClean="0">
                              <a:ln/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𝟖𝟒</m:t>
                          </m:r>
                          <m:r>
                            <a:rPr lang="en-US" altLang="ko-KR" sz="2000" b="1" i="1" u="none" strike="noStrike" smtClean="0">
                              <a:ln/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𝑨𝒎</m:t>
                          </m:r>
                        </m:e>
                        <m:sup>
                          <m:r>
                            <a:rPr lang="en-US" altLang="ko-KR" sz="2000" b="1" i="1" u="none" strike="noStrike" smtClean="0">
                              <a:ln/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𝟐</m:t>
                          </m:r>
                        </m:sup>
                      </m:sSup>
                    </m:oMath>
                  </m:oMathPara>
                </a14:m>
                <a:endParaRPr lang="ko-KR" altLang="en-US" sz="2000" b="1">
                  <a:ln/>
                  <a:solidFill>
                    <a:schemeClr val="tx1"/>
                  </a:solidFill>
                </a:endParaRPr>
              </a:p>
            </p:txBody>
          </p:sp>
        </mc:Choice>
        <mc:Fallback>
          <p:sp>
            <p:nvSpPr>
              <p:cNvPr id="6" name="TextBox 5">
                <a:extLst>
                  <a:ext uri="{FF2B5EF4-FFF2-40B4-BE49-F238E27FC236}">
                    <a16:creationId xmlns:a16="http://schemas.microsoft.com/office/drawing/2014/main" id="{1B250C89-68FC-432A-31A8-4009329D59D1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0152689" y="1075737"/>
                <a:ext cx="1762781" cy="407099"/>
              </a:xfrm>
              <a:prstGeom prst="rect">
                <a:avLst/>
              </a:prstGeom>
              <a:blipFill>
                <a:blip r:embed="rId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7" name="TextBox 6">
            <a:extLst>
              <a:ext uri="{FF2B5EF4-FFF2-40B4-BE49-F238E27FC236}">
                <a16:creationId xmlns:a16="http://schemas.microsoft.com/office/drawing/2014/main" id="{E7D1B284-0FAA-EA6F-7821-6FBE18A55189}"/>
              </a:ext>
            </a:extLst>
          </p:cNvPr>
          <p:cNvSpPr txBox="1"/>
          <p:nvPr/>
        </p:nvSpPr>
        <p:spPr>
          <a:xfrm>
            <a:off x="1870318" y="353253"/>
            <a:ext cx="8452551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 sz="2000" b="1"/>
              <a:t>84A</a:t>
            </a:r>
            <a:r>
              <a:rPr lang="ko-KR" altLang="en-US" sz="2000" b="1"/>
              <a:t>타입 간접 프리미엄 </a:t>
            </a:r>
            <a:r>
              <a:rPr lang="en-US" altLang="ko-KR" sz="2000" b="1"/>
              <a:t>SET + </a:t>
            </a:r>
            <a:r>
              <a:rPr lang="ko-KR" altLang="en-US" sz="2000" b="1" err="1"/>
              <a:t>실링팬</a:t>
            </a:r>
            <a:r>
              <a:rPr lang="ko-KR" altLang="en-US" sz="2000" b="1"/>
              <a:t> 우물두줄</a:t>
            </a:r>
            <a:endParaRPr lang="en-US" altLang="ko-KR" sz="2000" b="1"/>
          </a:p>
        </p:txBody>
      </p:sp>
      <p:sp>
        <p:nvSpPr>
          <p:cNvPr id="8" name="직사각형 7">
            <a:extLst>
              <a:ext uri="{FF2B5EF4-FFF2-40B4-BE49-F238E27FC236}">
                <a16:creationId xmlns:a16="http://schemas.microsoft.com/office/drawing/2014/main" id="{BA4F4F21-D788-3223-97A5-6804EBA6EF48}"/>
              </a:ext>
            </a:extLst>
          </p:cNvPr>
          <p:cNvSpPr/>
          <p:nvPr/>
        </p:nvSpPr>
        <p:spPr>
          <a:xfrm>
            <a:off x="8611392" y="5430761"/>
            <a:ext cx="1399384" cy="103264"/>
          </a:xfrm>
          <a:prstGeom prst="rect">
            <a:avLst/>
          </a:prstGeom>
          <a:solidFill>
            <a:srgbClr val="00B0F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127947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ko-KR" altLang="en-US" sz="135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맑은 고딕"/>
              <a:ea typeface="맑은 고딕" panose="020B0503020000020004" pitchFamily="50" charset="-127"/>
              <a:cs typeface="+mn-cs"/>
            </a:endParaRP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0830EFBE-061F-D4E0-EA04-E83145FFB8F8}"/>
              </a:ext>
            </a:extLst>
          </p:cNvPr>
          <p:cNvSpPr txBox="1"/>
          <p:nvPr/>
        </p:nvSpPr>
        <p:spPr>
          <a:xfrm>
            <a:off x="8402217" y="4576268"/>
            <a:ext cx="874940" cy="400110"/>
          </a:xfrm>
          <a:prstGeom prst="rect">
            <a:avLst/>
          </a:prstGeom>
          <a:solidFill>
            <a:schemeClr val="bg2">
              <a:lumMod val="90000"/>
            </a:schemeClr>
          </a:solidFill>
        </p:spPr>
        <p:txBody>
          <a:bodyPr wrap="square" rtlCol="0">
            <a:spAutoFit/>
          </a:bodyPr>
          <a:lstStyle/>
          <a:p>
            <a:pPr algn="ctr"/>
            <a:r>
              <a:rPr lang="ko-KR" altLang="en-US" sz="1000" b="1" err="1"/>
              <a:t>무선리모컨</a:t>
            </a:r>
            <a:endParaRPr lang="en-US" altLang="ko-KR" sz="1000" b="1"/>
          </a:p>
          <a:p>
            <a:pPr algn="ctr"/>
            <a:r>
              <a:rPr lang="en-US" altLang="ko-KR" sz="1000" b="1"/>
              <a:t>1</a:t>
            </a:r>
            <a:r>
              <a:rPr lang="ko-KR" altLang="en-US" sz="1000" b="1"/>
              <a:t>구</a:t>
            </a:r>
            <a:r>
              <a:rPr lang="en-US" altLang="ko-KR" sz="1000" b="1"/>
              <a:t>(3</a:t>
            </a:r>
            <a:r>
              <a:rPr lang="ko-KR" altLang="en-US" sz="1000" b="1"/>
              <a:t>채널</a:t>
            </a:r>
            <a:r>
              <a:rPr lang="en-US" altLang="ko-KR" sz="1000" b="1"/>
              <a:t>)</a:t>
            </a:r>
            <a:endParaRPr lang="ko-KR" altLang="en-US" sz="1000" b="1"/>
          </a:p>
        </p:txBody>
      </p:sp>
      <p:sp>
        <p:nvSpPr>
          <p:cNvPr id="10" name="직사각형 9">
            <a:extLst>
              <a:ext uri="{FF2B5EF4-FFF2-40B4-BE49-F238E27FC236}">
                <a16:creationId xmlns:a16="http://schemas.microsoft.com/office/drawing/2014/main" id="{C00A1519-F711-8E07-93A2-E6425D85F9A2}"/>
              </a:ext>
            </a:extLst>
          </p:cNvPr>
          <p:cNvSpPr/>
          <p:nvPr/>
        </p:nvSpPr>
        <p:spPr>
          <a:xfrm rot="5400000">
            <a:off x="7188174" y="5010134"/>
            <a:ext cx="102820" cy="1630245"/>
          </a:xfrm>
          <a:prstGeom prst="rect">
            <a:avLst/>
          </a:prstGeom>
          <a:solidFill>
            <a:srgbClr val="FF000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>
              <a:solidFill>
                <a:schemeClr val="tx1"/>
              </a:solidFill>
            </a:endParaRPr>
          </a:p>
        </p:txBody>
      </p:sp>
      <p:sp>
        <p:nvSpPr>
          <p:cNvPr id="11" name="사각형: 둥근 모서리 10">
            <a:extLst>
              <a:ext uri="{FF2B5EF4-FFF2-40B4-BE49-F238E27FC236}">
                <a16:creationId xmlns:a16="http://schemas.microsoft.com/office/drawing/2014/main" id="{DBBADD68-C700-5098-6F52-EF831A436A87}"/>
              </a:ext>
            </a:extLst>
          </p:cNvPr>
          <p:cNvSpPr/>
          <p:nvPr/>
        </p:nvSpPr>
        <p:spPr>
          <a:xfrm>
            <a:off x="6716329" y="4376925"/>
            <a:ext cx="1092978" cy="1103860"/>
          </a:xfrm>
          <a:prstGeom prst="roundRect">
            <a:avLst>
              <a:gd name="adj" fmla="val 15666"/>
            </a:avLst>
          </a:prstGeom>
          <a:noFill/>
          <a:ln w="38100">
            <a:solidFill>
              <a:schemeClr val="accent2">
                <a:lumMod val="60000"/>
                <a:lumOff val="4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>
              <a:solidFill>
                <a:schemeClr val="tx1"/>
              </a:solidFill>
            </a:endParaRPr>
          </a:p>
        </p:txBody>
      </p:sp>
      <p:sp>
        <p:nvSpPr>
          <p:cNvPr id="12" name="사각형: 둥근 모서리 11">
            <a:extLst>
              <a:ext uri="{FF2B5EF4-FFF2-40B4-BE49-F238E27FC236}">
                <a16:creationId xmlns:a16="http://schemas.microsoft.com/office/drawing/2014/main" id="{66DC8549-1A74-1A2F-A427-F630670DFBCA}"/>
              </a:ext>
            </a:extLst>
          </p:cNvPr>
          <p:cNvSpPr/>
          <p:nvPr/>
        </p:nvSpPr>
        <p:spPr>
          <a:xfrm>
            <a:off x="6861292" y="4515518"/>
            <a:ext cx="801043" cy="840103"/>
          </a:xfrm>
          <a:prstGeom prst="roundRect">
            <a:avLst>
              <a:gd name="adj" fmla="val 0"/>
            </a:avLst>
          </a:prstGeom>
          <a:noFill/>
          <a:ln w="38100">
            <a:solidFill>
              <a:srgbClr val="FFC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>
              <a:solidFill>
                <a:schemeClr val="tx1"/>
              </a:solidFill>
            </a:endParaRP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38765C62-AD0D-6910-42C7-EE2B06ED9C8C}"/>
              </a:ext>
            </a:extLst>
          </p:cNvPr>
          <p:cNvSpPr txBox="1"/>
          <p:nvPr/>
        </p:nvSpPr>
        <p:spPr>
          <a:xfrm>
            <a:off x="6258980" y="3744659"/>
            <a:ext cx="1891732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ko-KR" altLang="en-US" sz="1000" b="1"/>
              <a:t>전자식스위치</a:t>
            </a:r>
            <a:r>
              <a:rPr lang="en-US" altLang="ko-KR" sz="1000" b="1"/>
              <a:t>+</a:t>
            </a:r>
            <a:r>
              <a:rPr lang="ko-KR" altLang="en-US" sz="1000" b="1"/>
              <a:t>리모컨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1ECC3045-E4C0-6D26-0D05-4D641D9FAD29}"/>
              </a:ext>
            </a:extLst>
          </p:cNvPr>
          <p:cNvSpPr txBox="1"/>
          <p:nvPr/>
        </p:nvSpPr>
        <p:spPr>
          <a:xfrm>
            <a:off x="112365" y="770606"/>
            <a:ext cx="3264447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800">
                <a:solidFill>
                  <a:srgbClr val="FF0000"/>
                </a:solidFill>
              </a:rPr>
              <a:t>**</a:t>
            </a:r>
            <a:r>
              <a:rPr lang="ko-KR" altLang="en-US" sz="800">
                <a:solidFill>
                  <a:srgbClr val="FF0000"/>
                </a:solidFill>
              </a:rPr>
              <a:t>스위치 연결을 위해 별도의 </a:t>
            </a:r>
            <a:r>
              <a:rPr lang="ko-KR" altLang="en-US" sz="800" err="1">
                <a:solidFill>
                  <a:srgbClr val="FF0000"/>
                </a:solidFill>
              </a:rPr>
              <a:t>타공이</a:t>
            </a:r>
            <a:r>
              <a:rPr lang="ko-KR" altLang="en-US" sz="800">
                <a:solidFill>
                  <a:srgbClr val="FF0000"/>
                </a:solidFill>
              </a:rPr>
              <a:t> 필요할 수 </a:t>
            </a:r>
            <a:endParaRPr lang="en-US" altLang="ko-KR" sz="800">
              <a:solidFill>
                <a:srgbClr val="FF0000"/>
              </a:solidFill>
            </a:endParaRPr>
          </a:p>
          <a:p>
            <a:r>
              <a:rPr lang="ko-KR" altLang="en-US" sz="800">
                <a:solidFill>
                  <a:srgbClr val="FF0000"/>
                </a:solidFill>
              </a:rPr>
              <a:t>있으며</a:t>
            </a:r>
            <a:r>
              <a:rPr lang="en-US" altLang="ko-KR" sz="800">
                <a:solidFill>
                  <a:srgbClr val="FF0000"/>
                </a:solidFill>
              </a:rPr>
              <a:t> </a:t>
            </a:r>
            <a:r>
              <a:rPr lang="ko-KR" altLang="en-US" sz="800">
                <a:solidFill>
                  <a:srgbClr val="FF0000"/>
                </a:solidFill>
              </a:rPr>
              <a:t>공스피커로 마감 될 수도 있음</a:t>
            </a:r>
            <a:endParaRPr lang="en-US" altLang="ko-KR" sz="800">
              <a:solidFill>
                <a:srgbClr val="FF0000"/>
              </a:solidFill>
            </a:endParaRPr>
          </a:p>
        </p:txBody>
      </p:sp>
      <p:sp>
        <p:nvSpPr>
          <p:cNvPr id="15" name="별: 꼭짓점 4개 14">
            <a:extLst>
              <a:ext uri="{FF2B5EF4-FFF2-40B4-BE49-F238E27FC236}">
                <a16:creationId xmlns:a16="http://schemas.microsoft.com/office/drawing/2014/main" id="{05B7265B-EBDB-54AB-C97B-567518ED17D1}"/>
              </a:ext>
            </a:extLst>
          </p:cNvPr>
          <p:cNvSpPr/>
          <p:nvPr/>
        </p:nvSpPr>
        <p:spPr>
          <a:xfrm>
            <a:off x="6980395" y="4657571"/>
            <a:ext cx="557315" cy="559233"/>
          </a:xfrm>
          <a:prstGeom prst="star4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2645">
              <a:solidFill>
                <a:schemeClr val="tx1"/>
              </a:solidFill>
            </a:endParaRPr>
          </a:p>
        </p:txBody>
      </p:sp>
      <p:grpSp>
        <p:nvGrpSpPr>
          <p:cNvPr id="16" name="그룹 15">
            <a:extLst>
              <a:ext uri="{FF2B5EF4-FFF2-40B4-BE49-F238E27FC236}">
                <a16:creationId xmlns:a16="http://schemas.microsoft.com/office/drawing/2014/main" id="{DD03C13D-9BA6-4C14-11C4-A52C5022E5E8}"/>
              </a:ext>
            </a:extLst>
          </p:cNvPr>
          <p:cNvGrpSpPr/>
          <p:nvPr/>
        </p:nvGrpSpPr>
        <p:grpSpPr>
          <a:xfrm>
            <a:off x="10069750" y="4398096"/>
            <a:ext cx="98814" cy="650518"/>
            <a:chOff x="4737834" y="4900127"/>
            <a:chExt cx="98814" cy="650518"/>
          </a:xfrm>
          <a:solidFill>
            <a:srgbClr val="00B0F0"/>
          </a:solidFill>
        </p:grpSpPr>
        <p:sp>
          <p:nvSpPr>
            <p:cNvPr id="17" name="타원 16">
              <a:extLst>
                <a:ext uri="{FF2B5EF4-FFF2-40B4-BE49-F238E27FC236}">
                  <a16:creationId xmlns:a16="http://schemas.microsoft.com/office/drawing/2014/main" id="{45586332-CBF2-627B-23CF-60BBFC5CBBF1}"/>
                </a:ext>
              </a:extLst>
            </p:cNvPr>
            <p:cNvSpPr/>
            <p:nvPr/>
          </p:nvSpPr>
          <p:spPr>
            <a:xfrm>
              <a:off x="4737834" y="4900127"/>
              <a:ext cx="98385" cy="98385"/>
            </a:xfrm>
            <a:prstGeom prst="ellipse">
              <a:avLst/>
            </a:prstGeom>
            <a:grpFill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>
                <a:solidFill>
                  <a:schemeClr val="tx1"/>
                </a:solidFill>
              </a:endParaRPr>
            </a:p>
          </p:txBody>
        </p:sp>
        <p:sp>
          <p:nvSpPr>
            <p:cNvPr id="18" name="타원 17">
              <a:extLst>
                <a:ext uri="{FF2B5EF4-FFF2-40B4-BE49-F238E27FC236}">
                  <a16:creationId xmlns:a16="http://schemas.microsoft.com/office/drawing/2014/main" id="{FC78AE2C-8DB6-387D-1FA9-F6E4F4C99188}"/>
                </a:ext>
              </a:extLst>
            </p:cNvPr>
            <p:cNvSpPr/>
            <p:nvPr/>
          </p:nvSpPr>
          <p:spPr>
            <a:xfrm>
              <a:off x="4738263" y="5452260"/>
              <a:ext cx="98385" cy="98385"/>
            </a:xfrm>
            <a:prstGeom prst="ellipse">
              <a:avLst/>
            </a:prstGeom>
            <a:grpFill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>
                <a:solidFill>
                  <a:schemeClr val="tx1"/>
                </a:solidFill>
              </a:endParaRPr>
            </a:p>
          </p:txBody>
        </p:sp>
      </p:grpSp>
      <p:grpSp>
        <p:nvGrpSpPr>
          <p:cNvPr id="19" name="그룹 18">
            <a:extLst>
              <a:ext uri="{FF2B5EF4-FFF2-40B4-BE49-F238E27FC236}">
                <a16:creationId xmlns:a16="http://schemas.microsoft.com/office/drawing/2014/main" id="{D5CC6BEF-6BE6-8D2E-875C-0800F4F33DD8}"/>
              </a:ext>
            </a:extLst>
          </p:cNvPr>
          <p:cNvGrpSpPr/>
          <p:nvPr/>
        </p:nvGrpSpPr>
        <p:grpSpPr>
          <a:xfrm>
            <a:off x="3518881" y="2931254"/>
            <a:ext cx="444200" cy="497746"/>
            <a:chOff x="9191246" y="3797098"/>
            <a:chExt cx="444200" cy="497746"/>
          </a:xfrm>
          <a:solidFill>
            <a:srgbClr val="CC0000"/>
          </a:solidFill>
        </p:grpSpPr>
        <p:grpSp>
          <p:nvGrpSpPr>
            <p:cNvPr id="20" name="그룹 19">
              <a:extLst>
                <a:ext uri="{FF2B5EF4-FFF2-40B4-BE49-F238E27FC236}">
                  <a16:creationId xmlns:a16="http://schemas.microsoft.com/office/drawing/2014/main" id="{1ABD2169-2723-2F8C-FFC9-76032D714CB5}"/>
                </a:ext>
              </a:extLst>
            </p:cNvPr>
            <p:cNvGrpSpPr/>
            <p:nvPr/>
          </p:nvGrpSpPr>
          <p:grpSpPr>
            <a:xfrm>
              <a:off x="9536632" y="3799905"/>
              <a:ext cx="98814" cy="494939"/>
              <a:chOff x="4650521" y="4900127"/>
              <a:chExt cx="98814" cy="494939"/>
            </a:xfrm>
            <a:grpFill/>
            <a:effectLst>
              <a:glow rad="127000">
                <a:srgbClr val="FFFF00">
                  <a:alpha val="31000"/>
                </a:srgbClr>
              </a:glow>
            </a:effectLst>
          </p:grpSpPr>
          <p:sp>
            <p:nvSpPr>
              <p:cNvPr id="25" name="타원 24">
                <a:extLst>
                  <a:ext uri="{FF2B5EF4-FFF2-40B4-BE49-F238E27FC236}">
                    <a16:creationId xmlns:a16="http://schemas.microsoft.com/office/drawing/2014/main" id="{DA9747B6-D6B5-9FCB-9676-4F8FCE17B6B0}"/>
                  </a:ext>
                </a:extLst>
              </p:cNvPr>
              <p:cNvSpPr/>
              <p:nvPr/>
            </p:nvSpPr>
            <p:spPr>
              <a:xfrm>
                <a:off x="4650521" y="4900127"/>
                <a:ext cx="98385" cy="98385"/>
              </a:xfrm>
              <a:prstGeom prst="ellipse">
                <a:avLst/>
              </a:prstGeom>
              <a:grpFill/>
              <a:ln w="9525">
                <a:solidFill>
                  <a:srgbClr val="FFFF00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>
                  <a:solidFill>
                    <a:schemeClr val="tx1"/>
                  </a:solidFill>
                </a:endParaRPr>
              </a:p>
            </p:txBody>
          </p:sp>
          <p:sp>
            <p:nvSpPr>
              <p:cNvPr id="26" name="타원 25">
                <a:extLst>
                  <a:ext uri="{FF2B5EF4-FFF2-40B4-BE49-F238E27FC236}">
                    <a16:creationId xmlns:a16="http://schemas.microsoft.com/office/drawing/2014/main" id="{495BBF8E-E84E-837D-10BA-C51315258888}"/>
                  </a:ext>
                </a:extLst>
              </p:cNvPr>
              <p:cNvSpPr/>
              <p:nvPr/>
            </p:nvSpPr>
            <p:spPr>
              <a:xfrm>
                <a:off x="4650950" y="5296681"/>
                <a:ext cx="98385" cy="98385"/>
              </a:xfrm>
              <a:prstGeom prst="ellipse">
                <a:avLst/>
              </a:prstGeom>
              <a:grpFill/>
              <a:ln w="9525">
                <a:solidFill>
                  <a:srgbClr val="FFFF00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>
                  <a:solidFill>
                    <a:schemeClr val="tx1"/>
                  </a:solidFill>
                </a:endParaRPr>
              </a:p>
            </p:txBody>
          </p:sp>
        </p:grpSp>
        <p:sp>
          <p:nvSpPr>
            <p:cNvPr id="21" name="별: 꼭짓점 7개 20">
              <a:extLst>
                <a:ext uri="{FF2B5EF4-FFF2-40B4-BE49-F238E27FC236}">
                  <a16:creationId xmlns:a16="http://schemas.microsoft.com/office/drawing/2014/main" id="{58C1C254-20E7-517B-D2DD-8AB4E6B06342}"/>
                </a:ext>
              </a:extLst>
            </p:cNvPr>
            <p:cNvSpPr/>
            <p:nvPr/>
          </p:nvSpPr>
          <p:spPr>
            <a:xfrm rot="5400000">
              <a:off x="9291865" y="3924297"/>
              <a:ext cx="244351" cy="235659"/>
            </a:xfrm>
            <a:prstGeom prst="star7">
              <a:avLst/>
            </a:prstGeom>
            <a:grpFill/>
            <a:ln>
              <a:solidFill>
                <a:srgbClr val="FFFF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sz="1286" b="1">
                <a:ln w="22225">
                  <a:solidFill>
                    <a:srgbClr val="FFFF00"/>
                  </a:solidFill>
                  <a:prstDash val="solid"/>
                </a:ln>
                <a:solidFill>
                  <a:srgbClr val="C00000"/>
                </a:solidFill>
                <a:effectLst>
                  <a:glow rad="63500">
                    <a:schemeClr val="accent2">
                      <a:satMod val="175000"/>
                      <a:alpha val="40000"/>
                    </a:schemeClr>
                  </a:glow>
                </a:effectLst>
              </a:endParaRPr>
            </a:p>
          </p:txBody>
        </p:sp>
        <p:grpSp>
          <p:nvGrpSpPr>
            <p:cNvPr id="22" name="그룹 21">
              <a:extLst>
                <a:ext uri="{FF2B5EF4-FFF2-40B4-BE49-F238E27FC236}">
                  <a16:creationId xmlns:a16="http://schemas.microsoft.com/office/drawing/2014/main" id="{54A0E47E-848F-1A95-D7FC-31A04671659E}"/>
                </a:ext>
              </a:extLst>
            </p:cNvPr>
            <p:cNvGrpSpPr/>
            <p:nvPr/>
          </p:nvGrpSpPr>
          <p:grpSpPr>
            <a:xfrm>
              <a:off x="9191246" y="3797098"/>
              <a:ext cx="98814" cy="494939"/>
              <a:chOff x="4737834" y="4900127"/>
              <a:chExt cx="98814" cy="494939"/>
            </a:xfrm>
            <a:grpFill/>
            <a:effectLst>
              <a:glow rad="127000">
                <a:srgbClr val="FFFF00">
                  <a:alpha val="31000"/>
                </a:srgbClr>
              </a:glow>
            </a:effectLst>
          </p:grpSpPr>
          <p:sp>
            <p:nvSpPr>
              <p:cNvPr id="23" name="타원 22">
                <a:extLst>
                  <a:ext uri="{FF2B5EF4-FFF2-40B4-BE49-F238E27FC236}">
                    <a16:creationId xmlns:a16="http://schemas.microsoft.com/office/drawing/2014/main" id="{D811B4A8-E951-7A8F-BB6C-08ED37F53CF0}"/>
                  </a:ext>
                </a:extLst>
              </p:cNvPr>
              <p:cNvSpPr/>
              <p:nvPr/>
            </p:nvSpPr>
            <p:spPr>
              <a:xfrm>
                <a:off x="4737834" y="4900127"/>
                <a:ext cx="98385" cy="98385"/>
              </a:xfrm>
              <a:prstGeom prst="ellipse">
                <a:avLst/>
              </a:prstGeom>
              <a:grpFill/>
              <a:ln w="9525">
                <a:solidFill>
                  <a:srgbClr val="FFFF00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>
                  <a:solidFill>
                    <a:schemeClr val="tx1"/>
                  </a:solidFill>
                </a:endParaRPr>
              </a:p>
            </p:txBody>
          </p:sp>
          <p:sp>
            <p:nvSpPr>
              <p:cNvPr id="24" name="타원 23">
                <a:extLst>
                  <a:ext uri="{FF2B5EF4-FFF2-40B4-BE49-F238E27FC236}">
                    <a16:creationId xmlns:a16="http://schemas.microsoft.com/office/drawing/2014/main" id="{F4FDC271-1778-3400-C027-6B2E4CD86349}"/>
                  </a:ext>
                </a:extLst>
              </p:cNvPr>
              <p:cNvSpPr/>
              <p:nvPr/>
            </p:nvSpPr>
            <p:spPr>
              <a:xfrm>
                <a:off x="4738263" y="5296681"/>
                <a:ext cx="98385" cy="98385"/>
              </a:xfrm>
              <a:prstGeom prst="ellipse">
                <a:avLst/>
              </a:prstGeom>
              <a:grpFill/>
              <a:ln w="9525">
                <a:solidFill>
                  <a:srgbClr val="FFFF00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>
                  <a:solidFill>
                    <a:schemeClr val="tx1"/>
                  </a:solidFill>
                </a:endParaRPr>
              </a:p>
            </p:txBody>
          </p:sp>
        </p:grpSp>
      </p:grpSp>
      <p:grpSp>
        <p:nvGrpSpPr>
          <p:cNvPr id="28" name="그룹 27">
            <a:extLst>
              <a:ext uri="{FF2B5EF4-FFF2-40B4-BE49-F238E27FC236}">
                <a16:creationId xmlns:a16="http://schemas.microsoft.com/office/drawing/2014/main" id="{AD754875-856D-3AE0-153D-DE6644225E83}"/>
              </a:ext>
            </a:extLst>
          </p:cNvPr>
          <p:cNvGrpSpPr/>
          <p:nvPr/>
        </p:nvGrpSpPr>
        <p:grpSpPr>
          <a:xfrm rot="5400000">
            <a:off x="3741901" y="3778064"/>
            <a:ext cx="99451" cy="545492"/>
            <a:chOff x="5324822" y="4538198"/>
            <a:chExt cx="99451" cy="545492"/>
          </a:xfrm>
        </p:grpSpPr>
        <p:sp>
          <p:nvSpPr>
            <p:cNvPr id="29" name="타원 28">
              <a:extLst>
                <a:ext uri="{FF2B5EF4-FFF2-40B4-BE49-F238E27FC236}">
                  <a16:creationId xmlns:a16="http://schemas.microsoft.com/office/drawing/2014/main" id="{671CA95E-B99E-0D88-C005-58D414DF342C}"/>
                </a:ext>
              </a:extLst>
            </p:cNvPr>
            <p:cNvSpPr/>
            <p:nvPr/>
          </p:nvSpPr>
          <p:spPr>
            <a:xfrm>
              <a:off x="5325888" y="4538198"/>
              <a:ext cx="98385" cy="98385"/>
            </a:xfrm>
            <a:prstGeom prst="ellipse">
              <a:avLst/>
            </a:prstGeom>
            <a:solidFill>
              <a:srgbClr val="FF0000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>
                <a:solidFill>
                  <a:schemeClr val="tx1"/>
                </a:solidFill>
              </a:endParaRPr>
            </a:p>
          </p:txBody>
        </p:sp>
        <p:sp>
          <p:nvSpPr>
            <p:cNvPr id="30" name="타원 29">
              <a:extLst>
                <a:ext uri="{FF2B5EF4-FFF2-40B4-BE49-F238E27FC236}">
                  <a16:creationId xmlns:a16="http://schemas.microsoft.com/office/drawing/2014/main" id="{C352B39E-F291-934C-C927-D4348CD692C8}"/>
                </a:ext>
              </a:extLst>
            </p:cNvPr>
            <p:cNvSpPr/>
            <p:nvPr/>
          </p:nvSpPr>
          <p:spPr>
            <a:xfrm>
              <a:off x="5324822" y="4985305"/>
              <a:ext cx="98385" cy="98385"/>
            </a:xfrm>
            <a:prstGeom prst="ellipse">
              <a:avLst/>
            </a:prstGeom>
            <a:solidFill>
              <a:srgbClr val="FF0000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>
                <a:solidFill>
                  <a:schemeClr val="tx1"/>
                </a:solidFill>
              </a:endParaRPr>
            </a:p>
          </p:txBody>
        </p:sp>
      </p:grpSp>
      <p:sp>
        <p:nvSpPr>
          <p:cNvPr id="31" name="직사각형 30">
            <a:extLst>
              <a:ext uri="{FF2B5EF4-FFF2-40B4-BE49-F238E27FC236}">
                <a16:creationId xmlns:a16="http://schemas.microsoft.com/office/drawing/2014/main" id="{8A6C16DC-D76F-0444-441B-3E4C7C05BFBD}"/>
              </a:ext>
            </a:extLst>
          </p:cNvPr>
          <p:cNvSpPr/>
          <p:nvPr/>
        </p:nvSpPr>
        <p:spPr>
          <a:xfrm flipV="1">
            <a:off x="4071013" y="2742763"/>
            <a:ext cx="98385" cy="841017"/>
          </a:xfrm>
          <a:prstGeom prst="rect">
            <a:avLst/>
          </a:prstGeom>
          <a:solidFill>
            <a:srgbClr val="FFFF0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>
              <a:solidFill>
                <a:schemeClr val="tx1"/>
              </a:solidFill>
            </a:endParaRPr>
          </a:p>
        </p:txBody>
      </p:sp>
      <p:sp>
        <p:nvSpPr>
          <p:cNvPr id="32" name="TextBox 31">
            <a:extLst>
              <a:ext uri="{FF2B5EF4-FFF2-40B4-BE49-F238E27FC236}">
                <a16:creationId xmlns:a16="http://schemas.microsoft.com/office/drawing/2014/main" id="{2448E576-36A5-367E-01BE-0BC87709BB05}"/>
              </a:ext>
            </a:extLst>
          </p:cNvPr>
          <p:cNvSpPr txBox="1"/>
          <p:nvPr/>
        </p:nvSpPr>
        <p:spPr>
          <a:xfrm>
            <a:off x="7384707" y="6408846"/>
            <a:ext cx="2444900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sz="1000">
                <a:highlight>
                  <a:srgbClr val="FFFF00"/>
                </a:highlight>
              </a:rPr>
              <a:t>우물은 두가지 </a:t>
            </a:r>
            <a:r>
              <a:rPr lang="ko-KR" altLang="en-US" sz="1000" err="1">
                <a:highlight>
                  <a:srgbClr val="FFFF00"/>
                </a:highlight>
              </a:rPr>
              <a:t>타입중</a:t>
            </a:r>
            <a:r>
              <a:rPr lang="ko-KR" altLang="en-US" sz="1000">
                <a:highlight>
                  <a:srgbClr val="FFFF00"/>
                </a:highlight>
              </a:rPr>
              <a:t> 선택 가능합니다</a:t>
            </a:r>
            <a:r>
              <a:rPr lang="en-US" altLang="ko-KR" sz="1000">
                <a:highlight>
                  <a:srgbClr val="FFFF00"/>
                </a:highlight>
              </a:rPr>
              <a:t>.</a:t>
            </a:r>
          </a:p>
          <a:p>
            <a:r>
              <a:rPr lang="ko-KR" altLang="en-US" sz="1000">
                <a:highlight>
                  <a:srgbClr val="FFFF00"/>
                </a:highlight>
              </a:rPr>
              <a:t>라운드우물은 추가금액 발생 됩니다</a:t>
            </a:r>
            <a:r>
              <a:rPr lang="en-US" altLang="ko-KR" sz="1000">
                <a:highlight>
                  <a:srgbClr val="FFFF00"/>
                </a:highlight>
              </a:rPr>
              <a:t>. </a:t>
            </a:r>
            <a:endParaRPr lang="ko-KR" altLang="en-US" sz="1000">
              <a:highlight>
                <a:srgbClr val="FFFF00"/>
              </a:highlight>
            </a:endParaRPr>
          </a:p>
        </p:txBody>
      </p:sp>
      <p:cxnSp>
        <p:nvCxnSpPr>
          <p:cNvPr id="33" name="직선 화살표 연결선 32">
            <a:extLst>
              <a:ext uri="{FF2B5EF4-FFF2-40B4-BE49-F238E27FC236}">
                <a16:creationId xmlns:a16="http://schemas.microsoft.com/office/drawing/2014/main" id="{8DA46F28-D2F7-F0D6-5600-52937EF3C711}"/>
              </a:ext>
            </a:extLst>
          </p:cNvPr>
          <p:cNvCxnSpPr>
            <a:cxnSpLocks/>
          </p:cNvCxnSpPr>
          <p:nvPr/>
        </p:nvCxnSpPr>
        <p:spPr>
          <a:xfrm flipV="1">
            <a:off x="7532845" y="5494214"/>
            <a:ext cx="4865" cy="944101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4" name="TextBox 33">
            <a:extLst>
              <a:ext uri="{FF2B5EF4-FFF2-40B4-BE49-F238E27FC236}">
                <a16:creationId xmlns:a16="http://schemas.microsoft.com/office/drawing/2014/main" id="{F8791251-2920-A60A-6F86-3EFC22B9F700}"/>
              </a:ext>
            </a:extLst>
          </p:cNvPr>
          <p:cNvSpPr txBox="1"/>
          <p:nvPr/>
        </p:nvSpPr>
        <p:spPr>
          <a:xfrm>
            <a:off x="5282315" y="6254958"/>
            <a:ext cx="2229372" cy="55399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1000" b="1" err="1">
                <a:highlight>
                  <a:srgbClr val="FFFF00"/>
                </a:highlight>
              </a:rPr>
              <a:t>실링팬</a:t>
            </a:r>
            <a:r>
              <a:rPr lang="ko-KR" altLang="en-US" sz="1000" b="1">
                <a:highlight>
                  <a:srgbClr val="FFFF00"/>
                </a:highlight>
              </a:rPr>
              <a:t> </a:t>
            </a:r>
            <a:r>
              <a:rPr lang="ko-KR" altLang="en-US" sz="1000" b="1" err="1">
                <a:highlight>
                  <a:srgbClr val="FFFF00"/>
                </a:highlight>
              </a:rPr>
              <a:t>루씨에어</a:t>
            </a:r>
            <a:endParaRPr lang="en-US" altLang="ko-KR" sz="1000" b="1">
              <a:highlight>
                <a:srgbClr val="FFFF00"/>
              </a:highlight>
            </a:endParaRPr>
          </a:p>
          <a:p>
            <a:r>
              <a:rPr lang="ko-KR" altLang="en-US" sz="1000" b="1">
                <a:highlight>
                  <a:srgbClr val="FFFF00"/>
                </a:highlight>
              </a:rPr>
              <a:t>설치</a:t>
            </a:r>
            <a:r>
              <a:rPr lang="en-US" altLang="ko-KR" sz="1000" b="1">
                <a:highlight>
                  <a:srgbClr val="FFFF00"/>
                </a:highlight>
              </a:rPr>
              <a:t>+</a:t>
            </a:r>
            <a:r>
              <a:rPr lang="ko-KR" altLang="en-US" sz="1000" b="1">
                <a:highlight>
                  <a:srgbClr val="FFFF00"/>
                </a:highlight>
              </a:rPr>
              <a:t>보강</a:t>
            </a:r>
            <a:r>
              <a:rPr lang="en-US" altLang="ko-KR" sz="1000" b="1">
                <a:highlight>
                  <a:srgbClr val="FFFF00"/>
                </a:highlight>
              </a:rPr>
              <a:t>+</a:t>
            </a:r>
            <a:r>
              <a:rPr lang="ko-KR" altLang="en-US" sz="1000" b="1">
                <a:highlight>
                  <a:srgbClr val="FFFF00"/>
                </a:highlight>
              </a:rPr>
              <a:t>우물 천장 안 실크 도배</a:t>
            </a:r>
            <a:br>
              <a:rPr lang="en-US" altLang="ko-KR" sz="1000" b="1">
                <a:highlight>
                  <a:srgbClr val="FFFF00"/>
                </a:highlight>
              </a:rPr>
            </a:br>
            <a:r>
              <a:rPr lang="ko-KR" altLang="en-US" sz="1000" b="1">
                <a:highlight>
                  <a:srgbClr val="FFFF00"/>
                </a:highlight>
              </a:rPr>
              <a:t>우물조명 </a:t>
            </a:r>
            <a:r>
              <a:rPr lang="en-US" altLang="ko-KR" sz="1000" b="1">
                <a:highlight>
                  <a:srgbClr val="FFFF00"/>
                </a:highlight>
              </a:rPr>
              <a:t>2</a:t>
            </a:r>
            <a:r>
              <a:rPr lang="ko-KR" altLang="en-US" sz="1000" b="1">
                <a:highlight>
                  <a:srgbClr val="FFFF00"/>
                </a:highlight>
              </a:rPr>
              <a:t>줄 </a:t>
            </a:r>
            <a:r>
              <a:rPr lang="ko-KR" altLang="en-US" sz="1000" b="1" err="1">
                <a:highlight>
                  <a:srgbClr val="FFFF00"/>
                </a:highlight>
              </a:rPr>
              <a:t>전구색</a:t>
            </a:r>
            <a:r>
              <a:rPr lang="en-US" altLang="ko-KR" sz="1000" b="1">
                <a:highlight>
                  <a:srgbClr val="FFFF00"/>
                </a:highlight>
              </a:rPr>
              <a:t>+</a:t>
            </a:r>
            <a:r>
              <a:rPr lang="ko-KR" altLang="en-US" sz="1000" b="1" err="1">
                <a:highlight>
                  <a:srgbClr val="FFFF00"/>
                </a:highlight>
              </a:rPr>
              <a:t>주백색</a:t>
            </a:r>
            <a:endParaRPr lang="en-US" altLang="ko-KR" sz="1000" b="1">
              <a:highlight>
                <a:srgbClr val="FFFF00"/>
              </a:highlight>
            </a:endParaRPr>
          </a:p>
        </p:txBody>
      </p:sp>
      <p:sp>
        <p:nvSpPr>
          <p:cNvPr id="35" name="TextBox 13">
            <a:extLst>
              <a:ext uri="{FF2B5EF4-FFF2-40B4-BE49-F238E27FC236}">
                <a16:creationId xmlns:a16="http://schemas.microsoft.com/office/drawing/2014/main" id="{01E56FAF-9E58-011E-BCCE-32CADBDB4153}"/>
              </a:ext>
            </a:extLst>
          </p:cNvPr>
          <p:cNvSpPr txBox="1"/>
          <p:nvPr/>
        </p:nvSpPr>
        <p:spPr>
          <a:xfrm>
            <a:off x="142074" y="1128948"/>
            <a:ext cx="1489510" cy="461665"/>
          </a:xfrm>
          <a:prstGeom prst="rect">
            <a:avLst/>
          </a:prstGeom>
          <a:solidFill>
            <a:schemeClr val="accent6">
              <a:lumMod val="20000"/>
              <a:lumOff val="80000"/>
            </a:schemeClr>
          </a:solidFill>
        </p:spPr>
        <p:txBody>
          <a:bodyPr wrap="none" rtlCol="0">
            <a:spAutoFit/>
          </a:bodyPr>
          <a:lstStyle>
            <a:defPPr>
              <a:defRPr lang="ko-KR"/>
            </a:defPPr>
            <a:lvl1pPr marL="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ko-KR" altLang="en-US" sz="800" b="1"/>
              <a:t>욕실 </a:t>
            </a:r>
            <a:r>
              <a:rPr lang="ko-KR" altLang="en-US" sz="800" b="1" err="1"/>
              <a:t>휴젠트여부에</a:t>
            </a:r>
            <a:r>
              <a:rPr lang="ko-KR" altLang="en-US" sz="800" b="1"/>
              <a:t> 대하여</a:t>
            </a:r>
            <a:endParaRPr lang="en-US" altLang="ko-KR" sz="800" b="1"/>
          </a:p>
          <a:p>
            <a:r>
              <a:rPr lang="ko-KR" altLang="en-US" sz="800" b="1"/>
              <a:t>기사분이 현장에서 파악하여</a:t>
            </a:r>
            <a:endParaRPr lang="en-US" altLang="ko-KR" sz="800" b="1"/>
          </a:p>
          <a:p>
            <a:r>
              <a:rPr lang="ko-KR" altLang="en-US" sz="800" b="1"/>
              <a:t>센서위치를 적용해드립니다</a:t>
            </a:r>
            <a:r>
              <a:rPr lang="en-US" altLang="ko-KR" sz="800" b="1"/>
              <a:t>.</a:t>
            </a:r>
            <a:endParaRPr lang="ko-KR" altLang="en-US" sz="800" b="1"/>
          </a:p>
        </p:txBody>
      </p:sp>
      <p:grpSp>
        <p:nvGrpSpPr>
          <p:cNvPr id="36" name="그룹 35">
            <a:extLst>
              <a:ext uri="{FF2B5EF4-FFF2-40B4-BE49-F238E27FC236}">
                <a16:creationId xmlns:a16="http://schemas.microsoft.com/office/drawing/2014/main" id="{436A5286-BC62-CAEC-6ED7-7D7866AC5712}"/>
              </a:ext>
            </a:extLst>
          </p:cNvPr>
          <p:cNvGrpSpPr/>
          <p:nvPr/>
        </p:nvGrpSpPr>
        <p:grpSpPr>
          <a:xfrm>
            <a:off x="166864" y="137559"/>
            <a:ext cx="2166761" cy="738664"/>
            <a:chOff x="209306" y="114311"/>
            <a:chExt cx="2166761" cy="742666"/>
          </a:xfrm>
        </p:grpSpPr>
        <p:sp>
          <p:nvSpPr>
            <p:cNvPr id="37" name="타원 36">
              <a:extLst>
                <a:ext uri="{FF2B5EF4-FFF2-40B4-BE49-F238E27FC236}">
                  <a16:creationId xmlns:a16="http://schemas.microsoft.com/office/drawing/2014/main" id="{B7170966-BBDE-8934-CCF0-2348D27E7CFE}"/>
                </a:ext>
              </a:extLst>
            </p:cNvPr>
            <p:cNvSpPr/>
            <p:nvPr/>
          </p:nvSpPr>
          <p:spPr>
            <a:xfrm>
              <a:off x="209307" y="168341"/>
              <a:ext cx="98385" cy="98385"/>
            </a:xfrm>
            <a:prstGeom prst="ellipse">
              <a:avLst/>
            </a:prstGeom>
            <a:solidFill>
              <a:srgbClr val="FF0000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ko-KR"/>
              </a:defPPr>
              <a:lvl1pPr marL="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ko-KR" altLang="en-US">
                <a:solidFill>
                  <a:schemeClr val="tx1"/>
                </a:solidFill>
              </a:endParaRPr>
            </a:p>
          </p:txBody>
        </p:sp>
        <p:sp>
          <p:nvSpPr>
            <p:cNvPr id="38" name="타원 37">
              <a:extLst>
                <a:ext uri="{FF2B5EF4-FFF2-40B4-BE49-F238E27FC236}">
                  <a16:creationId xmlns:a16="http://schemas.microsoft.com/office/drawing/2014/main" id="{04313E6B-FFC6-78F8-1E53-8297ED2C7C55}"/>
                </a:ext>
              </a:extLst>
            </p:cNvPr>
            <p:cNvSpPr/>
            <p:nvPr/>
          </p:nvSpPr>
          <p:spPr>
            <a:xfrm>
              <a:off x="209307" y="347436"/>
              <a:ext cx="98385" cy="98385"/>
            </a:xfrm>
            <a:prstGeom prst="ellipse">
              <a:avLst/>
            </a:prstGeom>
            <a:solidFill>
              <a:srgbClr val="FFFF00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ko-KR"/>
              </a:defPPr>
              <a:lvl1pPr marL="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ko-KR" altLang="en-US">
                <a:solidFill>
                  <a:schemeClr val="tx1"/>
                </a:solidFill>
              </a:endParaRPr>
            </a:p>
          </p:txBody>
        </p:sp>
        <p:sp>
          <p:nvSpPr>
            <p:cNvPr id="39" name="타원 38">
              <a:extLst>
                <a:ext uri="{FF2B5EF4-FFF2-40B4-BE49-F238E27FC236}">
                  <a16:creationId xmlns:a16="http://schemas.microsoft.com/office/drawing/2014/main" id="{A0AA775F-1597-F20A-FB4C-146589625C05}"/>
                </a:ext>
              </a:extLst>
            </p:cNvPr>
            <p:cNvSpPr/>
            <p:nvPr/>
          </p:nvSpPr>
          <p:spPr>
            <a:xfrm>
              <a:off x="209306" y="573831"/>
              <a:ext cx="98385" cy="98385"/>
            </a:xfrm>
            <a:prstGeom prst="ellipse">
              <a:avLst/>
            </a:prstGeom>
            <a:solidFill>
              <a:srgbClr val="FFC000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ko-KR"/>
              </a:defPPr>
              <a:lvl1pPr marL="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ko-KR" altLang="en-US">
                <a:solidFill>
                  <a:schemeClr val="tx1"/>
                </a:solidFill>
              </a:endParaRPr>
            </a:p>
          </p:txBody>
        </p:sp>
        <p:sp>
          <p:nvSpPr>
            <p:cNvPr id="40" name="TextBox 11">
              <a:extLst>
                <a:ext uri="{FF2B5EF4-FFF2-40B4-BE49-F238E27FC236}">
                  <a16:creationId xmlns:a16="http://schemas.microsoft.com/office/drawing/2014/main" id="{FD847F64-AE0D-14E2-20F2-A6002ED3253C}"/>
                </a:ext>
              </a:extLst>
            </p:cNvPr>
            <p:cNvSpPr txBox="1"/>
            <p:nvPr/>
          </p:nvSpPr>
          <p:spPr>
            <a:xfrm>
              <a:off x="318304" y="114311"/>
              <a:ext cx="2057763" cy="742666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>
              <a:defPPr>
                <a:defRPr lang="ko-KR"/>
              </a:defPPr>
              <a:lvl1pPr marL="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r>
                <a:rPr lang="ko-KR" altLang="en-US" sz="700"/>
                <a:t>간접조명 </a:t>
              </a:r>
              <a:r>
                <a:rPr lang="en-US" altLang="ko-KR" sz="700"/>
                <a:t>A SET</a:t>
              </a:r>
            </a:p>
            <a:p>
              <a:endParaRPr lang="en-US" altLang="ko-KR" sz="700"/>
            </a:p>
            <a:p>
              <a:r>
                <a:rPr lang="ko-KR" altLang="en-US" sz="700"/>
                <a:t>간접조명 센서 </a:t>
              </a:r>
              <a:r>
                <a:rPr lang="en-US" altLang="ko-KR" sz="700"/>
                <a:t>SET</a:t>
              </a:r>
            </a:p>
            <a:p>
              <a:endParaRPr lang="en-US" altLang="ko-KR" sz="700"/>
            </a:p>
            <a:p>
              <a:r>
                <a:rPr lang="ko-KR" altLang="en-US" sz="700"/>
                <a:t>우물천장간접조명 및 커튼박수 추가</a:t>
              </a:r>
              <a:r>
                <a:rPr lang="en-US" altLang="ko-KR" sz="700"/>
                <a:t>(</a:t>
              </a:r>
              <a:r>
                <a:rPr lang="ko-KR" altLang="en-US" sz="700"/>
                <a:t>별도 추가</a:t>
              </a:r>
              <a:r>
                <a:rPr lang="en-US" altLang="ko-KR" sz="700"/>
                <a:t>)</a:t>
              </a:r>
            </a:p>
            <a:p>
              <a:endParaRPr lang="en-US" altLang="ko-KR" sz="700"/>
            </a:p>
          </p:txBody>
        </p:sp>
      </p:grpSp>
      <p:sp>
        <p:nvSpPr>
          <p:cNvPr id="41" name="직사각형 40">
            <a:extLst>
              <a:ext uri="{FF2B5EF4-FFF2-40B4-BE49-F238E27FC236}">
                <a16:creationId xmlns:a16="http://schemas.microsoft.com/office/drawing/2014/main" id="{C5C9E77A-DEAE-9D47-483B-FF09F04B4174}"/>
              </a:ext>
            </a:extLst>
          </p:cNvPr>
          <p:cNvSpPr/>
          <p:nvPr/>
        </p:nvSpPr>
        <p:spPr>
          <a:xfrm rot="16200000" flipV="1">
            <a:off x="4482007" y="2613043"/>
            <a:ext cx="98385" cy="357825"/>
          </a:xfrm>
          <a:prstGeom prst="rect">
            <a:avLst/>
          </a:prstGeom>
          <a:solidFill>
            <a:srgbClr val="FFFF0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>
              <a:solidFill>
                <a:schemeClr val="tx1"/>
              </a:solidFill>
            </a:endParaRPr>
          </a:p>
        </p:txBody>
      </p:sp>
      <p:grpSp>
        <p:nvGrpSpPr>
          <p:cNvPr id="42" name="그룹 41">
            <a:extLst>
              <a:ext uri="{FF2B5EF4-FFF2-40B4-BE49-F238E27FC236}">
                <a16:creationId xmlns:a16="http://schemas.microsoft.com/office/drawing/2014/main" id="{E02A6787-40E9-73D6-29CA-1415CE53FCF2}"/>
              </a:ext>
            </a:extLst>
          </p:cNvPr>
          <p:cNvGrpSpPr/>
          <p:nvPr/>
        </p:nvGrpSpPr>
        <p:grpSpPr>
          <a:xfrm>
            <a:off x="8113958" y="4269085"/>
            <a:ext cx="100923" cy="1356633"/>
            <a:chOff x="4735802" y="4662002"/>
            <a:chExt cx="100923" cy="1356633"/>
          </a:xfrm>
        </p:grpSpPr>
        <p:sp>
          <p:nvSpPr>
            <p:cNvPr id="43" name="타원 42">
              <a:extLst>
                <a:ext uri="{FF2B5EF4-FFF2-40B4-BE49-F238E27FC236}">
                  <a16:creationId xmlns:a16="http://schemas.microsoft.com/office/drawing/2014/main" id="{7CBC3C25-0C5D-5C08-A26A-83FCC19EA7F6}"/>
                </a:ext>
              </a:extLst>
            </p:cNvPr>
            <p:cNvSpPr/>
            <p:nvPr/>
          </p:nvSpPr>
          <p:spPr>
            <a:xfrm>
              <a:off x="4737834" y="4662002"/>
              <a:ext cx="98385" cy="98385"/>
            </a:xfrm>
            <a:prstGeom prst="ellipse">
              <a:avLst/>
            </a:prstGeom>
            <a:solidFill>
              <a:srgbClr val="FF0000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>
                <a:solidFill>
                  <a:schemeClr val="tx1"/>
                </a:solidFill>
              </a:endParaRPr>
            </a:p>
          </p:txBody>
        </p:sp>
        <p:sp>
          <p:nvSpPr>
            <p:cNvPr id="44" name="타원 43">
              <a:extLst>
                <a:ext uri="{FF2B5EF4-FFF2-40B4-BE49-F238E27FC236}">
                  <a16:creationId xmlns:a16="http://schemas.microsoft.com/office/drawing/2014/main" id="{1B9BE5FA-9268-B7BD-94A8-C9D0DC1508E1}"/>
                </a:ext>
              </a:extLst>
            </p:cNvPr>
            <p:cNvSpPr/>
            <p:nvPr/>
          </p:nvSpPr>
          <p:spPr>
            <a:xfrm>
              <a:off x="4735802" y="5291218"/>
              <a:ext cx="98385" cy="98385"/>
            </a:xfrm>
            <a:prstGeom prst="ellipse">
              <a:avLst/>
            </a:prstGeom>
            <a:solidFill>
              <a:srgbClr val="FF0000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>
                <a:solidFill>
                  <a:schemeClr val="tx1"/>
                </a:solidFill>
              </a:endParaRPr>
            </a:p>
          </p:txBody>
        </p:sp>
        <p:sp>
          <p:nvSpPr>
            <p:cNvPr id="45" name="타원 44">
              <a:extLst>
                <a:ext uri="{FF2B5EF4-FFF2-40B4-BE49-F238E27FC236}">
                  <a16:creationId xmlns:a16="http://schemas.microsoft.com/office/drawing/2014/main" id="{AE026DCB-7C35-B52D-F9A0-1B382B9E53F9}"/>
                </a:ext>
              </a:extLst>
            </p:cNvPr>
            <p:cNvSpPr/>
            <p:nvPr/>
          </p:nvSpPr>
          <p:spPr>
            <a:xfrm>
              <a:off x="4738340" y="5920250"/>
              <a:ext cx="98385" cy="98385"/>
            </a:xfrm>
            <a:prstGeom prst="ellipse">
              <a:avLst/>
            </a:prstGeom>
            <a:solidFill>
              <a:srgbClr val="FF0000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>
                <a:solidFill>
                  <a:schemeClr val="tx1"/>
                </a:solidFill>
              </a:endParaRPr>
            </a:p>
          </p:txBody>
        </p:sp>
      </p:grpSp>
      <p:grpSp>
        <p:nvGrpSpPr>
          <p:cNvPr id="46" name="그룹 45">
            <a:extLst>
              <a:ext uri="{FF2B5EF4-FFF2-40B4-BE49-F238E27FC236}">
                <a16:creationId xmlns:a16="http://schemas.microsoft.com/office/drawing/2014/main" id="{C8CEB438-4484-39D2-A8B5-18C31E5668A3}"/>
              </a:ext>
            </a:extLst>
          </p:cNvPr>
          <p:cNvGrpSpPr/>
          <p:nvPr/>
        </p:nvGrpSpPr>
        <p:grpSpPr>
          <a:xfrm>
            <a:off x="6249038" y="4280974"/>
            <a:ext cx="100923" cy="1356633"/>
            <a:chOff x="4735802" y="4662002"/>
            <a:chExt cx="100923" cy="1356633"/>
          </a:xfrm>
        </p:grpSpPr>
        <p:sp>
          <p:nvSpPr>
            <p:cNvPr id="47" name="타원 46">
              <a:extLst>
                <a:ext uri="{FF2B5EF4-FFF2-40B4-BE49-F238E27FC236}">
                  <a16:creationId xmlns:a16="http://schemas.microsoft.com/office/drawing/2014/main" id="{82CDCB67-D36A-A56A-08E0-E548144F2E70}"/>
                </a:ext>
              </a:extLst>
            </p:cNvPr>
            <p:cNvSpPr/>
            <p:nvPr/>
          </p:nvSpPr>
          <p:spPr>
            <a:xfrm>
              <a:off x="4737834" y="4662002"/>
              <a:ext cx="98385" cy="98385"/>
            </a:xfrm>
            <a:prstGeom prst="ellipse">
              <a:avLst/>
            </a:prstGeom>
            <a:solidFill>
              <a:srgbClr val="FF0000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>
                <a:solidFill>
                  <a:schemeClr val="tx1"/>
                </a:solidFill>
              </a:endParaRPr>
            </a:p>
          </p:txBody>
        </p:sp>
        <p:sp>
          <p:nvSpPr>
            <p:cNvPr id="48" name="타원 47">
              <a:extLst>
                <a:ext uri="{FF2B5EF4-FFF2-40B4-BE49-F238E27FC236}">
                  <a16:creationId xmlns:a16="http://schemas.microsoft.com/office/drawing/2014/main" id="{16E86D38-E3E4-A047-F3BA-E674CB064555}"/>
                </a:ext>
              </a:extLst>
            </p:cNvPr>
            <p:cNvSpPr/>
            <p:nvPr/>
          </p:nvSpPr>
          <p:spPr>
            <a:xfrm>
              <a:off x="4735802" y="5291218"/>
              <a:ext cx="98385" cy="98385"/>
            </a:xfrm>
            <a:prstGeom prst="ellipse">
              <a:avLst/>
            </a:prstGeom>
            <a:solidFill>
              <a:srgbClr val="FF0000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>
                <a:solidFill>
                  <a:schemeClr val="tx1"/>
                </a:solidFill>
              </a:endParaRPr>
            </a:p>
          </p:txBody>
        </p:sp>
        <p:sp>
          <p:nvSpPr>
            <p:cNvPr id="49" name="타원 48">
              <a:extLst>
                <a:ext uri="{FF2B5EF4-FFF2-40B4-BE49-F238E27FC236}">
                  <a16:creationId xmlns:a16="http://schemas.microsoft.com/office/drawing/2014/main" id="{0EE423F2-3821-7EBF-71A1-52E4C20007B2}"/>
                </a:ext>
              </a:extLst>
            </p:cNvPr>
            <p:cNvSpPr/>
            <p:nvPr/>
          </p:nvSpPr>
          <p:spPr>
            <a:xfrm>
              <a:off x="4738340" y="5920250"/>
              <a:ext cx="98385" cy="98385"/>
            </a:xfrm>
            <a:prstGeom prst="ellipse">
              <a:avLst/>
            </a:prstGeom>
            <a:solidFill>
              <a:srgbClr val="FF0000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>
                <a:solidFill>
                  <a:schemeClr val="tx1"/>
                </a:solidFill>
              </a:endParaRPr>
            </a:p>
          </p:txBody>
        </p:sp>
      </p:grpSp>
      <p:sp>
        <p:nvSpPr>
          <p:cNvPr id="52" name="직사각형 51">
            <a:extLst>
              <a:ext uri="{FF2B5EF4-FFF2-40B4-BE49-F238E27FC236}">
                <a16:creationId xmlns:a16="http://schemas.microsoft.com/office/drawing/2014/main" id="{5B9C963E-23F6-E6EB-7A6C-15FCDE151D73}"/>
              </a:ext>
            </a:extLst>
          </p:cNvPr>
          <p:cNvSpPr/>
          <p:nvPr/>
        </p:nvSpPr>
        <p:spPr>
          <a:xfrm rot="16200000" flipV="1">
            <a:off x="8576169" y="3332180"/>
            <a:ext cx="98385" cy="357825"/>
          </a:xfrm>
          <a:prstGeom prst="rect">
            <a:avLst/>
          </a:prstGeom>
          <a:solidFill>
            <a:srgbClr val="FFFF0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>
              <a:solidFill>
                <a:schemeClr val="tx1"/>
              </a:solidFill>
            </a:endParaRPr>
          </a:p>
        </p:txBody>
      </p:sp>
      <p:sp>
        <p:nvSpPr>
          <p:cNvPr id="2" name="직사각형 1">
            <a:extLst>
              <a:ext uri="{FF2B5EF4-FFF2-40B4-BE49-F238E27FC236}">
                <a16:creationId xmlns:a16="http://schemas.microsoft.com/office/drawing/2014/main" id="{6997A3F8-A80A-EA81-505C-D4A5F14002B2}"/>
              </a:ext>
            </a:extLst>
          </p:cNvPr>
          <p:cNvSpPr/>
          <p:nvPr/>
        </p:nvSpPr>
        <p:spPr>
          <a:xfrm>
            <a:off x="5914244" y="4376925"/>
            <a:ext cx="191222" cy="1461900"/>
          </a:xfrm>
          <a:prstGeom prst="rect">
            <a:avLst/>
          </a:prstGeom>
          <a:solidFill>
            <a:schemeClr val="accent1">
              <a:lumMod val="40000"/>
              <a:lumOff val="6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050" b="1" err="1"/>
              <a:t>가벽</a:t>
            </a:r>
            <a:endParaRPr lang="ko-KR" altLang="en-US" sz="1050" b="1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30CFC47C-E2A0-F42D-3B3C-3E73C6CC6B32}"/>
              </a:ext>
            </a:extLst>
          </p:cNvPr>
          <p:cNvSpPr txBox="1"/>
          <p:nvPr/>
        </p:nvSpPr>
        <p:spPr>
          <a:xfrm>
            <a:off x="3319632" y="6162035"/>
            <a:ext cx="1988045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sz="1400" b="1" err="1">
                <a:highlight>
                  <a:srgbClr val="FFFF00"/>
                </a:highlight>
              </a:rPr>
              <a:t>가벽</a:t>
            </a:r>
            <a:r>
              <a:rPr lang="ko-KR" altLang="en-US" sz="1400" b="1">
                <a:highlight>
                  <a:srgbClr val="FFFF00"/>
                </a:highlight>
              </a:rPr>
              <a:t> 있나 확인 필요함</a:t>
            </a:r>
          </a:p>
        </p:txBody>
      </p:sp>
      <p:sp>
        <p:nvSpPr>
          <p:cNvPr id="50" name="화살표: 위쪽 49">
            <a:extLst>
              <a:ext uri="{FF2B5EF4-FFF2-40B4-BE49-F238E27FC236}">
                <a16:creationId xmlns:a16="http://schemas.microsoft.com/office/drawing/2014/main" id="{04A0CA28-B50C-C058-DE90-018E2C559FBF}"/>
              </a:ext>
            </a:extLst>
          </p:cNvPr>
          <p:cNvSpPr/>
          <p:nvPr/>
        </p:nvSpPr>
        <p:spPr>
          <a:xfrm rot="3934846">
            <a:off x="5330611" y="5521732"/>
            <a:ext cx="170097" cy="965427"/>
          </a:xfrm>
          <a:prstGeom prst="up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grpSp>
        <p:nvGrpSpPr>
          <p:cNvPr id="59" name="그룹 58">
            <a:extLst>
              <a:ext uri="{FF2B5EF4-FFF2-40B4-BE49-F238E27FC236}">
                <a16:creationId xmlns:a16="http://schemas.microsoft.com/office/drawing/2014/main" id="{E978C7E4-C0F7-A3A0-894B-BE53E86FB9DF}"/>
              </a:ext>
            </a:extLst>
          </p:cNvPr>
          <p:cNvGrpSpPr/>
          <p:nvPr/>
        </p:nvGrpSpPr>
        <p:grpSpPr>
          <a:xfrm>
            <a:off x="4775086" y="3670295"/>
            <a:ext cx="764953" cy="273636"/>
            <a:chOff x="2052531" y="808997"/>
            <a:chExt cx="764953" cy="273636"/>
          </a:xfrm>
        </p:grpSpPr>
        <p:sp>
          <p:nvSpPr>
            <p:cNvPr id="60" name="TextBox 59">
              <a:extLst>
                <a:ext uri="{FF2B5EF4-FFF2-40B4-BE49-F238E27FC236}">
                  <a16:creationId xmlns:a16="http://schemas.microsoft.com/office/drawing/2014/main" id="{DE73F2F0-B155-516E-5794-4034DA504D45}"/>
                </a:ext>
              </a:extLst>
            </p:cNvPr>
            <p:cNvSpPr txBox="1"/>
            <p:nvPr/>
          </p:nvSpPr>
          <p:spPr>
            <a:xfrm>
              <a:off x="2052531" y="897967"/>
              <a:ext cx="764953" cy="184666"/>
            </a:xfrm>
            <a:prstGeom prst="rect">
              <a:avLst/>
            </a:prstGeom>
            <a:solidFill>
              <a:schemeClr val="bg1">
                <a:lumMod val="95000"/>
              </a:schemeClr>
            </a:solidFill>
          </p:spPr>
          <p:txBody>
            <a:bodyPr wrap="none" rtlCol="0">
              <a:spAutoFit/>
            </a:bodyPr>
            <a:lstStyle/>
            <a:p>
              <a:r>
                <a:rPr lang="ko-KR" altLang="en-US" sz="600" b="1"/>
                <a:t>서비스 조명 </a:t>
              </a:r>
              <a:r>
                <a:rPr lang="en-US" altLang="ko-KR" sz="600" b="1"/>
                <a:t>2EA</a:t>
              </a:r>
              <a:endParaRPr lang="ko-KR" altLang="en-US" sz="600" b="1"/>
            </a:p>
          </p:txBody>
        </p:sp>
        <p:grpSp>
          <p:nvGrpSpPr>
            <p:cNvPr id="61" name="그룹 60">
              <a:extLst>
                <a:ext uri="{FF2B5EF4-FFF2-40B4-BE49-F238E27FC236}">
                  <a16:creationId xmlns:a16="http://schemas.microsoft.com/office/drawing/2014/main" id="{F1A3D6AD-B385-CB11-F51A-BC1CC4B7E4DA}"/>
                </a:ext>
              </a:extLst>
            </p:cNvPr>
            <p:cNvGrpSpPr/>
            <p:nvPr/>
          </p:nvGrpSpPr>
          <p:grpSpPr>
            <a:xfrm rot="5400000">
              <a:off x="2382760" y="491467"/>
              <a:ext cx="98800" cy="733859"/>
              <a:chOff x="4737848" y="4877902"/>
              <a:chExt cx="98800" cy="733859"/>
            </a:xfrm>
            <a:solidFill>
              <a:srgbClr val="FF00FF"/>
            </a:solidFill>
          </p:grpSpPr>
          <p:sp>
            <p:nvSpPr>
              <p:cNvPr id="62" name="타원 61">
                <a:extLst>
                  <a:ext uri="{FF2B5EF4-FFF2-40B4-BE49-F238E27FC236}">
                    <a16:creationId xmlns:a16="http://schemas.microsoft.com/office/drawing/2014/main" id="{FB0B1004-49D0-3E1E-822A-E7E0BC4EA800}"/>
                  </a:ext>
                </a:extLst>
              </p:cNvPr>
              <p:cNvSpPr/>
              <p:nvPr/>
            </p:nvSpPr>
            <p:spPr>
              <a:xfrm>
                <a:off x="4737848" y="4877902"/>
                <a:ext cx="98385" cy="98385"/>
              </a:xfrm>
              <a:prstGeom prst="ellipse">
                <a:avLst/>
              </a:prstGeom>
              <a:grpFill/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>
                  <a:solidFill>
                    <a:schemeClr val="tx1"/>
                  </a:solidFill>
                </a:endParaRPr>
              </a:p>
            </p:txBody>
          </p:sp>
          <p:sp>
            <p:nvSpPr>
              <p:cNvPr id="63" name="타원 62">
                <a:extLst>
                  <a:ext uri="{FF2B5EF4-FFF2-40B4-BE49-F238E27FC236}">
                    <a16:creationId xmlns:a16="http://schemas.microsoft.com/office/drawing/2014/main" id="{7FF901FB-CE3B-19EF-F981-0AE09E7DE001}"/>
                  </a:ext>
                </a:extLst>
              </p:cNvPr>
              <p:cNvSpPr/>
              <p:nvPr/>
            </p:nvSpPr>
            <p:spPr>
              <a:xfrm>
                <a:off x="4738263" y="5513376"/>
                <a:ext cx="98385" cy="98385"/>
              </a:xfrm>
              <a:prstGeom prst="ellipse">
                <a:avLst/>
              </a:prstGeom>
              <a:grpFill/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>
                  <a:solidFill>
                    <a:schemeClr val="tx1"/>
                  </a:solidFill>
                </a:endParaRPr>
              </a:p>
            </p:txBody>
          </p:sp>
        </p:grpSp>
      </p:grpSp>
      <p:grpSp>
        <p:nvGrpSpPr>
          <p:cNvPr id="64" name="그룹 63">
            <a:extLst>
              <a:ext uri="{FF2B5EF4-FFF2-40B4-BE49-F238E27FC236}">
                <a16:creationId xmlns:a16="http://schemas.microsoft.com/office/drawing/2014/main" id="{D2608ABD-06F7-7D46-B6BB-8EAEEFB564CB}"/>
              </a:ext>
            </a:extLst>
          </p:cNvPr>
          <p:cNvGrpSpPr/>
          <p:nvPr/>
        </p:nvGrpSpPr>
        <p:grpSpPr>
          <a:xfrm>
            <a:off x="5818745" y="946662"/>
            <a:ext cx="2087004" cy="879931"/>
            <a:chOff x="4807567" y="3887595"/>
            <a:chExt cx="2087004" cy="879931"/>
          </a:xfrm>
        </p:grpSpPr>
        <p:sp>
          <p:nvSpPr>
            <p:cNvPr id="65" name="직사각형 64">
              <a:extLst>
                <a:ext uri="{FF2B5EF4-FFF2-40B4-BE49-F238E27FC236}">
                  <a16:creationId xmlns:a16="http://schemas.microsoft.com/office/drawing/2014/main" id="{0E55D0D6-C775-2E06-3BBE-363CDD5093BB}"/>
                </a:ext>
              </a:extLst>
            </p:cNvPr>
            <p:cNvSpPr/>
            <p:nvPr/>
          </p:nvSpPr>
          <p:spPr>
            <a:xfrm rot="16200000" flipV="1">
              <a:off x="5982270" y="3855224"/>
              <a:ext cx="52664" cy="1771939"/>
            </a:xfrm>
            <a:prstGeom prst="rect">
              <a:avLst/>
            </a:prstGeom>
            <a:solidFill>
              <a:srgbClr val="FF00FF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66" name="TextBox 65">
              <a:extLst>
                <a:ext uri="{FF2B5EF4-FFF2-40B4-BE49-F238E27FC236}">
                  <a16:creationId xmlns:a16="http://schemas.microsoft.com/office/drawing/2014/main" id="{E08FC1D6-3E12-D52E-E78C-8D7387C5254A}"/>
                </a:ext>
              </a:extLst>
            </p:cNvPr>
            <p:cNvSpPr txBox="1"/>
            <p:nvPr/>
          </p:nvSpPr>
          <p:spPr>
            <a:xfrm>
              <a:off x="4807567" y="3887595"/>
              <a:ext cx="1303562" cy="230832"/>
            </a:xfrm>
            <a:prstGeom prst="rect">
              <a:avLst/>
            </a:prstGeom>
            <a:solidFill>
              <a:srgbClr val="FFC000"/>
            </a:solidFill>
          </p:spPr>
          <p:txBody>
            <a:bodyPr wrap="none" rtlCol="0">
              <a:spAutoFit/>
            </a:bodyPr>
            <a:lstStyle/>
            <a:p>
              <a:r>
                <a:rPr lang="ko-KR" altLang="en-US" sz="900" b="1"/>
                <a:t>싱크대 </a:t>
              </a:r>
              <a:r>
                <a:rPr lang="ko-KR" altLang="en-US" sz="900" b="1" err="1"/>
                <a:t>간접등</a:t>
              </a:r>
              <a:r>
                <a:rPr lang="ko-KR" altLang="en-US" sz="900" b="1"/>
                <a:t> 서비스</a:t>
              </a:r>
            </a:p>
          </p:txBody>
        </p:sp>
        <p:cxnSp>
          <p:nvCxnSpPr>
            <p:cNvPr id="67" name="직선 화살표 연결선 66">
              <a:extLst>
                <a:ext uri="{FF2B5EF4-FFF2-40B4-BE49-F238E27FC236}">
                  <a16:creationId xmlns:a16="http://schemas.microsoft.com/office/drawing/2014/main" id="{0FEFA2AF-73F8-90C9-5610-38E7D3C107D1}"/>
                </a:ext>
              </a:extLst>
            </p:cNvPr>
            <p:cNvCxnSpPr>
              <a:cxnSpLocks/>
              <a:stCxn id="65" idx="2"/>
            </p:cNvCxnSpPr>
            <p:nvPr/>
          </p:nvCxnSpPr>
          <p:spPr>
            <a:xfrm flipV="1">
              <a:off x="5122633" y="4080208"/>
              <a:ext cx="0" cy="660986"/>
            </a:xfrm>
            <a:prstGeom prst="straightConnector1">
              <a:avLst/>
            </a:prstGeom>
            <a:ln>
              <a:tailEnd type="triangle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3" name="TextBox 2">
            <a:extLst>
              <a:ext uri="{FF2B5EF4-FFF2-40B4-BE49-F238E27FC236}">
                <a16:creationId xmlns:a16="http://schemas.microsoft.com/office/drawing/2014/main" id="{CF005367-382D-4528-84A2-41F39705E414}"/>
              </a:ext>
            </a:extLst>
          </p:cNvPr>
          <p:cNvSpPr txBox="1"/>
          <p:nvPr/>
        </p:nvSpPr>
        <p:spPr>
          <a:xfrm>
            <a:off x="7058350" y="4134528"/>
            <a:ext cx="479618" cy="2462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1000" b="1">
                <a:solidFill>
                  <a:srgbClr val="FF0000"/>
                </a:solidFill>
              </a:rPr>
              <a:t>3100</a:t>
            </a:r>
            <a:endParaRPr lang="ko-KR" altLang="en-US" sz="1000" b="1">
              <a:solidFill>
                <a:srgbClr val="FF0000"/>
              </a:solidFill>
            </a:endParaRPr>
          </a:p>
        </p:txBody>
      </p:sp>
      <p:sp>
        <p:nvSpPr>
          <p:cNvPr id="27" name="TextBox 26">
            <a:extLst>
              <a:ext uri="{FF2B5EF4-FFF2-40B4-BE49-F238E27FC236}">
                <a16:creationId xmlns:a16="http://schemas.microsoft.com/office/drawing/2014/main" id="{41D2536F-6E20-4640-FB74-ABB0DE1705A5}"/>
              </a:ext>
            </a:extLst>
          </p:cNvPr>
          <p:cNvSpPr txBox="1"/>
          <p:nvPr/>
        </p:nvSpPr>
        <p:spPr>
          <a:xfrm>
            <a:off x="6292067" y="4627588"/>
            <a:ext cx="479618" cy="2462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1000" b="1">
                <a:solidFill>
                  <a:srgbClr val="FF0000"/>
                </a:solidFill>
              </a:rPr>
              <a:t>2500</a:t>
            </a:r>
            <a:endParaRPr lang="ko-KR" altLang="en-US" sz="1000" b="1">
              <a:solidFill>
                <a:srgbClr val="FF0000"/>
              </a:solidFill>
            </a:endParaRPr>
          </a:p>
        </p:txBody>
      </p:sp>
      <p:sp>
        <p:nvSpPr>
          <p:cNvPr id="51" name="TextBox 50">
            <a:extLst>
              <a:ext uri="{FF2B5EF4-FFF2-40B4-BE49-F238E27FC236}">
                <a16:creationId xmlns:a16="http://schemas.microsoft.com/office/drawing/2014/main" id="{97798E94-24D5-5892-3960-D9BFB563F011}"/>
              </a:ext>
            </a:extLst>
          </p:cNvPr>
          <p:cNvSpPr txBox="1"/>
          <p:nvPr/>
        </p:nvSpPr>
        <p:spPr>
          <a:xfrm>
            <a:off x="7110154" y="6076702"/>
            <a:ext cx="479618" cy="2462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1000" b="1">
                <a:solidFill>
                  <a:srgbClr val="FF0000"/>
                </a:solidFill>
              </a:rPr>
              <a:t>4500</a:t>
            </a:r>
            <a:endParaRPr lang="ko-KR" altLang="en-US" sz="1000" b="1">
              <a:solidFill>
                <a:srgbClr val="FF0000"/>
              </a:solidFill>
            </a:endParaRPr>
          </a:p>
        </p:txBody>
      </p:sp>
      <p:sp>
        <p:nvSpPr>
          <p:cNvPr id="53" name="TextBox 52">
            <a:extLst>
              <a:ext uri="{FF2B5EF4-FFF2-40B4-BE49-F238E27FC236}">
                <a16:creationId xmlns:a16="http://schemas.microsoft.com/office/drawing/2014/main" id="{E098F666-14D8-DA20-0203-B9776A501B78}"/>
              </a:ext>
            </a:extLst>
          </p:cNvPr>
          <p:cNvSpPr txBox="1"/>
          <p:nvPr/>
        </p:nvSpPr>
        <p:spPr>
          <a:xfrm>
            <a:off x="9341233" y="5739498"/>
            <a:ext cx="479618" cy="2462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1000" b="1">
                <a:solidFill>
                  <a:srgbClr val="FF0000"/>
                </a:solidFill>
              </a:rPr>
              <a:t>3500</a:t>
            </a:r>
            <a:endParaRPr lang="ko-KR" altLang="en-US" sz="1000" b="1">
              <a:solidFill>
                <a:srgbClr val="FF0000"/>
              </a:solidFill>
            </a:endParaRPr>
          </a:p>
        </p:txBody>
      </p:sp>
      <p:sp>
        <p:nvSpPr>
          <p:cNvPr id="54" name="TextBox 53">
            <a:extLst>
              <a:ext uri="{FF2B5EF4-FFF2-40B4-BE49-F238E27FC236}">
                <a16:creationId xmlns:a16="http://schemas.microsoft.com/office/drawing/2014/main" id="{87245316-4B59-80C6-C530-F508664BBC45}"/>
              </a:ext>
            </a:extLst>
          </p:cNvPr>
          <p:cNvSpPr txBox="1"/>
          <p:nvPr/>
        </p:nvSpPr>
        <p:spPr>
          <a:xfrm>
            <a:off x="3818393" y="6070705"/>
            <a:ext cx="479618" cy="2462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1000" b="1">
                <a:solidFill>
                  <a:srgbClr val="FF0000"/>
                </a:solidFill>
              </a:rPr>
              <a:t>2900</a:t>
            </a:r>
            <a:endParaRPr lang="ko-KR" altLang="en-US" sz="1000" b="1">
              <a:solidFill>
                <a:srgbClr val="FF0000"/>
              </a:solidFill>
            </a:endParaRPr>
          </a:p>
        </p:txBody>
      </p:sp>
      <p:sp>
        <p:nvSpPr>
          <p:cNvPr id="55" name="TextBox 54">
            <a:extLst>
              <a:ext uri="{FF2B5EF4-FFF2-40B4-BE49-F238E27FC236}">
                <a16:creationId xmlns:a16="http://schemas.microsoft.com/office/drawing/2014/main" id="{C5C8F22C-751A-1F09-AC30-CE7F99CCEB0D}"/>
              </a:ext>
            </a:extLst>
          </p:cNvPr>
          <p:cNvSpPr txBox="1"/>
          <p:nvPr/>
        </p:nvSpPr>
        <p:spPr>
          <a:xfrm>
            <a:off x="2112619" y="6069702"/>
            <a:ext cx="479618" cy="2462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1000" b="1">
                <a:solidFill>
                  <a:srgbClr val="FF0000"/>
                </a:solidFill>
              </a:rPr>
              <a:t>2800</a:t>
            </a:r>
            <a:endParaRPr lang="ko-KR" altLang="en-US" sz="1000" b="1">
              <a:solidFill>
                <a:srgbClr val="FF0000"/>
              </a:solidFill>
            </a:endParaRPr>
          </a:p>
        </p:txBody>
      </p:sp>
      <p:sp>
        <p:nvSpPr>
          <p:cNvPr id="57" name="TextBox 56">
            <a:extLst>
              <a:ext uri="{FF2B5EF4-FFF2-40B4-BE49-F238E27FC236}">
                <a16:creationId xmlns:a16="http://schemas.microsoft.com/office/drawing/2014/main" id="{67100D9D-3B6E-D129-5C91-8808995A2450}"/>
              </a:ext>
            </a:extLst>
          </p:cNvPr>
          <p:cNvSpPr txBox="1"/>
          <p:nvPr/>
        </p:nvSpPr>
        <p:spPr>
          <a:xfrm>
            <a:off x="10338926" y="4014128"/>
            <a:ext cx="405880" cy="2462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1000" b="1">
                <a:solidFill>
                  <a:srgbClr val="FF0000"/>
                </a:solidFill>
              </a:rPr>
              <a:t>900</a:t>
            </a:r>
            <a:endParaRPr lang="ko-KR" altLang="en-US" sz="1000" b="1">
              <a:solidFill>
                <a:srgbClr val="FF0000"/>
              </a:solidFill>
            </a:endParaRPr>
          </a:p>
        </p:txBody>
      </p:sp>
      <p:sp>
        <p:nvSpPr>
          <p:cNvPr id="58" name="TextBox 57">
            <a:extLst>
              <a:ext uri="{FF2B5EF4-FFF2-40B4-BE49-F238E27FC236}">
                <a16:creationId xmlns:a16="http://schemas.microsoft.com/office/drawing/2014/main" id="{4C0CEEF8-F0A4-8DB3-7B6E-06DBA519F8B0}"/>
              </a:ext>
            </a:extLst>
          </p:cNvPr>
          <p:cNvSpPr txBox="1"/>
          <p:nvPr/>
        </p:nvSpPr>
        <p:spPr>
          <a:xfrm>
            <a:off x="4328259" y="2810961"/>
            <a:ext cx="405880" cy="2462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1000" b="1">
                <a:solidFill>
                  <a:srgbClr val="FF0000"/>
                </a:solidFill>
              </a:rPr>
              <a:t>800</a:t>
            </a:r>
            <a:endParaRPr lang="ko-KR" altLang="en-US" sz="1000" b="1">
              <a:solidFill>
                <a:srgbClr val="FF0000"/>
              </a:solidFill>
            </a:endParaRPr>
          </a:p>
        </p:txBody>
      </p:sp>
      <p:sp>
        <p:nvSpPr>
          <p:cNvPr id="68" name="TextBox 67">
            <a:extLst>
              <a:ext uri="{FF2B5EF4-FFF2-40B4-BE49-F238E27FC236}">
                <a16:creationId xmlns:a16="http://schemas.microsoft.com/office/drawing/2014/main" id="{264A1740-BDEE-FE76-7E42-570B363F8223}"/>
              </a:ext>
            </a:extLst>
          </p:cNvPr>
          <p:cNvSpPr txBox="1"/>
          <p:nvPr/>
        </p:nvSpPr>
        <p:spPr>
          <a:xfrm>
            <a:off x="3611505" y="3040160"/>
            <a:ext cx="479618" cy="2462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1000" b="1">
                <a:solidFill>
                  <a:srgbClr val="FF0000"/>
                </a:solidFill>
              </a:rPr>
              <a:t>1300</a:t>
            </a:r>
            <a:endParaRPr lang="ko-KR" altLang="en-US" sz="1000" b="1">
              <a:solidFill>
                <a:srgbClr val="FF0000"/>
              </a:solidFill>
            </a:endParaRPr>
          </a:p>
        </p:txBody>
      </p:sp>
      <p:sp>
        <p:nvSpPr>
          <p:cNvPr id="70" name="TextBox 69">
            <a:extLst>
              <a:ext uri="{FF2B5EF4-FFF2-40B4-BE49-F238E27FC236}">
                <a16:creationId xmlns:a16="http://schemas.microsoft.com/office/drawing/2014/main" id="{83C0D217-A6C3-59E7-892B-065E643980F0}"/>
              </a:ext>
            </a:extLst>
          </p:cNvPr>
          <p:cNvSpPr txBox="1"/>
          <p:nvPr/>
        </p:nvSpPr>
        <p:spPr>
          <a:xfrm>
            <a:off x="6424461" y="1044478"/>
            <a:ext cx="479618" cy="2462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1000" b="1">
                <a:solidFill>
                  <a:srgbClr val="FF0000"/>
                </a:solidFill>
              </a:rPr>
              <a:t>1100</a:t>
            </a:r>
            <a:endParaRPr lang="ko-KR" altLang="en-US" sz="1000" b="1">
              <a:solidFill>
                <a:srgbClr val="FF0000"/>
              </a:solidFill>
            </a:endParaRPr>
          </a:p>
        </p:txBody>
      </p:sp>
      <p:cxnSp>
        <p:nvCxnSpPr>
          <p:cNvPr id="71" name="직선 화살표 연결선 70">
            <a:extLst>
              <a:ext uri="{FF2B5EF4-FFF2-40B4-BE49-F238E27FC236}">
                <a16:creationId xmlns:a16="http://schemas.microsoft.com/office/drawing/2014/main" id="{25473BBC-C437-F021-998D-A5BA64383E68}"/>
              </a:ext>
            </a:extLst>
          </p:cNvPr>
          <p:cNvCxnSpPr>
            <a:cxnSpLocks/>
          </p:cNvCxnSpPr>
          <p:nvPr/>
        </p:nvCxnSpPr>
        <p:spPr>
          <a:xfrm>
            <a:off x="10233498" y="3607663"/>
            <a:ext cx="0" cy="653823"/>
          </a:xfrm>
          <a:prstGeom prst="straightConnector1">
            <a:avLst/>
          </a:prstGeom>
          <a:ln w="57150">
            <a:solidFill>
              <a:srgbClr val="00B050"/>
            </a:solidFill>
            <a:headEnd type="triangle"/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2" name="직선 화살표 연결선 71">
            <a:extLst>
              <a:ext uri="{FF2B5EF4-FFF2-40B4-BE49-F238E27FC236}">
                <a16:creationId xmlns:a16="http://schemas.microsoft.com/office/drawing/2014/main" id="{853EBB36-83F3-414D-05B8-C1E265502859}"/>
              </a:ext>
            </a:extLst>
          </p:cNvPr>
          <p:cNvCxnSpPr>
            <a:cxnSpLocks/>
          </p:cNvCxnSpPr>
          <p:nvPr/>
        </p:nvCxnSpPr>
        <p:spPr>
          <a:xfrm flipH="1">
            <a:off x="6219801" y="1491409"/>
            <a:ext cx="902431" cy="0"/>
          </a:xfrm>
          <a:prstGeom prst="straightConnector1">
            <a:avLst/>
          </a:prstGeom>
          <a:ln w="57150">
            <a:solidFill>
              <a:srgbClr val="00B050"/>
            </a:solidFill>
            <a:headEnd type="triangle"/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923083715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03CD3DC-C6A0-4099-6F5B-C56166C0B17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그림 4">
            <a:extLst>
              <a:ext uri="{FF2B5EF4-FFF2-40B4-BE49-F238E27FC236}">
                <a16:creationId xmlns:a16="http://schemas.microsoft.com/office/drawing/2014/main" id="{E0CDC872-26F0-65AD-E16E-F25C32A037CD}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/>
        </p:nvPicPr>
        <p:blipFill>
          <a:blip r:embed="rId2">
            <a:alphaModFix amt="70000"/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saturation sat="0"/>
                    </a14:imgEffect>
                  </a14:imgLayer>
                </a14:imgProps>
              </a:ext>
            </a:extLst>
          </a:blip>
          <a:stretch>
            <a:fillRect/>
          </a:stretch>
        </p:blipFill>
        <p:spPr>
          <a:xfrm>
            <a:off x="1761061" y="946662"/>
            <a:ext cx="8995839" cy="5276338"/>
          </a:xfrm>
          <a:prstGeom prst="rect">
            <a:avLst/>
          </a:prstGeom>
        </p:spPr>
      </p:pic>
      <mc:AlternateContent xmlns:mc="http://schemas.openxmlformats.org/markup-compatibility/2006">
        <mc:Choice xmlns:a14="http://schemas.microsoft.com/office/drawing/2010/main" Requires="a14">
          <p:sp>
            <p:nvSpPr>
              <p:cNvPr id="6" name="TextBox 5">
                <a:extLst>
                  <a:ext uri="{FF2B5EF4-FFF2-40B4-BE49-F238E27FC236}">
                    <a16:creationId xmlns:a16="http://schemas.microsoft.com/office/drawing/2014/main" id="{17F1386B-1D74-41D8-D14E-969A28C7274A}"/>
                  </a:ext>
                </a:extLst>
              </p:cNvPr>
              <p:cNvSpPr txBox="1"/>
              <p:nvPr/>
            </p:nvSpPr>
            <p:spPr>
              <a:xfrm>
                <a:off x="10152689" y="1075737"/>
                <a:ext cx="1762781" cy="407099"/>
              </a:xfrm>
              <a:prstGeom prst="rect">
                <a:avLst/>
              </a:prstGeom>
              <a:noFill/>
            </p:spPr>
            <p:txBody>
              <a:bodyPr wrap="square">
                <a:spAutoFit/>
                <a:scene3d>
                  <a:camera prst="orthographicFront"/>
                  <a:lightRig rig="harsh" dir="t"/>
                </a:scene3d>
                <a:sp3d extrusionH="57150" prstMaterial="matte">
                  <a:bevelT w="63500" h="12700" prst="angle"/>
                  <a:contourClr>
                    <a:schemeClr val="bg1">
                      <a:lumMod val="65000"/>
                    </a:schemeClr>
                  </a:contourClr>
                </a:sp3d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right"/>
                    </m:oMathParaPr>
                    <m:oMath xmlns:m="http://schemas.openxmlformats.org/officeDocument/2006/math">
                      <m:sSup>
                        <m:sSupPr>
                          <m:ctrlPr>
                            <a:rPr lang="en-US" altLang="ko-KR" sz="2000" b="1" i="1" u="none" strike="noStrike" smtClean="0">
                              <a:ln/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altLang="ko-KR" sz="2000" b="1" i="1" u="none" strike="noStrike" smtClean="0">
                              <a:ln/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𝟖𝟒</m:t>
                          </m:r>
                          <m:r>
                            <a:rPr lang="en-US" altLang="ko-KR" sz="2000" b="1" i="1" u="none" strike="noStrike" smtClean="0">
                              <a:ln/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𝑨𝒎</m:t>
                          </m:r>
                        </m:e>
                        <m:sup>
                          <m:r>
                            <a:rPr lang="en-US" altLang="ko-KR" sz="2000" b="1" i="1" u="none" strike="noStrike" smtClean="0">
                              <a:ln/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𝟐</m:t>
                          </m:r>
                        </m:sup>
                      </m:sSup>
                    </m:oMath>
                  </m:oMathPara>
                </a14:m>
                <a:endParaRPr lang="ko-KR" altLang="en-US" sz="2000" b="1">
                  <a:ln/>
                  <a:solidFill>
                    <a:schemeClr val="tx1"/>
                  </a:solidFill>
                </a:endParaRPr>
              </a:p>
            </p:txBody>
          </p:sp>
        </mc:Choice>
        <mc:Fallback>
          <p:sp>
            <p:nvSpPr>
              <p:cNvPr id="6" name="TextBox 5">
                <a:extLst>
                  <a:ext uri="{FF2B5EF4-FFF2-40B4-BE49-F238E27FC236}">
                    <a16:creationId xmlns:a16="http://schemas.microsoft.com/office/drawing/2014/main" id="{17F1386B-1D74-41D8-D14E-969A28C7274A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0152689" y="1075737"/>
                <a:ext cx="1762781" cy="407099"/>
              </a:xfrm>
              <a:prstGeom prst="rect">
                <a:avLst/>
              </a:prstGeom>
              <a:blipFill>
                <a:blip r:embed="rId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7" name="TextBox 6">
            <a:extLst>
              <a:ext uri="{FF2B5EF4-FFF2-40B4-BE49-F238E27FC236}">
                <a16:creationId xmlns:a16="http://schemas.microsoft.com/office/drawing/2014/main" id="{80049561-027F-688E-788F-6AB62FA7EFB7}"/>
              </a:ext>
            </a:extLst>
          </p:cNvPr>
          <p:cNvSpPr txBox="1"/>
          <p:nvPr/>
        </p:nvSpPr>
        <p:spPr>
          <a:xfrm>
            <a:off x="1870318" y="353253"/>
            <a:ext cx="8452551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 sz="2000" b="1"/>
              <a:t>84A</a:t>
            </a:r>
            <a:r>
              <a:rPr lang="ko-KR" altLang="en-US" sz="2000" b="1"/>
              <a:t>타입 간접</a:t>
            </a:r>
            <a:r>
              <a:rPr lang="en-US" altLang="ko-KR" sz="2000" b="1"/>
              <a:t>A /</a:t>
            </a:r>
            <a:r>
              <a:rPr lang="ko-KR" altLang="en-US" sz="2000" b="1"/>
              <a:t>간접</a:t>
            </a:r>
            <a:r>
              <a:rPr lang="en-US" altLang="ko-KR" sz="2000" b="1"/>
              <a:t> </a:t>
            </a:r>
            <a:r>
              <a:rPr lang="ko-KR" altLang="en-US" sz="2000" b="1"/>
              <a:t>센서 </a:t>
            </a:r>
            <a:r>
              <a:rPr lang="en-US" altLang="ko-KR" sz="2000" b="1"/>
              <a:t>SET</a:t>
            </a:r>
          </a:p>
        </p:txBody>
      </p:sp>
      <p:sp>
        <p:nvSpPr>
          <p:cNvPr id="10" name="직사각형 9">
            <a:extLst>
              <a:ext uri="{FF2B5EF4-FFF2-40B4-BE49-F238E27FC236}">
                <a16:creationId xmlns:a16="http://schemas.microsoft.com/office/drawing/2014/main" id="{B581AC0B-AB42-9323-C3F7-50E50A10DDA7}"/>
              </a:ext>
            </a:extLst>
          </p:cNvPr>
          <p:cNvSpPr/>
          <p:nvPr/>
        </p:nvSpPr>
        <p:spPr>
          <a:xfrm rot="5400000">
            <a:off x="7188174" y="5010134"/>
            <a:ext cx="102820" cy="1630245"/>
          </a:xfrm>
          <a:prstGeom prst="rect">
            <a:avLst/>
          </a:prstGeom>
          <a:solidFill>
            <a:srgbClr val="FF000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>
              <a:solidFill>
                <a:schemeClr val="tx1"/>
              </a:solidFill>
            </a:endParaRP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9779E30D-3D20-F352-F779-C2FE8F6F42C1}"/>
              </a:ext>
            </a:extLst>
          </p:cNvPr>
          <p:cNvSpPr txBox="1"/>
          <p:nvPr/>
        </p:nvSpPr>
        <p:spPr>
          <a:xfrm>
            <a:off x="6258980" y="3744659"/>
            <a:ext cx="1891732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ko-KR" altLang="en-US" sz="1000" b="1"/>
              <a:t>전자식스위치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18AF70EA-968F-8C35-8273-19B9AE416C44}"/>
              </a:ext>
            </a:extLst>
          </p:cNvPr>
          <p:cNvSpPr txBox="1"/>
          <p:nvPr/>
        </p:nvSpPr>
        <p:spPr>
          <a:xfrm>
            <a:off x="112365" y="770606"/>
            <a:ext cx="3264447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800">
                <a:solidFill>
                  <a:srgbClr val="FF0000"/>
                </a:solidFill>
              </a:rPr>
              <a:t>**</a:t>
            </a:r>
            <a:r>
              <a:rPr lang="ko-KR" altLang="en-US" sz="800">
                <a:solidFill>
                  <a:srgbClr val="FF0000"/>
                </a:solidFill>
              </a:rPr>
              <a:t>스위치 연결을 위해 별도의 </a:t>
            </a:r>
            <a:r>
              <a:rPr lang="ko-KR" altLang="en-US" sz="800" err="1">
                <a:solidFill>
                  <a:srgbClr val="FF0000"/>
                </a:solidFill>
              </a:rPr>
              <a:t>타공이</a:t>
            </a:r>
            <a:r>
              <a:rPr lang="ko-KR" altLang="en-US" sz="800">
                <a:solidFill>
                  <a:srgbClr val="FF0000"/>
                </a:solidFill>
              </a:rPr>
              <a:t> 필요할 수 </a:t>
            </a:r>
            <a:endParaRPr lang="en-US" altLang="ko-KR" sz="800">
              <a:solidFill>
                <a:srgbClr val="FF0000"/>
              </a:solidFill>
            </a:endParaRPr>
          </a:p>
          <a:p>
            <a:r>
              <a:rPr lang="ko-KR" altLang="en-US" sz="800">
                <a:solidFill>
                  <a:srgbClr val="FF0000"/>
                </a:solidFill>
              </a:rPr>
              <a:t>있으며</a:t>
            </a:r>
            <a:r>
              <a:rPr lang="en-US" altLang="ko-KR" sz="800">
                <a:solidFill>
                  <a:srgbClr val="FF0000"/>
                </a:solidFill>
              </a:rPr>
              <a:t> </a:t>
            </a:r>
            <a:r>
              <a:rPr lang="ko-KR" altLang="en-US" sz="800">
                <a:solidFill>
                  <a:srgbClr val="FF0000"/>
                </a:solidFill>
              </a:rPr>
              <a:t>공스피커로 마감 될 수도 있음</a:t>
            </a:r>
            <a:endParaRPr lang="en-US" altLang="ko-KR" sz="800">
              <a:solidFill>
                <a:srgbClr val="FF0000"/>
              </a:solidFill>
            </a:endParaRPr>
          </a:p>
        </p:txBody>
      </p:sp>
      <p:grpSp>
        <p:nvGrpSpPr>
          <p:cNvPr id="28" name="그룹 27">
            <a:extLst>
              <a:ext uri="{FF2B5EF4-FFF2-40B4-BE49-F238E27FC236}">
                <a16:creationId xmlns:a16="http://schemas.microsoft.com/office/drawing/2014/main" id="{3C62ED13-0427-DB99-226A-CDD3BB7F644C}"/>
              </a:ext>
            </a:extLst>
          </p:cNvPr>
          <p:cNvGrpSpPr/>
          <p:nvPr/>
        </p:nvGrpSpPr>
        <p:grpSpPr>
          <a:xfrm rot="5400000">
            <a:off x="3741901" y="3778064"/>
            <a:ext cx="99451" cy="545492"/>
            <a:chOff x="5324822" y="4538198"/>
            <a:chExt cx="99451" cy="545492"/>
          </a:xfrm>
        </p:grpSpPr>
        <p:sp>
          <p:nvSpPr>
            <p:cNvPr id="29" name="타원 28">
              <a:extLst>
                <a:ext uri="{FF2B5EF4-FFF2-40B4-BE49-F238E27FC236}">
                  <a16:creationId xmlns:a16="http://schemas.microsoft.com/office/drawing/2014/main" id="{2B02DE0B-73BC-0546-5D88-D9A1909E1561}"/>
                </a:ext>
              </a:extLst>
            </p:cNvPr>
            <p:cNvSpPr/>
            <p:nvPr/>
          </p:nvSpPr>
          <p:spPr>
            <a:xfrm>
              <a:off x="5325888" y="4538198"/>
              <a:ext cx="98385" cy="98385"/>
            </a:xfrm>
            <a:prstGeom prst="ellipse">
              <a:avLst/>
            </a:prstGeom>
            <a:solidFill>
              <a:srgbClr val="FF0000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>
                <a:solidFill>
                  <a:schemeClr val="tx1"/>
                </a:solidFill>
              </a:endParaRPr>
            </a:p>
          </p:txBody>
        </p:sp>
        <p:sp>
          <p:nvSpPr>
            <p:cNvPr id="30" name="타원 29">
              <a:extLst>
                <a:ext uri="{FF2B5EF4-FFF2-40B4-BE49-F238E27FC236}">
                  <a16:creationId xmlns:a16="http://schemas.microsoft.com/office/drawing/2014/main" id="{5B810707-B5CF-D1AE-151E-C55978F4AA14}"/>
                </a:ext>
              </a:extLst>
            </p:cNvPr>
            <p:cNvSpPr/>
            <p:nvPr/>
          </p:nvSpPr>
          <p:spPr>
            <a:xfrm>
              <a:off x="5324822" y="4985305"/>
              <a:ext cx="98385" cy="98385"/>
            </a:xfrm>
            <a:prstGeom prst="ellipse">
              <a:avLst/>
            </a:prstGeom>
            <a:solidFill>
              <a:srgbClr val="FF0000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>
                <a:solidFill>
                  <a:schemeClr val="tx1"/>
                </a:solidFill>
              </a:endParaRPr>
            </a:p>
          </p:txBody>
        </p:sp>
      </p:grpSp>
      <p:sp>
        <p:nvSpPr>
          <p:cNvPr id="31" name="직사각형 30">
            <a:extLst>
              <a:ext uri="{FF2B5EF4-FFF2-40B4-BE49-F238E27FC236}">
                <a16:creationId xmlns:a16="http://schemas.microsoft.com/office/drawing/2014/main" id="{1DB57937-AD31-0017-897E-619A6D86B2FE}"/>
              </a:ext>
            </a:extLst>
          </p:cNvPr>
          <p:cNvSpPr/>
          <p:nvPr/>
        </p:nvSpPr>
        <p:spPr>
          <a:xfrm flipV="1">
            <a:off x="4071013" y="2742763"/>
            <a:ext cx="98385" cy="841017"/>
          </a:xfrm>
          <a:prstGeom prst="rect">
            <a:avLst/>
          </a:prstGeom>
          <a:solidFill>
            <a:srgbClr val="FFFF0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>
              <a:solidFill>
                <a:schemeClr val="tx1"/>
              </a:solidFill>
            </a:endParaRPr>
          </a:p>
        </p:txBody>
      </p:sp>
      <p:sp>
        <p:nvSpPr>
          <p:cNvPr id="35" name="TextBox 13">
            <a:extLst>
              <a:ext uri="{FF2B5EF4-FFF2-40B4-BE49-F238E27FC236}">
                <a16:creationId xmlns:a16="http://schemas.microsoft.com/office/drawing/2014/main" id="{D517A311-5FE0-84F9-F42E-A1F2059E6399}"/>
              </a:ext>
            </a:extLst>
          </p:cNvPr>
          <p:cNvSpPr txBox="1"/>
          <p:nvPr/>
        </p:nvSpPr>
        <p:spPr>
          <a:xfrm>
            <a:off x="142074" y="1128948"/>
            <a:ext cx="1489510" cy="461665"/>
          </a:xfrm>
          <a:prstGeom prst="rect">
            <a:avLst/>
          </a:prstGeom>
          <a:solidFill>
            <a:schemeClr val="accent6">
              <a:lumMod val="20000"/>
              <a:lumOff val="80000"/>
            </a:schemeClr>
          </a:solidFill>
        </p:spPr>
        <p:txBody>
          <a:bodyPr wrap="none" rtlCol="0">
            <a:spAutoFit/>
          </a:bodyPr>
          <a:lstStyle>
            <a:defPPr>
              <a:defRPr lang="ko-KR"/>
            </a:defPPr>
            <a:lvl1pPr marL="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ko-KR" altLang="en-US" sz="800" b="1"/>
              <a:t>욕실 </a:t>
            </a:r>
            <a:r>
              <a:rPr lang="ko-KR" altLang="en-US" sz="800" b="1" err="1"/>
              <a:t>휴젠트여부에</a:t>
            </a:r>
            <a:r>
              <a:rPr lang="ko-KR" altLang="en-US" sz="800" b="1"/>
              <a:t> 대하여</a:t>
            </a:r>
            <a:endParaRPr lang="en-US" altLang="ko-KR" sz="800" b="1"/>
          </a:p>
          <a:p>
            <a:r>
              <a:rPr lang="ko-KR" altLang="en-US" sz="800" b="1"/>
              <a:t>기사분이 현장에서 파악하여</a:t>
            </a:r>
            <a:endParaRPr lang="en-US" altLang="ko-KR" sz="800" b="1"/>
          </a:p>
          <a:p>
            <a:r>
              <a:rPr lang="ko-KR" altLang="en-US" sz="800" b="1"/>
              <a:t>센서위치를 적용해드립니다</a:t>
            </a:r>
            <a:r>
              <a:rPr lang="en-US" altLang="ko-KR" sz="800" b="1"/>
              <a:t>.</a:t>
            </a:r>
            <a:endParaRPr lang="ko-KR" altLang="en-US" sz="800" b="1"/>
          </a:p>
        </p:txBody>
      </p:sp>
      <p:grpSp>
        <p:nvGrpSpPr>
          <p:cNvPr id="36" name="그룹 35">
            <a:extLst>
              <a:ext uri="{FF2B5EF4-FFF2-40B4-BE49-F238E27FC236}">
                <a16:creationId xmlns:a16="http://schemas.microsoft.com/office/drawing/2014/main" id="{8C04318F-55F1-9E08-F22C-BDB96889502F}"/>
              </a:ext>
            </a:extLst>
          </p:cNvPr>
          <p:cNvGrpSpPr/>
          <p:nvPr/>
        </p:nvGrpSpPr>
        <p:grpSpPr>
          <a:xfrm>
            <a:off x="166864" y="137559"/>
            <a:ext cx="2166761" cy="738664"/>
            <a:chOff x="209306" y="114311"/>
            <a:chExt cx="2166761" cy="742666"/>
          </a:xfrm>
        </p:grpSpPr>
        <p:sp>
          <p:nvSpPr>
            <p:cNvPr id="37" name="타원 36">
              <a:extLst>
                <a:ext uri="{FF2B5EF4-FFF2-40B4-BE49-F238E27FC236}">
                  <a16:creationId xmlns:a16="http://schemas.microsoft.com/office/drawing/2014/main" id="{0EACBF6A-F27A-F743-8319-167755958410}"/>
                </a:ext>
              </a:extLst>
            </p:cNvPr>
            <p:cNvSpPr/>
            <p:nvPr/>
          </p:nvSpPr>
          <p:spPr>
            <a:xfrm>
              <a:off x="209307" y="168341"/>
              <a:ext cx="98385" cy="98385"/>
            </a:xfrm>
            <a:prstGeom prst="ellipse">
              <a:avLst/>
            </a:prstGeom>
            <a:solidFill>
              <a:srgbClr val="FF0000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ko-KR"/>
              </a:defPPr>
              <a:lvl1pPr marL="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ko-KR" altLang="en-US">
                <a:solidFill>
                  <a:schemeClr val="tx1"/>
                </a:solidFill>
              </a:endParaRPr>
            </a:p>
          </p:txBody>
        </p:sp>
        <p:sp>
          <p:nvSpPr>
            <p:cNvPr id="38" name="타원 37">
              <a:extLst>
                <a:ext uri="{FF2B5EF4-FFF2-40B4-BE49-F238E27FC236}">
                  <a16:creationId xmlns:a16="http://schemas.microsoft.com/office/drawing/2014/main" id="{9EA6308F-0CD6-4F99-ADAD-630189B69A35}"/>
                </a:ext>
              </a:extLst>
            </p:cNvPr>
            <p:cNvSpPr/>
            <p:nvPr/>
          </p:nvSpPr>
          <p:spPr>
            <a:xfrm>
              <a:off x="209307" y="347436"/>
              <a:ext cx="98385" cy="98385"/>
            </a:xfrm>
            <a:prstGeom prst="ellipse">
              <a:avLst/>
            </a:prstGeom>
            <a:solidFill>
              <a:srgbClr val="FFFF00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ko-KR"/>
              </a:defPPr>
              <a:lvl1pPr marL="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ko-KR" altLang="en-US">
                <a:solidFill>
                  <a:schemeClr val="tx1"/>
                </a:solidFill>
              </a:endParaRPr>
            </a:p>
          </p:txBody>
        </p:sp>
        <p:sp>
          <p:nvSpPr>
            <p:cNvPr id="39" name="타원 38">
              <a:extLst>
                <a:ext uri="{FF2B5EF4-FFF2-40B4-BE49-F238E27FC236}">
                  <a16:creationId xmlns:a16="http://schemas.microsoft.com/office/drawing/2014/main" id="{A0BBA1A8-6CA8-8530-F4FC-730C0243B7C1}"/>
                </a:ext>
              </a:extLst>
            </p:cNvPr>
            <p:cNvSpPr/>
            <p:nvPr/>
          </p:nvSpPr>
          <p:spPr>
            <a:xfrm>
              <a:off x="209306" y="573831"/>
              <a:ext cx="98385" cy="98385"/>
            </a:xfrm>
            <a:prstGeom prst="ellipse">
              <a:avLst/>
            </a:prstGeom>
            <a:solidFill>
              <a:srgbClr val="FFC000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ko-KR"/>
              </a:defPPr>
              <a:lvl1pPr marL="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ko-KR" altLang="en-US">
                <a:solidFill>
                  <a:schemeClr val="tx1"/>
                </a:solidFill>
              </a:endParaRPr>
            </a:p>
          </p:txBody>
        </p:sp>
        <p:sp>
          <p:nvSpPr>
            <p:cNvPr id="40" name="TextBox 11">
              <a:extLst>
                <a:ext uri="{FF2B5EF4-FFF2-40B4-BE49-F238E27FC236}">
                  <a16:creationId xmlns:a16="http://schemas.microsoft.com/office/drawing/2014/main" id="{4050ABC5-6D50-E66C-BBC3-938BD4BD9E00}"/>
                </a:ext>
              </a:extLst>
            </p:cNvPr>
            <p:cNvSpPr txBox="1"/>
            <p:nvPr/>
          </p:nvSpPr>
          <p:spPr>
            <a:xfrm>
              <a:off x="318304" y="114311"/>
              <a:ext cx="2057763" cy="742666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>
              <a:defPPr>
                <a:defRPr lang="ko-KR"/>
              </a:defPPr>
              <a:lvl1pPr marL="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r>
                <a:rPr lang="ko-KR" altLang="en-US" sz="700"/>
                <a:t>간접조명 </a:t>
              </a:r>
              <a:r>
                <a:rPr lang="en-US" altLang="ko-KR" sz="700"/>
                <a:t>A SET</a:t>
              </a:r>
            </a:p>
            <a:p>
              <a:endParaRPr lang="en-US" altLang="ko-KR" sz="700"/>
            </a:p>
            <a:p>
              <a:r>
                <a:rPr lang="ko-KR" altLang="en-US" sz="700"/>
                <a:t>간접조명 센서 </a:t>
              </a:r>
              <a:r>
                <a:rPr lang="en-US" altLang="ko-KR" sz="700"/>
                <a:t>SET</a:t>
              </a:r>
            </a:p>
            <a:p>
              <a:endParaRPr lang="en-US" altLang="ko-KR" sz="700"/>
            </a:p>
            <a:p>
              <a:r>
                <a:rPr lang="ko-KR" altLang="en-US" sz="700"/>
                <a:t>우물천장간접조명 및 커튼박수 추가</a:t>
              </a:r>
              <a:r>
                <a:rPr lang="en-US" altLang="ko-KR" sz="700"/>
                <a:t>(</a:t>
              </a:r>
              <a:r>
                <a:rPr lang="ko-KR" altLang="en-US" sz="700"/>
                <a:t>별도 추가</a:t>
              </a:r>
              <a:r>
                <a:rPr lang="en-US" altLang="ko-KR" sz="700"/>
                <a:t>)</a:t>
              </a:r>
            </a:p>
            <a:p>
              <a:endParaRPr lang="en-US" altLang="ko-KR" sz="700"/>
            </a:p>
          </p:txBody>
        </p:sp>
      </p:grpSp>
      <p:grpSp>
        <p:nvGrpSpPr>
          <p:cNvPr id="42" name="그룹 41">
            <a:extLst>
              <a:ext uri="{FF2B5EF4-FFF2-40B4-BE49-F238E27FC236}">
                <a16:creationId xmlns:a16="http://schemas.microsoft.com/office/drawing/2014/main" id="{8C0F32FC-4C00-9AE3-426B-73A04B07680E}"/>
              </a:ext>
            </a:extLst>
          </p:cNvPr>
          <p:cNvGrpSpPr/>
          <p:nvPr/>
        </p:nvGrpSpPr>
        <p:grpSpPr>
          <a:xfrm>
            <a:off x="8113958" y="4269085"/>
            <a:ext cx="100923" cy="1356633"/>
            <a:chOff x="4735802" y="4662002"/>
            <a:chExt cx="100923" cy="1356633"/>
          </a:xfrm>
        </p:grpSpPr>
        <p:sp>
          <p:nvSpPr>
            <p:cNvPr id="43" name="타원 42">
              <a:extLst>
                <a:ext uri="{FF2B5EF4-FFF2-40B4-BE49-F238E27FC236}">
                  <a16:creationId xmlns:a16="http://schemas.microsoft.com/office/drawing/2014/main" id="{AC2C72A5-B9AE-1C15-E472-65A33047982D}"/>
                </a:ext>
              </a:extLst>
            </p:cNvPr>
            <p:cNvSpPr/>
            <p:nvPr/>
          </p:nvSpPr>
          <p:spPr>
            <a:xfrm>
              <a:off x="4737834" y="4662002"/>
              <a:ext cx="98385" cy="98385"/>
            </a:xfrm>
            <a:prstGeom prst="ellipse">
              <a:avLst/>
            </a:prstGeom>
            <a:solidFill>
              <a:srgbClr val="FF0000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>
                <a:solidFill>
                  <a:schemeClr val="tx1"/>
                </a:solidFill>
              </a:endParaRPr>
            </a:p>
          </p:txBody>
        </p:sp>
        <p:sp>
          <p:nvSpPr>
            <p:cNvPr id="44" name="타원 43">
              <a:extLst>
                <a:ext uri="{FF2B5EF4-FFF2-40B4-BE49-F238E27FC236}">
                  <a16:creationId xmlns:a16="http://schemas.microsoft.com/office/drawing/2014/main" id="{2FB5BB8E-A0F5-3ECF-FF95-B1228DFF74EE}"/>
                </a:ext>
              </a:extLst>
            </p:cNvPr>
            <p:cNvSpPr/>
            <p:nvPr/>
          </p:nvSpPr>
          <p:spPr>
            <a:xfrm>
              <a:off x="4735802" y="5291218"/>
              <a:ext cx="98385" cy="98385"/>
            </a:xfrm>
            <a:prstGeom prst="ellipse">
              <a:avLst/>
            </a:prstGeom>
            <a:solidFill>
              <a:srgbClr val="FF0000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>
                <a:solidFill>
                  <a:schemeClr val="tx1"/>
                </a:solidFill>
              </a:endParaRPr>
            </a:p>
          </p:txBody>
        </p:sp>
        <p:sp>
          <p:nvSpPr>
            <p:cNvPr id="45" name="타원 44">
              <a:extLst>
                <a:ext uri="{FF2B5EF4-FFF2-40B4-BE49-F238E27FC236}">
                  <a16:creationId xmlns:a16="http://schemas.microsoft.com/office/drawing/2014/main" id="{69599D18-2567-56B6-7BDD-D4BAD88C4200}"/>
                </a:ext>
              </a:extLst>
            </p:cNvPr>
            <p:cNvSpPr/>
            <p:nvPr/>
          </p:nvSpPr>
          <p:spPr>
            <a:xfrm>
              <a:off x="4738340" y="5920250"/>
              <a:ext cx="98385" cy="98385"/>
            </a:xfrm>
            <a:prstGeom prst="ellipse">
              <a:avLst/>
            </a:prstGeom>
            <a:solidFill>
              <a:srgbClr val="FF0000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>
                <a:solidFill>
                  <a:schemeClr val="tx1"/>
                </a:solidFill>
              </a:endParaRPr>
            </a:p>
          </p:txBody>
        </p:sp>
      </p:grpSp>
      <p:grpSp>
        <p:nvGrpSpPr>
          <p:cNvPr id="46" name="그룹 45">
            <a:extLst>
              <a:ext uri="{FF2B5EF4-FFF2-40B4-BE49-F238E27FC236}">
                <a16:creationId xmlns:a16="http://schemas.microsoft.com/office/drawing/2014/main" id="{44F0FA26-6E52-469C-A31E-AD97436E6A9A}"/>
              </a:ext>
            </a:extLst>
          </p:cNvPr>
          <p:cNvGrpSpPr/>
          <p:nvPr/>
        </p:nvGrpSpPr>
        <p:grpSpPr>
          <a:xfrm>
            <a:off x="6249038" y="4280974"/>
            <a:ext cx="100923" cy="1356633"/>
            <a:chOff x="4735802" y="4662002"/>
            <a:chExt cx="100923" cy="1356633"/>
          </a:xfrm>
        </p:grpSpPr>
        <p:sp>
          <p:nvSpPr>
            <p:cNvPr id="47" name="타원 46">
              <a:extLst>
                <a:ext uri="{FF2B5EF4-FFF2-40B4-BE49-F238E27FC236}">
                  <a16:creationId xmlns:a16="http://schemas.microsoft.com/office/drawing/2014/main" id="{D690BA6E-F4E1-1314-792E-745D02F94072}"/>
                </a:ext>
              </a:extLst>
            </p:cNvPr>
            <p:cNvSpPr/>
            <p:nvPr/>
          </p:nvSpPr>
          <p:spPr>
            <a:xfrm>
              <a:off x="4737834" y="4662002"/>
              <a:ext cx="98385" cy="98385"/>
            </a:xfrm>
            <a:prstGeom prst="ellipse">
              <a:avLst/>
            </a:prstGeom>
            <a:solidFill>
              <a:srgbClr val="FF0000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>
                <a:solidFill>
                  <a:schemeClr val="tx1"/>
                </a:solidFill>
              </a:endParaRPr>
            </a:p>
          </p:txBody>
        </p:sp>
        <p:sp>
          <p:nvSpPr>
            <p:cNvPr id="48" name="타원 47">
              <a:extLst>
                <a:ext uri="{FF2B5EF4-FFF2-40B4-BE49-F238E27FC236}">
                  <a16:creationId xmlns:a16="http://schemas.microsoft.com/office/drawing/2014/main" id="{AE935514-1CD3-246D-7BD7-B777CEC46548}"/>
                </a:ext>
              </a:extLst>
            </p:cNvPr>
            <p:cNvSpPr/>
            <p:nvPr/>
          </p:nvSpPr>
          <p:spPr>
            <a:xfrm>
              <a:off x="4735802" y="5291218"/>
              <a:ext cx="98385" cy="98385"/>
            </a:xfrm>
            <a:prstGeom prst="ellipse">
              <a:avLst/>
            </a:prstGeom>
            <a:solidFill>
              <a:srgbClr val="FF0000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>
                <a:solidFill>
                  <a:schemeClr val="tx1"/>
                </a:solidFill>
              </a:endParaRPr>
            </a:p>
          </p:txBody>
        </p:sp>
        <p:sp>
          <p:nvSpPr>
            <p:cNvPr id="49" name="타원 48">
              <a:extLst>
                <a:ext uri="{FF2B5EF4-FFF2-40B4-BE49-F238E27FC236}">
                  <a16:creationId xmlns:a16="http://schemas.microsoft.com/office/drawing/2014/main" id="{D6F9F6ED-E9DC-A813-2D42-D939E28DB65D}"/>
                </a:ext>
              </a:extLst>
            </p:cNvPr>
            <p:cNvSpPr/>
            <p:nvPr/>
          </p:nvSpPr>
          <p:spPr>
            <a:xfrm>
              <a:off x="4738340" y="5920250"/>
              <a:ext cx="98385" cy="98385"/>
            </a:xfrm>
            <a:prstGeom prst="ellipse">
              <a:avLst/>
            </a:prstGeom>
            <a:solidFill>
              <a:srgbClr val="FF0000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>
                <a:solidFill>
                  <a:schemeClr val="tx1"/>
                </a:solidFill>
              </a:endParaRPr>
            </a:p>
          </p:txBody>
        </p:sp>
      </p:grpSp>
      <p:sp>
        <p:nvSpPr>
          <p:cNvPr id="3" name="직사각형 2">
            <a:extLst>
              <a:ext uri="{FF2B5EF4-FFF2-40B4-BE49-F238E27FC236}">
                <a16:creationId xmlns:a16="http://schemas.microsoft.com/office/drawing/2014/main" id="{B9BD2F4A-EFA6-DA06-F059-4D29F4509987}"/>
              </a:ext>
            </a:extLst>
          </p:cNvPr>
          <p:cNvSpPr/>
          <p:nvPr/>
        </p:nvSpPr>
        <p:spPr>
          <a:xfrm>
            <a:off x="5914244" y="4376925"/>
            <a:ext cx="191222" cy="1461900"/>
          </a:xfrm>
          <a:prstGeom prst="rect">
            <a:avLst/>
          </a:prstGeom>
          <a:solidFill>
            <a:schemeClr val="accent1">
              <a:lumMod val="40000"/>
              <a:lumOff val="6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050" b="1" err="1"/>
              <a:t>가벽</a:t>
            </a:r>
            <a:endParaRPr lang="ko-KR" altLang="en-US" sz="1050" b="1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504F593C-197A-5D3D-939F-62F3F7114919}"/>
              </a:ext>
            </a:extLst>
          </p:cNvPr>
          <p:cNvSpPr txBox="1"/>
          <p:nvPr/>
        </p:nvSpPr>
        <p:spPr>
          <a:xfrm>
            <a:off x="4682972" y="6416299"/>
            <a:ext cx="1988045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sz="1400" b="1" err="1">
                <a:highlight>
                  <a:srgbClr val="FFFF00"/>
                </a:highlight>
              </a:rPr>
              <a:t>가벽</a:t>
            </a:r>
            <a:r>
              <a:rPr lang="ko-KR" altLang="en-US" sz="1400" b="1">
                <a:highlight>
                  <a:srgbClr val="FFFF00"/>
                </a:highlight>
              </a:rPr>
              <a:t> 있나 확인 필요함</a:t>
            </a:r>
          </a:p>
        </p:txBody>
      </p:sp>
      <p:sp>
        <p:nvSpPr>
          <p:cNvPr id="8" name="화살표: 위쪽 7">
            <a:extLst>
              <a:ext uri="{FF2B5EF4-FFF2-40B4-BE49-F238E27FC236}">
                <a16:creationId xmlns:a16="http://schemas.microsoft.com/office/drawing/2014/main" id="{B2F6E5D6-7969-11AE-33C1-DDF291751B64}"/>
              </a:ext>
            </a:extLst>
          </p:cNvPr>
          <p:cNvSpPr/>
          <p:nvPr/>
        </p:nvSpPr>
        <p:spPr>
          <a:xfrm>
            <a:off x="5914244" y="5876667"/>
            <a:ext cx="162296" cy="532179"/>
          </a:xfrm>
          <a:prstGeom prst="up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pic>
        <p:nvPicPr>
          <p:cNvPr id="9" name="그림 8" descr="텍스트, 스크린샷이(가) 표시된 사진&#10;&#10;AI 생성 콘텐츠는 정확하지 않을 수 있습니다.">
            <a:extLst>
              <a:ext uri="{FF2B5EF4-FFF2-40B4-BE49-F238E27FC236}">
                <a16:creationId xmlns:a16="http://schemas.microsoft.com/office/drawing/2014/main" id="{45934376-2BE6-E0F8-A80F-9A837078A8E7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34608" y="2501243"/>
            <a:ext cx="1778731" cy="1466673"/>
          </a:xfrm>
          <a:prstGeom prst="rect">
            <a:avLst/>
          </a:prstGeom>
        </p:spPr>
      </p:pic>
      <p:grpSp>
        <p:nvGrpSpPr>
          <p:cNvPr id="2" name="그룹 1">
            <a:extLst>
              <a:ext uri="{FF2B5EF4-FFF2-40B4-BE49-F238E27FC236}">
                <a16:creationId xmlns:a16="http://schemas.microsoft.com/office/drawing/2014/main" id="{42DFDD1A-CBEC-C291-8104-25FA8A861BCF}"/>
              </a:ext>
            </a:extLst>
          </p:cNvPr>
          <p:cNvGrpSpPr/>
          <p:nvPr/>
        </p:nvGrpSpPr>
        <p:grpSpPr>
          <a:xfrm>
            <a:off x="7192040" y="2771734"/>
            <a:ext cx="771438" cy="620194"/>
            <a:chOff x="-264302" y="332433"/>
            <a:chExt cx="771438" cy="620194"/>
          </a:xfrm>
        </p:grpSpPr>
        <p:sp>
          <p:nvSpPr>
            <p:cNvPr id="11" name="TextBox 10">
              <a:extLst>
                <a:ext uri="{FF2B5EF4-FFF2-40B4-BE49-F238E27FC236}">
                  <a16:creationId xmlns:a16="http://schemas.microsoft.com/office/drawing/2014/main" id="{4C8BEFD6-0EE9-DFBE-7052-E0AEEABB18B1}"/>
                </a:ext>
              </a:extLst>
            </p:cNvPr>
            <p:cNvSpPr txBox="1"/>
            <p:nvPr/>
          </p:nvSpPr>
          <p:spPr>
            <a:xfrm>
              <a:off x="-264302" y="546780"/>
              <a:ext cx="771438" cy="184666"/>
            </a:xfrm>
            <a:prstGeom prst="rect">
              <a:avLst/>
            </a:prstGeom>
            <a:solidFill>
              <a:schemeClr val="bg1">
                <a:lumMod val="95000"/>
              </a:schemeClr>
            </a:solidFill>
          </p:spPr>
          <p:txBody>
            <a:bodyPr wrap="square" rtlCol="0">
              <a:spAutoFit/>
            </a:bodyPr>
            <a:lstStyle/>
            <a:p>
              <a:r>
                <a:rPr lang="ko-KR" altLang="en-US" sz="600" b="1"/>
                <a:t>서비스 조명 </a:t>
              </a:r>
              <a:r>
                <a:rPr lang="en-US" altLang="ko-KR" sz="600" b="1"/>
                <a:t>2EA</a:t>
              </a:r>
              <a:endParaRPr lang="ko-KR" altLang="en-US" sz="600" b="1"/>
            </a:p>
          </p:txBody>
        </p:sp>
        <p:grpSp>
          <p:nvGrpSpPr>
            <p:cNvPr id="12" name="그룹 11">
              <a:extLst>
                <a:ext uri="{FF2B5EF4-FFF2-40B4-BE49-F238E27FC236}">
                  <a16:creationId xmlns:a16="http://schemas.microsoft.com/office/drawing/2014/main" id="{AD12E783-DD89-C249-EDFD-47233E7F815F}"/>
                </a:ext>
              </a:extLst>
            </p:cNvPr>
            <p:cNvGrpSpPr/>
            <p:nvPr/>
          </p:nvGrpSpPr>
          <p:grpSpPr>
            <a:xfrm>
              <a:off x="368880" y="332433"/>
              <a:ext cx="98814" cy="620194"/>
              <a:chOff x="4737834" y="4900127"/>
              <a:chExt cx="98814" cy="620194"/>
            </a:xfrm>
            <a:solidFill>
              <a:srgbClr val="FF00FF"/>
            </a:solidFill>
          </p:grpSpPr>
          <p:sp>
            <p:nvSpPr>
              <p:cNvPr id="20" name="타원 19">
                <a:extLst>
                  <a:ext uri="{FF2B5EF4-FFF2-40B4-BE49-F238E27FC236}">
                    <a16:creationId xmlns:a16="http://schemas.microsoft.com/office/drawing/2014/main" id="{8F0A6479-CBC1-9C8E-0D2B-F61669DBFF11}"/>
                  </a:ext>
                </a:extLst>
              </p:cNvPr>
              <p:cNvSpPr/>
              <p:nvPr/>
            </p:nvSpPr>
            <p:spPr>
              <a:xfrm>
                <a:off x="4737834" y="4900127"/>
                <a:ext cx="98385" cy="98385"/>
              </a:xfrm>
              <a:prstGeom prst="ellipse">
                <a:avLst/>
              </a:prstGeom>
              <a:grpFill/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 sz="600">
                  <a:solidFill>
                    <a:schemeClr val="tx1"/>
                  </a:solidFill>
                </a:endParaRPr>
              </a:p>
            </p:txBody>
          </p:sp>
          <p:sp>
            <p:nvSpPr>
              <p:cNvPr id="21" name="타원 20">
                <a:extLst>
                  <a:ext uri="{FF2B5EF4-FFF2-40B4-BE49-F238E27FC236}">
                    <a16:creationId xmlns:a16="http://schemas.microsoft.com/office/drawing/2014/main" id="{1E55B629-A65D-2989-0AC5-01A4B49A08DA}"/>
                  </a:ext>
                </a:extLst>
              </p:cNvPr>
              <p:cNvSpPr/>
              <p:nvPr/>
            </p:nvSpPr>
            <p:spPr>
              <a:xfrm>
                <a:off x="4738263" y="5421936"/>
                <a:ext cx="98385" cy="98385"/>
              </a:xfrm>
              <a:prstGeom prst="ellipse">
                <a:avLst/>
              </a:prstGeom>
              <a:grpFill/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 sz="600">
                  <a:solidFill>
                    <a:schemeClr val="tx1"/>
                  </a:solidFill>
                </a:endParaRPr>
              </a:p>
            </p:txBody>
          </p:sp>
        </p:grpSp>
      </p:grpSp>
      <p:sp>
        <p:nvSpPr>
          <p:cNvPr id="22" name="직사각형 21">
            <a:extLst>
              <a:ext uri="{FF2B5EF4-FFF2-40B4-BE49-F238E27FC236}">
                <a16:creationId xmlns:a16="http://schemas.microsoft.com/office/drawing/2014/main" id="{44BD2560-247C-CBD3-1D24-6B32DD8AE3C3}"/>
              </a:ext>
            </a:extLst>
          </p:cNvPr>
          <p:cNvSpPr/>
          <p:nvPr/>
        </p:nvSpPr>
        <p:spPr>
          <a:xfrm>
            <a:off x="7963478" y="2434997"/>
            <a:ext cx="348672" cy="1236806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/>
              <a:t>냉장고장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0831675E-DDA7-45CF-7E17-90A97AD489E8}"/>
              </a:ext>
            </a:extLst>
          </p:cNvPr>
          <p:cNvSpPr txBox="1"/>
          <p:nvPr/>
        </p:nvSpPr>
        <p:spPr>
          <a:xfrm>
            <a:off x="7058350" y="4134528"/>
            <a:ext cx="479618" cy="2462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1000" b="1">
                <a:solidFill>
                  <a:srgbClr val="FF0000"/>
                </a:solidFill>
              </a:rPr>
              <a:t>3100</a:t>
            </a:r>
            <a:endParaRPr lang="ko-KR" altLang="en-US" sz="1000" b="1">
              <a:solidFill>
                <a:srgbClr val="FF0000"/>
              </a:solidFill>
            </a:endParaRP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A1C5D6DC-C1D0-7821-CF3D-AC307C163352}"/>
              </a:ext>
            </a:extLst>
          </p:cNvPr>
          <p:cNvSpPr txBox="1"/>
          <p:nvPr/>
        </p:nvSpPr>
        <p:spPr>
          <a:xfrm>
            <a:off x="6292067" y="4627588"/>
            <a:ext cx="479618" cy="2462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1000" b="1">
                <a:solidFill>
                  <a:srgbClr val="FF0000"/>
                </a:solidFill>
              </a:rPr>
              <a:t>2500</a:t>
            </a:r>
            <a:endParaRPr lang="ko-KR" altLang="en-US" sz="1000" b="1">
              <a:solidFill>
                <a:srgbClr val="FF0000"/>
              </a:solidFill>
            </a:endParaRP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7C4BEB75-EE1B-1523-E3FF-3AE207B9204D}"/>
              </a:ext>
            </a:extLst>
          </p:cNvPr>
          <p:cNvSpPr txBox="1"/>
          <p:nvPr/>
        </p:nvSpPr>
        <p:spPr>
          <a:xfrm>
            <a:off x="7110154" y="6076702"/>
            <a:ext cx="479618" cy="2462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1000" b="1">
                <a:solidFill>
                  <a:srgbClr val="FF0000"/>
                </a:solidFill>
              </a:rPr>
              <a:t>4500</a:t>
            </a:r>
            <a:endParaRPr lang="ko-KR" altLang="en-US" sz="1000" b="1">
              <a:solidFill>
                <a:srgbClr val="FF0000"/>
              </a:solidFill>
            </a:endParaRP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237410B1-1089-7F53-9F87-1F7622D56088}"/>
              </a:ext>
            </a:extLst>
          </p:cNvPr>
          <p:cNvSpPr txBox="1"/>
          <p:nvPr/>
        </p:nvSpPr>
        <p:spPr>
          <a:xfrm>
            <a:off x="9341233" y="5739498"/>
            <a:ext cx="479618" cy="2462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1000" b="1">
                <a:solidFill>
                  <a:srgbClr val="FF0000"/>
                </a:solidFill>
              </a:rPr>
              <a:t>3500</a:t>
            </a:r>
            <a:endParaRPr lang="ko-KR" altLang="en-US" sz="1000" b="1">
              <a:solidFill>
                <a:srgbClr val="FF0000"/>
              </a:solidFill>
            </a:endParaRP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CDF6E1EE-9843-16F3-40F9-BCA31D98C1A2}"/>
              </a:ext>
            </a:extLst>
          </p:cNvPr>
          <p:cNvSpPr txBox="1"/>
          <p:nvPr/>
        </p:nvSpPr>
        <p:spPr>
          <a:xfrm>
            <a:off x="3818393" y="6070705"/>
            <a:ext cx="479618" cy="2462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1000" b="1">
                <a:solidFill>
                  <a:srgbClr val="FF0000"/>
                </a:solidFill>
              </a:rPr>
              <a:t>2900</a:t>
            </a:r>
            <a:endParaRPr lang="ko-KR" altLang="en-US" sz="1000" b="1">
              <a:solidFill>
                <a:srgbClr val="FF0000"/>
              </a:solidFill>
            </a:endParaRPr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180F9524-744D-555C-B010-CDF45D39B36E}"/>
              </a:ext>
            </a:extLst>
          </p:cNvPr>
          <p:cNvSpPr txBox="1"/>
          <p:nvPr/>
        </p:nvSpPr>
        <p:spPr>
          <a:xfrm>
            <a:off x="2112619" y="6069702"/>
            <a:ext cx="479618" cy="2462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1000" b="1">
                <a:solidFill>
                  <a:srgbClr val="FF0000"/>
                </a:solidFill>
              </a:rPr>
              <a:t>2800</a:t>
            </a:r>
            <a:endParaRPr lang="ko-KR" altLang="en-US" sz="1000" b="1">
              <a:solidFill>
                <a:srgbClr val="FF0000"/>
              </a:solidFill>
            </a:endParaRPr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C03925FB-4521-CA07-46B3-F87A459730AA}"/>
              </a:ext>
            </a:extLst>
          </p:cNvPr>
          <p:cNvSpPr txBox="1"/>
          <p:nvPr/>
        </p:nvSpPr>
        <p:spPr>
          <a:xfrm>
            <a:off x="10338926" y="4014128"/>
            <a:ext cx="405880" cy="2462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1000" b="1">
                <a:solidFill>
                  <a:srgbClr val="FF0000"/>
                </a:solidFill>
              </a:rPr>
              <a:t>900</a:t>
            </a:r>
            <a:endParaRPr lang="ko-KR" altLang="en-US" sz="1000" b="1">
              <a:solidFill>
                <a:srgbClr val="FF0000"/>
              </a:solidFill>
            </a:endParaRPr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D4457F09-2958-FE6D-902A-31E3696176C1}"/>
              </a:ext>
            </a:extLst>
          </p:cNvPr>
          <p:cNvSpPr txBox="1"/>
          <p:nvPr/>
        </p:nvSpPr>
        <p:spPr>
          <a:xfrm>
            <a:off x="4328259" y="2810961"/>
            <a:ext cx="405880" cy="2462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1000" b="1">
                <a:solidFill>
                  <a:srgbClr val="FF0000"/>
                </a:solidFill>
              </a:rPr>
              <a:t>800</a:t>
            </a:r>
            <a:endParaRPr lang="ko-KR" altLang="en-US" sz="1000" b="1">
              <a:solidFill>
                <a:srgbClr val="FF0000"/>
              </a:solidFill>
            </a:endParaRPr>
          </a:p>
        </p:txBody>
      </p:sp>
      <p:sp>
        <p:nvSpPr>
          <p:cNvPr id="27" name="TextBox 26">
            <a:extLst>
              <a:ext uri="{FF2B5EF4-FFF2-40B4-BE49-F238E27FC236}">
                <a16:creationId xmlns:a16="http://schemas.microsoft.com/office/drawing/2014/main" id="{7E8E57FD-4184-3B25-8B11-9E5C44F825F9}"/>
              </a:ext>
            </a:extLst>
          </p:cNvPr>
          <p:cNvSpPr txBox="1"/>
          <p:nvPr/>
        </p:nvSpPr>
        <p:spPr>
          <a:xfrm>
            <a:off x="3611505" y="3040160"/>
            <a:ext cx="479618" cy="2462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1000" b="1">
                <a:solidFill>
                  <a:srgbClr val="FF0000"/>
                </a:solidFill>
              </a:rPr>
              <a:t>1300</a:t>
            </a:r>
            <a:endParaRPr lang="ko-KR" altLang="en-US" sz="1000" b="1">
              <a:solidFill>
                <a:srgbClr val="FF0000"/>
              </a:solidFill>
            </a:endParaRPr>
          </a:p>
        </p:txBody>
      </p:sp>
      <p:sp>
        <p:nvSpPr>
          <p:cNvPr id="33" name="TextBox 32">
            <a:extLst>
              <a:ext uri="{FF2B5EF4-FFF2-40B4-BE49-F238E27FC236}">
                <a16:creationId xmlns:a16="http://schemas.microsoft.com/office/drawing/2014/main" id="{977CB228-1B83-5A77-4964-33B4BADB249C}"/>
              </a:ext>
            </a:extLst>
          </p:cNvPr>
          <p:cNvSpPr txBox="1"/>
          <p:nvPr/>
        </p:nvSpPr>
        <p:spPr>
          <a:xfrm>
            <a:off x="6424461" y="1044478"/>
            <a:ext cx="479618" cy="2462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1000" b="1">
                <a:solidFill>
                  <a:srgbClr val="FF0000"/>
                </a:solidFill>
              </a:rPr>
              <a:t>1100</a:t>
            </a:r>
            <a:endParaRPr lang="ko-KR" altLang="en-US" sz="1000" b="1">
              <a:solidFill>
                <a:srgbClr val="FF0000"/>
              </a:solidFill>
            </a:endParaRPr>
          </a:p>
        </p:txBody>
      </p:sp>
      <p:cxnSp>
        <p:nvCxnSpPr>
          <p:cNvPr id="34" name="직선 화살표 연결선 33">
            <a:extLst>
              <a:ext uri="{FF2B5EF4-FFF2-40B4-BE49-F238E27FC236}">
                <a16:creationId xmlns:a16="http://schemas.microsoft.com/office/drawing/2014/main" id="{A2E55896-4CD0-CEE7-CA76-BCFD020C9B24}"/>
              </a:ext>
            </a:extLst>
          </p:cNvPr>
          <p:cNvCxnSpPr>
            <a:cxnSpLocks/>
          </p:cNvCxnSpPr>
          <p:nvPr/>
        </p:nvCxnSpPr>
        <p:spPr>
          <a:xfrm>
            <a:off x="10233498" y="3607663"/>
            <a:ext cx="0" cy="653823"/>
          </a:xfrm>
          <a:prstGeom prst="straightConnector1">
            <a:avLst/>
          </a:prstGeom>
          <a:ln w="57150">
            <a:solidFill>
              <a:srgbClr val="00B050"/>
            </a:solidFill>
            <a:headEnd type="triangle"/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1" name="직선 화살표 연결선 40">
            <a:extLst>
              <a:ext uri="{FF2B5EF4-FFF2-40B4-BE49-F238E27FC236}">
                <a16:creationId xmlns:a16="http://schemas.microsoft.com/office/drawing/2014/main" id="{17042242-B6EC-33FF-0A83-4884495D9B6E}"/>
              </a:ext>
            </a:extLst>
          </p:cNvPr>
          <p:cNvCxnSpPr>
            <a:cxnSpLocks/>
          </p:cNvCxnSpPr>
          <p:nvPr/>
        </p:nvCxnSpPr>
        <p:spPr>
          <a:xfrm flipH="1">
            <a:off x="6219801" y="1491409"/>
            <a:ext cx="902431" cy="0"/>
          </a:xfrm>
          <a:prstGeom prst="straightConnector1">
            <a:avLst/>
          </a:prstGeom>
          <a:ln w="57150">
            <a:solidFill>
              <a:srgbClr val="00B050"/>
            </a:solidFill>
            <a:headEnd type="triangle"/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45332883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005C21A-97E0-D084-85EC-7B757F1EFFB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그림 4">
            <a:extLst>
              <a:ext uri="{FF2B5EF4-FFF2-40B4-BE49-F238E27FC236}">
                <a16:creationId xmlns:a16="http://schemas.microsoft.com/office/drawing/2014/main" id="{00B341A6-12AB-A270-9D13-E77C5274E588}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/>
        </p:nvPicPr>
        <p:blipFill>
          <a:blip r:embed="rId2">
            <a:alphaModFix amt="70000"/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saturation sat="0"/>
                    </a14:imgEffect>
                  </a14:imgLayer>
                </a14:imgProps>
              </a:ext>
            </a:extLst>
          </a:blip>
          <a:stretch>
            <a:fillRect/>
          </a:stretch>
        </p:blipFill>
        <p:spPr>
          <a:xfrm>
            <a:off x="1761061" y="946662"/>
            <a:ext cx="8995839" cy="5276338"/>
          </a:xfrm>
          <a:prstGeom prst="rect">
            <a:avLst/>
          </a:prstGeom>
        </p:spPr>
      </p:pic>
      <mc:AlternateContent xmlns:mc="http://schemas.openxmlformats.org/markup-compatibility/2006">
        <mc:Choice xmlns:a14="http://schemas.microsoft.com/office/drawing/2010/main" Requires="a14">
          <p:sp>
            <p:nvSpPr>
              <p:cNvPr id="6" name="TextBox 5">
                <a:extLst>
                  <a:ext uri="{FF2B5EF4-FFF2-40B4-BE49-F238E27FC236}">
                    <a16:creationId xmlns:a16="http://schemas.microsoft.com/office/drawing/2014/main" id="{1B250C89-68FC-432A-31A8-4009329D59D1}"/>
                  </a:ext>
                </a:extLst>
              </p:cNvPr>
              <p:cNvSpPr txBox="1"/>
              <p:nvPr/>
            </p:nvSpPr>
            <p:spPr>
              <a:xfrm>
                <a:off x="10152689" y="1075737"/>
                <a:ext cx="1762781" cy="407099"/>
              </a:xfrm>
              <a:prstGeom prst="rect">
                <a:avLst/>
              </a:prstGeom>
              <a:noFill/>
            </p:spPr>
            <p:txBody>
              <a:bodyPr wrap="square">
                <a:spAutoFit/>
                <a:scene3d>
                  <a:camera prst="orthographicFront"/>
                  <a:lightRig rig="harsh" dir="t"/>
                </a:scene3d>
                <a:sp3d extrusionH="57150" prstMaterial="matte">
                  <a:bevelT w="63500" h="12700" prst="angle"/>
                  <a:contourClr>
                    <a:schemeClr val="bg1">
                      <a:lumMod val="65000"/>
                    </a:schemeClr>
                  </a:contourClr>
                </a:sp3d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right"/>
                    </m:oMathParaPr>
                    <m:oMath xmlns:m="http://schemas.openxmlformats.org/officeDocument/2006/math">
                      <m:sSup>
                        <m:sSupPr>
                          <m:ctrlPr>
                            <a:rPr lang="en-US" altLang="ko-KR" sz="2000" b="1" i="1" u="none" strike="noStrike" smtClean="0">
                              <a:ln/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altLang="ko-KR" sz="2000" b="1" i="1" u="none" strike="noStrike" smtClean="0">
                              <a:ln/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𝟖𝟒</m:t>
                          </m:r>
                          <m:r>
                            <a:rPr lang="en-US" altLang="ko-KR" sz="2000" b="1" i="1" u="none" strike="noStrike" smtClean="0">
                              <a:ln/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𝑨𝒎</m:t>
                          </m:r>
                        </m:e>
                        <m:sup>
                          <m:r>
                            <a:rPr lang="en-US" altLang="ko-KR" sz="2000" b="1" i="1" u="none" strike="noStrike" smtClean="0">
                              <a:ln/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𝟐</m:t>
                          </m:r>
                        </m:sup>
                      </m:sSup>
                    </m:oMath>
                  </m:oMathPara>
                </a14:m>
                <a:endParaRPr lang="ko-KR" altLang="en-US" sz="2000" b="1">
                  <a:ln/>
                  <a:solidFill>
                    <a:schemeClr val="tx1"/>
                  </a:solidFill>
                </a:endParaRPr>
              </a:p>
            </p:txBody>
          </p:sp>
        </mc:Choice>
        <mc:Fallback>
          <p:sp>
            <p:nvSpPr>
              <p:cNvPr id="6" name="TextBox 5">
                <a:extLst>
                  <a:ext uri="{FF2B5EF4-FFF2-40B4-BE49-F238E27FC236}">
                    <a16:creationId xmlns:a16="http://schemas.microsoft.com/office/drawing/2014/main" id="{1B250C89-68FC-432A-31A8-4009329D59D1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0152689" y="1075737"/>
                <a:ext cx="1762781" cy="407099"/>
              </a:xfrm>
              <a:prstGeom prst="rect">
                <a:avLst/>
              </a:prstGeom>
              <a:blipFill>
                <a:blip r:embed="rId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7" name="TextBox 6">
            <a:extLst>
              <a:ext uri="{FF2B5EF4-FFF2-40B4-BE49-F238E27FC236}">
                <a16:creationId xmlns:a16="http://schemas.microsoft.com/office/drawing/2014/main" id="{E7D1B284-0FAA-EA6F-7821-6FBE18A55189}"/>
              </a:ext>
            </a:extLst>
          </p:cNvPr>
          <p:cNvSpPr txBox="1"/>
          <p:nvPr/>
        </p:nvSpPr>
        <p:spPr>
          <a:xfrm>
            <a:off x="1870318" y="353253"/>
            <a:ext cx="8452551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 sz="2000" b="1"/>
              <a:t>84A</a:t>
            </a:r>
            <a:r>
              <a:rPr lang="ko-KR" altLang="en-US" sz="2000" b="1"/>
              <a:t>타입 간접 프리미엄 </a:t>
            </a:r>
            <a:r>
              <a:rPr lang="en-US" altLang="ko-KR" sz="2000" b="1"/>
              <a:t>SET + </a:t>
            </a:r>
            <a:r>
              <a:rPr lang="ko-KR" altLang="en-US" sz="2000" b="1" err="1"/>
              <a:t>실링팬</a:t>
            </a:r>
            <a:r>
              <a:rPr lang="ko-KR" altLang="en-US" sz="2000" b="1"/>
              <a:t> 우물두줄</a:t>
            </a:r>
            <a:endParaRPr lang="en-US" altLang="ko-KR" sz="2000" b="1"/>
          </a:p>
        </p:txBody>
      </p:sp>
      <p:sp>
        <p:nvSpPr>
          <p:cNvPr id="10" name="직사각형 9">
            <a:extLst>
              <a:ext uri="{FF2B5EF4-FFF2-40B4-BE49-F238E27FC236}">
                <a16:creationId xmlns:a16="http://schemas.microsoft.com/office/drawing/2014/main" id="{C00A1519-F711-8E07-93A2-E6425D85F9A2}"/>
              </a:ext>
            </a:extLst>
          </p:cNvPr>
          <p:cNvSpPr/>
          <p:nvPr/>
        </p:nvSpPr>
        <p:spPr>
          <a:xfrm rot="5400000">
            <a:off x="7188174" y="5010134"/>
            <a:ext cx="102820" cy="1630245"/>
          </a:xfrm>
          <a:prstGeom prst="rect">
            <a:avLst/>
          </a:prstGeom>
          <a:solidFill>
            <a:srgbClr val="FF000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>
              <a:solidFill>
                <a:schemeClr val="tx1"/>
              </a:solidFill>
            </a:endParaRPr>
          </a:p>
        </p:txBody>
      </p:sp>
      <p:sp>
        <p:nvSpPr>
          <p:cNvPr id="11" name="사각형: 둥근 모서리 10">
            <a:extLst>
              <a:ext uri="{FF2B5EF4-FFF2-40B4-BE49-F238E27FC236}">
                <a16:creationId xmlns:a16="http://schemas.microsoft.com/office/drawing/2014/main" id="{DBBADD68-C700-5098-6F52-EF831A436A87}"/>
              </a:ext>
            </a:extLst>
          </p:cNvPr>
          <p:cNvSpPr/>
          <p:nvPr/>
        </p:nvSpPr>
        <p:spPr>
          <a:xfrm>
            <a:off x="6716329" y="4376925"/>
            <a:ext cx="1092978" cy="1103860"/>
          </a:xfrm>
          <a:prstGeom prst="roundRect">
            <a:avLst>
              <a:gd name="adj" fmla="val 15666"/>
            </a:avLst>
          </a:prstGeom>
          <a:noFill/>
          <a:ln w="38100">
            <a:solidFill>
              <a:schemeClr val="accent2">
                <a:lumMod val="60000"/>
                <a:lumOff val="4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>
              <a:solidFill>
                <a:schemeClr val="tx1"/>
              </a:solidFill>
            </a:endParaRP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38765C62-AD0D-6910-42C7-EE2B06ED9C8C}"/>
              </a:ext>
            </a:extLst>
          </p:cNvPr>
          <p:cNvSpPr txBox="1"/>
          <p:nvPr/>
        </p:nvSpPr>
        <p:spPr>
          <a:xfrm>
            <a:off x="6258980" y="3744659"/>
            <a:ext cx="1891732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ko-KR" altLang="en-US" sz="1000" b="1"/>
              <a:t>전자식스위치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1ECC3045-E4C0-6D26-0D05-4D641D9FAD29}"/>
              </a:ext>
            </a:extLst>
          </p:cNvPr>
          <p:cNvSpPr txBox="1"/>
          <p:nvPr/>
        </p:nvSpPr>
        <p:spPr>
          <a:xfrm>
            <a:off x="112365" y="770606"/>
            <a:ext cx="3264447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800">
                <a:solidFill>
                  <a:srgbClr val="FF0000"/>
                </a:solidFill>
              </a:rPr>
              <a:t>**</a:t>
            </a:r>
            <a:r>
              <a:rPr lang="ko-KR" altLang="en-US" sz="800">
                <a:solidFill>
                  <a:srgbClr val="FF0000"/>
                </a:solidFill>
              </a:rPr>
              <a:t>스위치 연결을 위해 별도의 </a:t>
            </a:r>
            <a:r>
              <a:rPr lang="ko-KR" altLang="en-US" sz="800" err="1">
                <a:solidFill>
                  <a:srgbClr val="FF0000"/>
                </a:solidFill>
              </a:rPr>
              <a:t>타공이</a:t>
            </a:r>
            <a:r>
              <a:rPr lang="ko-KR" altLang="en-US" sz="800">
                <a:solidFill>
                  <a:srgbClr val="FF0000"/>
                </a:solidFill>
              </a:rPr>
              <a:t> 필요할 수 </a:t>
            </a:r>
            <a:endParaRPr lang="en-US" altLang="ko-KR" sz="800">
              <a:solidFill>
                <a:srgbClr val="FF0000"/>
              </a:solidFill>
            </a:endParaRPr>
          </a:p>
          <a:p>
            <a:r>
              <a:rPr lang="ko-KR" altLang="en-US" sz="800">
                <a:solidFill>
                  <a:srgbClr val="FF0000"/>
                </a:solidFill>
              </a:rPr>
              <a:t>있으며</a:t>
            </a:r>
            <a:r>
              <a:rPr lang="en-US" altLang="ko-KR" sz="800">
                <a:solidFill>
                  <a:srgbClr val="FF0000"/>
                </a:solidFill>
              </a:rPr>
              <a:t> </a:t>
            </a:r>
            <a:r>
              <a:rPr lang="ko-KR" altLang="en-US" sz="800">
                <a:solidFill>
                  <a:srgbClr val="FF0000"/>
                </a:solidFill>
              </a:rPr>
              <a:t>공스피커로 마감 될 수도 있음</a:t>
            </a:r>
            <a:endParaRPr lang="en-US" altLang="ko-KR" sz="800">
              <a:solidFill>
                <a:srgbClr val="FF0000"/>
              </a:solidFill>
            </a:endParaRPr>
          </a:p>
        </p:txBody>
      </p:sp>
      <p:sp>
        <p:nvSpPr>
          <p:cNvPr id="15" name="별: 꼭짓점 4개 14">
            <a:extLst>
              <a:ext uri="{FF2B5EF4-FFF2-40B4-BE49-F238E27FC236}">
                <a16:creationId xmlns:a16="http://schemas.microsoft.com/office/drawing/2014/main" id="{05B7265B-EBDB-54AB-C97B-567518ED17D1}"/>
              </a:ext>
            </a:extLst>
          </p:cNvPr>
          <p:cNvSpPr/>
          <p:nvPr/>
        </p:nvSpPr>
        <p:spPr>
          <a:xfrm>
            <a:off x="6980395" y="4657571"/>
            <a:ext cx="557315" cy="559233"/>
          </a:xfrm>
          <a:prstGeom prst="star4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2645">
              <a:solidFill>
                <a:schemeClr val="tx1"/>
              </a:solidFill>
            </a:endParaRPr>
          </a:p>
        </p:txBody>
      </p:sp>
      <p:grpSp>
        <p:nvGrpSpPr>
          <p:cNvPr id="28" name="그룹 27">
            <a:extLst>
              <a:ext uri="{FF2B5EF4-FFF2-40B4-BE49-F238E27FC236}">
                <a16:creationId xmlns:a16="http://schemas.microsoft.com/office/drawing/2014/main" id="{AD754875-856D-3AE0-153D-DE6644225E83}"/>
              </a:ext>
            </a:extLst>
          </p:cNvPr>
          <p:cNvGrpSpPr/>
          <p:nvPr/>
        </p:nvGrpSpPr>
        <p:grpSpPr>
          <a:xfrm rot="5400000">
            <a:off x="3741901" y="3778064"/>
            <a:ext cx="99451" cy="545492"/>
            <a:chOff x="5324822" y="4538198"/>
            <a:chExt cx="99451" cy="545492"/>
          </a:xfrm>
        </p:grpSpPr>
        <p:sp>
          <p:nvSpPr>
            <p:cNvPr id="29" name="타원 28">
              <a:extLst>
                <a:ext uri="{FF2B5EF4-FFF2-40B4-BE49-F238E27FC236}">
                  <a16:creationId xmlns:a16="http://schemas.microsoft.com/office/drawing/2014/main" id="{671CA95E-B99E-0D88-C005-58D414DF342C}"/>
                </a:ext>
              </a:extLst>
            </p:cNvPr>
            <p:cNvSpPr/>
            <p:nvPr/>
          </p:nvSpPr>
          <p:spPr>
            <a:xfrm>
              <a:off x="5325888" y="4538198"/>
              <a:ext cx="98385" cy="98385"/>
            </a:xfrm>
            <a:prstGeom prst="ellipse">
              <a:avLst/>
            </a:prstGeom>
            <a:solidFill>
              <a:srgbClr val="FF0000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>
                <a:solidFill>
                  <a:schemeClr val="tx1"/>
                </a:solidFill>
              </a:endParaRPr>
            </a:p>
          </p:txBody>
        </p:sp>
        <p:sp>
          <p:nvSpPr>
            <p:cNvPr id="30" name="타원 29">
              <a:extLst>
                <a:ext uri="{FF2B5EF4-FFF2-40B4-BE49-F238E27FC236}">
                  <a16:creationId xmlns:a16="http://schemas.microsoft.com/office/drawing/2014/main" id="{C352B39E-F291-934C-C927-D4348CD692C8}"/>
                </a:ext>
              </a:extLst>
            </p:cNvPr>
            <p:cNvSpPr/>
            <p:nvPr/>
          </p:nvSpPr>
          <p:spPr>
            <a:xfrm>
              <a:off x="5324822" y="4985305"/>
              <a:ext cx="98385" cy="98385"/>
            </a:xfrm>
            <a:prstGeom prst="ellipse">
              <a:avLst/>
            </a:prstGeom>
            <a:solidFill>
              <a:srgbClr val="FF0000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>
                <a:solidFill>
                  <a:schemeClr val="tx1"/>
                </a:solidFill>
              </a:endParaRPr>
            </a:p>
          </p:txBody>
        </p:sp>
      </p:grpSp>
      <p:sp>
        <p:nvSpPr>
          <p:cNvPr id="31" name="직사각형 30">
            <a:extLst>
              <a:ext uri="{FF2B5EF4-FFF2-40B4-BE49-F238E27FC236}">
                <a16:creationId xmlns:a16="http://schemas.microsoft.com/office/drawing/2014/main" id="{8A6C16DC-D76F-0444-441B-3E4C7C05BFBD}"/>
              </a:ext>
            </a:extLst>
          </p:cNvPr>
          <p:cNvSpPr/>
          <p:nvPr/>
        </p:nvSpPr>
        <p:spPr>
          <a:xfrm flipV="1">
            <a:off x="4071013" y="2742763"/>
            <a:ext cx="98385" cy="841017"/>
          </a:xfrm>
          <a:prstGeom prst="rect">
            <a:avLst/>
          </a:prstGeom>
          <a:solidFill>
            <a:srgbClr val="FFFF0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>
              <a:solidFill>
                <a:schemeClr val="tx1"/>
              </a:solidFill>
            </a:endParaRPr>
          </a:p>
        </p:txBody>
      </p:sp>
      <p:sp>
        <p:nvSpPr>
          <p:cNvPr id="35" name="TextBox 13">
            <a:extLst>
              <a:ext uri="{FF2B5EF4-FFF2-40B4-BE49-F238E27FC236}">
                <a16:creationId xmlns:a16="http://schemas.microsoft.com/office/drawing/2014/main" id="{01E56FAF-9E58-011E-BCCE-32CADBDB4153}"/>
              </a:ext>
            </a:extLst>
          </p:cNvPr>
          <p:cNvSpPr txBox="1"/>
          <p:nvPr/>
        </p:nvSpPr>
        <p:spPr>
          <a:xfrm>
            <a:off x="142074" y="1128948"/>
            <a:ext cx="1489510" cy="461665"/>
          </a:xfrm>
          <a:prstGeom prst="rect">
            <a:avLst/>
          </a:prstGeom>
          <a:solidFill>
            <a:schemeClr val="accent6">
              <a:lumMod val="20000"/>
              <a:lumOff val="80000"/>
            </a:schemeClr>
          </a:solidFill>
        </p:spPr>
        <p:txBody>
          <a:bodyPr wrap="none" rtlCol="0">
            <a:spAutoFit/>
          </a:bodyPr>
          <a:lstStyle>
            <a:defPPr>
              <a:defRPr lang="ko-KR"/>
            </a:defPPr>
            <a:lvl1pPr marL="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ko-KR" altLang="en-US" sz="800" b="1"/>
              <a:t>욕실 </a:t>
            </a:r>
            <a:r>
              <a:rPr lang="ko-KR" altLang="en-US" sz="800" b="1" err="1"/>
              <a:t>휴젠트여부에</a:t>
            </a:r>
            <a:r>
              <a:rPr lang="ko-KR" altLang="en-US" sz="800" b="1"/>
              <a:t> 대하여</a:t>
            </a:r>
            <a:endParaRPr lang="en-US" altLang="ko-KR" sz="800" b="1"/>
          </a:p>
          <a:p>
            <a:r>
              <a:rPr lang="ko-KR" altLang="en-US" sz="800" b="1"/>
              <a:t>기사분이 현장에서 파악하여</a:t>
            </a:r>
            <a:endParaRPr lang="en-US" altLang="ko-KR" sz="800" b="1"/>
          </a:p>
          <a:p>
            <a:r>
              <a:rPr lang="ko-KR" altLang="en-US" sz="800" b="1"/>
              <a:t>센서위치를 적용해드립니다</a:t>
            </a:r>
            <a:r>
              <a:rPr lang="en-US" altLang="ko-KR" sz="800" b="1"/>
              <a:t>.</a:t>
            </a:r>
            <a:endParaRPr lang="ko-KR" altLang="en-US" sz="800" b="1"/>
          </a:p>
        </p:txBody>
      </p:sp>
      <p:grpSp>
        <p:nvGrpSpPr>
          <p:cNvPr id="36" name="그룹 35">
            <a:extLst>
              <a:ext uri="{FF2B5EF4-FFF2-40B4-BE49-F238E27FC236}">
                <a16:creationId xmlns:a16="http://schemas.microsoft.com/office/drawing/2014/main" id="{436A5286-BC62-CAEC-6ED7-7D7866AC5712}"/>
              </a:ext>
            </a:extLst>
          </p:cNvPr>
          <p:cNvGrpSpPr/>
          <p:nvPr/>
        </p:nvGrpSpPr>
        <p:grpSpPr>
          <a:xfrm>
            <a:off x="166864" y="137559"/>
            <a:ext cx="2166761" cy="738664"/>
            <a:chOff x="209306" y="114311"/>
            <a:chExt cx="2166761" cy="742666"/>
          </a:xfrm>
        </p:grpSpPr>
        <p:sp>
          <p:nvSpPr>
            <p:cNvPr id="37" name="타원 36">
              <a:extLst>
                <a:ext uri="{FF2B5EF4-FFF2-40B4-BE49-F238E27FC236}">
                  <a16:creationId xmlns:a16="http://schemas.microsoft.com/office/drawing/2014/main" id="{B7170966-BBDE-8934-CCF0-2348D27E7CFE}"/>
                </a:ext>
              </a:extLst>
            </p:cNvPr>
            <p:cNvSpPr/>
            <p:nvPr/>
          </p:nvSpPr>
          <p:spPr>
            <a:xfrm>
              <a:off x="209307" y="168341"/>
              <a:ext cx="98385" cy="98385"/>
            </a:xfrm>
            <a:prstGeom prst="ellipse">
              <a:avLst/>
            </a:prstGeom>
            <a:solidFill>
              <a:srgbClr val="FF0000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ko-KR"/>
              </a:defPPr>
              <a:lvl1pPr marL="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ko-KR" altLang="en-US">
                <a:solidFill>
                  <a:schemeClr val="tx1"/>
                </a:solidFill>
              </a:endParaRPr>
            </a:p>
          </p:txBody>
        </p:sp>
        <p:sp>
          <p:nvSpPr>
            <p:cNvPr id="38" name="타원 37">
              <a:extLst>
                <a:ext uri="{FF2B5EF4-FFF2-40B4-BE49-F238E27FC236}">
                  <a16:creationId xmlns:a16="http://schemas.microsoft.com/office/drawing/2014/main" id="{04313E6B-FFC6-78F8-1E53-8297ED2C7C55}"/>
                </a:ext>
              </a:extLst>
            </p:cNvPr>
            <p:cNvSpPr/>
            <p:nvPr/>
          </p:nvSpPr>
          <p:spPr>
            <a:xfrm>
              <a:off x="209307" y="347436"/>
              <a:ext cx="98385" cy="98385"/>
            </a:xfrm>
            <a:prstGeom prst="ellipse">
              <a:avLst/>
            </a:prstGeom>
            <a:solidFill>
              <a:srgbClr val="FFFF00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ko-KR"/>
              </a:defPPr>
              <a:lvl1pPr marL="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ko-KR" altLang="en-US">
                <a:solidFill>
                  <a:schemeClr val="tx1"/>
                </a:solidFill>
              </a:endParaRPr>
            </a:p>
          </p:txBody>
        </p:sp>
        <p:sp>
          <p:nvSpPr>
            <p:cNvPr id="39" name="타원 38">
              <a:extLst>
                <a:ext uri="{FF2B5EF4-FFF2-40B4-BE49-F238E27FC236}">
                  <a16:creationId xmlns:a16="http://schemas.microsoft.com/office/drawing/2014/main" id="{A0AA775F-1597-F20A-FB4C-146589625C05}"/>
                </a:ext>
              </a:extLst>
            </p:cNvPr>
            <p:cNvSpPr/>
            <p:nvPr/>
          </p:nvSpPr>
          <p:spPr>
            <a:xfrm>
              <a:off x="209306" y="573831"/>
              <a:ext cx="98385" cy="98385"/>
            </a:xfrm>
            <a:prstGeom prst="ellipse">
              <a:avLst/>
            </a:prstGeom>
            <a:solidFill>
              <a:srgbClr val="FFC000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ko-KR"/>
              </a:defPPr>
              <a:lvl1pPr marL="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ko-KR" altLang="en-US">
                <a:solidFill>
                  <a:schemeClr val="tx1"/>
                </a:solidFill>
              </a:endParaRPr>
            </a:p>
          </p:txBody>
        </p:sp>
        <p:sp>
          <p:nvSpPr>
            <p:cNvPr id="40" name="TextBox 11">
              <a:extLst>
                <a:ext uri="{FF2B5EF4-FFF2-40B4-BE49-F238E27FC236}">
                  <a16:creationId xmlns:a16="http://schemas.microsoft.com/office/drawing/2014/main" id="{FD847F64-AE0D-14E2-20F2-A6002ED3253C}"/>
                </a:ext>
              </a:extLst>
            </p:cNvPr>
            <p:cNvSpPr txBox="1"/>
            <p:nvPr/>
          </p:nvSpPr>
          <p:spPr>
            <a:xfrm>
              <a:off x="318304" y="114311"/>
              <a:ext cx="2057763" cy="742666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>
              <a:defPPr>
                <a:defRPr lang="ko-KR"/>
              </a:defPPr>
              <a:lvl1pPr marL="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r>
                <a:rPr lang="ko-KR" altLang="en-US" sz="700"/>
                <a:t>간접조명 </a:t>
              </a:r>
              <a:r>
                <a:rPr lang="en-US" altLang="ko-KR" sz="700"/>
                <a:t>A SET</a:t>
              </a:r>
            </a:p>
            <a:p>
              <a:endParaRPr lang="en-US" altLang="ko-KR" sz="700"/>
            </a:p>
            <a:p>
              <a:r>
                <a:rPr lang="ko-KR" altLang="en-US" sz="700"/>
                <a:t>간접조명 센서 </a:t>
              </a:r>
              <a:r>
                <a:rPr lang="en-US" altLang="ko-KR" sz="700"/>
                <a:t>SET</a:t>
              </a:r>
            </a:p>
            <a:p>
              <a:endParaRPr lang="en-US" altLang="ko-KR" sz="700"/>
            </a:p>
            <a:p>
              <a:r>
                <a:rPr lang="ko-KR" altLang="en-US" sz="700"/>
                <a:t>우물천장간접조명 및 커튼박수 추가</a:t>
              </a:r>
              <a:r>
                <a:rPr lang="en-US" altLang="ko-KR" sz="700"/>
                <a:t>(</a:t>
              </a:r>
              <a:r>
                <a:rPr lang="ko-KR" altLang="en-US" sz="700"/>
                <a:t>별도 추가</a:t>
              </a:r>
              <a:r>
                <a:rPr lang="en-US" altLang="ko-KR" sz="700"/>
                <a:t>)</a:t>
              </a:r>
            </a:p>
            <a:p>
              <a:endParaRPr lang="en-US" altLang="ko-KR" sz="700"/>
            </a:p>
          </p:txBody>
        </p:sp>
      </p:grpSp>
      <p:sp>
        <p:nvSpPr>
          <p:cNvPr id="41" name="직사각형 40">
            <a:extLst>
              <a:ext uri="{FF2B5EF4-FFF2-40B4-BE49-F238E27FC236}">
                <a16:creationId xmlns:a16="http://schemas.microsoft.com/office/drawing/2014/main" id="{C5C9E77A-DEAE-9D47-483B-FF09F04B4174}"/>
              </a:ext>
            </a:extLst>
          </p:cNvPr>
          <p:cNvSpPr/>
          <p:nvPr/>
        </p:nvSpPr>
        <p:spPr>
          <a:xfrm rot="16200000" flipV="1">
            <a:off x="4482007" y="2613043"/>
            <a:ext cx="98385" cy="357825"/>
          </a:xfrm>
          <a:prstGeom prst="rect">
            <a:avLst/>
          </a:prstGeom>
          <a:solidFill>
            <a:srgbClr val="FFFF0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>
              <a:solidFill>
                <a:schemeClr val="tx1"/>
              </a:solidFill>
            </a:endParaRPr>
          </a:p>
        </p:txBody>
      </p:sp>
      <p:grpSp>
        <p:nvGrpSpPr>
          <p:cNvPr id="42" name="그룹 41">
            <a:extLst>
              <a:ext uri="{FF2B5EF4-FFF2-40B4-BE49-F238E27FC236}">
                <a16:creationId xmlns:a16="http://schemas.microsoft.com/office/drawing/2014/main" id="{E02A6787-40E9-73D6-29CA-1415CE53FCF2}"/>
              </a:ext>
            </a:extLst>
          </p:cNvPr>
          <p:cNvGrpSpPr/>
          <p:nvPr/>
        </p:nvGrpSpPr>
        <p:grpSpPr>
          <a:xfrm>
            <a:off x="8113958" y="4269085"/>
            <a:ext cx="100923" cy="1356633"/>
            <a:chOff x="4735802" y="4662002"/>
            <a:chExt cx="100923" cy="1356633"/>
          </a:xfrm>
        </p:grpSpPr>
        <p:sp>
          <p:nvSpPr>
            <p:cNvPr id="43" name="타원 42">
              <a:extLst>
                <a:ext uri="{FF2B5EF4-FFF2-40B4-BE49-F238E27FC236}">
                  <a16:creationId xmlns:a16="http://schemas.microsoft.com/office/drawing/2014/main" id="{7CBC3C25-0C5D-5C08-A26A-83FCC19EA7F6}"/>
                </a:ext>
              </a:extLst>
            </p:cNvPr>
            <p:cNvSpPr/>
            <p:nvPr/>
          </p:nvSpPr>
          <p:spPr>
            <a:xfrm>
              <a:off x="4737834" y="4662002"/>
              <a:ext cx="98385" cy="98385"/>
            </a:xfrm>
            <a:prstGeom prst="ellipse">
              <a:avLst/>
            </a:prstGeom>
            <a:solidFill>
              <a:srgbClr val="FF0000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>
                <a:solidFill>
                  <a:schemeClr val="tx1"/>
                </a:solidFill>
              </a:endParaRPr>
            </a:p>
          </p:txBody>
        </p:sp>
        <p:sp>
          <p:nvSpPr>
            <p:cNvPr id="44" name="타원 43">
              <a:extLst>
                <a:ext uri="{FF2B5EF4-FFF2-40B4-BE49-F238E27FC236}">
                  <a16:creationId xmlns:a16="http://schemas.microsoft.com/office/drawing/2014/main" id="{1B9BE5FA-9268-B7BD-94A8-C9D0DC1508E1}"/>
                </a:ext>
              </a:extLst>
            </p:cNvPr>
            <p:cNvSpPr/>
            <p:nvPr/>
          </p:nvSpPr>
          <p:spPr>
            <a:xfrm>
              <a:off x="4735802" y="5291218"/>
              <a:ext cx="98385" cy="98385"/>
            </a:xfrm>
            <a:prstGeom prst="ellipse">
              <a:avLst/>
            </a:prstGeom>
            <a:solidFill>
              <a:srgbClr val="FF0000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>
                <a:solidFill>
                  <a:schemeClr val="tx1"/>
                </a:solidFill>
              </a:endParaRPr>
            </a:p>
          </p:txBody>
        </p:sp>
        <p:sp>
          <p:nvSpPr>
            <p:cNvPr id="45" name="타원 44">
              <a:extLst>
                <a:ext uri="{FF2B5EF4-FFF2-40B4-BE49-F238E27FC236}">
                  <a16:creationId xmlns:a16="http://schemas.microsoft.com/office/drawing/2014/main" id="{AE026DCB-7C35-B52D-F9A0-1B382B9E53F9}"/>
                </a:ext>
              </a:extLst>
            </p:cNvPr>
            <p:cNvSpPr/>
            <p:nvPr/>
          </p:nvSpPr>
          <p:spPr>
            <a:xfrm>
              <a:off x="4738340" y="5920250"/>
              <a:ext cx="98385" cy="98385"/>
            </a:xfrm>
            <a:prstGeom prst="ellipse">
              <a:avLst/>
            </a:prstGeom>
            <a:solidFill>
              <a:srgbClr val="FF0000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>
                <a:solidFill>
                  <a:schemeClr val="tx1"/>
                </a:solidFill>
              </a:endParaRPr>
            </a:p>
          </p:txBody>
        </p:sp>
      </p:grpSp>
      <p:grpSp>
        <p:nvGrpSpPr>
          <p:cNvPr id="46" name="그룹 45">
            <a:extLst>
              <a:ext uri="{FF2B5EF4-FFF2-40B4-BE49-F238E27FC236}">
                <a16:creationId xmlns:a16="http://schemas.microsoft.com/office/drawing/2014/main" id="{C8CEB438-4484-39D2-A8B5-18C31E5668A3}"/>
              </a:ext>
            </a:extLst>
          </p:cNvPr>
          <p:cNvGrpSpPr/>
          <p:nvPr/>
        </p:nvGrpSpPr>
        <p:grpSpPr>
          <a:xfrm>
            <a:off x="6249038" y="4280974"/>
            <a:ext cx="100923" cy="1356633"/>
            <a:chOff x="4735802" y="4662002"/>
            <a:chExt cx="100923" cy="1356633"/>
          </a:xfrm>
        </p:grpSpPr>
        <p:sp>
          <p:nvSpPr>
            <p:cNvPr id="47" name="타원 46">
              <a:extLst>
                <a:ext uri="{FF2B5EF4-FFF2-40B4-BE49-F238E27FC236}">
                  <a16:creationId xmlns:a16="http://schemas.microsoft.com/office/drawing/2014/main" id="{82CDCB67-D36A-A56A-08E0-E548144F2E70}"/>
                </a:ext>
              </a:extLst>
            </p:cNvPr>
            <p:cNvSpPr/>
            <p:nvPr/>
          </p:nvSpPr>
          <p:spPr>
            <a:xfrm>
              <a:off x="4737834" y="4662002"/>
              <a:ext cx="98385" cy="98385"/>
            </a:xfrm>
            <a:prstGeom prst="ellipse">
              <a:avLst/>
            </a:prstGeom>
            <a:solidFill>
              <a:srgbClr val="FF0000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>
                <a:solidFill>
                  <a:schemeClr val="tx1"/>
                </a:solidFill>
              </a:endParaRPr>
            </a:p>
          </p:txBody>
        </p:sp>
        <p:sp>
          <p:nvSpPr>
            <p:cNvPr id="48" name="타원 47">
              <a:extLst>
                <a:ext uri="{FF2B5EF4-FFF2-40B4-BE49-F238E27FC236}">
                  <a16:creationId xmlns:a16="http://schemas.microsoft.com/office/drawing/2014/main" id="{16E86D38-E3E4-A047-F3BA-E674CB064555}"/>
                </a:ext>
              </a:extLst>
            </p:cNvPr>
            <p:cNvSpPr/>
            <p:nvPr/>
          </p:nvSpPr>
          <p:spPr>
            <a:xfrm>
              <a:off x="4735802" y="5291218"/>
              <a:ext cx="98385" cy="98385"/>
            </a:xfrm>
            <a:prstGeom prst="ellipse">
              <a:avLst/>
            </a:prstGeom>
            <a:solidFill>
              <a:srgbClr val="FF0000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>
                <a:solidFill>
                  <a:schemeClr val="tx1"/>
                </a:solidFill>
              </a:endParaRPr>
            </a:p>
          </p:txBody>
        </p:sp>
        <p:sp>
          <p:nvSpPr>
            <p:cNvPr id="49" name="타원 48">
              <a:extLst>
                <a:ext uri="{FF2B5EF4-FFF2-40B4-BE49-F238E27FC236}">
                  <a16:creationId xmlns:a16="http://schemas.microsoft.com/office/drawing/2014/main" id="{0EE423F2-3821-7EBF-71A1-52E4C20007B2}"/>
                </a:ext>
              </a:extLst>
            </p:cNvPr>
            <p:cNvSpPr/>
            <p:nvPr/>
          </p:nvSpPr>
          <p:spPr>
            <a:xfrm>
              <a:off x="4738340" y="5920250"/>
              <a:ext cx="98385" cy="98385"/>
            </a:xfrm>
            <a:prstGeom prst="ellipse">
              <a:avLst/>
            </a:prstGeom>
            <a:solidFill>
              <a:srgbClr val="FF0000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>
                <a:solidFill>
                  <a:schemeClr val="tx1"/>
                </a:solidFill>
              </a:endParaRPr>
            </a:p>
          </p:txBody>
        </p:sp>
      </p:grpSp>
      <p:sp>
        <p:nvSpPr>
          <p:cNvPr id="52" name="직사각형 51">
            <a:extLst>
              <a:ext uri="{FF2B5EF4-FFF2-40B4-BE49-F238E27FC236}">
                <a16:creationId xmlns:a16="http://schemas.microsoft.com/office/drawing/2014/main" id="{5B9C963E-23F6-E6EB-7A6C-15FCDE151D73}"/>
              </a:ext>
            </a:extLst>
          </p:cNvPr>
          <p:cNvSpPr/>
          <p:nvPr/>
        </p:nvSpPr>
        <p:spPr>
          <a:xfrm rot="16200000" flipV="1">
            <a:off x="8576169" y="3332180"/>
            <a:ext cx="98385" cy="357825"/>
          </a:xfrm>
          <a:prstGeom prst="rect">
            <a:avLst/>
          </a:prstGeom>
          <a:solidFill>
            <a:srgbClr val="FFFF0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>
              <a:solidFill>
                <a:schemeClr val="tx1"/>
              </a:solidFill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30CFC47C-E2A0-F42D-3B3C-3E73C6CC6B32}"/>
              </a:ext>
            </a:extLst>
          </p:cNvPr>
          <p:cNvSpPr txBox="1"/>
          <p:nvPr/>
        </p:nvSpPr>
        <p:spPr>
          <a:xfrm>
            <a:off x="4310185" y="6380495"/>
            <a:ext cx="1988045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sz="1400" b="1" err="1">
                <a:highlight>
                  <a:srgbClr val="FFFF00"/>
                </a:highlight>
              </a:rPr>
              <a:t>가벽</a:t>
            </a:r>
            <a:r>
              <a:rPr lang="ko-KR" altLang="en-US" sz="1400" b="1">
                <a:highlight>
                  <a:srgbClr val="FFFF00"/>
                </a:highlight>
              </a:rPr>
              <a:t> 있나 확인 필요함</a:t>
            </a:r>
          </a:p>
        </p:txBody>
      </p:sp>
      <p:sp>
        <p:nvSpPr>
          <p:cNvPr id="50" name="화살표: 위쪽 49">
            <a:extLst>
              <a:ext uri="{FF2B5EF4-FFF2-40B4-BE49-F238E27FC236}">
                <a16:creationId xmlns:a16="http://schemas.microsoft.com/office/drawing/2014/main" id="{04A0CA28-B50C-C058-DE90-018E2C559FBF}"/>
              </a:ext>
            </a:extLst>
          </p:cNvPr>
          <p:cNvSpPr/>
          <p:nvPr/>
        </p:nvSpPr>
        <p:spPr>
          <a:xfrm>
            <a:off x="5914244" y="5838825"/>
            <a:ext cx="170097" cy="505219"/>
          </a:xfrm>
          <a:prstGeom prst="up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grpSp>
        <p:nvGrpSpPr>
          <p:cNvPr id="59" name="그룹 58">
            <a:extLst>
              <a:ext uri="{FF2B5EF4-FFF2-40B4-BE49-F238E27FC236}">
                <a16:creationId xmlns:a16="http://schemas.microsoft.com/office/drawing/2014/main" id="{E978C7E4-C0F7-A3A0-894B-BE53E86FB9DF}"/>
              </a:ext>
            </a:extLst>
          </p:cNvPr>
          <p:cNvGrpSpPr/>
          <p:nvPr/>
        </p:nvGrpSpPr>
        <p:grpSpPr>
          <a:xfrm>
            <a:off x="4775086" y="3670295"/>
            <a:ext cx="764953" cy="273636"/>
            <a:chOff x="2052531" y="808997"/>
            <a:chExt cx="764953" cy="273636"/>
          </a:xfrm>
        </p:grpSpPr>
        <p:sp>
          <p:nvSpPr>
            <p:cNvPr id="60" name="TextBox 59">
              <a:extLst>
                <a:ext uri="{FF2B5EF4-FFF2-40B4-BE49-F238E27FC236}">
                  <a16:creationId xmlns:a16="http://schemas.microsoft.com/office/drawing/2014/main" id="{DE73F2F0-B155-516E-5794-4034DA504D45}"/>
                </a:ext>
              </a:extLst>
            </p:cNvPr>
            <p:cNvSpPr txBox="1"/>
            <p:nvPr/>
          </p:nvSpPr>
          <p:spPr>
            <a:xfrm>
              <a:off x="2052531" y="897967"/>
              <a:ext cx="764953" cy="184666"/>
            </a:xfrm>
            <a:prstGeom prst="rect">
              <a:avLst/>
            </a:prstGeom>
            <a:solidFill>
              <a:schemeClr val="bg1">
                <a:lumMod val="95000"/>
              </a:schemeClr>
            </a:solidFill>
          </p:spPr>
          <p:txBody>
            <a:bodyPr wrap="none" rtlCol="0">
              <a:spAutoFit/>
            </a:bodyPr>
            <a:lstStyle/>
            <a:p>
              <a:r>
                <a:rPr lang="ko-KR" altLang="en-US" sz="600" b="1"/>
                <a:t>서비스 조명 </a:t>
              </a:r>
              <a:r>
                <a:rPr lang="en-US" altLang="ko-KR" sz="600" b="1"/>
                <a:t>2EA</a:t>
              </a:r>
              <a:endParaRPr lang="ko-KR" altLang="en-US" sz="600" b="1"/>
            </a:p>
          </p:txBody>
        </p:sp>
        <p:grpSp>
          <p:nvGrpSpPr>
            <p:cNvPr id="61" name="그룹 60">
              <a:extLst>
                <a:ext uri="{FF2B5EF4-FFF2-40B4-BE49-F238E27FC236}">
                  <a16:creationId xmlns:a16="http://schemas.microsoft.com/office/drawing/2014/main" id="{F1A3D6AD-B385-CB11-F51A-BC1CC4B7E4DA}"/>
                </a:ext>
              </a:extLst>
            </p:cNvPr>
            <p:cNvGrpSpPr/>
            <p:nvPr/>
          </p:nvGrpSpPr>
          <p:grpSpPr>
            <a:xfrm rot="5400000">
              <a:off x="2382760" y="491467"/>
              <a:ext cx="98800" cy="733859"/>
              <a:chOff x="4737848" y="4877902"/>
              <a:chExt cx="98800" cy="733859"/>
            </a:xfrm>
            <a:solidFill>
              <a:srgbClr val="FF00FF"/>
            </a:solidFill>
          </p:grpSpPr>
          <p:sp>
            <p:nvSpPr>
              <p:cNvPr id="62" name="타원 61">
                <a:extLst>
                  <a:ext uri="{FF2B5EF4-FFF2-40B4-BE49-F238E27FC236}">
                    <a16:creationId xmlns:a16="http://schemas.microsoft.com/office/drawing/2014/main" id="{FB0B1004-49D0-3E1E-822A-E7E0BC4EA800}"/>
                  </a:ext>
                </a:extLst>
              </p:cNvPr>
              <p:cNvSpPr/>
              <p:nvPr/>
            </p:nvSpPr>
            <p:spPr>
              <a:xfrm>
                <a:off x="4737848" y="4877902"/>
                <a:ext cx="98385" cy="98385"/>
              </a:xfrm>
              <a:prstGeom prst="ellipse">
                <a:avLst/>
              </a:prstGeom>
              <a:grpFill/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>
                  <a:solidFill>
                    <a:schemeClr val="tx1"/>
                  </a:solidFill>
                </a:endParaRPr>
              </a:p>
            </p:txBody>
          </p:sp>
          <p:sp>
            <p:nvSpPr>
              <p:cNvPr id="63" name="타원 62">
                <a:extLst>
                  <a:ext uri="{FF2B5EF4-FFF2-40B4-BE49-F238E27FC236}">
                    <a16:creationId xmlns:a16="http://schemas.microsoft.com/office/drawing/2014/main" id="{7FF901FB-CE3B-19EF-F981-0AE09E7DE001}"/>
                  </a:ext>
                </a:extLst>
              </p:cNvPr>
              <p:cNvSpPr/>
              <p:nvPr/>
            </p:nvSpPr>
            <p:spPr>
              <a:xfrm>
                <a:off x="4738263" y="5513376"/>
                <a:ext cx="98385" cy="98385"/>
              </a:xfrm>
              <a:prstGeom prst="ellipse">
                <a:avLst/>
              </a:prstGeom>
              <a:grpFill/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>
                  <a:solidFill>
                    <a:schemeClr val="tx1"/>
                  </a:solidFill>
                </a:endParaRPr>
              </a:p>
            </p:txBody>
          </p:sp>
        </p:grpSp>
      </p:grpSp>
      <p:grpSp>
        <p:nvGrpSpPr>
          <p:cNvPr id="64" name="그룹 63">
            <a:extLst>
              <a:ext uri="{FF2B5EF4-FFF2-40B4-BE49-F238E27FC236}">
                <a16:creationId xmlns:a16="http://schemas.microsoft.com/office/drawing/2014/main" id="{D2608ABD-06F7-7D46-B6BB-8EAEEFB564CB}"/>
              </a:ext>
            </a:extLst>
          </p:cNvPr>
          <p:cNvGrpSpPr/>
          <p:nvPr/>
        </p:nvGrpSpPr>
        <p:grpSpPr>
          <a:xfrm>
            <a:off x="5818745" y="946662"/>
            <a:ext cx="2087004" cy="879931"/>
            <a:chOff x="4807567" y="3887595"/>
            <a:chExt cx="2087004" cy="879931"/>
          </a:xfrm>
        </p:grpSpPr>
        <p:sp>
          <p:nvSpPr>
            <p:cNvPr id="65" name="직사각형 64">
              <a:extLst>
                <a:ext uri="{FF2B5EF4-FFF2-40B4-BE49-F238E27FC236}">
                  <a16:creationId xmlns:a16="http://schemas.microsoft.com/office/drawing/2014/main" id="{0E55D0D6-C775-2E06-3BBE-363CDD5093BB}"/>
                </a:ext>
              </a:extLst>
            </p:cNvPr>
            <p:cNvSpPr/>
            <p:nvPr/>
          </p:nvSpPr>
          <p:spPr>
            <a:xfrm rot="16200000" flipV="1">
              <a:off x="5982270" y="3855224"/>
              <a:ext cx="52664" cy="1771939"/>
            </a:xfrm>
            <a:prstGeom prst="rect">
              <a:avLst/>
            </a:prstGeom>
            <a:solidFill>
              <a:srgbClr val="FF00FF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66" name="TextBox 65">
              <a:extLst>
                <a:ext uri="{FF2B5EF4-FFF2-40B4-BE49-F238E27FC236}">
                  <a16:creationId xmlns:a16="http://schemas.microsoft.com/office/drawing/2014/main" id="{E08FC1D6-3E12-D52E-E78C-8D7387C5254A}"/>
                </a:ext>
              </a:extLst>
            </p:cNvPr>
            <p:cNvSpPr txBox="1"/>
            <p:nvPr/>
          </p:nvSpPr>
          <p:spPr>
            <a:xfrm>
              <a:off x="4807567" y="3887595"/>
              <a:ext cx="1303562" cy="230832"/>
            </a:xfrm>
            <a:prstGeom prst="rect">
              <a:avLst/>
            </a:prstGeom>
            <a:solidFill>
              <a:srgbClr val="FFC000"/>
            </a:solidFill>
          </p:spPr>
          <p:txBody>
            <a:bodyPr wrap="none" rtlCol="0">
              <a:spAutoFit/>
            </a:bodyPr>
            <a:lstStyle/>
            <a:p>
              <a:r>
                <a:rPr lang="ko-KR" altLang="en-US" sz="900" b="1"/>
                <a:t>싱크대 </a:t>
              </a:r>
              <a:r>
                <a:rPr lang="ko-KR" altLang="en-US" sz="900" b="1" err="1"/>
                <a:t>간접등</a:t>
              </a:r>
              <a:r>
                <a:rPr lang="ko-KR" altLang="en-US" sz="900" b="1"/>
                <a:t> 서비스</a:t>
              </a:r>
            </a:p>
          </p:txBody>
        </p:sp>
        <p:cxnSp>
          <p:nvCxnSpPr>
            <p:cNvPr id="67" name="직선 화살표 연결선 66">
              <a:extLst>
                <a:ext uri="{FF2B5EF4-FFF2-40B4-BE49-F238E27FC236}">
                  <a16:creationId xmlns:a16="http://schemas.microsoft.com/office/drawing/2014/main" id="{0FEFA2AF-73F8-90C9-5610-38E7D3C107D1}"/>
                </a:ext>
              </a:extLst>
            </p:cNvPr>
            <p:cNvCxnSpPr>
              <a:cxnSpLocks/>
              <a:stCxn id="65" idx="2"/>
            </p:cNvCxnSpPr>
            <p:nvPr/>
          </p:nvCxnSpPr>
          <p:spPr>
            <a:xfrm flipV="1">
              <a:off x="5122633" y="4080208"/>
              <a:ext cx="0" cy="660986"/>
            </a:xfrm>
            <a:prstGeom prst="straightConnector1">
              <a:avLst/>
            </a:prstGeom>
            <a:ln>
              <a:tailEnd type="triangle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55" name="사각형: 둥근 모서리 54">
            <a:extLst>
              <a:ext uri="{FF2B5EF4-FFF2-40B4-BE49-F238E27FC236}">
                <a16:creationId xmlns:a16="http://schemas.microsoft.com/office/drawing/2014/main" id="{2C307E98-6DF7-4359-4FA0-0A2987F950C4}"/>
              </a:ext>
            </a:extLst>
          </p:cNvPr>
          <p:cNvSpPr/>
          <p:nvPr/>
        </p:nvSpPr>
        <p:spPr>
          <a:xfrm>
            <a:off x="6873492" y="4524562"/>
            <a:ext cx="787364" cy="818963"/>
          </a:xfrm>
          <a:prstGeom prst="roundRect">
            <a:avLst>
              <a:gd name="adj" fmla="val 15666"/>
            </a:avLst>
          </a:prstGeom>
          <a:noFill/>
          <a:ln w="38100">
            <a:solidFill>
              <a:schemeClr val="accent2">
                <a:lumMod val="60000"/>
                <a:lumOff val="4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>
              <a:solidFill>
                <a:schemeClr val="tx1"/>
              </a:solidFill>
            </a:endParaRPr>
          </a:p>
        </p:txBody>
      </p:sp>
      <p:pic>
        <p:nvPicPr>
          <p:cNvPr id="57" name="그림 56">
            <a:extLst>
              <a:ext uri="{FF2B5EF4-FFF2-40B4-BE49-F238E27FC236}">
                <a16:creationId xmlns:a16="http://schemas.microsoft.com/office/drawing/2014/main" id="{62FA76FA-3EF4-3EE9-BC6C-112DCA00FBA6}"/>
              </a:ext>
            </a:extLst>
          </p:cNvPr>
          <p:cNvPicPr>
            <a:picLocks noChangeAspect="1"/>
          </p:cNvPicPr>
          <p:nvPr/>
        </p:nvPicPr>
        <p:blipFill>
          <a:blip r:embed="rId5"/>
          <a:srcRect t="2320" b="-1"/>
          <a:stretch>
            <a:fillRect/>
          </a:stretch>
        </p:blipFill>
        <p:spPr>
          <a:xfrm>
            <a:off x="10375104" y="4045808"/>
            <a:ext cx="2236971" cy="1554480"/>
          </a:xfrm>
          <a:prstGeom prst="rect">
            <a:avLst/>
          </a:prstGeom>
        </p:spPr>
      </p:pic>
      <p:sp>
        <p:nvSpPr>
          <p:cNvPr id="68" name="TextBox 67">
            <a:extLst>
              <a:ext uri="{FF2B5EF4-FFF2-40B4-BE49-F238E27FC236}">
                <a16:creationId xmlns:a16="http://schemas.microsoft.com/office/drawing/2014/main" id="{5DC85246-C64A-3622-2D06-19902AC93EE2}"/>
              </a:ext>
            </a:extLst>
          </p:cNvPr>
          <p:cNvSpPr txBox="1"/>
          <p:nvPr/>
        </p:nvSpPr>
        <p:spPr>
          <a:xfrm>
            <a:off x="6196369" y="6199649"/>
            <a:ext cx="2229372" cy="55399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1000" b="1" err="1">
                <a:highlight>
                  <a:srgbClr val="FFFF00"/>
                </a:highlight>
              </a:rPr>
              <a:t>실링팬</a:t>
            </a:r>
            <a:r>
              <a:rPr lang="ko-KR" altLang="en-US" sz="1000" b="1">
                <a:highlight>
                  <a:srgbClr val="FFFF00"/>
                </a:highlight>
              </a:rPr>
              <a:t> </a:t>
            </a:r>
            <a:r>
              <a:rPr lang="ko-KR" altLang="en-US" sz="1000" b="1" err="1">
                <a:highlight>
                  <a:srgbClr val="FFFF00"/>
                </a:highlight>
              </a:rPr>
              <a:t>루씨에어</a:t>
            </a:r>
            <a:endParaRPr lang="en-US" altLang="ko-KR" sz="1000" b="1">
              <a:highlight>
                <a:srgbClr val="FFFF00"/>
              </a:highlight>
            </a:endParaRPr>
          </a:p>
          <a:p>
            <a:r>
              <a:rPr lang="ko-KR" altLang="en-US" sz="1000" b="1">
                <a:highlight>
                  <a:srgbClr val="FFFF00"/>
                </a:highlight>
              </a:rPr>
              <a:t>설치</a:t>
            </a:r>
            <a:r>
              <a:rPr lang="en-US" altLang="ko-KR" sz="1000" b="1">
                <a:highlight>
                  <a:srgbClr val="FFFF00"/>
                </a:highlight>
              </a:rPr>
              <a:t>+</a:t>
            </a:r>
            <a:r>
              <a:rPr lang="ko-KR" altLang="en-US" sz="1000" b="1">
                <a:highlight>
                  <a:srgbClr val="FFFF00"/>
                </a:highlight>
              </a:rPr>
              <a:t>보강</a:t>
            </a:r>
            <a:r>
              <a:rPr lang="en-US" altLang="ko-KR" sz="1000" b="1">
                <a:highlight>
                  <a:srgbClr val="FFFF00"/>
                </a:highlight>
              </a:rPr>
              <a:t>+</a:t>
            </a:r>
            <a:r>
              <a:rPr lang="ko-KR" altLang="en-US" sz="1000" b="1">
                <a:highlight>
                  <a:srgbClr val="FFFF00"/>
                </a:highlight>
              </a:rPr>
              <a:t>우물 천장 안 실크 도배</a:t>
            </a:r>
            <a:br>
              <a:rPr lang="en-US" altLang="ko-KR" sz="1000" b="1">
                <a:highlight>
                  <a:srgbClr val="FFFF00"/>
                </a:highlight>
              </a:rPr>
            </a:br>
            <a:r>
              <a:rPr lang="ko-KR" altLang="en-US" sz="1000" b="1">
                <a:highlight>
                  <a:srgbClr val="FFFF00"/>
                </a:highlight>
              </a:rPr>
              <a:t>우물조명 </a:t>
            </a:r>
            <a:r>
              <a:rPr lang="en-US" altLang="ko-KR" sz="1000" b="1">
                <a:highlight>
                  <a:srgbClr val="FFFF00"/>
                </a:highlight>
              </a:rPr>
              <a:t>2</a:t>
            </a:r>
            <a:r>
              <a:rPr lang="ko-KR" altLang="en-US" sz="1000" b="1">
                <a:highlight>
                  <a:srgbClr val="FFFF00"/>
                </a:highlight>
              </a:rPr>
              <a:t>줄 </a:t>
            </a:r>
            <a:r>
              <a:rPr lang="ko-KR" altLang="en-US" sz="1000" b="1" err="1">
                <a:highlight>
                  <a:srgbClr val="FFFF00"/>
                </a:highlight>
              </a:rPr>
              <a:t>전구색</a:t>
            </a:r>
            <a:r>
              <a:rPr lang="en-US" altLang="ko-KR" sz="1000" b="1">
                <a:highlight>
                  <a:srgbClr val="FFFF00"/>
                </a:highlight>
              </a:rPr>
              <a:t>+</a:t>
            </a:r>
            <a:r>
              <a:rPr lang="ko-KR" altLang="en-US" sz="1000" b="1" err="1">
                <a:highlight>
                  <a:srgbClr val="FFFF00"/>
                </a:highlight>
              </a:rPr>
              <a:t>주백색</a:t>
            </a:r>
            <a:endParaRPr lang="en-US" altLang="ko-KR" sz="1000" b="1">
              <a:highlight>
                <a:srgbClr val="FFFF00"/>
              </a:highlight>
            </a:endParaRPr>
          </a:p>
        </p:txBody>
      </p:sp>
      <p:sp>
        <p:nvSpPr>
          <p:cNvPr id="2" name="직사각형 1">
            <a:extLst>
              <a:ext uri="{FF2B5EF4-FFF2-40B4-BE49-F238E27FC236}">
                <a16:creationId xmlns:a16="http://schemas.microsoft.com/office/drawing/2014/main" id="{6997A3F8-A80A-EA81-505C-D4A5F14002B2}"/>
              </a:ext>
            </a:extLst>
          </p:cNvPr>
          <p:cNvSpPr/>
          <p:nvPr/>
        </p:nvSpPr>
        <p:spPr>
          <a:xfrm>
            <a:off x="5914244" y="4376925"/>
            <a:ext cx="191222" cy="1461900"/>
          </a:xfrm>
          <a:prstGeom prst="rect">
            <a:avLst/>
          </a:prstGeom>
          <a:solidFill>
            <a:schemeClr val="accent1">
              <a:lumMod val="40000"/>
              <a:lumOff val="6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050" b="1" err="1"/>
              <a:t>가벽</a:t>
            </a:r>
            <a:endParaRPr lang="ko-KR" altLang="en-US" sz="1050" b="1"/>
          </a:p>
        </p:txBody>
      </p:sp>
      <p:pic>
        <p:nvPicPr>
          <p:cNvPr id="86" name="그림 85" descr="텍스트, 스크린샷이(가) 표시된 사진&#10;&#10;AI 생성 콘텐츠는 정확하지 않을 수 있습니다.">
            <a:extLst>
              <a:ext uri="{FF2B5EF4-FFF2-40B4-BE49-F238E27FC236}">
                <a16:creationId xmlns:a16="http://schemas.microsoft.com/office/drawing/2014/main" id="{A4B4F294-69A4-31BD-E388-49A008E9BCF8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08864" y="2464777"/>
            <a:ext cx="1778731" cy="1466673"/>
          </a:xfrm>
          <a:prstGeom prst="rect">
            <a:avLst/>
          </a:prstGeom>
        </p:spPr>
      </p:pic>
      <p:pic>
        <p:nvPicPr>
          <p:cNvPr id="88" name="그림 87" descr="텍스트, 스크린샷, 직사각형, 디자인이(가) 표시된 사진&#10;&#10;자동 생성된 설명">
            <a:extLst>
              <a:ext uri="{FF2B5EF4-FFF2-40B4-BE49-F238E27FC236}">
                <a16:creationId xmlns:a16="http://schemas.microsoft.com/office/drawing/2014/main" id="{1EB31B6E-8041-9B56-9FD7-7A26A799D6B5}"/>
              </a:ext>
            </a:extLst>
          </p:cNvPr>
          <p:cNvPicPr>
            <a:picLocks noChangeAspect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5102" t="3086" r="4707" b="11674"/>
          <a:stretch>
            <a:fillRect/>
          </a:stretch>
        </p:blipFill>
        <p:spPr>
          <a:xfrm>
            <a:off x="150146" y="4205211"/>
            <a:ext cx="1619250" cy="1530350"/>
          </a:xfrm>
          <a:prstGeom prst="rect">
            <a:avLst/>
          </a:prstGeom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21964F5F-2B56-6B2B-7A6C-34326B200347}"/>
              </a:ext>
            </a:extLst>
          </p:cNvPr>
          <p:cNvSpPr txBox="1"/>
          <p:nvPr/>
        </p:nvSpPr>
        <p:spPr>
          <a:xfrm>
            <a:off x="7058350" y="4134528"/>
            <a:ext cx="479618" cy="2462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1000" b="1">
                <a:solidFill>
                  <a:srgbClr val="FF0000"/>
                </a:solidFill>
              </a:rPr>
              <a:t>3100</a:t>
            </a:r>
            <a:endParaRPr lang="ko-KR" altLang="en-US" sz="1000" b="1">
              <a:solidFill>
                <a:srgbClr val="FF0000"/>
              </a:solidFill>
            </a:endParaRP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B107EA3D-4502-F035-1766-14ADE0B3585C}"/>
              </a:ext>
            </a:extLst>
          </p:cNvPr>
          <p:cNvSpPr txBox="1"/>
          <p:nvPr/>
        </p:nvSpPr>
        <p:spPr>
          <a:xfrm>
            <a:off x="6292067" y="4627588"/>
            <a:ext cx="479618" cy="2462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1000" b="1">
                <a:solidFill>
                  <a:srgbClr val="FF0000"/>
                </a:solidFill>
              </a:rPr>
              <a:t>2500</a:t>
            </a:r>
            <a:endParaRPr lang="ko-KR" altLang="en-US" sz="1000" b="1">
              <a:solidFill>
                <a:srgbClr val="FF0000"/>
              </a:solidFill>
            </a:endParaRP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FDD3077C-AE70-6CA1-77FA-7E75AC293082}"/>
              </a:ext>
            </a:extLst>
          </p:cNvPr>
          <p:cNvSpPr txBox="1"/>
          <p:nvPr/>
        </p:nvSpPr>
        <p:spPr>
          <a:xfrm>
            <a:off x="7110154" y="6076702"/>
            <a:ext cx="479618" cy="2462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1000" b="1">
                <a:solidFill>
                  <a:srgbClr val="FF0000"/>
                </a:solidFill>
              </a:rPr>
              <a:t>4500</a:t>
            </a:r>
            <a:endParaRPr lang="ko-KR" altLang="en-US" sz="1000" b="1">
              <a:solidFill>
                <a:srgbClr val="FF0000"/>
              </a:solidFill>
            </a:endParaRP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6B8B687E-4929-EEEB-08DD-506D686EBAE3}"/>
              </a:ext>
            </a:extLst>
          </p:cNvPr>
          <p:cNvSpPr txBox="1"/>
          <p:nvPr/>
        </p:nvSpPr>
        <p:spPr>
          <a:xfrm>
            <a:off x="9341233" y="5739498"/>
            <a:ext cx="479618" cy="2462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1000" b="1">
                <a:solidFill>
                  <a:srgbClr val="FF0000"/>
                </a:solidFill>
              </a:rPr>
              <a:t>3500</a:t>
            </a:r>
            <a:endParaRPr lang="ko-KR" altLang="en-US" sz="1000" b="1">
              <a:solidFill>
                <a:srgbClr val="FF0000"/>
              </a:solidFill>
            </a:endParaRP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6B17532D-DEAF-FA2D-4C64-11425F524AA1}"/>
              </a:ext>
            </a:extLst>
          </p:cNvPr>
          <p:cNvSpPr txBox="1"/>
          <p:nvPr/>
        </p:nvSpPr>
        <p:spPr>
          <a:xfrm>
            <a:off x="3818393" y="6070705"/>
            <a:ext cx="479618" cy="2462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1000" b="1">
                <a:solidFill>
                  <a:srgbClr val="FF0000"/>
                </a:solidFill>
              </a:rPr>
              <a:t>2900</a:t>
            </a:r>
            <a:endParaRPr lang="ko-KR" altLang="en-US" sz="1000" b="1">
              <a:solidFill>
                <a:srgbClr val="FF0000"/>
              </a:solidFill>
            </a:endParaRP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7242B238-4168-43B5-1A17-F5D9C02193D3}"/>
              </a:ext>
            </a:extLst>
          </p:cNvPr>
          <p:cNvSpPr txBox="1"/>
          <p:nvPr/>
        </p:nvSpPr>
        <p:spPr>
          <a:xfrm>
            <a:off x="2112619" y="6069702"/>
            <a:ext cx="479618" cy="2462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1000" b="1">
                <a:solidFill>
                  <a:srgbClr val="FF0000"/>
                </a:solidFill>
              </a:rPr>
              <a:t>2800</a:t>
            </a:r>
            <a:endParaRPr lang="ko-KR" altLang="en-US" sz="1000" b="1">
              <a:solidFill>
                <a:srgbClr val="FF0000"/>
              </a:solidFill>
            </a:endParaRP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B0912193-B0FF-E9F3-9567-AC3582554393}"/>
              </a:ext>
            </a:extLst>
          </p:cNvPr>
          <p:cNvSpPr txBox="1"/>
          <p:nvPr/>
        </p:nvSpPr>
        <p:spPr>
          <a:xfrm>
            <a:off x="10338926" y="4014128"/>
            <a:ext cx="405880" cy="2462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1000" b="1">
                <a:solidFill>
                  <a:srgbClr val="FF0000"/>
                </a:solidFill>
              </a:rPr>
              <a:t>900</a:t>
            </a:r>
            <a:endParaRPr lang="ko-KR" altLang="en-US" sz="1000" b="1">
              <a:solidFill>
                <a:srgbClr val="FF0000"/>
              </a:solidFill>
            </a:endParaRP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47283FF5-356B-0BDE-05DF-1D887E335E9A}"/>
              </a:ext>
            </a:extLst>
          </p:cNvPr>
          <p:cNvSpPr txBox="1"/>
          <p:nvPr/>
        </p:nvSpPr>
        <p:spPr>
          <a:xfrm>
            <a:off x="4328259" y="2810961"/>
            <a:ext cx="405880" cy="2462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1000" b="1">
                <a:solidFill>
                  <a:srgbClr val="FF0000"/>
                </a:solidFill>
              </a:rPr>
              <a:t>800</a:t>
            </a:r>
            <a:endParaRPr lang="ko-KR" altLang="en-US" sz="1000" b="1">
              <a:solidFill>
                <a:srgbClr val="FF0000"/>
              </a:solidFill>
            </a:endParaRPr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73698863-8177-AB0F-05A0-2D0837C3C44C}"/>
              </a:ext>
            </a:extLst>
          </p:cNvPr>
          <p:cNvSpPr txBox="1"/>
          <p:nvPr/>
        </p:nvSpPr>
        <p:spPr>
          <a:xfrm>
            <a:off x="3611505" y="3040160"/>
            <a:ext cx="479618" cy="2462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1000" b="1">
                <a:solidFill>
                  <a:srgbClr val="FF0000"/>
                </a:solidFill>
              </a:rPr>
              <a:t>1300</a:t>
            </a:r>
            <a:endParaRPr lang="ko-KR" altLang="en-US" sz="1000" b="1">
              <a:solidFill>
                <a:srgbClr val="FF0000"/>
              </a:solidFill>
            </a:endParaRPr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D120B02B-9F1E-F293-E7B7-D48846A7E571}"/>
              </a:ext>
            </a:extLst>
          </p:cNvPr>
          <p:cNvSpPr txBox="1"/>
          <p:nvPr/>
        </p:nvSpPr>
        <p:spPr>
          <a:xfrm>
            <a:off x="6424461" y="1044478"/>
            <a:ext cx="479618" cy="2462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1000" b="1">
                <a:solidFill>
                  <a:srgbClr val="FF0000"/>
                </a:solidFill>
              </a:rPr>
              <a:t>1100</a:t>
            </a:r>
            <a:endParaRPr lang="ko-KR" altLang="en-US" sz="1000" b="1">
              <a:solidFill>
                <a:srgbClr val="FF0000"/>
              </a:solidFill>
            </a:endParaRPr>
          </a:p>
        </p:txBody>
      </p:sp>
      <p:cxnSp>
        <p:nvCxnSpPr>
          <p:cNvPr id="24" name="직선 화살표 연결선 23">
            <a:extLst>
              <a:ext uri="{FF2B5EF4-FFF2-40B4-BE49-F238E27FC236}">
                <a16:creationId xmlns:a16="http://schemas.microsoft.com/office/drawing/2014/main" id="{9EA0DA08-90B2-99B7-6764-A75AD4283BFB}"/>
              </a:ext>
            </a:extLst>
          </p:cNvPr>
          <p:cNvCxnSpPr>
            <a:cxnSpLocks/>
          </p:cNvCxnSpPr>
          <p:nvPr/>
        </p:nvCxnSpPr>
        <p:spPr>
          <a:xfrm>
            <a:off x="10233498" y="3607663"/>
            <a:ext cx="0" cy="653823"/>
          </a:xfrm>
          <a:prstGeom prst="straightConnector1">
            <a:avLst/>
          </a:prstGeom>
          <a:ln w="57150">
            <a:solidFill>
              <a:srgbClr val="00B050"/>
            </a:solidFill>
            <a:headEnd type="triangle"/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5" name="직선 화살표 연결선 24">
            <a:extLst>
              <a:ext uri="{FF2B5EF4-FFF2-40B4-BE49-F238E27FC236}">
                <a16:creationId xmlns:a16="http://schemas.microsoft.com/office/drawing/2014/main" id="{CE955EE8-C1FB-B2EB-3AD0-52497CEBFF92}"/>
              </a:ext>
            </a:extLst>
          </p:cNvPr>
          <p:cNvCxnSpPr>
            <a:cxnSpLocks/>
          </p:cNvCxnSpPr>
          <p:nvPr/>
        </p:nvCxnSpPr>
        <p:spPr>
          <a:xfrm flipH="1">
            <a:off x="6219801" y="1491409"/>
            <a:ext cx="902431" cy="0"/>
          </a:xfrm>
          <a:prstGeom prst="straightConnector1">
            <a:avLst/>
          </a:prstGeom>
          <a:ln w="57150">
            <a:solidFill>
              <a:srgbClr val="00B050"/>
            </a:solidFill>
            <a:headEnd type="triangle"/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079562288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005C21A-97E0-D084-85EC-7B757F1EFFB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그림 4">
            <a:extLst>
              <a:ext uri="{FF2B5EF4-FFF2-40B4-BE49-F238E27FC236}">
                <a16:creationId xmlns:a16="http://schemas.microsoft.com/office/drawing/2014/main" id="{00B341A6-12AB-A270-9D13-E77C5274E588}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/>
        </p:nvPicPr>
        <p:blipFill>
          <a:blip r:embed="rId2">
            <a:alphaModFix amt="70000"/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saturation sat="0"/>
                    </a14:imgEffect>
                  </a14:imgLayer>
                </a14:imgProps>
              </a:ext>
            </a:extLst>
          </a:blip>
          <a:stretch>
            <a:fillRect/>
          </a:stretch>
        </p:blipFill>
        <p:spPr>
          <a:xfrm>
            <a:off x="1761061" y="946662"/>
            <a:ext cx="8995839" cy="5276338"/>
          </a:xfrm>
          <a:prstGeom prst="rect">
            <a:avLst/>
          </a:prstGeom>
        </p:spPr>
      </p:pic>
      <mc:AlternateContent xmlns:mc="http://schemas.openxmlformats.org/markup-compatibility/2006">
        <mc:Choice xmlns:a14="http://schemas.microsoft.com/office/drawing/2010/main" Requires="a14">
          <p:sp>
            <p:nvSpPr>
              <p:cNvPr id="6" name="TextBox 5">
                <a:extLst>
                  <a:ext uri="{FF2B5EF4-FFF2-40B4-BE49-F238E27FC236}">
                    <a16:creationId xmlns:a16="http://schemas.microsoft.com/office/drawing/2014/main" id="{1B250C89-68FC-432A-31A8-4009329D59D1}"/>
                  </a:ext>
                </a:extLst>
              </p:cNvPr>
              <p:cNvSpPr txBox="1"/>
              <p:nvPr/>
            </p:nvSpPr>
            <p:spPr>
              <a:xfrm>
                <a:off x="10152689" y="1075737"/>
                <a:ext cx="1762781" cy="407099"/>
              </a:xfrm>
              <a:prstGeom prst="rect">
                <a:avLst/>
              </a:prstGeom>
              <a:noFill/>
            </p:spPr>
            <p:txBody>
              <a:bodyPr wrap="square">
                <a:spAutoFit/>
                <a:scene3d>
                  <a:camera prst="orthographicFront"/>
                  <a:lightRig rig="harsh" dir="t"/>
                </a:scene3d>
                <a:sp3d extrusionH="57150" prstMaterial="matte">
                  <a:bevelT w="63500" h="12700" prst="angle"/>
                  <a:contourClr>
                    <a:schemeClr val="bg1">
                      <a:lumMod val="65000"/>
                    </a:schemeClr>
                  </a:contourClr>
                </a:sp3d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right"/>
                    </m:oMathParaPr>
                    <m:oMath xmlns:m="http://schemas.openxmlformats.org/officeDocument/2006/math">
                      <m:sSup>
                        <m:sSupPr>
                          <m:ctrlPr>
                            <a:rPr lang="en-US" altLang="ko-KR" sz="2000" b="1" i="1" u="none" strike="noStrike" smtClean="0">
                              <a:ln/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altLang="ko-KR" sz="2000" b="1" i="1" u="none" strike="noStrike" smtClean="0">
                              <a:ln/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𝟖𝟒</m:t>
                          </m:r>
                          <m:r>
                            <a:rPr lang="en-US" altLang="ko-KR" sz="2000" b="1" i="1" u="none" strike="noStrike" smtClean="0">
                              <a:ln/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𝑨𝒎</m:t>
                          </m:r>
                        </m:e>
                        <m:sup>
                          <m:r>
                            <a:rPr lang="en-US" altLang="ko-KR" sz="2000" b="1" i="1" u="none" strike="noStrike" smtClean="0">
                              <a:ln/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𝟐</m:t>
                          </m:r>
                        </m:sup>
                      </m:sSup>
                    </m:oMath>
                  </m:oMathPara>
                </a14:m>
                <a:endParaRPr lang="ko-KR" altLang="en-US" sz="2000" b="1">
                  <a:ln/>
                  <a:solidFill>
                    <a:schemeClr val="tx1"/>
                  </a:solidFill>
                </a:endParaRPr>
              </a:p>
            </p:txBody>
          </p:sp>
        </mc:Choice>
        <mc:Fallback>
          <p:sp>
            <p:nvSpPr>
              <p:cNvPr id="6" name="TextBox 5">
                <a:extLst>
                  <a:ext uri="{FF2B5EF4-FFF2-40B4-BE49-F238E27FC236}">
                    <a16:creationId xmlns:a16="http://schemas.microsoft.com/office/drawing/2014/main" id="{1B250C89-68FC-432A-31A8-4009329D59D1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0152689" y="1075737"/>
                <a:ext cx="1762781" cy="407099"/>
              </a:xfrm>
              <a:prstGeom prst="rect">
                <a:avLst/>
              </a:prstGeom>
              <a:blipFill>
                <a:blip r:embed="rId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7" name="TextBox 6">
            <a:extLst>
              <a:ext uri="{FF2B5EF4-FFF2-40B4-BE49-F238E27FC236}">
                <a16:creationId xmlns:a16="http://schemas.microsoft.com/office/drawing/2014/main" id="{E7D1B284-0FAA-EA6F-7821-6FBE18A55189}"/>
              </a:ext>
            </a:extLst>
          </p:cNvPr>
          <p:cNvSpPr txBox="1"/>
          <p:nvPr/>
        </p:nvSpPr>
        <p:spPr>
          <a:xfrm>
            <a:off x="1870318" y="353253"/>
            <a:ext cx="8452551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 sz="2000" b="1"/>
              <a:t>84A</a:t>
            </a:r>
            <a:r>
              <a:rPr lang="ko-KR" altLang="en-US" sz="2000" b="1"/>
              <a:t>타입 간접 프리미엄 </a:t>
            </a:r>
            <a:r>
              <a:rPr lang="en-US" altLang="ko-KR" sz="2000" b="1"/>
              <a:t>SET + </a:t>
            </a:r>
            <a:r>
              <a:rPr lang="ko-KR" altLang="en-US" sz="2000" b="1" err="1"/>
              <a:t>실링팬</a:t>
            </a:r>
            <a:r>
              <a:rPr lang="ko-KR" altLang="en-US" sz="2000" b="1"/>
              <a:t> 우물두줄</a:t>
            </a:r>
            <a:endParaRPr lang="en-US" altLang="ko-KR" sz="2000" b="1"/>
          </a:p>
        </p:txBody>
      </p:sp>
      <p:sp>
        <p:nvSpPr>
          <p:cNvPr id="10" name="직사각형 9">
            <a:extLst>
              <a:ext uri="{FF2B5EF4-FFF2-40B4-BE49-F238E27FC236}">
                <a16:creationId xmlns:a16="http://schemas.microsoft.com/office/drawing/2014/main" id="{C00A1519-F711-8E07-93A2-E6425D85F9A2}"/>
              </a:ext>
            </a:extLst>
          </p:cNvPr>
          <p:cNvSpPr/>
          <p:nvPr/>
        </p:nvSpPr>
        <p:spPr>
          <a:xfrm rot="5400000">
            <a:off x="7188174" y="5010134"/>
            <a:ext cx="102820" cy="1630245"/>
          </a:xfrm>
          <a:prstGeom prst="rect">
            <a:avLst/>
          </a:prstGeom>
          <a:solidFill>
            <a:srgbClr val="FF000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>
              <a:solidFill>
                <a:schemeClr val="tx1"/>
              </a:solidFill>
            </a:endParaRPr>
          </a:p>
        </p:txBody>
      </p:sp>
      <p:sp>
        <p:nvSpPr>
          <p:cNvPr id="11" name="사각형: 둥근 모서리 10">
            <a:extLst>
              <a:ext uri="{FF2B5EF4-FFF2-40B4-BE49-F238E27FC236}">
                <a16:creationId xmlns:a16="http://schemas.microsoft.com/office/drawing/2014/main" id="{DBBADD68-C700-5098-6F52-EF831A436A87}"/>
              </a:ext>
            </a:extLst>
          </p:cNvPr>
          <p:cNvSpPr/>
          <p:nvPr/>
        </p:nvSpPr>
        <p:spPr>
          <a:xfrm>
            <a:off x="6716329" y="4376925"/>
            <a:ext cx="1092978" cy="1103860"/>
          </a:xfrm>
          <a:prstGeom prst="roundRect">
            <a:avLst>
              <a:gd name="adj" fmla="val 0"/>
            </a:avLst>
          </a:prstGeom>
          <a:noFill/>
          <a:ln w="38100">
            <a:solidFill>
              <a:srgbClr val="FFC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>
              <a:solidFill>
                <a:schemeClr val="tx1"/>
              </a:solidFill>
            </a:endParaRP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38765C62-AD0D-6910-42C7-EE2B06ED9C8C}"/>
              </a:ext>
            </a:extLst>
          </p:cNvPr>
          <p:cNvSpPr txBox="1"/>
          <p:nvPr/>
        </p:nvSpPr>
        <p:spPr>
          <a:xfrm>
            <a:off x="6258980" y="3744659"/>
            <a:ext cx="1891732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ko-KR" altLang="en-US" sz="1000" b="1"/>
              <a:t>전자식스위치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1ECC3045-E4C0-6D26-0D05-4D641D9FAD29}"/>
              </a:ext>
            </a:extLst>
          </p:cNvPr>
          <p:cNvSpPr txBox="1"/>
          <p:nvPr/>
        </p:nvSpPr>
        <p:spPr>
          <a:xfrm>
            <a:off x="112365" y="770606"/>
            <a:ext cx="3264447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800">
                <a:solidFill>
                  <a:srgbClr val="FF0000"/>
                </a:solidFill>
              </a:rPr>
              <a:t>**</a:t>
            </a:r>
            <a:r>
              <a:rPr lang="ko-KR" altLang="en-US" sz="800">
                <a:solidFill>
                  <a:srgbClr val="FF0000"/>
                </a:solidFill>
              </a:rPr>
              <a:t>스위치 연결을 위해 별도의 </a:t>
            </a:r>
            <a:r>
              <a:rPr lang="ko-KR" altLang="en-US" sz="800" err="1">
                <a:solidFill>
                  <a:srgbClr val="FF0000"/>
                </a:solidFill>
              </a:rPr>
              <a:t>타공이</a:t>
            </a:r>
            <a:r>
              <a:rPr lang="ko-KR" altLang="en-US" sz="800">
                <a:solidFill>
                  <a:srgbClr val="FF0000"/>
                </a:solidFill>
              </a:rPr>
              <a:t> 필요할 수 </a:t>
            </a:r>
            <a:endParaRPr lang="en-US" altLang="ko-KR" sz="800">
              <a:solidFill>
                <a:srgbClr val="FF0000"/>
              </a:solidFill>
            </a:endParaRPr>
          </a:p>
          <a:p>
            <a:r>
              <a:rPr lang="ko-KR" altLang="en-US" sz="800">
                <a:solidFill>
                  <a:srgbClr val="FF0000"/>
                </a:solidFill>
              </a:rPr>
              <a:t>있으며</a:t>
            </a:r>
            <a:r>
              <a:rPr lang="en-US" altLang="ko-KR" sz="800">
                <a:solidFill>
                  <a:srgbClr val="FF0000"/>
                </a:solidFill>
              </a:rPr>
              <a:t> </a:t>
            </a:r>
            <a:r>
              <a:rPr lang="ko-KR" altLang="en-US" sz="800">
                <a:solidFill>
                  <a:srgbClr val="FF0000"/>
                </a:solidFill>
              </a:rPr>
              <a:t>공스피커로 마감 될 수도 있음</a:t>
            </a:r>
            <a:endParaRPr lang="en-US" altLang="ko-KR" sz="800">
              <a:solidFill>
                <a:srgbClr val="FF0000"/>
              </a:solidFill>
            </a:endParaRPr>
          </a:p>
        </p:txBody>
      </p:sp>
      <p:grpSp>
        <p:nvGrpSpPr>
          <p:cNvPr id="28" name="그룹 27">
            <a:extLst>
              <a:ext uri="{FF2B5EF4-FFF2-40B4-BE49-F238E27FC236}">
                <a16:creationId xmlns:a16="http://schemas.microsoft.com/office/drawing/2014/main" id="{AD754875-856D-3AE0-153D-DE6644225E83}"/>
              </a:ext>
            </a:extLst>
          </p:cNvPr>
          <p:cNvGrpSpPr/>
          <p:nvPr/>
        </p:nvGrpSpPr>
        <p:grpSpPr>
          <a:xfrm rot="5400000">
            <a:off x="3741901" y="3778064"/>
            <a:ext cx="99451" cy="545492"/>
            <a:chOff x="5324822" y="4538198"/>
            <a:chExt cx="99451" cy="545492"/>
          </a:xfrm>
        </p:grpSpPr>
        <p:sp>
          <p:nvSpPr>
            <p:cNvPr id="29" name="타원 28">
              <a:extLst>
                <a:ext uri="{FF2B5EF4-FFF2-40B4-BE49-F238E27FC236}">
                  <a16:creationId xmlns:a16="http://schemas.microsoft.com/office/drawing/2014/main" id="{671CA95E-B99E-0D88-C005-58D414DF342C}"/>
                </a:ext>
              </a:extLst>
            </p:cNvPr>
            <p:cNvSpPr/>
            <p:nvPr/>
          </p:nvSpPr>
          <p:spPr>
            <a:xfrm>
              <a:off x="5325888" y="4538198"/>
              <a:ext cx="98385" cy="98385"/>
            </a:xfrm>
            <a:prstGeom prst="ellipse">
              <a:avLst/>
            </a:prstGeom>
            <a:solidFill>
              <a:srgbClr val="FF0000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>
                <a:solidFill>
                  <a:schemeClr val="tx1"/>
                </a:solidFill>
              </a:endParaRPr>
            </a:p>
          </p:txBody>
        </p:sp>
        <p:sp>
          <p:nvSpPr>
            <p:cNvPr id="30" name="타원 29">
              <a:extLst>
                <a:ext uri="{FF2B5EF4-FFF2-40B4-BE49-F238E27FC236}">
                  <a16:creationId xmlns:a16="http://schemas.microsoft.com/office/drawing/2014/main" id="{C352B39E-F291-934C-C927-D4348CD692C8}"/>
                </a:ext>
              </a:extLst>
            </p:cNvPr>
            <p:cNvSpPr/>
            <p:nvPr/>
          </p:nvSpPr>
          <p:spPr>
            <a:xfrm>
              <a:off x="5324822" y="4985305"/>
              <a:ext cx="98385" cy="98385"/>
            </a:xfrm>
            <a:prstGeom prst="ellipse">
              <a:avLst/>
            </a:prstGeom>
            <a:solidFill>
              <a:srgbClr val="FF0000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>
                <a:solidFill>
                  <a:schemeClr val="tx1"/>
                </a:solidFill>
              </a:endParaRPr>
            </a:p>
          </p:txBody>
        </p:sp>
      </p:grpSp>
      <p:sp>
        <p:nvSpPr>
          <p:cNvPr id="35" name="TextBox 13">
            <a:extLst>
              <a:ext uri="{FF2B5EF4-FFF2-40B4-BE49-F238E27FC236}">
                <a16:creationId xmlns:a16="http://schemas.microsoft.com/office/drawing/2014/main" id="{01E56FAF-9E58-011E-BCCE-32CADBDB4153}"/>
              </a:ext>
            </a:extLst>
          </p:cNvPr>
          <p:cNvSpPr txBox="1"/>
          <p:nvPr/>
        </p:nvSpPr>
        <p:spPr>
          <a:xfrm>
            <a:off x="142074" y="1128948"/>
            <a:ext cx="1489510" cy="461665"/>
          </a:xfrm>
          <a:prstGeom prst="rect">
            <a:avLst/>
          </a:prstGeom>
          <a:solidFill>
            <a:schemeClr val="accent6">
              <a:lumMod val="20000"/>
              <a:lumOff val="80000"/>
            </a:schemeClr>
          </a:solidFill>
        </p:spPr>
        <p:txBody>
          <a:bodyPr wrap="none" rtlCol="0">
            <a:spAutoFit/>
          </a:bodyPr>
          <a:lstStyle>
            <a:defPPr>
              <a:defRPr lang="ko-KR"/>
            </a:defPPr>
            <a:lvl1pPr marL="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ko-KR" altLang="en-US" sz="800" b="1"/>
              <a:t>욕실 </a:t>
            </a:r>
            <a:r>
              <a:rPr lang="ko-KR" altLang="en-US" sz="800" b="1" err="1"/>
              <a:t>휴젠트여부에</a:t>
            </a:r>
            <a:r>
              <a:rPr lang="ko-KR" altLang="en-US" sz="800" b="1"/>
              <a:t> 대하여</a:t>
            </a:r>
            <a:endParaRPr lang="en-US" altLang="ko-KR" sz="800" b="1"/>
          </a:p>
          <a:p>
            <a:r>
              <a:rPr lang="ko-KR" altLang="en-US" sz="800" b="1"/>
              <a:t>기사분이 현장에서 파악하여</a:t>
            </a:r>
            <a:endParaRPr lang="en-US" altLang="ko-KR" sz="800" b="1"/>
          </a:p>
          <a:p>
            <a:r>
              <a:rPr lang="ko-KR" altLang="en-US" sz="800" b="1"/>
              <a:t>센서위치를 적용해드립니다</a:t>
            </a:r>
            <a:r>
              <a:rPr lang="en-US" altLang="ko-KR" sz="800" b="1"/>
              <a:t>.</a:t>
            </a:r>
            <a:endParaRPr lang="ko-KR" altLang="en-US" sz="800" b="1"/>
          </a:p>
        </p:txBody>
      </p:sp>
      <p:grpSp>
        <p:nvGrpSpPr>
          <p:cNvPr id="36" name="그룹 35">
            <a:extLst>
              <a:ext uri="{FF2B5EF4-FFF2-40B4-BE49-F238E27FC236}">
                <a16:creationId xmlns:a16="http://schemas.microsoft.com/office/drawing/2014/main" id="{436A5286-BC62-CAEC-6ED7-7D7866AC5712}"/>
              </a:ext>
            </a:extLst>
          </p:cNvPr>
          <p:cNvGrpSpPr/>
          <p:nvPr/>
        </p:nvGrpSpPr>
        <p:grpSpPr>
          <a:xfrm>
            <a:off x="166864" y="137559"/>
            <a:ext cx="2166761" cy="738664"/>
            <a:chOff x="209306" y="114311"/>
            <a:chExt cx="2166761" cy="742666"/>
          </a:xfrm>
        </p:grpSpPr>
        <p:sp>
          <p:nvSpPr>
            <p:cNvPr id="37" name="타원 36">
              <a:extLst>
                <a:ext uri="{FF2B5EF4-FFF2-40B4-BE49-F238E27FC236}">
                  <a16:creationId xmlns:a16="http://schemas.microsoft.com/office/drawing/2014/main" id="{B7170966-BBDE-8934-CCF0-2348D27E7CFE}"/>
                </a:ext>
              </a:extLst>
            </p:cNvPr>
            <p:cNvSpPr/>
            <p:nvPr/>
          </p:nvSpPr>
          <p:spPr>
            <a:xfrm>
              <a:off x="209307" y="168341"/>
              <a:ext cx="98385" cy="98385"/>
            </a:xfrm>
            <a:prstGeom prst="ellipse">
              <a:avLst/>
            </a:prstGeom>
            <a:solidFill>
              <a:srgbClr val="FF0000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ko-KR"/>
              </a:defPPr>
              <a:lvl1pPr marL="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ko-KR" altLang="en-US">
                <a:solidFill>
                  <a:schemeClr val="tx1"/>
                </a:solidFill>
              </a:endParaRPr>
            </a:p>
          </p:txBody>
        </p:sp>
        <p:sp>
          <p:nvSpPr>
            <p:cNvPr id="38" name="타원 37">
              <a:extLst>
                <a:ext uri="{FF2B5EF4-FFF2-40B4-BE49-F238E27FC236}">
                  <a16:creationId xmlns:a16="http://schemas.microsoft.com/office/drawing/2014/main" id="{04313E6B-FFC6-78F8-1E53-8297ED2C7C55}"/>
                </a:ext>
              </a:extLst>
            </p:cNvPr>
            <p:cNvSpPr/>
            <p:nvPr/>
          </p:nvSpPr>
          <p:spPr>
            <a:xfrm>
              <a:off x="209307" y="347436"/>
              <a:ext cx="98385" cy="98385"/>
            </a:xfrm>
            <a:prstGeom prst="ellipse">
              <a:avLst/>
            </a:prstGeom>
            <a:solidFill>
              <a:srgbClr val="FFFF00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ko-KR"/>
              </a:defPPr>
              <a:lvl1pPr marL="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ko-KR" altLang="en-US">
                <a:solidFill>
                  <a:schemeClr val="tx1"/>
                </a:solidFill>
              </a:endParaRPr>
            </a:p>
          </p:txBody>
        </p:sp>
        <p:sp>
          <p:nvSpPr>
            <p:cNvPr id="39" name="타원 38">
              <a:extLst>
                <a:ext uri="{FF2B5EF4-FFF2-40B4-BE49-F238E27FC236}">
                  <a16:creationId xmlns:a16="http://schemas.microsoft.com/office/drawing/2014/main" id="{A0AA775F-1597-F20A-FB4C-146589625C05}"/>
                </a:ext>
              </a:extLst>
            </p:cNvPr>
            <p:cNvSpPr/>
            <p:nvPr/>
          </p:nvSpPr>
          <p:spPr>
            <a:xfrm>
              <a:off x="209306" y="573831"/>
              <a:ext cx="98385" cy="98385"/>
            </a:xfrm>
            <a:prstGeom prst="ellipse">
              <a:avLst/>
            </a:prstGeom>
            <a:solidFill>
              <a:srgbClr val="FFC000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ko-KR"/>
              </a:defPPr>
              <a:lvl1pPr marL="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ko-KR" altLang="en-US">
                <a:solidFill>
                  <a:schemeClr val="tx1"/>
                </a:solidFill>
              </a:endParaRPr>
            </a:p>
          </p:txBody>
        </p:sp>
        <p:sp>
          <p:nvSpPr>
            <p:cNvPr id="40" name="TextBox 11">
              <a:extLst>
                <a:ext uri="{FF2B5EF4-FFF2-40B4-BE49-F238E27FC236}">
                  <a16:creationId xmlns:a16="http://schemas.microsoft.com/office/drawing/2014/main" id="{FD847F64-AE0D-14E2-20F2-A6002ED3253C}"/>
                </a:ext>
              </a:extLst>
            </p:cNvPr>
            <p:cNvSpPr txBox="1"/>
            <p:nvPr/>
          </p:nvSpPr>
          <p:spPr>
            <a:xfrm>
              <a:off x="318304" y="114311"/>
              <a:ext cx="2057763" cy="742666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>
              <a:defPPr>
                <a:defRPr lang="ko-KR"/>
              </a:defPPr>
              <a:lvl1pPr marL="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r>
                <a:rPr lang="ko-KR" altLang="en-US" sz="700"/>
                <a:t>간접조명 </a:t>
              </a:r>
              <a:r>
                <a:rPr lang="en-US" altLang="ko-KR" sz="700"/>
                <a:t>A SET</a:t>
              </a:r>
            </a:p>
            <a:p>
              <a:endParaRPr lang="en-US" altLang="ko-KR" sz="700"/>
            </a:p>
            <a:p>
              <a:r>
                <a:rPr lang="ko-KR" altLang="en-US" sz="700"/>
                <a:t>간접조명 센서 </a:t>
              </a:r>
              <a:r>
                <a:rPr lang="en-US" altLang="ko-KR" sz="700"/>
                <a:t>SET</a:t>
              </a:r>
            </a:p>
            <a:p>
              <a:endParaRPr lang="en-US" altLang="ko-KR" sz="700"/>
            </a:p>
            <a:p>
              <a:r>
                <a:rPr lang="ko-KR" altLang="en-US" sz="700"/>
                <a:t>우물천장간접조명 및 커튼박수 추가</a:t>
              </a:r>
              <a:r>
                <a:rPr lang="en-US" altLang="ko-KR" sz="700"/>
                <a:t>(</a:t>
              </a:r>
              <a:r>
                <a:rPr lang="ko-KR" altLang="en-US" sz="700"/>
                <a:t>별도 추가</a:t>
              </a:r>
              <a:r>
                <a:rPr lang="en-US" altLang="ko-KR" sz="700"/>
                <a:t>)</a:t>
              </a:r>
            </a:p>
            <a:p>
              <a:endParaRPr lang="en-US" altLang="ko-KR" sz="700"/>
            </a:p>
          </p:txBody>
        </p:sp>
      </p:grpSp>
      <p:grpSp>
        <p:nvGrpSpPr>
          <p:cNvPr id="42" name="그룹 41">
            <a:extLst>
              <a:ext uri="{FF2B5EF4-FFF2-40B4-BE49-F238E27FC236}">
                <a16:creationId xmlns:a16="http://schemas.microsoft.com/office/drawing/2014/main" id="{E02A6787-40E9-73D6-29CA-1415CE53FCF2}"/>
              </a:ext>
            </a:extLst>
          </p:cNvPr>
          <p:cNvGrpSpPr/>
          <p:nvPr/>
        </p:nvGrpSpPr>
        <p:grpSpPr>
          <a:xfrm>
            <a:off x="8113958" y="4269085"/>
            <a:ext cx="100923" cy="1356633"/>
            <a:chOff x="4735802" y="4662002"/>
            <a:chExt cx="100923" cy="1356633"/>
          </a:xfrm>
        </p:grpSpPr>
        <p:sp>
          <p:nvSpPr>
            <p:cNvPr id="43" name="타원 42">
              <a:extLst>
                <a:ext uri="{FF2B5EF4-FFF2-40B4-BE49-F238E27FC236}">
                  <a16:creationId xmlns:a16="http://schemas.microsoft.com/office/drawing/2014/main" id="{7CBC3C25-0C5D-5C08-A26A-83FCC19EA7F6}"/>
                </a:ext>
              </a:extLst>
            </p:cNvPr>
            <p:cNvSpPr/>
            <p:nvPr/>
          </p:nvSpPr>
          <p:spPr>
            <a:xfrm>
              <a:off x="4737834" y="4662002"/>
              <a:ext cx="98385" cy="98385"/>
            </a:xfrm>
            <a:prstGeom prst="ellipse">
              <a:avLst/>
            </a:prstGeom>
            <a:solidFill>
              <a:srgbClr val="FF0000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>
                <a:solidFill>
                  <a:schemeClr val="tx1"/>
                </a:solidFill>
              </a:endParaRPr>
            </a:p>
          </p:txBody>
        </p:sp>
        <p:sp>
          <p:nvSpPr>
            <p:cNvPr id="44" name="타원 43">
              <a:extLst>
                <a:ext uri="{FF2B5EF4-FFF2-40B4-BE49-F238E27FC236}">
                  <a16:creationId xmlns:a16="http://schemas.microsoft.com/office/drawing/2014/main" id="{1B9BE5FA-9268-B7BD-94A8-C9D0DC1508E1}"/>
                </a:ext>
              </a:extLst>
            </p:cNvPr>
            <p:cNvSpPr/>
            <p:nvPr/>
          </p:nvSpPr>
          <p:spPr>
            <a:xfrm>
              <a:off x="4735802" y="5291218"/>
              <a:ext cx="98385" cy="98385"/>
            </a:xfrm>
            <a:prstGeom prst="ellipse">
              <a:avLst/>
            </a:prstGeom>
            <a:solidFill>
              <a:srgbClr val="FF0000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>
                <a:solidFill>
                  <a:schemeClr val="tx1"/>
                </a:solidFill>
              </a:endParaRPr>
            </a:p>
          </p:txBody>
        </p:sp>
        <p:sp>
          <p:nvSpPr>
            <p:cNvPr id="45" name="타원 44">
              <a:extLst>
                <a:ext uri="{FF2B5EF4-FFF2-40B4-BE49-F238E27FC236}">
                  <a16:creationId xmlns:a16="http://schemas.microsoft.com/office/drawing/2014/main" id="{AE026DCB-7C35-B52D-F9A0-1B382B9E53F9}"/>
                </a:ext>
              </a:extLst>
            </p:cNvPr>
            <p:cNvSpPr/>
            <p:nvPr/>
          </p:nvSpPr>
          <p:spPr>
            <a:xfrm>
              <a:off x="4738340" y="5920250"/>
              <a:ext cx="98385" cy="98385"/>
            </a:xfrm>
            <a:prstGeom prst="ellipse">
              <a:avLst/>
            </a:prstGeom>
            <a:solidFill>
              <a:srgbClr val="FF0000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>
                <a:solidFill>
                  <a:schemeClr val="tx1"/>
                </a:solidFill>
              </a:endParaRPr>
            </a:p>
          </p:txBody>
        </p:sp>
      </p:grpSp>
      <p:grpSp>
        <p:nvGrpSpPr>
          <p:cNvPr id="46" name="그룹 45">
            <a:extLst>
              <a:ext uri="{FF2B5EF4-FFF2-40B4-BE49-F238E27FC236}">
                <a16:creationId xmlns:a16="http://schemas.microsoft.com/office/drawing/2014/main" id="{C8CEB438-4484-39D2-A8B5-18C31E5668A3}"/>
              </a:ext>
            </a:extLst>
          </p:cNvPr>
          <p:cNvGrpSpPr/>
          <p:nvPr/>
        </p:nvGrpSpPr>
        <p:grpSpPr>
          <a:xfrm>
            <a:off x="6249038" y="4280974"/>
            <a:ext cx="100923" cy="1356633"/>
            <a:chOff x="4735802" y="4662002"/>
            <a:chExt cx="100923" cy="1356633"/>
          </a:xfrm>
        </p:grpSpPr>
        <p:sp>
          <p:nvSpPr>
            <p:cNvPr id="47" name="타원 46">
              <a:extLst>
                <a:ext uri="{FF2B5EF4-FFF2-40B4-BE49-F238E27FC236}">
                  <a16:creationId xmlns:a16="http://schemas.microsoft.com/office/drawing/2014/main" id="{82CDCB67-D36A-A56A-08E0-E548144F2E70}"/>
                </a:ext>
              </a:extLst>
            </p:cNvPr>
            <p:cNvSpPr/>
            <p:nvPr/>
          </p:nvSpPr>
          <p:spPr>
            <a:xfrm>
              <a:off x="4737834" y="4662002"/>
              <a:ext cx="98385" cy="98385"/>
            </a:xfrm>
            <a:prstGeom prst="ellipse">
              <a:avLst/>
            </a:prstGeom>
            <a:solidFill>
              <a:srgbClr val="FF0000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>
                <a:solidFill>
                  <a:schemeClr val="tx1"/>
                </a:solidFill>
              </a:endParaRPr>
            </a:p>
          </p:txBody>
        </p:sp>
        <p:sp>
          <p:nvSpPr>
            <p:cNvPr id="48" name="타원 47">
              <a:extLst>
                <a:ext uri="{FF2B5EF4-FFF2-40B4-BE49-F238E27FC236}">
                  <a16:creationId xmlns:a16="http://schemas.microsoft.com/office/drawing/2014/main" id="{16E86D38-E3E4-A047-F3BA-E674CB064555}"/>
                </a:ext>
              </a:extLst>
            </p:cNvPr>
            <p:cNvSpPr/>
            <p:nvPr/>
          </p:nvSpPr>
          <p:spPr>
            <a:xfrm>
              <a:off x="4735802" y="5291218"/>
              <a:ext cx="98385" cy="98385"/>
            </a:xfrm>
            <a:prstGeom prst="ellipse">
              <a:avLst/>
            </a:prstGeom>
            <a:solidFill>
              <a:srgbClr val="FF0000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>
                <a:solidFill>
                  <a:schemeClr val="tx1"/>
                </a:solidFill>
              </a:endParaRPr>
            </a:p>
          </p:txBody>
        </p:sp>
        <p:sp>
          <p:nvSpPr>
            <p:cNvPr id="49" name="타원 48">
              <a:extLst>
                <a:ext uri="{FF2B5EF4-FFF2-40B4-BE49-F238E27FC236}">
                  <a16:creationId xmlns:a16="http://schemas.microsoft.com/office/drawing/2014/main" id="{0EE423F2-3821-7EBF-71A1-52E4C20007B2}"/>
                </a:ext>
              </a:extLst>
            </p:cNvPr>
            <p:cNvSpPr/>
            <p:nvPr/>
          </p:nvSpPr>
          <p:spPr>
            <a:xfrm>
              <a:off x="4738340" y="5920250"/>
              <a:ext cx="98385" cy="98385"/>
            </a:xfrm>
            <a:prstGeom prst="ellipse">
              <a:avLst/>
            </a:prstGeom>
            <a:solidFill>
              <a:srgbClr val="FF0000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>
                <a:solidFill>
                  <a:schemeClr val="tx1"/>
                </a:solidFill>
              </a:endParaRPr>
            </a:p>
          </p:txBody>
        </p:sp>
      </p:grpSp>
      <p:sp>
        <p:nvSpPr>
          <p:cNvPr id="4" name="TextBox 3">
            <a:extLst>
              <a:ext uri="{FF2B5EF4-FFF2-40B4-BE49-F238E27FC236}">
                <a16:creationId xmlns:a16="http://schemas.microsoft.com/office/drawing/2014/main" id="{30CFC47C-E2A0-F42D-3B3C-3E73C6CC6B32}"/>
              </a:ext>
            </a:extLst>
          </p:cNvPr>
          <p:cNvSpPr txBox="1"/>
          <p:nvPr/>
        </p:nvSpPr>
        <p:spPr>
          <a:xfrm>
            <a:off x="4310185" y="6380495"/>
            <a:ext cx="1988045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sz="1400" b="1" err="1">
                <a:highlight>
                  <a:srgbClr val="FFFF00"/>
                </a:highlight>
              </a:rPr>
              <a:t>가벽</a:t>
            </a:r>
            <a:r>
              <a:rPr lang="ko-KR" altLang="en-US" sz="1400" b="1">
                <a:highlight>
                  <a:srgbClr val="FFFF00"/>
                </a:highlight>
              </a:rPr>
              <a:t> 있나 확인 필요함</a:t>
            </a:r>
          </a:p>
        </p:txBody>
      </p:sp>
      <p:sp>
        <p:nvSpPr>
          <p:cNvPr id="50" name="화살표: 위쪽 49">
            <a:extLst>
              <a:ext uri="{FF2B5EF4-FFF2-40B4-BE49-F238E27FC236}">
                <a16:creationId xmlns:a16="http://schemas.microsoft.com/office/drawing/2014/main" id="{04A0CA28-B50C-C058-DE90-018E2C559FBF}"/>
              </a:ext>
            </a:extLst>
          </p:cNvPr>
          <p:cNvSpPr/>
          <p:nvPr/>
        </p:nvSpPr>
        <p:spPr>
          <a:xfrm>
            <a:off x="5914244" y="5838825"/>
            <a:ext cx="170097" cy="505219"/>
          </a:xfrm>
          <a:prstGeom prst="up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grpSp>
        <p:nvGrpSpPr>
          <p:cNvPr id="59" name="그룹 58">
            <a:extLst>
              <a:ext uri="{FF2B5EF4-FFF2-40B4-BE49-F238E27FC236}">
                <a16:creationId xmlns:a16="http://schemas.microsoft.com/office/drawing/2014/main" id="{E978C7E4-C0F7-A3A0-894B-BE53E86FB9DF}"/>
              </a:ext>
            </a:extLst>
          </p:cNvPr>
          <p:cNvGrpSpPr/>
          <p:nvPr/>
        </p:nvGrpSpPr>
        <p:grpSpPr>
          <a:xfrm>
            <a:off x="4775086" y="3670295"/>
            <a:ext cx="764953" cy="273636"/>
            <a:chOff x="2052531" y="808997"/>
            <a:chExt cx="764953" cy="273636"/>
          </a:xfrm>
        </p:grpSpPr>
        <p:sp>
          <p:nvSpPr>
            <p:cNvPr id="60" name="TextBox 59">
              <a:extLst>
                <a:ext uri="{FF2B5EF4-FFF2-40B4-BE49-F238E27FC236}">
                  <a16:creationId xmlns:a16="http://schemas.microsoft.com/office/drawing/2014/main" id="{DE73F2F0-B155-516E-5794-4034DA504D45}"/>
                </a:ext>
              </a:extLst>
            </p:cNvPr>
            <p:cNvSpPr txBox="1"/>
            <p:nvPr/>
          </p:nvSpPr>
          <p:spPr>
            <a:xfrm>
              <a:off x="2052531" y="897967"/>
              <a:ext cx="764953" cy="184666"/>
            </a:xfrm>
            <a:prstGeom prst="rect">
              <a:avLst/>
            </a:prstGeom>
            <a:solidFill>
              <a:schemeClr val="bg1">
                <a:lumMod val="95000"/>
              </a:schemeClr>
            </a:solidFill>
          </p:spPr>
          <p:txBody>
            <a:bodyPr wrap="none" rtlCol="0">
              <a:spAutoFit/>
            </a:bodyPr>
            <a:lstStyle/>
            <a:p>
              <a:r>
                <a:rPr lang="ko-KR" altLang="en-US" sz="600" b="1"/>
                <a:t>서비스 조명 </a:t>
              </a:r>
              <a:r>
                <a:rPr lang="en-US" altLang="ko-KR" sz="600" b="1"/>
                <a:t>2EA</a:t>
              </a:r>
              <a:endParaRPr lang="ko-KR" altLang="en-US" sz="600" b="1"/>
            </a:p>
          </p:txBody>
        </p:sp>
        <p:grpSp>
          <p:nvGrpSpPr>
            <p:cNvPr id="61" name="그룹 60">
              <a:extLst>
                <a:ext uri="{FF2B5EF4-FFF2-40B4-BE49-F238E27FC236}">
                  <a16:creationId xmlns:a16="http://schemas.microsoft.com/office/drawing/2014/main" id="{F1A3D6AD-B385-CB11-F51A-BC1CC4B7E4DA}"/>
                </a:ext>
              </a:extLst>
            </p:cNvPr>
            <p:cNvGrpSpPr/>
            <p:nvPr/>
          </p:nvGrpSpPr>
          <p:grpSpPr>
            <a:xfrm rot="5400000">
              <a:off x="2382760" y="491467"/>
              <a:ext cx="98800" cy="733859"/>
              <a:chOff x="4737848" y="4877902"/>
              <a:chExt cx="98800" cy="733859"/>
            </a:xfrm>
            <a:solidFill>
              <a:srgbClr val="FF00FF"/>
            </a:solidFill>
          </p:grpSpPr>
          <p:sp>
            <p:nvSpPr>
              <p:cNvPr id="62" name="타원 61">
                <a:extLst>
                  <a:ext uri="{FF2B5EF4-FFF2-40B4-BE49-F238E27FC236}">
                    <a16:creationId xmlns:a16="http://schemas.microsoft.com/office/drawing/2014/main" id="{FB0B1004-49D0-3E1E-822A-E7E0BC4EA800}"/>
                  </a:ext>
                </a:extLst>
              </p:cNvPr>
              <p:cNvSpPr/>
              <p:nvPr/>
            </p:nvSpPr>
            <p:spPr>
              <a:xfrm>
                <a:off x="4737848" y="4877902"/>
                <a:ext cx="98385" cy="98385"/>
              </a:xfrm>
              <a:prstGeom prst="ellipse">
                <a:avLst/>
              </a:prstGeom>
              <a:grpFill/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>
                  <a:solidFill>
                    <a:schemeClr val="tx1"/>
                  </a:solidFill>
                </a:endParaRPr>
              </a:p>
            </p:txBody>
          </p:sp>
          <p:sp>
            <p:nvSpPr>
              <p:cNvPr id="63" name="타원 62">
                <a:extLst>
                  <a:ext uri="{FF2B5EF4-FFF2-40B4-BE49-F238E27FC236}">
                    <a16:creationId xmlns:a16="http://schemas.microsoft.com/office/drawing/2014/main" id="{7FF901FB-CE3B-19EF-F981-0AE09E7DE001}"/>
                  </a:ext>
                </a:extLst>
              </p:cNvPr>
              <p:cNvSpPr/>
              <p:nvPr/>
            </p:nvSpPr>
            <p:spPr>
              <a:xfrm>
                <a:off x="4738263" y="5513376"/>
                <a:ext cx="98385" cy="98385"/>
              </a:xfrm>
              <a:prstGeom prst="ellipse">
                <a:avLst/>
              </a:prstGeom>
              <a:grpFill/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>
                  <a:solidFill>
                    <a:schemeClr val="tx1"/>
                  </a:solidFill>
                </a:endParaRPr>
              </a:p>
            </p:txBody>
          </p:sp>
        </p:grpSp>
      </p:grpSp>
      <p:sp>
        <p:nvSpPr>
          <p:cNvPr id="2" name="직사각형 1">
            <a:extLst>
              <a:ext uri="{FF2B5EF4-FFF2-40B4-BE49-F238E27FC236}">
                <a16:creationId xmlns:a16="http://schemas.microsoft.com/office/drawing/2014/main" id="{6997A3F8-A80A-EA81-505C-D4A5F14002B2}"/>
              </a:ext>
            </a:extLst>
          </p:cNvPr>
          <p:cNvSpPr/>
          <p:nvPr/>
        </p:nvSpPr>
        <p:spPr>
          <a:xfrm>
            <a:off x="5914244" y="4376925"/>
            <a:ext cx="191222" cy="1461900"/>
          </a:xfrm>
          <a:prstGeom prst="rect">
            <a:avLst/>
          </a:prstGeom>
          <a:solidFill>
            <a:schemeClr val="accent1">
              <a:lumMod val="40000"/>
              <a:lumOff val="6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050" b="1" err="1"/>
              <a:t>가벽</a:t>
            </a:r>
            <a:endParaRPr lang="ko-KR" altLang="en-US" sz="1050" b="1"/>
          </a:p>
        </p:txBody>
      </p:sp>
      <p:pic>
        <p:nvPicPr>
          <p:cNvPr id="86" name="그림 85" descr="텍스트, 스크린샷이(가) 표시된 사진&#10;&#10;AI 생성 콘텐츠는 정확하지 않을 수 있습니다.">
            <a:extLst>
              <a:ext uri="{FF2B5EF4-FFF2-40B4-BE49-F238E27FC236}">
                <a16:creationId xmlns:a16="http://schemas.microsoft.com/office/drawing/2014/main" id="{A4B4F294-69A4-31BD-E388-49A008E9BCF8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08864" y="2464777"/>
            <a:ext cx="1778731" cy="1466673"/>
          </a:xfrm>
          <a:prstGeom prst="rect">
            <a:avLst/>
          </a:prstGeom>
        </p:spPr>
      </p:pic>
      <p:pic>
        <p:nvPicPr>
          <p:cNvPr id="8" name="그림 7" descr="텍스트, 스크린샷, 직사각형, 종이 제품이(가) 표시된 사진&#10;&#10;자동 생성된 설명">
            <a:extLst>
              <a:ext uri="{FF2B5EF4-FFF2-40B4-BE49-F238E27FC236}">
                <a16:creationId xmlns:a16="http://schemas.microsoft.com/office/drawing/2014/main" id="{2B2E85C4-E4B0-DB45-DC13-0496C2E4399E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4954" y="4269085"/>
            <a:ext cx="1795364" cy="1795364"/>
          </a:xfrm>
          <a:prstGeom prst="rect">
            <a:avLst/>
          </a:prstGeom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AA0596D8-B594-8BF1-123C-C4E513373810}"/>
              </a:ext>
            </a:extLst>
          </p:cNvPr>
          <p:cNvSpPr txBox="1"/>
          <p:nvPr/>
        </p:nvSpPr>
        <p:spPr>
          <a:xfrm>
            <a:off x="7058350" y="4134528"/>
            <a:ext cx="479618" cy="2462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1000" b="1">
                <a:solidFill>
                  <a:srgbClr val="FF0000"/>
                </a:solidFill>
              </a:rPr>
              <a:t>3100</a:t>
            </a:r>
            <a:endParaRPr lang="ko-KR" altLang="en-US" sz="1000" b="1">
              <a:solidFill>
                <a:srgbClr val="FF0000"/>
              </a:solidFill>
            </a:endParaRP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D6B8AE44-3DC9-CAC5-1034-0A540AAD5F57}"/>
              </a:ext>
            </a:extLst>
          </p:cNvPr>
          <p:cNvSpPr txBox="1"/>
          <p:nvPr/>
        </p:nvSpPr>
        <p:spPr>
          <a:xfrm>
            <a:off x="6292067" y="4627588"/>
            <a:ext cx="479618" cy="2462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1000" b="1">
                <a:solidFill>
                  <a:srgbClr val="FF0000"/>
                </a:solidFill>
              </a:rPr>
              <a:t>2500</a:t>
            </a:r>
            <a:endParaRPr lang="ko-KR" altLang="en-US" sz="1000" b="1">
              <a:solidFill>
                <a:srgbClr val="FF0000"/>
              </a:solidFill>
            </a:endParaRP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B1529A5E-BBC0-CCBE-499E-9D83E9238815}"/>
              </a:ext>
            </a:extLst>
          </p:cNvPr>
          <p:cNvSpPr txBox="1"/>
          <p:nvPr/>
        </p:nvSpPr>
        <p:spPr>
          <a:xfrm>
            <a:off x="7110154" y="6076702"/>
            <a:ext cx="479618" cy="2462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1000" b="1">
                <a:solidFill>
                  <a:srgbClr val="FF0000"/>
                </a:solidFill>
              </a:rPr>
              <a:t>4500</a:t>
            </a:r>
            <a:endParaRPr lang="ko-KR" altLang="en-US" sz="1000" b="1">
              <a:solidFill>
                <a:srgbClr val="FF0000"/>
              </a:solidFill>
            </a:endParaRP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714DDB58-7CFB-C76B-8C2B-86B7287BE375}"/>
              </a:ext>
            </a:extLst>
          </p:cNvPr>
          <p:cNvSpPr txBox="1"/>
          <p:nvPr/>
        </p:nvSpPr>
        <p:spPr>
          <a:xfrm>
            <a:off x="9341233" y="5739498"/>
            <a:ext cx="479618" cy="2462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1000" b="1">
                <a:solidFill>
                  <a:srgbClr val="FF0000"/>
                </a:solidFill>
              </a:rPr>
              <a:t>3500</a:t>
            </a:r>
            <a:endParaRPr lang="ko-KR" altLang="en-US" sz="1000" b="1">
              <a:solidFill>
                <a:srgbClr val="FF0000"/>
              </a:solidFill>
            </a:endParaRP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FD4B5ABD-C951-1755-FFC5-92810E0D720A}"/>
              </a:ext>
            </a:extLst>
          </p:cNvPr>
          <p:cNvSpPr txBox="1"/>
          <p:nvPr/>
        </p:nvSpPr>
        <p:spPr>
          <a:xfrm>
            <a:off x="3818393" y="6070705"/>
            <a:ext cx="479618" cy="2462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1000" b="1">
                <a:solidFill>
                  <a:srgbClr val="FF0000"/>
                </a:solidFill>
              </a:rPr>
              <a:t>2900</a:t>
            </a:r>
            <a:endParaRPr lang="ko-KR" altLang="en-US" sz="1000" b="1">
              <a:solidFill>
                <a:srgbClr val="FF0000"/>
              </a:solidFill>
            </a:endParaRP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87ECE069-AED3-FE15-5713-A5D18B78DD0A}"/>
              </a:ext>
            </a:extLst>
          </p:cNvPr>
          <p:cNvSpPr txBox="1"/>
          <p:nvPr/>
        </p:nvSpPr>
        <p:spPr>
          <a:xfrm>
            <a:off x="2112619" y="6069702"/>
            <a:ext cx="479618" cy="2462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1000" b="1">
                <a:solidFill>
                  <a:srgbClr val="FF0000"/>
                </a:solidFill>
              </a:rPr>
              <a:t>2800</a:t>
            </a:r>
            <a:endParaRPr lang="ko-KR" altLang="en-US" sz="1000" b="1">
              <a:solidFill>
                <a:srgbClr val="FF0000"/>
              </a:solidFill>
            </a:endParaRP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2EFFCC2E-31ED-597E-6028-B6D2AB157C1B}"/>
              </a:ext>
            </a:extLst>
          </p:cNvPr>
          <p:cNvSpPr txBox="1"/>
          <p:nvPr/>
        </p:nvSpPr>
        <p:spPr>
          <a:xfrm>
            <a:off x="10338926" y="4014128"/>
            <a:ext cx="405880" cy="2462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1000" b="1">
                <a:solidFill>
                  <a:srgbClr val="FF0000"/>
                </a:solidFill>
              </a:rPr>
              <a:t>900</a:t>
            </a:r>
            <a:endParaRPr lang="ko-KR" altLang="en-US" sz="1000" b="1">
              <a:solidFill>
                <a:srgbClr val="FF0000"/>
              </a:solidFill>
            </a:endParaRP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158A1C39-2D18-E9D1-0B65-C8C1C097245D}"/>
              </a:ext>
            </a:extLst>
          </p:cNvPr>
          <p:cNvSpPr txBox="1"/>
          <p:nvPr/>
        </p:nvSpPr>
        <p:spPr>
          <a:xfrm>
            <a:off x="4328259" y="2810961"/>
            <a:ext cx="405880" cy="2462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1000" b="1">
                <a:solidFill>
                  <a:srgbClr val="FF0000"/>
                </a:solidFill>
              </a:rPr>
              <a:t>800</a:t>
            </a:r>
            <a:endParaRPr lang="ko-KR" altLang="en-US" sz="1000" b="1">
              <a:solidFill>
                <a:srgbClr val="FF0000"/>
              </a:solidFill>
            </a:endParaRPr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735A41F2-030F-6CFD-5735-C94831C06EBF}"/>
              </a:ext>
            </a:extLst>
          </p:cNvPr>
          <p:cNvSpPr txBox="1"/>
          <p:nvPr/>
        </p:nvSpPr>
        <p:spPr>
          <a:xfrm>
            <a:off x="3611505" y="3040160"/>
            <a:ext cx="479618" cy="2462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1000" b="1">
                <a:solidFill>
                  <a:srgbClr val="FF0000"/>
                </a:solidFill>
              </a:rPr>
              <a:t>1300</a:t>
            </a:r>
            <a:endParaRPr lang="ko-KR" altLang="en-US" sz="1000" b="1">
              <a:solidFill>
                <a:srgbClr val="FF0000"/>
              </a:solidFill>
            </a:endParaRPr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FBE13CE9-BFB2-ABC2-B2A0-355B138546F8}"/>
              </a:ext>
            </a:extLst>
          </p:cNvPr>
          <p:cNvSpPr txBox="1"/>
          <p:nvPr/>
        </p:nvSpPr>
        <p:spPr>
          <a:xfrm>
            <a:off x="6424461" y="1044478"/>
            <a:ext cx="479618" cy="2462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1000" b="1">
                <a:solidFill>
                  <a:srgbClr val="FF0000"/>
                </a:solidFill>
              </a:rPr>
              <a:t>1100</a:t>
            </a:r>
            <a:endParaRPr lang="ko-KR" altLang="en-US" sz="1000" b="1">
              <a:solidFill>
                <a:srgbClr val="FF0000"/>
              </a:solidFill>
            </a:endParaRPr>
          </a:p>
        </p:txBody>
      </p:sp>
      <p:cxnSp>
        <p:nvCxnSpPr>
          <p:cNvPr id="24" name="직선 화살표 연결선 23">
            <a:extLst>
              <a:ext uri="{FF2B5EF4-FFF2-40B4-BE49-F238E27FC236}">
                <a16:creationId xmlns:a16="http://schemas.microsoft.com/office/drawing/2014/main" id="{FAC313AF-C54A-088D-59B5-314D153924FD}"/>
              </a:ext>
            </a:extLst>
          </p:cNvPr>
          <p:cNvCxnSpPr>
            <a:cxnSpLocks/>
          </p:cNvCxnSpPr>
          <p:nvPr/>
        </p:nvCxnSpPr>
        <p:spPr>
          <a:xfrm>
            <a:off x="10233498" y="3607663"/>
            <a:ext cx="0" cy="653823"/>
          </a:xfrm>
          <a:prstGeom prst="straightConnector1">
            <a:avLst/>
          </a:prstGeom>
          <a:ln w="57150">
            <a:solidFill>
              <a:srgbClr val="00B050"/>
            </a:solidFill>
            <a:headEnd type="triangle"/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5" name="직선 화살표 연결선 24">
            <a:extLst>
              <a:ext uri="{FF2B5EF4-FFF2-40B4-BE49-F238E27FC236}">
                <a16:creationId xmlns:a16="http://schemas.microsoft.com/office/drawing/2014/main" id="{78312002-4A1D-0ED9-923D-862F1FB2D9A4}"/>
              </a:ext>
            </a:extLst>
          </p:cNvPr>
          <p:cNvCxnSpPr>
            <a:cxnSpLocks/>
          </p:cNvCxnSpPr>
          <p:nvPr/>
        </p:nvCxnSpPr>
        <p:spPr>
          <a:xfrm flipH="1">
            <a:off x="6219801" y="1491409"/>
            <a:ext cx="902431" cy="0"/>
          </a:xfrm>
          <a:prstGeom prst="straightConnector1">
            <a:avLst/>
          </a:prstGeom>
          <a:ln w="57150">
            <a:solidFill>
              <a:srgbClr val="00B050"/>
            </a:solidFill>
            <a:headEnd type="triangle"/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646660619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005C21A-97E0-D084-85EC-7B757F1EFFB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그림 4">
            <a:extLst>
              <a:ext uri="{FF2B5EF4-FFF2-40B4-BE49-F238E27FC236}">
                <a16:creationId xmlns:a16="http://schemas.microsoft.com/office/drawing/2014/main" id="{00B341A6-12AB-A270-9D13-E77C5274E588}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/>
        </p:nvPicPr>
        <p:blipFill>
          <a:blip r:embed="rId2">
            <a:alphaModFix amt="70000"/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saturation sat="0"/>
                    </a14:imgEffect>
                  </a14:imgLayer>
                </a14:imgProps>
              </a:ext>
            </a:extLst>
          </a:blip>
          <a:stretch>
            <a:fillRect/>
          </a:stretch>
        </p:blipFill>
        <p:spPr>
          <a:xfrm>
            <a:off x="1761061" y="946662"/>
            <a:ext cx="8995839" cy="5276338"/>
          </a:xfrm>
          <a:prstGeom prst="rect">
            <a:avLst/>
          </a:prstGeom>
        </p:spPr>
      </p:pic>
      <mc:AlternateContent xmlns:mc="http://schemas.openxmlformats.org/markup-compatibility/2006">
        <mc:Choice xmlns:a14="http://schemas.microsoft.com/office/drawing/2010/main" Requires="a14">
          <p:sp>
            <p:nvSpPr>
              <p:cNvPr id="6" name="TextBox 5">
                <a:extLst>
                  <a:ext uri="{FF2B5EF4-FFF2-40B4-BE49-F238E27FC236}">
                    <a16:creationId xmlns:a16="http://schemas.microsoft.com/office/drawing/2014/main" id="{1B250C89-68FC-432A-31A8-4009329D59D1}"/>
                  </a:ext>
                </a:extLst>
              </p:cNvPr>
              <p:cNvSpPr txBox="1"/>
              <p:nvPr/>
            </p:nvSpPr>
            <p:spPr>
              <a:xfrm>
                <a:off x="10152689" y="1075737"/>
                <a:ext cx="1762781" cy="407099"/>
              </a:xfrm>
              <a:prstGeom prst="rect">
                <a:avLst/>
              </a:prstGeom>
              <a:noFill/>
            </p:spPr>
            <p:txBody>
              <a:bodyPr wrap="square">
                <a:spAutoFit/>
                <a:scene3d>
                  <a:camera prst="orthographicFront"/>
                  <a:lightRig rig="harsh" dir="t"/>
                </a:scene3d>
                <a:sp3d extrusionH="57150" prstMaterial="matte">
                  <a:bevelT w="63500" h="12700" prst="angle"/>
                  <a:contourClr>
                    <a:schemeClr val="bg1">
                      <a:lumMod val="65000"/>
                    </a:schemeClr>
                  </a:contourClr>
                </a:sp3d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right"/>
                    </m:oMathParaPr>
                    <m:oMath xmlns:m="http://schemas.openxmlformats.org/officeDocument/2006/math">
                      <m:sSup>
                        <m:sSupPr>
                          <m:ctrlPr>
                            <a:rPr lang="en-US" altLang="ko-KR" sz="2000" b="1" i="1" u="none" strike="noStrike" smtClean="0">
                              <a:ln/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altLang="ko-KR" sz="2000" b="1" i="1" u="none" strike="noStrike" smtClean="0">
                              <a:ln/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𝟖𝟒</m:t>
                          </m:r>
                          <m:r>
                            <a:rPr lang="en-US" altLang="ko-KR" sz="2000" b="1" i="1" u="none" strike="noStrike" smtClean="0">
                              <a:ln/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𝑨𝒎</m:t>
                          </m:r>
                        </m:e>
                        <m:sup>
                          <m:r>
                            <a:rPr lang="en-US" altLang="ko-KR" sz="2000" b="1" i="1" u="none" strike="noStrike" smtClean="0">
                              <a:ln/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𝟐</m:t>
                          </m:r>
                        </m:sup>
                      </m:sSup>
                    </m:oMath>
                  </m:oMathPara>
                </a14:m>
                <a:endParaRPr lang="ko-KR" altLang="en-US" sz="2000" b="1">
                  <a:ln/>
                  <a:solidFill>
                    <a:schemeClr val="tx1"/>
                  </a:solidFill>
                </a:endParaRPr>
              </a:p>
            </p:txBody>
          </p:sp>
        </mc:Choice>
        <mc:Fallback>
          <p:sp>
            <p:nvSpPr>
              <p:cNvPr id="6" name="TextBox 5">
                <a:extLst>
                  <a:ext uri="{FF2B5EF4-FFF2-40B4-BE49-F238E27FC236}">
                    <a16:creationId xmlns:a16="http://schemas.microsoft.com/office/drawing/2014/main" id="{1B250C89-68FC-432A-31A8-4009329D59D1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0152689" y="1075737"/>
                <a:ext cx="1762781" cy="407099"/>
              </a:xfrm>
              <a:prstGeom prst="rect">
                <a:avLst/>
              </a:prstGeom>
              <a:blipFill>
                <a:blip r:embed="rId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7" name="TextBox 6">
            <a:extLst>
              <a:ext uri="{FF2B5EF4-FFF2-40B4-BE49-F238E27FC236}">
                <a16:creationId xmlns:a16="http://schemas.microsoft.com/office/drawing/2014/main" id="{E7D1B284-0FAA-EA6F-7821-6FBE18A55189}"/>
              </a:ext>
            </a:extLst>
          </p:cNvPr>
          <p:cNvSpPr txBox="1"/>
          <p:nvPr/>
        </p:nvSpPr>
        <p:spPr>
          <a:xfrm>
            <a:off x="1870318" y="353253"/>
            <a:ext cx="8452551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 sz="2000" b="1"/>
              <a:t>84A</a:t>
            </a:r>
            <a:r>
              <a:rPr lang="ko-KR" altLang="en-US" sz="2000" b="1"/>
              <a:t>타입 간접 프리미엄 </a:t>
            </a:r>
            <a:r>
              <a:rPr lang="en-US" altLang="ko-KR" sz="2000" b="1"/>
              <a:t>SET + </a:t>
            </a:r>
            <a:r>
              <a:rPr lang="ko-KR" altLang="en-US" sz="2000" b="1" err="1"/>
              <a:t>실링팬</a:t>
            </a:r>
            <a:r>
              <a:rPr lang="ko-KR" altLang="en-US" sz="2000" b="1"/>
              <a:t> 우물두줄</a:t>
            </a:r>
            <a:endParaRPr lang="en-US" altLang="ko-KR" sz="2000" b="1"/>
          </a:p>
        </p:txBody>
      </p:sp>
      <p:sp>
        <p:nvSpPr>
          <p:cNvPr id="10" name="직사각형 9">
            <a:extLst>
              <a:ext uri="{FF2B5EF4-FFF2-40B4-BE49-F238E27FC236}">
                <a16:creationId xmlns:a16="http://schemas.microsoft.com/office/drawing/2014/main" id="{C00A1519-F711-8E07-93A2-E6425D85F9A2}"/>
              </a:ext>
            </a:extLst>
          </p:cNvPr>
          <p:cNvSpPr/>
          <p:nvPr/>
        </p:nvSpPr>
        <p:spPr>
          <a:xfrm rot="5400000">
            <a:off x="7188174" y="5010134"/>
            <a:ext cx="102820" cy="1630245"/>
          </a:xfrm>
          <a:prstGeom prst="rect">
            <a:avLst/>
          </a:prstGeom>
          <a:solidFill>
            <a:srgbClr val="FF000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>
              <a:solidFill>
                <a:schemeClr val="tx1"/>
              </a:solidFill>
            </a:endParaRPr>
          </a:p>
        </p:txBody>
      </p:sp>
      <p:sp>
        <p:nvSpPr>
          <p:cNvPr id="11" name="사각형: 둥근 모서리 10">
            <a:extLst>
              <a:ext uri="{FF2B5EF4-FFF2-40B4-BE49-F238E27FC236}">
                <a16:creationId xmlns:a16="http://schemas.microsoft.com/office/drawing/2014/main" id="{DBBADD68-C700-5098-6F52-EF831A436A87}"/>
              </a:ext>
            </a:extLst>
          </p:cNvPr>
          <p:cNvSpPr/>
          <p:nvPr/>
        </p:nvSpPr>
        <p:spPr>
          <a:xfrm>
            <a:off x="6716329" y="4376925"/>
            <a:ext cx="1092978" cy="1103860"/>
          </a:xfrm>
          <a:prstGeom prst="roundRect">
            <a:avLst>
              <a:gd name="adj" fmla="val 0"/>
            </a:avLst>
          </a:prstGeom>
          <a:noFill/>
          <a:ln w="38100">
            <a:solidFill>
              <a:srgbClr val="FFC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>
              <a:solidFill>
                <a:schemeClr val="tx1"/>
              </a:solidFill>
            </a:endParaRP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38765C62-AD0D-6910-42C7-EE2B06ED9C8C}"/>
              </a:ext>
            </a:extLst>
          </p:cNvPr>
          <p:cNvSpPr txBox="1"/>
          <p:nvPr/>
        </p:nvSpPr>
        <p:spPr>
          <a:xfrm>
            <a:off x="6258980" y="3744659"/>
            <a:ext cx="1891732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ko-KR" altLang="en-US" sz="1000" b="1"/>
              <a:t>전자식스위치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1ECC3045-E4C0-6D26-0D05-4D641D9FAD29}"/>
              </a:ext>
            </a:extLst>
          </p:cNvPr>
          <p:cNvSpPr txBox="1"/>
          <p:nvPr/>
        </p:nvSpPr>
        <p:spPr>
          <a:xfrm>
            <a:off x="112365" y="770606"/>
            <a:ext cx="3264447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800">
                <a:solidFill>
                  <a:srgbClr val="FF0000"/>
                </a:solidFill>
              </a:rPr>
              <a:t>**</a:t>
            </a:r>
            <a:r>
              <a:rPr lang="ko-KR" altLang="en-US" sz="800">
                <a:solidFill>
                  <a:srgbClr val="FF0000"/>
                </a:solidFill>
              </a:rPr>
              <a:t>스위치 연결을 위해 별도의 </a:t>
            </a:r>
            <a:r>
              <a:rPr lang="ko-KR" altLang="en-US" sz="800" err="1">
                <a:solidFill>
                  <a:srgbClr val="FF0000"/>
                </a:solidFill>
              </a:rPr>
              <a:t>타공이</a:t>
            </a:r>
            <a:r>
              <a:rPr lang="ko-KR" altLang="en-US" sz="800">
                <a:solidFill>
                  <a:srgbClr val="FF0000"/>
                </a:solidFill>
              </a:rPr>
              <a:t> 필요할 수 </a:t>
            </a:r>
            <a:endParaRPr lang="en-US" altLang="ko-KR" sz="800">
              <a:solidFill>
                <a:srgbClr val="FF0000"/>
              </a:solidFill>
            </a:endParaRPr>
          </a:p>
          <a:p>
            <a:r>
              <a:rPr lang="ko-KR" altLang="en-US" sz="800">
                <a:solidFill>
                  <a:srgbClr val="FF0000"/>
                </a:solidFill>
              </a:rPr>
              <a:t>있으며</a:t>
            </a:r>
            <a:r>
              <a:rPr lang="en-US" altLang="ko-KR" sz="800">
                <a:solidFill>
                  <a:srgbClr val="FF0000"/>
                </a:solidFill>
              </a:rPr>
              <a:t> </a:t>
            </a:r>
            <a:r>
              <a:rPr lang="ko-KR" altLang="en-US" sz="800">
                <a:solidFill>
                  <a:srgbClr val="FF0000"/>
                </a:solidFill>
              </a:rPr>
              <a:t>공스피커로 마감 될 수도 있음</a:t>
            </a:r>
            <a:endParaRPr lang="en-US" altLang="ko-KR" sz="800">
              <a:solidFill>
                <a:srgbClr val="FF0000"/>
              </a:solidFill>
            </a:endParaRPr>
          </a:p>
        </p:txBody>
      </p:sp>
      <p:sp>
        <p:nvSpPr>
          <p:cNvPr id="15" name="별: 꼭짓점 4개 14">
            <a:extLst>
              <a:ext uri="{FF2B5EF4-FFF2-40B4-BE49-F238E27FC236}">
                <a16:creationId xmlns:a16="http://schemas.microsoft.com/office/drawing/2014/main" id="{05B7265B-EBDB-54AB-C97B-567518ED17D1}"/>
              </a:ext>
            </a:extLst>
          </p:cNvPr>
          <p:cNvSpPr/>
          <p:nvPr/>
        </p:nvSpPr>
        <p:spPr>
          <a:xfrm>
            <a:off x="6980395" y="4657571"/>
            <a:ext cx="557315" cy="559233"/>
          </a:xfrm>
          <a:prstGeom prst="star4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2645">
              <a:solidFill>
                <a:schemeClr val="tx1"/>
              </a:solidFill>
            </a:endParaRPr>
          </a:p>
        </p:txBody>
      </p:sp>
      <p:grpSp>
        <p:nvGrpSpPr>
          <p:cNvPr id="28" name="그룹 27">
            <a:extLst>
              <a:ext uri="{FF2B5EF4-FFF2-40B4-BE49-F238E27FC236}">
                <a16:creationId xmlns:a16="http://schemas.microsoft.com/office/drawing/2014/main" id="{AD754875-856D-3AE0-153D-DE6644225E83}"/>
              </a:ext>
            </a:extLst>
          </p:cNvPr>
          <p:cNvGrpSpPr/>
          <p:nvPr/>
        </p:nvGrpSpPr>
        <p:grpSpPr>
          <a:xfrm rot="5400000">
            <a:off x="3741901" y="3778064"/>
            <a:ext cx="99451" cy="545492"/>
            <a:chOff x="5324822" y="4538198"/>
            <a:chExt cx="99451" cy="545492"/>
          </a:xfrm>
        </p:grpSpPr>
        <p:sp>
          <p:nvSpPr>
            <p:cNvPr id="29" name="타원 28">
              <a:extLst>
                <a:ext uri="{FF2B5EF4-FFF2-40B4-BE49-F238E27FC236}">
                  <a16:creationId xmlns:a16="http://schemas.microsoft.com/office/drawing/2014/main" id="{671CA95E-B99E-0D88-C005-58D414DF342C}"/>
                </a:ext>
              </a:extLst>
            </p:cNvPr>
            <p:cNvSpPr/>
            <p:nvPr/>
          </p:nvSpPr>
          <p:spPr>
            <a:xfrm>
              <a:off x="5325888" y="4538198"/>
              <a:ext cx="98385" cy="98385"/>
            </a:xfrm>
            <a:prstGeom prst="ellipse">
              <a:avLst/>
            </a:prstGeom>
            <a:solidFill>
              <a:srgbClr val="FF0000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>
                <a:solidFill>
                  <a:schemeClr val="tx1"/>
                </a:solidFill>
              </a:endParaRPr>
            </a:p>
          </p:txBody>
        </p:sp>
        <p:sp>
          <p:nvSpPr>
            <p:cNvPr id="30" name="타원 29">
              <a:extLst>
                <a:ext uri="{FF2B5EF4-FFF2-40B4-BE49-F238E27FC236}">
                  <a16:creationId xmlns:a16="http://schemas.microsoft.com/office/drawing/2014/main" id="{C352B39E-F291-934C-C927-D4348CD692C8}"/>
                </a:ext>
              </a:extLst>
            </p:cNvPr>
            <p:cNvSpPr/>
            <p:nvPr/>
          </p:nvSpPr>
          <p:spPr>
            <a:xfrm>
              <a:off x="5324822" y="4985305"/>
              <a:ext cx="98385" cy="98385"/>
            </a:xfrm>
            <a:prstGeom prst="ellipse">
              <a:avLst/>
            </a:prstGeom>
            <a:solidFill>
              <a:srgbClr val="FF0000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>
                <a:solidFill>
                  <a:schemeClr val="tx1"/>
                </a:solidFill>
              </a:endParaRPr>
            </a:p>
          </p:txBody>
        </p:sp>
      </p:grpSp>
      <p:sp>
        <p:nvSpPr>
          <p:cNvPr id="31" name="직사각형 30">
            <a:extLst>
              <a:ext uri="{FF2B5EF4-FFF2-40B4-BE49-F238E27FC236}">
                <a16:creationId xmlns:a16="http://schemas.microsoft.com/office/drawing/2014/main" id="{8A6C16DC-D76F-0444-441B-3E4C7C05BFBD}"/>
              </a:ext>
            </a:extLst>
          </p:cNvPr>
          <p:cNvSpPr/>
          <p:nvPr/>
        </p:nvSpPr>
        <p:spPr>
          <a:xfrm flipV="1">
            <a:off x="4071013" y="2742763"/>
            <a:ext cx="98385" cy="841017"/>
          </a:xfrm>
          <a:prstGeom prst="rect">
            <a:avLst/>
          </a:prstGeom>
          <a:solidFill>
            <a:srgbClr val="FFFF0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>
              <a:solidFill>
                <a:schemeClr val="tx1"/>
              </a:solidFill>
            </a:endParaRPr>
          </a:p>
        </p:txBody>
      </p:sp>
      <p:sp>
        <p:nvSpPr>
          <p:cNvPr id="35" name="TextBox 13">
            <a:extLst>
              <a:ext uri="{FF2B5EF4-FFF2-40B4-BE49-F238E27FC236}">
                <a16:creationId xmlns:a16="http://schemas.microsoft.com/office/drawing/2014/main" id="{01E56FAF-9E58-011E-BCCE-32CADBDB4153}"/>
              </a:ext>
            </a:extLst>
          </p:cNvPr>
          <p:cNvSpPr txBox="1"/>
          <p:nvPr/>
        </p:nvSpPr>
        <p:spPr>
          <a:xfrm>
            <a:off x="142074" y="1128948"/>
            <a:ext cx="1489510" cy="461665"/>
          </a:xfrm>
          <a:prstGeom prst="rect">
            <a:avLst/>
          </a:prstGeom>
          <a:solidFill>
            <a:schemeClr val="accent6">
              <a:lumMod val="20000"/>
              <a:lumOff val="80000"/>
            </a:schemeClr>
          </a:solidFill>
        </p:spPr>
        <p:txBody>
          <a:bodyPr wrap="none" rtlCol="0">
            <a:spAutoFit/>
          </a:bodyPr>
          <a:lstStyle>
            <a:defPPr>
              <a:defRPr lang="ko-KR"/>
            </a:defPPr>
            <a:lvl1pPr marL="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ko-KR" altLang="en-US" sz="800" b="1"/>
              <a:t>욕실 </a:t>
            </a:r>
            <a:r>
              <a:rPr lang="ko-KR" altLang="en-US" sz="800" b="1" err="1"/>
              <a:t>휴젠트여부에</a:t>
            </a:r>
            <a:r>
              <a:rPr lang="ko-KR" altLang="en-US" sz="800" b="1"/>
              <a:t> 대하여</a:t>
            </a:r>
            <a:endParaRPr lang="en-US" altLang="ko-KR" sz="800" b="1"/>
          </a:p>
          <a:p>
            <a:r>
              <a:rPr lang="ko-KR" altLang="en-US" sz="800" b="1"/>
              <a:t>기사분이 현장에서 파악하여</a:t>
            </a:r>
            <a:endParaRPr lang="en-US" altLang="ko-KR" sz="800" b="1"/>
          </a:p>
          <a:p>
            <a:r>
              <a:rPr lang="ko-KR" altLang="en-US" sz="800" b="1"/>
              <a:t>센서위치를 적용해드립니다</a:t>
            </a:r>
            <a:r>
              <a:rPr lang="en-US" altLang="ko-KR" sz="800" b="1"/>
              <a:t>.</a:t>
            </a:r>
            <a:endParaRPr lang="ko-KR" altLang="en-US" sz="800" b="1"/>
          </a:p>
        </p:txBody>
      </p:sp>
      <p:grpSp>
        <p:nvGrpSpPr>
          <p:cNvPr id="36" name="그룹 35">
            <a:extLst>
              <a:ext uri="{FF2B5EF4-FFF2-40B4-BE49-F238E27FC236}">
                <a16:creationId xmlns:a16="http://schemas.microsoft.com/office/drawing/2014/main" id="{436A5286-BC62-CAEC-6ED7-7D7866AC5712}"/>
              </a:ext>
            </a:extLst>
          </p:cNvPr>
          <p:cNvGrpSpPr/>
          <p:nvPr/>
        </p:nvGrpSpPr>
        <p:grpSpPr>
          <a:xfrm>
            <a:off x="166864" y="137559"/>
            <a:ext cx="2166761" cy="738664"/>
            <a:chOff x="209306" y="114311"/>
            <a:chExt cx="2166761" cy="742666"/>
          </a:xfrm>
        </p:grpSpPr>
        <p:sp>
          <p:nvSpPr>
            <p:cNvPr id="37" name="타원 36">
              <a:extLst>
                <a:ext uri="{FF2B5EF4-FFF2-40B4-BE49-F238E27FC236}">
                  <a16:creationId xmlns:a16="http://schemas.microsoft.com/office/drawing/2014/main" id="{B7170966-BBDE-8934-CCF0-2348D27E7CFE}"/>
                </a:ext>
              </a:extLst>
            </p:cNvPr>
            <p:cNvSpPr/>
            <p:nvPr/>
          </p:nvSpPr>
          <p:spPr>
            <a:xfrm>
              <a:off x="209307" y="168341"/>
              <a:ext cx="98385" cy="98385"/>
            </a:xfrm>
            <a:prstGeom prst="ellipse">
              <a:avLst/>
            </a:prstGeom>
            <a:solidFill>
              <a:srgbClr val="FF0000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ko-KR"/>
              </a:defPPr>
              <a:lvl1pPr marL="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ko-KR" altLang="en-US">
                <a:solidFill>
                  <a:schemeClr val="tx1"/>
                </a:solidFill>
              </a:endParaRPr>
            </a:p>
          </p:txBody>
        </p:sp>
        <p:sp>
          <p:nvSpPr>
            <p:cNvPr id="38" name="타원 37">
              <a:extLst>
                <a:ext uri="{FF2B5EF4-FFF2-40B4-BE49-F238E27FC236}">
                  <a16:creationId xmlns:a16="http://schemas.microsoft.com/office/drawing/2014/main" id="{04313E6B-FFC6-78F8-1E53-8297ED2C7C55}"/>
                </a:ext>
              </a:extLst>
            </p:cNvPr>
            <p:cNvSpPr/>
            <p:nvPr/>
          </p:nvSpPr>
          <p:spPr>
            <a:xfrm>
              <a:off x="209307" y="347436"/>
              <a:ext cx="98385" cy="98385"/>
            </a:xfrm>
            <a:prstGeom prst="ellipse">
              <a:avLst/>
            </a:prstGeom>
            <a:solidFill>
              <a:srgbClr val="FFFF00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ko-KR"/>
              </a:defPPr>
              <a:lvl1pPr marL="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ko-KR" altLang="en-US">
                <a:solidFill>
                  <a:schemeClr val="tx1"/>
                </a:solidFill>
              </a:endParaRPr>
            </a:p>
          </p:txBody>
        </p:sp>
        <p:sp>
          <p:nvSpPr>
            <p:cNvPr id="39" name="타원 38">
              <a:extLst>
                <a:ext uri="{FF2B5EF4-FFF2-40B4-BE49-F238E27FC236}">
                  <a16:creationId xmlns:a16="http://schemas.microsoft.com/office/drawing/2014/main" id="{A0AA775F-1597-F20A-FB4C-146589625C05}"/>
                </a:ext>
              </a:extLst>
            </p:cNvPr>
            <p:cNvSpPr/>
            <p:nvPr/>
          </p:nvSpPr>
          <p:spPr>
            <a:xfrm>
              <a:off x="209306" y="573831"/>
              <a:ext cx="98385" cy="98385"/>
            </a:xfrm>
            <a:prstGeom prst="ellipse">
              <a:avLst/>
            </a:prstGeom>
            <a:solidFill>
              <a:srgbClr val="FFC000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ko-KR"/>
              </a:defPPr>
              <a:lvl1pPr marL="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ko-KR" altLang="en-US">
                <a:solidFill>
                  <a:schemeClr val="tx1"/>
                </a:solidFill>
              </a:endParaRPr>
            </a:p>
          </p:txBody>
        </p:sp>
        <p:sp>
          <p:nvSpPr>
            <p:cNvPr id="40" name="TextBox 11">
              <a:extLst>
                <a:ext uri="{FF2B5EF4-FFF2-40B4-BE49-F238E27FC236}">
                  <a16:creationId xmlns:a16="http://schemas.microsoft.com/office/drawing/2014/main" id="{FD847F64-AE0D-14E2-20F2-A6002ED3253C}"/>
                </a:ext>
              </a:extLst>
            </p:cNvPr>
            <p:cNvSpPr txBox="1"/>
            <p:nvPr/>
          </p:nvSpPr>
          <p:spPr>
            <a:xfrm>
              <a:off x="318304" y="114311"/>
              <a:ext cx="2057763" cy="742666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>
              <a:defPPr>
                <a:defRPr lang="ko-KR"/>
              </a:defPPr>
              <a:lvl1pPr marL="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r>
                <a:rPr lang="ko-KR" altLang="en-US" sz="700"/>
                <a:t>간접조명 </a:t>
              </a:r>
              <a:r>
                <a:rPr lang="en-US" altLang="ko-KR" sz="700"/>
                <a:t>A SET</a:t>
              </a:r>
            </a:p>
            <a:p>
              <a:endParaRPr lang="en-US" altLang="ko-KR" sz="700"/>
            </a:p>
            <a:p>
              <a:r>
                <a:rPr lang="ko-KR" altLang="en-US" sz="700"/>
                <a:t>간접조명 센서 </a:t>
              </a:r>
              <a:r>
                <a:rPr lang="en-US" altLang="ko-KR" sz="700"/>
                <a:t>SET</a:t>
              </a:r>
            </a:p>
            <a:p>
              <a:endParaRPr lang="en-US" altLang="ko-KR" sz="700"/>
            </a:p>
            <a:p>
              <a:r>
                <a:rPr lang="ko-KR" altLang="en-US" sz="700"/>
                <a:t>우물천장간접조명 및 커튼박수 추가</a:t>
              </a:r>
              <a:r>
                <a:rPr lang="en-US" altLang="ko-KR" sz="700"/>
                <a:t>(</a:t>
              </a:r>
              <a:r>
                <a:rPr lang="ko-KR" altLang="en-US" sz="700"/>
                <a:t>별도 추가</a:t>
              </a:r>
              <a:r>
                <a:rPr lang="en-US" altLang="ko-KR" sz="700"/>
                <a:t>)</a:t>
              </a:r>
            </a:p>
            <a:p>
              <a:endParaRPr lang="en-US" altLang="ko-KR" sz="700"/>
            </a:p>
          </p:txBody>
        </p:sp>
      </p:grpSp>
      <p:sp>
        <p:nvSpPr>
          <p:cNvPr id="41" name="직사각형 40">
            <a:extLst>
              <a:ext uri="{FF2B5EF4-FFF2-40B4-BE49-F238E27FC236}">
                <a16:creationId xmlns:a16="http://schemas.microsoft.com/office/drawing/2014/main" id="{C5C9E77A-DEAE-9D47-483B-FF09F04B4174}"/>
              </a:ext>
            </a:extLst>
          </p:cNvPr>
          <p:cNvSpPr/>
          <p:nvPr/>
        </p:nvSpPr>
        <p:spPr>
          <a:xfrm rot="16200000" flipV="1">
            <a:off x="4482007" y="2613043"/>
            <a:ext cx="98385" cy="357825"/>
          </a:xfrm>
          <a:prstGeom prst="rect">
            <a:avLst/>
          </a:prstGeom>
          <a:solidFill>
            <a:srgbClr val="FFFF0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>
              <a:solidFill>
                <a:schemeClr val="tx1"/>
              </a:solidFill>
            </a:endParaRPr>
          </a:p>
        </p:txBody>
      </p:sp>
      <p:grpSp>
        <p:nvGrpSpPr>
          <p:cNvPr id="42" name="그룹 41">
            <a:extLst>
              <a:ext uri="{FF2B5EF4-FFF2-40B4-BE49-F238E27FC236}">
                <a16:creationId xmlns:a16="http://schemas.microsoft.com/office/drawing/2014/main" id="{E02A6787-40E9-73D6-29CA-1415CE53FCF2}"/>
              </a:ext>
            </a:extLst>
          </p:cNvPr>
          <p:cNvGrpSpPr/>
          <p:nvPr/>
        </p:nvGrpSpPr>
        <p:grpSpPr>
          <a:xfrm>
            <a:off x="8113958" y="4269085"/>
            <a:ext cx="100923" cy="1356633"/>
            <a:chOff x="4735802" y="4662002"/>
            <a:chExt cx="100923" cy="1356633"/>
          </a:xfrm>
        </p:grpSpPr>
        <p:sp>
          <p:nvSpPr>
            <p:cNvPr id="43" name="타원 42">
              <a:extLst>
                <a:ext uri="{FF2B5EF4-FFF2-40B4-BE49-F238E27FC236}">
                  <a16:creationId xmlns:a16="http://schemas.microsoft.com/office/drawing/2014/main" id="{7CBC3C25-0C5D-5C08-A26A-83FCC19EA7F6}"/>
                </a:ext>
              </a:extLst>
            </p:cNvPr>
            <p:cNvSpPr/>
            <p:nvPr/>
          </p:nvSpPr>
          <p:spPr>
            <a:xfrm>
              <a:off x="4737834" y="4662002"/>
              <a:ext cx="98385" cy="98385"/>
            </a:xfrm>
            <a:prstGeom prst="ellipse">
              <a:avLst/>
            </a:prstGeom>
            <a:solidFill>
              <a:srgbClr val="FF0000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>
                <a:solidFill>
                  <a:schemeClr val="tx1"/>
                </a:solidFill>
              </a:endParaRPr>
            </a:p>
          </p:txBody>
        </p:sp>
        <p:sp>
          <p:nvSpPr>
            <p:cNvPr id="44" name="타원 43">
              <a:extLst>
                <a:ext uri="{FF2B5EF4-FFF2-40B4-BE49-F238E27FC236}">
                  <a16:creationId xmlns:a16="http://schemas.microsoft.com/office/drawing/2014/main" id="{1B9BE5FA-9268-B7BD-94A8-C9D0DC1508E1}"/>
                </a:ext>
              </a:extLst>
            </p:cNvPr>
            <p:cNvSpPr/>
            <p:nvPr/>
          </p:nvSpPr>
          <p:spPr>
            <a:xfrm>
              <a:off x="4735802" y="5291218"/>
              <a:ext cx="98385" cy="98385"/>
            </a:xfrm>
            <a:prstGeom prst="ellipse">
              <a:avLst/>
            </a:prstGeom>
            <a:solidFill>
              <a:srgbClr val="FF0000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>
                <a:solidFill>
                  <a:schemeClr val="tx1"/>
                </a:solidFill>
              </a:endParaRPr>
            </a:p>
          </p:txBody>
        </p:sp>
        <p:sp>
          <p:nvSpPr>
            <p:cNvPr id="45" name="타원 44">
              <a:extLst>
                <a:ext uri="{FF2B5EF4-FFF2-40B4-BE49-F238E27FC236}">
                  <a16:creationId xmlns:a16="http://schemas.microsoft.com/office/drawing/2014/main" id="{AE026DCB-7C35-B52D-F9A0-1B382B9E53F9}"/>
                </a:ext>
              </a:extLst>
            </p:cNvPr>
            <p:cNvSpPr/>
            <p:nvPr/>
          </p:nvSpPr>
          <p:spPr>
            <a:xfrm>
              <a:off x="4738340" y="5920250"/>
              <a:ext cx="98385" cy="98385"/>
            </a:xfrm>
            <a:prstGeom prst="ellipse">
              <a:avLst/>
            </a:prstGeom>
            <a:solidFill>
              <a:srgbClr val="FF0000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>
                <a:solidFill>
                  <a:schemeClr val="tx1"/>
                </a:solidFill>
              </a:endParaRPr>
            </a:p>
          </p:txBody>
        </p:sp>
      </p:grpSp>
      <p:grpSp>
        <p:nvGrpSpPr>
          <p:cNvPr id="46" name="그룹 45">
            <a:extLst>
              <a:ext uri="{FF2B5EF4-FFF2-40B4-BE49-F238E27FC236}">
                <a16:creationId xmlns:a16="http://schemas.microsoft.com/office/drawing/2014/main" id="{C8CEB438-4484-39D2-A8B5-18C31E5668A3}"/>
              </a:ext>
            </a:extLst>
          </p:cNvPr>
          <p:cNvGrpSpPr/>
          <p:nvPr/>
        </p:nvGrpSpPr>
        <p:grpSpPr>
          <a:xfrm>
            <a:off x="6249038" y="4280974"/>
            <a:ext cx="100923" cy="1356633"/>
            <a:chOff x="4735802" y="4662002"/>
            <a:chExt cx="100923" cy="1356633"/>
          </a:xfrm>
        </p:grpSpPr>
        <p:sp>
          <p:nvSpPr>
            <p:cNvPr id="47" name="타원 46">
              <a:extLst>
                <a:ext uri="{FF2B5EF4-FFF2-40B4-BE49-F238E27FC236}">
                  <a16:creationId xmlns:a16="http://schemas.microsoft.com/office/drawing/2014/main" id="{82CDCB67-D36A-A56A-08E0-E548144F2E70}"/>
                </a:ext>
              </a:extLst>
            </p:cNvPr>
            <p:cNvSpPr/>
            <p:nvPr/>
          </p:nvSpPr>
          <p:spPr>
            <a:xfrm>
              <a:off x="4737834" y="4662002"/>
              <a:ext cx="98385" cy="98385"/>
            </a:xfrm>
            <a:prstGeom prst="ellipse">
              <a:avLst/>
            </a:prstGeom>
            <a:solidFill>
              <a:srgbClr val="FF0000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>
                <a:solidFill>
                  <a:schemeClr val="tx1"/>
                </a:solidFill>
              </a:endParaRPr>
            </a:p>
          </p:txBody>
        </p:sp>
        <p:sp>
          <p:nvSpPr>
            <p:cNvPr id="48" name="타원 47">
              <a:extLst>
                <a:ext uri="{FF2B5EF4-FFF2-40B4-BE49-F238E27FC236}">
                  <a16:creationId xmlns:a16="http://schemas.microsoft.com/office/drawing/2014/main" id="{16E86D38-E3E4-A047-F3BA-E674CB064555}"/>
                </a:ext>
              </a:extLst>
            </p:cNvPr>
            <p:cNvSpPr/>
            <p:nvPr/>
          </p:nvSpPr>
          <p:spPr>
            <a:xfrm>
              <a:off x="4735802" y="5291218"/>
              <a:ext cx="98385" cy="98385"/>
            </a:xfrm>
            <a:prstGeom prst="ellipse">
              <a:avLst/>
            </a:prstGeom>
            <a:solidFill>
              <a:srgbClr val="FF0000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>
                <a:solidFill>
                  <a:schemeClr val="tx1"/>
                </a:solidFill>
              </a:endParaRPr>
            </a:p>
          </p:txBody>
        </p:sp>
        <p:sp>
          <p:nvSpPr>
            <p:cNvPr id="49" name="타원 48">
              <a:extLst>
                <a:ext uri="{FF2B5EF4-FFF2-40B4-BE49-F238E27FC236}">
                  <a16:creationId xmlns:a16="http://schemas.microsoft.com/office/drawing/2014/main" id="{0EE423F2-3821-7EBF-71A1-52E4C20007B2}"/>
                </a:ext>
              </a:extLst>
            </p:cNvPr>
            <p:cNvSpPr/>
            <p:nvPr/>
          </p:nvSpPr>
          <p:spPr>
            <a:xfrm>
              <a:off x="4738340" y="5920250"/>
              <a:ext cx="98385" cy="98385"/>
            </a:xfrm>
            <a:prstGeom prst="ellipse">
              <a:avLst/>
            </a:prstGeom>
            <a:solidFill>
              <a:srgbClr val="FF0000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>
                <a:solidFill>
                  <a:schemeClr val="tx1"/>
                </a:solidFill>
              </a:endParaRPr>
            </a:p>
          </p:txBody>
        </p:sp>
      </p:grpSp>
      <p:sp>
        <p:nvSpPr>
          <p:cNvPr id="52" name="직사각형 51">
            <a:extLst>
              <a:ext uri="{FF2B5EF4-FFF2-40B4-BE49-F238E27FC236}">
                <a16:creationId xmlns:a16="http://schemas.microsoft.com/office/drawing/2014/main" id="{5B9C963E-23F6-E6EB-7A6C-15FCDE151D73}"/>
              </a:ext>
            </a:extLst>
          </p:cNvPr>
          <p:cNvSpPr/>
          <p:nvPr/>
        </p:nvSpPr>
        <p:spPr>
          <a:xfrm rot="16200000" flipV="1">
            <a:off x="8576169" y="3332180"/>
            <a:ext cx="98385" cy="357825"/>
          </a:xfrm>
          <a:prstGeom prst="rect">
            <a:avLst/>
          </a:prstGeom>
          <a:solidFill>
            <a:srgbClr val="FFFF0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>
              <a:solidFill>
                <a:schemeClr val="tx1"/>
              </a:solidFill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30CFC47C-E2A0-F42D-3B3C-3E73C6CC6B32}"/>
              </a:ext>
            </a:extLst>
          </p:cNvPr>
          <p:cNvSpPr txBox="1"/>
          <p:nvPr/>
        </p:nvSpPr>
        <p:spPr>
          <a:xfrm>
            <a:off x="4310185" y="6380495"/>
            <a:ext cx="1988045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sz="1400" b="1" err="1">
                <a:highlight>
                  <a:srgbClr val="FFFF00"/>
                </a:highlight>
              </a:rPr>
              <a:t>가벽</a:t>
            </a:r>
            <a:r>
              <a:rPr lang="ko-KR" altLang="en-US" sz="1400" b="1">
                <a:highlight>
                  <a:srgbClr val="FFFF00"/>
                </a:highlight>
              </a:rPr>
              <a:t> 있나 확인 필요함</a:t>
            </a:r>
          </a:p>
        </p:txBody>
      </p:sp>
      <p:sp>
        <p:nvSpPr>
          <p:cNvPr id="50" name="화살표: 위쪽 49">
            <a:extLst>
              <a:ext uri="{FF2B5EF4-FFF2-40B4-BE49-F238E27FC236}">
                <a16:creationId xmlns:a16="http://schemas.microsoft.com/office/drawing/2014/main" id="{04A0CA28-B50C-C058-DE90-018E2C559FBF}"/>
              </a:ext>
            </a:extLst>
          </p:cNvPr>
          <p:cNvSpPr/>
          <p:nvPr/>
        </p:nvSpPr>
        <p:spPr>
          <a:xfrm>
            <a:off x="5914244" y="5838825"/>
            <a:ext cx="170097" cy="505219"/>
          </a:xfrm>
          <a:prstGeom prst="up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grpSp>
        <p:nvGrpSpPr>
          <p:cNvPr id="59" name="그룹 58">
            <a:extLst>
              <a:ext uri="{FF2B5EF4-FFF2-40B4-BE49-F238E27FC236}">
                <a16:creationId xmlns:a16="http://schemas.microsoft.com/office/drawing/2014/main" id="{E978C7E4-C0F7-A3A0-894B-BE53E86FB9DF}"/>
              </a:ext>
            </a:extLst>
          </p:cNvPr>
          <p:cNvGrpSpPr/>
          <p:nvPr/>
        </p:nvGrpSpPr>
        <p:grpSpPr>
          <a:xfrm>
            <a:off x="4775086" y="3670295"/>
            <a:ext cx="764953" cy="273636"/>
            <a:chOff x="2052531" y="808997"/>
            <a:chExt cx="764953" cy="273636"/>
          </a:xfrm>
        </p:grpSpPr>
        <p:sp>
          <p:nvSpPr>
            <p:cNvPr id="60" name="TextBox 59">
              <a:extLst>
                <a:ext uri="{FF2B5EF4-FFF2-40B4-BE49-F238E27FC236}">
                  <a16:creationId xmlns:a16="http://schemas.microsoft.com/office/drawing/2014/main" id="{DE73F2F0-B155-516E-5794-4034DA504D45}"/>
                </a:ext>
              </a:extLst>
            </p:cNvPr>
            <p:cNvSpPr txBox="1"/>
            <p:nvPr/>
          </p:nvSpPr>
          <p:spPr>
            <a:xfrm>
              <a:off x="2052531" y="897967"/>
              <a:ext cx="764953" cy="184666"/>
            </a:xfrm>
            <a:prstGeom prst="rect">
              <a:avLst/>
            </a:prstGeom>
            <a:solidFill>
              <a:schemeClr val="bg1">
                <a:lumMod val="95000"/>
              </a:schemeClr>
            </a:solidFill>
          </p:spPr>
          <p:txBody>
            <a:bodyPr wrap="none" rtlCol="0">
              <a:spAutoFit/>
            </a:bodyPr>
            <a:lstStyle/>
            <a:p>
              <a:r>
                <a:rPr lang="ko-KR" altLang="en-US" sz="600" b="1"/>
                <a:t>서비스 조명 </a:t>
              </a:r>
              <a:r>
                <a:rPr lang="en-US" altLang="ko-KR" sz="600" b="1"/>
                <a:t>2EA</a:t>
              </a:r>
              <a:endParaRPr lang="ko-KR" altLang="en-US" sz="600" b="1"/>
            </a:p>
          </p:txBody>
        </p:sp>
        <p:grpSp>
          <p:nvGrpSpPr>
            <p:cNvPr id="61" name="그룹 60">
              <a:extLst>
                <a:ext uri="{FF2B5EF4-FFF2-40B4-BE49-F238E27FC236}">
                  <a16:creationId xmlns:a16="http://schemas.microsoft.com/office/drawing/2014/main" id="{F1A3D6AD-B385-CB11-F51A-BC1CC4B7E4DA}"/>
                </a:ext>
              </a:extLst>
            </p:cNvPr>
            <p:cNvGrpSpPr/>
            <p:nvPr/>
          </p:nvGrpSpPr>
          <p:grpSpPr>
            <a:xfrm rot="5400000">
              <a:off x="2382760" y="491467"/>
              <a:ext cx="98800" cy="733859"/>
              <a:chOff x="4737848" y="4877902"/>
              <a:chExt cx="98800" cy="733859"/>
            </a:xfrm>
            <a:solidFill>
              <a:srgbClr val="FF00FF"/>
            </a:solidFill>
          </p:grpSpPr>
          <p:sp>
            <p:nvSpPr>
              <p:cNvPr id="62" name="타원 61">
                <a:extLst>
                  <a:ext uri="{FF2B5EF4-FFF2-40B4-BE49-F238E27FC236}">
                    <a16:creationId xmlns:a16="http://schemas.microsoft.com/office/drawing/2014/main" id="{FB0B1004-49D0-3E1E-822A-E7E0BC4EA800}"/>
                  </a:ext>
                </a:extLst>
              </p:cNvPr>
              <p:cNvSpPr/>
              <p:nvPr/>
            </p:nvSpPr>
            <p:spPr>
              <a:xfrm>
                <a:off x="4737848" y="4877902"/>
                <a:ext cx="98385" cy="98385"/>
              </a:xfrm>
              <a:prstGeom prst="ellipse">
                <a:avLst/>
              </a:prstGeom>
              <a:grpFill/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>
                  <a:solidFill>
                    <a:schemeClr val="tx1"/>
                  </a:solidFill>
                </a:endParaRPr>
              </a:p>
            </p:txBody>
          </p:sp>
          <p:sp>
            <p:nvSpPr>
              <p:cNvPr id="63" name="타원 62">
                <a:extLst>
                  <a:ext uri="{FF2B5EF4-FFF2-40B4-BE49-F238E27FC236}">
                    <a16:creationId xmlns:a16="http://schemas.microsoft.com/office/drawing/2014/main" id="{7FF901FB-CE3B-19EF-F981-0AE09E7DE001}"/>
                  </a:ext>
                </a:extLst>
              </p:cNvPr>
              <p:cNvSpPr/>
              <p:nvPr/>
            </p:nvSpPr>
            <p:spPr>
              <a:xfrm>
                <a:off x="4738263" y="5513376"/>
                <a:ext cx="98385" cy="98385"/>
              </a:xfrm>
              <a:prstGeom prst="ellipse">
                <a:avLst/>
              </a:prstGeom>
              <a:grpFill/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>
                  <a:solidFill>
                    <a:schemeClr val="tx1"/>
                  </a:solidFill>
                </a:endParaRPr>
              </a:p>
            </p:txBody>
          </p:sp>
        </p:grpSp>
      </p:grpSp>
      <p:grpSp>
        <p:nvGrpSpPr>
          <p:cNvPr id="64" name="그룹 63">
            <a:extLst>
              <a:ext uri="{FF2B5EF4-FFF2-40B4-BE49-F238E27FC236}">
                <a16:creationId xmlns:a16="http://schemas.microsoft.com/office/drawing/2014/main" id="{D2608ABD-06F7-7D46-B6BB-8EAEEFB564CB}"/>
              </a:ext>
            </a:extLst>
          </p:cNvPr>
          <p:cNvGrpSpPr/>
          <p:nvPr/>
        </p:nvGrpSpPr>
        <p:grpSpPr>
          <a:xfrm>
            <a:off x="5818745" y="946662"/>
            <a:ext cx="2087004" cy="879931"/>
            <a:chOff x="4807567" y="3887595"/>
            <a:chExt cx="2087004" cy="879931"/>
          </a:xfrm>
        </p:grpSpPr>
        <p:sp>
          <p:nvSpPr>
            <p:cNvPr id="65" name="직사각형 64">
              <a:extLst>
                <a:ext uri="{FF2B5EF4-FFF2-40B4-BE49-F238E27FC236}">
                  <a16:creationId xmlns:a16="http://schemas.microsoft.com/office/drawing/2014/main" id="{0E55D0D6-C775-2E06-3BBE-363CDD5093BB}"/>
                </a:ext>
              </a:extLst>
            </p:cNvPr>
            <p:cNvSpPr/>
            <p:nvPr/>
          </p:nvSpPr>
          <p:spPr>
            <a:xfrm rot="16200000" flipV="1">
              <a:off x="5982270" y="3855224"/>
              <a:ext cx="52664" cy="1771939"/>
            </a:xfrm>
            <a:prstGeom prst="rect">
              <a:avLst/>
            </a:prstGeom>
            <a:solidFill>
              <a:srgbClr val="FF00FF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66" name="TextBox 65">
              <a:extLst>
                <a:ext uri="{FF2B5EF4-FFF2-40B4-BE49-F238E27FC236}">
                  <a16:creationId xmlns:a16="http://schemas.microsoft.com/office/drawing/2014/main" id="{E08FC1D6-3E12-D52E-E78C-8D7387C5254A}"/>
                </a:ext>
              </a:extLst>
            </p:cNvPr>
            <p:cNvSpPr txBox="1"/>
            <p:nvPr/>
          </p:nvSpPr>
          <p:spPr>
            <a:xfrm>
              <a:off x="4807567" y="3887595"/>
              <a:ext cx="1303562" cy="230832"/>
            </a:xfrm>
            <a:prstGeom prst="rect">
              <a:avLst/>
            </a:prstGeom>
            <a:solidFill>
              <a:srgbClr val="FFC000"/>
            </a:solidFill>
          </p:spPr>
          <p:txBody>
            <a:bodyPr wrap="none" rtlCol="0">
              <a:spAutoFit/>
            </a:bodyPr>
            <a:lstStyle/>
            <a:p>
              <a:r>
                <a:rPr lang="ko-KR" altLang="en-US" sz="900" b="1"/>
                <a:t>싱크대 </a:t>
              </a:r>
              <a:r>
                <a:rPr lang="ko-KR" altLang="en-US" sz="900" b="1" err="1"/>
                <a:t>간접등</a:t>
              </a:r>
              <a:r>
                <a:rPr lang="ko-KR" altLang="en-US" sz="900" b="1"/>
                <a:t> 서비스</a:t>
              </a:r>
            </a:p>
          </p:txBody>
        </p:sp>
        <p:cxnSp>
          <p:nvCxnSpPr>
            <p:cNvPr id="67" name="직선 화살표 연결선 66">
              <a:extLst>
                <a:ext uri="{FF2B5EF4-FFF2-40B4-BE49-F238E27FC236}">
                  <a16:creationId xmlns:a16="http://schemas.microsoft.com/office/drawing/2014/main" id="{0FEFA2AF-73F8-90C9-5610-38E7D3C107D1}"/>
                </a:ext>
              </a:extLst>
            </p:cNvPr>
            <p:cNvCxnSpPr>
              <a:cxnSpLocks/>
              <a:stCxn id="65" idx="2"/>
            </p:cNvCxnSpPr>
            <p:nvPr/>
          </p:nvCxnSpPr>
          <p:spPr>
            <a:xfrm flipV="1">
              <a:off x="5122633" y="4080208"/>
              <a:ext cx="0" cy="660986"/>
            </a:xfrm>
            <a:prstGeom prst="straightConnector1">
              <a:avLst/>
            </a:prstGeom>
            <a:ln>
              <a:tailEnd type="triangle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55" name="사각형: 둥근 모서리 54">
            <a:extLst>
              <a:ext uri="{FF2B5EF4-FFF2-40B4-BE49-F238E27FC236}">
                <a16:creationId xmlns:a16="http://schemas.microsoft.com/office/drawing/2014/main" id="{2C307E98-6DF7-4359-4FA0-0A2987F950C4}"/>
              </a:ext>
            </a:extLst>
          </p:cNvPr>
          <p:cNvSpPr/>
          <p:nvPr/>
        </p:nvSpPr>
        <p:spPr>
          <a:xfrm>
            <a:off x="6873492" y="4524562"/>
            <a:ext cx="787364" cy="818963"/>
          </a:xfrm>
          <a:prstGeom prst="roundRect">
            <a:avLst>
              <a:gd name="adj" fmla="val 0"/>
            </a:avLst>
          </a:prstGeom>
          <a:noFill/>
          <a:ln w="38100">
            <a:solidFill>
              <a:srgbClr val="FFC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>
              <a:solidFill>
                <a:schemeClr val="tx1"/>
              </a:solidFill>
            </a:endParaRPr>
          </a:p>
        </p:txBody>
      </p:sp>
      <p:pic>
        <p:nvPicPr>
          <p:cNvPr id="57" name="그림 56">
            <a:extLst>
              <a:ext uri="{FF2B5EF4-FFF2-40B4-BE49-F238E27FC236}">
                <a16:creationId xmlns:a16="http://schemas.microsoft.com/office/drawing/2014/main" id="{62FA76FA-3EF4-3EE9-BC6C-112DCA00FBA6}"/>
              </a:ext>
            </a:extLst>
          </p:cNvPr>
          <p:cNvPicPr>
            <a:picLocks noChangeAspect="1"/>
          </p:cNvPicPr>
          <p:nvPr/>
        </p:nvPicPr>
        <p:blipFill>
          <a:blip r:embed="rId5"/>
          <a:srcRect t="2320" b="-1"/>
          <a:stretch>
            <a:fillRect/>
          </a:stretch>
        </p:blipFill>
        <p:spPr>
          <a:xfrm>
            <a:off x="10375104" y="4045808"/>
            <a:ext cx="2236971" cy="1554480"/>
          </a:xfrm>
          <a:prstGeom prst="rect">
            <a:avLst/>
          </a:prstGeom>
        </p:spPr>
      </p:pic>
      <p:sp>
        <p:nvSpPr>
          <p:cNvPr id="68" name="TextBox 67">
            <a:extLst>
              <a:ext uri="{FF2B5EF4-FFF2-40B4-BE49-F238E27FC236}">
                <a16:creationId xmlns:a16="http://schemas.microsoft.com/office/drawing/2014/main" id="{5DC85246-C64A-3622-2D06-19902AC93EE2}"/>
              </a:ext>
            </a:extLst>
          </p:cNvPr>
          <p:cNvSpPr txBox="1"/>
          <p:nvPr/>
        </p:nvSpPr>
        <p:spPr>
          <a:xfrm>
            <a:off x="6196369" y="6199649"/>
            <a:ext cx="2229372" cy="55399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1000" b="1" err="1">
                <a:highlight>
                  <a:srgbClr val="FFFF00"/>
                </a:highlight>
              </a:rPr>
              <a:t>실링팬</a:t>
            </a:r>
            <a:r>
              <a:rPr lang="ko-KR" altLang="en-US" sz="1000" b="1">
                <a:highlight>
                  <a:srgbClr val="FFFF00"/>
                </a:highlight>
              </a:rPr>
              <a:t> </a:t>
            </a:r>
            <a:r>
              <a:rPr lang="ko-KR" altLang="en-US" sz="1000" b="1" err="1">
                <a:highlight>
                  <a:srgbClr val="FFFF00"/>
                </a:highlight>
              </a:rPr>
              <a:t>루씨에어</a:t>
            </a:r>
            <a:endParaRPr lang="en-US" altLang="ko-KR" sz="1000" b="1">
              <a:highlight>
                <a:srgbClr val="FFFF00"/>
              </a:highlight>
            </a:endParaRPr>
          </a:p>
          <a:p>
            <a:r>
              <a:rPr lang="ko-KR" altLang="en-US" sz="1000" b="1">
                <a:highlight>
                  <a:srgbClr val="FFFF00"/>
                </a:highlight>
              </a:rPr>
              <a:t>설치</a:t>
            </a:r>
            <a:r>
              <a:rPr lang="en-US" altLang="ko-KR" sz="1000" b="1">
                <a:highlight>
                  <a:srgbClr val="FFFF00"/>
                </a:highlight>
              </a:rPr>
              <a:t>+</a:t>
            </a:r>
            <a:r>
              <a:rPr lang="ko-KR" altLang="en-US" sz="1000" b="1">
                <a:highlight>
                  <a:srgbClr val="FFFF00"/>
                </a:highlight>
              </a:rPr>
              <a:t>보강</a:t>
            </a:r>
            <a:r>
              <a:rPr lang="en-US" altLang="ko-KR" sz="1000" b="1">
                <a:highlight>
                  <a:srgbClr val="FFFF00"/>
                </a:highlight>
              </a:rPr>
              <a:t>+</a:t>
            </a:r>
            <a:r>
              <a:rPr lang="ko-KR" altLang="en-US" sz="1000" b="1">
                <a:highlight>
                  <a:srgbClr val="FFFF00"/>
                </a:highlight>
              </a:rPr>
              <a:t>우물 천장 안 실크 도배</a:t>
            </a:r>
            <a:br>
              <a:rPr lang="en-US" altLang="ko-KR" sz="1000" b="1">
                <a:highlight>
                  <a:srgbClr val="FFFF00"/>
                </a:highlight>
              </a:rPr>
            </a:br>
            <a:r>
              <a:rPr lang="ko-KR" altLang="en-US" sz="1000" b="1">
                <a:highlight>
                  <a:srgbClr val="FFFF00"/>
                </a:highlight>
              </a:rPr>
              <a:t>우물조명 </a:t>
            </a:r>
            <a:r>
              <a:rPr lang="en-US" altLang="ko-KR" sz="1000" b="1">
                <a:highlight>
                  <a:srgbClr val="FFFF00"/>
                </a:highlight>
              </a:rPr>
              <a:t>2</a:t>
            </a:r>
            <a:r>
              <a:rPr lang="ko-KR" altLang="en-US" sz="1000" b="1">
                <a:highlight>
                  <a:srgbClr val="FFFF00"/>
                </a:highlight>
              </a:rPr>
              <a:t>줄 </a:t>
            </a:r>
            <a:r>
              <a:rPr lang="ko-KR" altLang="en-US" sz="1000" b="1" err="1">
                <a:highlight>
                  <a:srgbClr val="FFFF00"/>
                </a:highlight>
              </a:rPr>
              <a:t>전구색</a:t>
            </a:r>
            <a:r>
              <a:rPr lang="en-US" altLang="ko-KR" sz="1000" b="1">
                <a:highlight>
                  <a:srgbClr val="FFFF00"/>
                </a:highlight>
              </a:rPr>
              <a:t>+</a:t>
            </a:r>
            <a:r>
              <a:rPr lang="ko-KR" altLang="en-US" sz="1000" b="1" err="1">
                <a:highlight>
                  <a:srgbClr val="FFFF00"/>
                </a:highlight>
              </a:rPr>
              <a:t>주백색</a:t>
            </a:r>
            <a:endParaRPr lang="en-US" altLang="ko-KR" sz="1000" b="1">
              <a:highlight>
                <a:srgbClr val="FFFF00"/>
              </a:highlight>
            </a:endParaRPr>
          </a:p>
        </p:txBody>
      </p:sp>
      <p:sp>
        <p:nvSpPr>
          <p:cNvPr id="2" name="직사각형 1">
            <a:extLst>
              <a:ext uri="{FF2B5EF4-FFF2-40B4-BE49-F238E27FC236}">
                <a16:creationId xmlns:a16="http://schemas.microsoft.com/office/drawing/2014/main" id="{6997A3F8-A80A-EA81-505C-D4A5F14002B2}"/>
              </a:ext>
            </a:extLst>
          </p:cNvPr>
          <p:cNvSpPr/>
          <p:nvPr/>
        </p:nvSpPr>
        <p:spPr>
          <a:xfrm>
            <a:off x="5914244" y="4376925"/>
            <a:ext cx="191222" cy="1461900"/>
          </a:xfrm>
          <a:prstGeom prst="rect">
            <a:avLst/>
          </a:prstGeom>
          <a:solidFill>
            <a:schemeClr val="accent1">
              <a:lumMod val="40000"/>
              <a:lumOff val="6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050" b="1" err="1"/>
              <a:t>가벽</a:t>
            </a:r>
            <a:endParaRPr lang="ko-KR" altLang="en-US" sz="1050" b="1"/>
          </a:p>
        </p:txBody>
      </p:sp>
      <p:pic>
        <p:nvPicPr>
          <p:cNvPr id="86" name="그림 85" descr="텍스트, 스크린샷이(가) 표시된 사진&#10;&#10;AI 생성 콘텐츠는 정확하지 않을 수 있습니다.">
            <a:extLst>
              <a:ext uri="{FF2B5EF4-FFF2-40B4-BE49-F238E27FC236}">
                <a16:creationId xmlns:a16="http://schemas.microsoft.com/office/drawing/2014/main" id="{A4B4F294-69A4-31BD-E388-49A008E9BCF8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08864" y="2464777"/>
            <a:ext cx="1778731" cy="1466673"/>
          </a:xfrm>
          <a:prstGeom prst="rect">
            <a:avLst/>
          </a:prstGeom>
        </p:spPr>
      </p:pic>
      <p:pic>
        <p:nvPicPr>
          <p:cNvPr id="8" name="그림 7" descr="텍스트, 스크린샷, 직사각형, 종이 제품이(가) 표시된 사진&#10;&#10;자동 생성된 설명">
            <a:extLst>
              <a:ext uri="{FF2B5EF4-FFF2-40B4-BE49-F238E27FC236}">
                <a16:creationId xmlns:a16="http://schemas.microsoft.com/office/drawing/2014/main" id="{2B2E85C4-E4B0-DB45-DC13-0496C2E4399E}"/>
              </a:ext>
            </a:extLst>
          </p:cNvPr>
          <p:cNvPicPr>
            <a:picLocks noChangeAspect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4954" y="4269085"/>
            <a:ext cx="1795364" cy="1795364"/>
          </a:xfrm>
          <a:prstGeom prst="rect">
            <a:avLst/>
          </a:prstGeom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4CC2739D-654B-780C-C4BE-DF5E3672533E}"/>
              </a:ext>
            </a:extLst>
          </p:cNvPr>
          <p:cNvSpPr txBox="1"/>
          <p:nvPr/>
        </p:nvSpPr>
        <p:spPr>
          <a:xfrm>
            <a:off x="7058350" y="4134528"/>
            <a:ext cx="479618" cy="2462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1000" b="1">
                <a:solidFill>
                  <a:srgbClr val="FF0000"/>
                </a:solidFill>
              </a:rPr>
              <a:t>3100</a:t>
            </a:r>
            <a:endParaRPr lang="ko-KR" altLang="en-US" sz="1000" b="1">
              <a:solidFill>
                <a:srgbClr val="FF0000"/>
              </a:solidFill>
            </a:endParaRP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8A0DC7A6-9A2B-DF68-6F79-A0025C103BDD}"/>
              </a:ext>
            </a:extLst>
          </p:cNvPr>
          <p:cNvSpPr txBox="1"/>
          <p:nvPr/>
        </p:nvSpPr>
        <p:spPr>
          <a:xfrm>
            <a:off x="6292067" y="4627588"/>
            <a:ext cx="479618" cy="2462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1000" b="1">
                <a:solidFill>
                  <a:srgbClr val="FF0000"/>
                </a:solidFill>
              </a:rPr>
              <a:t>2500</a:t>
            </a:r>
            <a:endParaRPr lang="ko-KR" altLang="en-US" sz="1000" b="1">
              <a:solidFill>
                <a:srgbClr val="FF0000"/>
              </a:solidFill>
            </a:endParaRP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F7295B47-B4A8-B37F-D897-EFC2DFA9AD7F}"/>
              </a:ext>
            </a:extLst>
          </p:cNvPr>
          <p:cNvSpPr txBox="1"/>
          <p:nvPr/>
        </p:nvSpPr>
        <p:spPr>
          <a:xfrm>
            <a:off x="7110154" y="6076702"/>
            <a:ext cx="479618" cy="2462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1000" b="1">
                <a:solidFill>
                  <a:srgbClr val="FF0000"/>
                </a:solidFill>
              </a:rPr>
              <a:t>4500</a:t>
            </a:r>
            <a:endParaRPr lang="ko-KR" altLang="en-US" sz="1000" b="1">
              <a:solidFill>
                <a:srgbClr val="FF0000"/>
              </a:solidFill>
            </a:endParaRP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4DDDED5B-C7DB-C913-3DF7-5701409C53E7}"/>
              </a:ext>
            </a:extLst>
          </p:cNvPr>
          <p:cNvSpPr txBox="1"/>
          <p:nvPr/>
        </p:nvSpPr>
        <p:spPr>
          <a:xfrm>
            <a:off x="9341233" y="5739498"/>
            <a:ext cx="479618" cy="2462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1000" b="1">
                <a:solidFill>
                  <a:srgbClr val="FF0000"/>
                </a:solidFill>
              </a:rPr>
              <a:t>3500</a:t>
            </a:r>
            <a:endParaRPr lang="ko-KR" altLang="en-US" sz="1000" b="1">
              <a:solidFill>
                <a:srgbClr val="FF0000"/>
              </a:solidFill>
            </a:endParaRP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366DA52E-CE91-226D-EAC0-A9B4F3AB15B4}"/>
              </a:ext>
            </a:extLst>
          </p:cNvPr>
          <p:cNvSpPr txBox="1"/>
          <p:nvPr/>
        </p:nvSpPr>
        <p:spPr>
          <a:xfrm>
            <a:off x="3818393" y="6070705"/>
            <a:ext cx="479618" cy="2462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1000" b="1">
                <a:solidFill>
                  <a:srgbClr val="FF0000"/>
                </a:solidFill>
              </a:rPr>
              <a:t>2900</a:t>
            </a:r>
            <a:endParaRPr lang="ko-KR" altLang="en-US" sz="1000" b="1">
              <a:solidFill>
                <a:srgbClr val="FF0000"/>
              </a:solidFill>
            </a:endParaRP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AD7D3502-CF96-5E4F-221A-80839C796007}"/>
              </a:ext>
            </a:extLst>
          </p:cNvPr>
          <p:cNvSpPr txBox="1"/>
          <p:nvPr/>
        </p:nvSpPr>
        <p:spPr>
          <a:xfrm>
            <a:off x="2112619" y="6069702"/>
            <a:ext cx="479618" cy="2462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1000" b="1">
                <a:solidFill>
                  <a:srgbClr val="FF0000"/>
                </a:solidFill>
              </a:rPr>
              <a:t>2800</a:t>
            </a:r>
            <a:endParaRPr lang="ko-KR" altLang="en-US" sz="1000" b="1">
              <a:solidFill>
                <a:srgbClr val="FF0000"/>
              </a:solidFill>
            </a:endParaRP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4B772F0F-BB53-A427-ACA1-86274CC86E26}"/>
              </a:ext>
            </a:extLst>
          </p:cNvPr>
          <p:cNvSpPr txBox="1"/>
          <p:nvPr/>
        </p:nvSpPr>
        <p:spPr>
          <a:xfrm>
            <a:off x="10338926" y="4014128"/>
            <a:ext cx="405880" cy="2462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1000" b="1">
                <a:solidFill>
                  <a:srgbClr val="FF0000"/>
                </a:solidFill>
              </a:rPr>
              <a:t>900</a:t>
            </a:r>
            <a:endParaRPr lang="ko-KR" altLang="en-US" sz="1000" b="1">
              <a:solidFill>
                <a:srgbClr val="FF0000"/>
              </a:solidFill>
            </a:endParaRPr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E8C81014-F95A-A5B5-BC53-F13809E48253}"/>
              </a:ext>
            </a:extLst>
          </p:cNvPr>
          <p:cNvSpPr txBox="1"/>
          <p:nvPr/>
        </p:nvSpPr>
        <p:spPr>
          <a:xfrm>
            <a:off x="4328259" y="2810961"/>
            <a:ext cx="405880" cy="2462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1000" b="1">
                <a:solidFill>
                  <a:srgbClr val="FF0000"/>
                </a:solidFill>
              </a:rPr>
              <a:t>800</a:t>
            </a:r>
            <a:endParaRPr lang="ko-KR" altLang="en-US" sz="1000" b="1">
              <a:solidFill>
                <a:srgbClr val="FF0000"/>
              </a:solidFill>
            </a:endParaRPr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25376A78-3551-7C19-B8E4-9EC4EB87D05D}"/>
              </a:ext>
            </a:extLst>
          </p:cNvPr>
          <p:cNvSpPr txBox="1"/>
          <p:nvPr/>
        </p:nvSpPr>
        <p:spPr>
          <a:xfrm>
            <a:off x="3611505" y="3040160"/>
            <a:ext cx="479618" cy="2462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1000" b="1">
                <a:solidFill>
                  <a:srgbClr val="FF0000"/>
                </a:solidFill>
              </a:rPr>
              <a:t>1300</a:t>
            </a:r>
            <a:endParaRPr lang="ko-KR" altLang="en-US" sz="1000" b="1">
              <a:solidFill>
                <a:srgbClr val="FF0000"/>
              </a:solidFill>
            </a:endParaRPr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A2481D17-953A-6F63-DE82-9E0AC0818B6C}"/>
              </a:ext>
            </a:extLst>
          </p:cNvPr>
          <p:cNvSpPr txBox="1"/>
          <p:nvPr/>
        </p:nvSpPr>
        <p:spPr>
          <a:xfrm>
            <a:off x="6424461" y="1044478"/>
            <a:ext cx="479618" cy="2462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1000" b="1">
                <a:solidFill>
                  <a:srgbClr val="FF0000"/>
                </a:solidFill>
              </a:rPr>
              <a:t>1100</a:t>
            </a:r>
            <a:endParaRPr lang="ko-KR" altLang="en-US" sz="1000" b="1">
              <a:solidFill>
                <a:srgbClr val="FF0000"/>
              </a:solidFill>
            </a:endParaRPr>
          </a:p>
        </p:txBody>
      </p:sp>
      <p:cxnSp>
        <p:nvCxnSpPr>
          <p:cNvPr id="25" name="직선 화살표 연결선 24">
            <a:extLst>
              <a:ext uri="{FF2B5EF4-FFF2-40B4-BE49-F238E27FC236}">
                <a16:creationId xmlns:a16="http://schemas.microsoft.com/office/drawing/2014/main" id="{BAE46F0F-95FA-0AE8-963D-DD550A89EF3E}"/>
              </a:ext>
            </a:extLst>
          </p:cNvPr>
          <p:cNvCxnSpPr>
            <a:cxnSpLocks/>
          </p:cNvCxnSpPr>
          <p:nvPr/>
        </p:nvCxnSpPr>
        <p:spPr>
          <a:xfrm>
            <a:off x="10233498" y="3607663"/>
            <a:ext cx="0" cy="653823"/>
          </a:xfrm>
          <a:prstGeom prst="straightConnector1">
            <a:avLst/>
          </a:prstGeom>
          <a:ln w="57150">
            <a:solidFill>
              <a:srgbClr val="00B050"/>
            </a:solidFill>
            <a:headEnd type="triangle"/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6" name="직선 화살표 연결선 25">
            <a:extLst>
              <a:ext uri="{FF2B5EF4-FFF2-40B4-BE49-F238E27FC236}">
                <a16:creationId xmlns:a16="http://schemas.microsoft.com/office/drawing/2014/main" id="{7011264A-553E-4F36-1A8C-448DD3309B95}"/>
              </a:ext>
            </a:extLst>
          </p:cNvPr>
          <p:cNvCxnSpPr>
            <a:cxnSpLocks/>
          </p:cNvCxnSpPr>
          <p:nvPr/>
        </p:nvCxnSpPr>
        <p:spPr>
          <a:xfrm flipH="1">
            <a:off x="6219801" y="1491409"/>
            <a:ext cx="902431" cy="0"/>
          </a:xfrm>
          <a:prstGeom prst="straightConnector1">
            <a:avLst/>
          </a:prstGeom>
          <a:ln w="57150">
            <a:solidFill>
              <a:srgbClr val="00B050"/>
            </a:solidFill>
            <a:headEnd type="triangle"/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616203889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005C21A-97E0-D084-85EC-7B757F1EFFB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그림 4">
            <a:extLst>
              <a:ext uri="{FF2B5EF4-FFF2-40B4-BE49-F238E27FC236}">
                <a16:creationId xmlns:a16="http://schemas.microsoft.com/office/drawing/2014/main" id="{00B341A6-12AB-A270-9D13-E77C5274E588}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/>
        </p:nvPicPr>
        <p:blipFill>
          <a:blip r:embed="rId2">
            <a:alphaModFix amt="70000"/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saturation sat="0"/>
                    </a14:imgEffect>
                  </a14:imgLayer>
                </a14:imgProps>
              </a:ext>
            </a:extLst>
          </a:blip>
          <a:stretch>
            <a:fillRect/>
          </a:stretch>
        </p:blipFill>
        <p:spPr>
          <a:xfrm>
            <a:off x="1761061" y="946662"/>
            <a:ext cx="8995839" cy="5276338"/>
          </a:xfrm>
          <a:prstGeom prst="rect">
            <a:avLst/>
          </a:prstGeom>
        </p:spPr>
      </p:pic>
      <mc:AlternateContent xmlns:mc="http://schemas.openxmlformats.org/markup-compatibility/2006">
        <mc:Choice xmlns:a14="http://schemas.microsoft.com/office/drawing/2010/main" Requires="a14">
          <p:sp>
            <p:nvSpPr>
              <p:cNvPr id="6" name="TextBox 5">
                <a:extLst>
                  <a:ext uri="{FF2B5EF4-FFF2-40B4-BE49-F238E27FC236}">
                    <a16:creationId xmlns:a16="http://schemas.microsoft.com/office/drawing/2014/main" id="{1B250C89-68FC-432A-31A8-4009329D59D1}"/>
                  </a:ext>
                </a:extLst>
              </p:cNvPr>
              <p:cNvSpPr txBox="1"/>
              <p:nvPr/>
            </p:nvSpPr>
            <p:spPr>
              <a:xfrm>
                <a:off x="10152689" y="1075737"/>
                <a:ext cx="1762781" cy="407099"/>
              </a:xfrm>
              <a:prstGeom prst="rect">
                <a:avLst/>
              </a:prstGeom>
              <a:noFill/>
            </p:spPr>
            <p:txBody>
              <a:bodyPr wrap="square">
                <a:spAutoFit/>
                <a:scene3d>
                  <a:camera prst="orthographicFront"/>
                  <a:lightRig rig="harsh" dir="t"/>
                </a:scene3d>
                <a:sp3d extrusionH="57150" prstMaterial="matte">
                  <a:bevelT w="63500" h="12700" prst="angle"/>
                  <a:contourClr>
                    <a:schemeClr val="bg1">
                      <a:lumMod val="65000"/>
                    </a:schemeClr>
                  </a:contourClr>
                </a:sp3d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right"/>
                    </m:oMathParaPr>
                    <m:oMath xmlns:m="http://schemas.openxmlformats.org/officeDocument/2006/math">
                      <m:sSup>
                        <m:sSupPr>
                          <m:ctrlPr>
                            <a:rPr lang="en-US" altLang="ko-KR" sz="2000" b="1" i="1" u="none" strike="noStrike" smtClean="0">
                              <a:ln/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altLang="ko-KR" sz="2000" b="1" i="1" u="none" strike="noStrike" smtClean="0">
                              <a:ln/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𝟖𝟒</m:t>
                          </m:r>
                          <m:r>
                            <a:rPr lang="en-US" altLang="ko-KR" sz="2000" b="1" i="1" u="none" strike="noStrike" smtClean="0">
                              <a:ln/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𝑨𝒎</m:t>
                          </m:r>
                        </m:e>
                        <m:sup>
                          <m:r>
                            <a:rPr lang="en-US" altLang="ko-KR" sz="2000" b="1" i="1" u="none" strike="noStrike" smtClean="0">
                              <a:ln/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𝟐</m:t>
                          </m:r>
                        </m:sup>
                      </m:sSup>
                    </m:oMath>
                  </m:oMathPara>
                </a14:m>
                <a:endParaRPr lang="ko-KR" altLang="en-US" sz="2000" b="1">
                  <a:ln/>
                  <a:solidFill>
                    <a:schemeClr val="tx1"/>
                  </a:solidFill>
                </a:endParaRPr>
              </a:p>
            </p:txBody>
          </p:sp>
        </mc:Choice>
        <mc:Fallback>
          <p:sp>
            <p:nvSpPr>
              <p:cNvPr id="6" name="TextBox 5">
                <a:extLst>
                  <a:ext uri="{FF2B5EF4-FFF2-40B4-BE49-F238E27FC236}">
                    <a16:creationId xmlns:a16="http://schemas.microsoft.com/office/drawing/2014/main" id="{1B250C89-68FC-432A-31A8-4009329D59D1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0152689" y="1075737"/>
                <a:ext cx="1762781" cy="407099"/>
              </a:xfrm>
              <a:prstGeom prst="rect">
                <a:avLst/>
              </a:prstGeom>
              <a:blipFill>
                <a:blip r:embed="rId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7" name="TextBox 6">
            <a:extLst>
              <a:ext uri="{FF2B5EF4-FFF2-40B4-BE49-F238E27FC236}">
                <a16:creationId xmlns:a16="http://schemas.microsoft.com/office/drawing/2014/main" id="{E7D1B284-0FAA-EA6F-7821-6FBE18A55189}"/>
              </a:ext>
            </a:extLst>
          </p:cNvPr>
          <p:cNvSpPr txBox="1"/>
          <p:nvPr/>
        </p:nvSpPr>
        <p:spPr>
          <a:xfrm>
            <a:off x="1870318" y="353253"/>
            <a:ext cx="8452551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 sz="2000" b="1"/>
              <a:t>84A</a:t>
            </a:r>
            <a:r>
              <a:rPr lang="ko-KR" altLang="en-US" sz="2000" b="1"/>
              <a:t>타입 간접 프리미엄 </a:t>
            </a:r>
            <a:r>
              <a:rPr lang="en-US" altLang="ko-KR" sz="2000" b="1"/>
              <a:t>SET + </a:t>
            </a:r>
            <a:r>
              <a:rPr lang="ko-KR" altLang="en-US" sz="2000" b="1" err="1"/>
              <a:t>실링팬</a:t>
            </a:r>
            <a:r>
              <a:rPr lang="ko-KR" altLang="en-US" sz="2000" b="1"/>
              <a:t> 우물두줄</a:t>
            </a:r>
            <a:endParaRPr lang="en-US" altLang="ko-KR" sz="2000" b="1"/>
          </a:p>
        </p:txBody>
      </p:sp>
      <p:sp>
        <p:nvSpPr>
          <p:cNvPr id="8" name="직사각형 7">
            <a:extLst>
              <a:ext uri="{FF2B5EF4-FFF2-40B4-BE49-F238E27FC236}">
                <a16:creationId xmlns:a16="http://schemas.microsoft.com/office/drawing/2014/main" id="{BA4F4F21-D788-3223-97A5-6804EBA6EF48}"/>
              </a:ext>
            </a:extLst>
          </p:cNvPr>
          <p:cNvSpPr/>
          <p:nvPr/>
        </p:nvSpPr>
        <p:spPr>
          <a:xfrm>
            <a:off x="8611392" y="5430761"/>
            <a:ext cx="1399384" cy="103264"/>
          </a:xfrm>
          <a:prstGeom prst="rect">
            <a:avLst/>
          </a:prstGeom>
          <a:solidFill>
            <a:srgbClr val="00B0F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127947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ko-KR" altLang="en-US" sz="135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맑은 고딕"/>
              <a:ea typeface="맑은 고딕" panose="020B0503020000020004" pitchFamily="50" charset="-127"/>
              <a:cs typeface="+mn-cs"/>
            </a:endParaRP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0830EFBE-061F-D4E0-EA04-E83145FFB8F8}"/>
              </a:ext>
            </a:extLst>
          </p:cNvPr>
          <p:cNvSpPr txBox="1"/>
          <p:nvPr/>
        </p:nvSpPr>
        <p:spPr>
          <a:xfrm>
            <a:off x="8402217" y="4576268"/>
            <a:ext cx="874940" cy="400110"/>
          </a:xfrm>
          <a:prstGeom prst="rect">
            <a:avLst/>
          </a:prstGeom>
          <a:solidFill>
            <a:schemeClr val="bg2">
              <a:lumMod val="90000"/>
            </a:schemeClr>
          </a:solidFill>
        </p:spPr>
        <p:txBody>
          <a:bodyPr wrap="square" rtlCol="0">
            <a:spAutoFit/>
          </a:bodyPr>
          <a:lstStyle/>
          <a:p>
            <a:pPr algn="ctr"/>
            <a:r>
              <a:rPr lang="ko-KR" altLang="en-US" sz="1000" b="1" err="1"/>
              <a:t>무선리모컨</a:t>
            </a:r>
            <a:endParaRPr lang="en-US" altLang="ko-KR" sz="1000" b="1"/>
          </a:p>
          <a:p>
            <a:pPr algn="ctr"/>
            <a:r>
              <a:rPr lang="en-US" altLang="ko-KR" sz="1000" b="1"/>
              <a:t>1</a:t>
            </a:r>
            <a:r>
              <a:rPr lang="ko-KR" altLang="en-US" sz="1000" b="1"/>
              <a:t>구</a:t>
            </a:r>
            <a:r>
              <a:rPr lang="en-US" altLang="ko-KR" sz="1000" b="1"/>
              <a:t>(3</a:t>
            </a:r>
            <a:r>
              <a:rPr lang="ko-KR" altLang="en-US" sz="1000" b="1"/>
              <a:t>채널</a:t>
            </a:r>
            <a:r>
              <a:rPr lang="en-US" altLang="ko-KR" sz="1000" b="1"/>
              <a:t>)</a:t>
            </a:r>
            <a:endParaRPr lang="ko-KR" altLang="en-US" sz="1000" b="1"/>
          </a:p>
        </p:txBody>
      </p:sp>
      <p:sp>
        <p:nvSpPr>
          <p:cNvPr id="10" name="직사각형 9">
            <a:extLst>
              <a:ext uri="{FF2B5EF4-FFF2-40B4-BE49-F238E27FC236}">
                <a16:creationId xmlns:a16="http://schemas.microsoft.com/office/drawing/2014/main" id="{C00A1519-F711-8E07-93A2-E6425D85F9A2}"/>
              </a:ext>
            </a:extLst>
          </p:cNvPr>
          <p:cNvSpPr/>
          <p:nvPr/>
        </p:nvSpPr>
        <p:spPr>
          <a:xfrm rot="5400000">
            <a:off x="7188174" y="5010134"/>
            <a:ext cx="102820" cy="1630245"/>
          </a:xfrm>
          <a:prstGeom prst="rect">
            <a:avLst/>
          </a:prstGeom>
          <a:solidFill>
            <a:srgbClr val="FF000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>
              <a:solidFill>
                <a:schemeClr val="tx1"/>
              </a:solidFill>
            </a:endParaRPr>
          </a:p>
        </p:txBody>
      </p:sp>
      <p:sp>
        <p:nvSpPr>
          <p:cNvPr id="11" name="사각형: 둥근 모서리 10">
            <a:extLst>
              <a:ext uri="{FF2B5EF4-FFF2-40B4-BE49-F238E27FC236}">
                <a16:creationId xmlns:a16="http://schemas.microsoft.com/office/drawing/2014/main" id="{DBBADD68-C700-5098-6F52-EF831A436A87}"/>
              </a:ext>
            </a:extLst>
          </p:cNvPr>
          <p:cNvSpPr/>
          <p:nvPr/>
        </p:nvSpPr>
        <p:spPr>
          <a:xfrm>
            <a:off x="6716329" y="4376925"/>
            <a:ext cx="1092978" cy="1103860"/>
          </a:xfrm>
          <a:prstGeom prst="roundRect">
            <a:avLst>
              <a:gd name="adj" fmla="val 15666"/>
            </a:avLst>
          </a:prstGeom>
          <a:noFill/>
          <a:ln w="38100">
            <a:solidFill>
              <a:schemeClr val="accent2">
                <a:lumMod val="60000"/>
                <a:lumOff val="4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>
              <a:solidFill>
                <a:schemeClr val="tx1"/>
              </a:solidFill>
            </a:endParaRP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38765C62-AD0D-6910-42C7-EE2B06ED9C8C}"/>
              </a:ext>
            </a:extLst>
          </p:cNvPr>
          <p:cNvSpPr txBox="1"/>
          <p:nvPr/>
        </p:nvSpPr>
        <p:spPr>
          <a:xfrm>
            <a:off x="6258980" y="3744659"/>
            <a:ext cx="1891732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ko-KR" altLang="en-US" sz="1000" b="1"/>
              <a:t>전자식스위치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1ECC3045-E4C0-6D26-0D05-4D641D9FAD29}"/>
              </a:ext>
            </a:extLst>
          </p:cNvPr>
          <p:cNvSpPr txBox="1"/>
          <p:nvPr/>
        </p:nvSpPr>
        <p:spPr>
          <a:xfrm>
            <a:off x="112365" y="770606"/>
            <a:ext cx="3264447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800">
                <a:solidFill>
                  <a:srgbClr val="FF0000"/>
                </a:solidFill>
              </a:rPr>
              <a:t>**</a:t>
            </a:r>
            <a:r>
              <a:rPr lang="ko-KR" altLang="en-US" sz="800">
                <a:solidFill>
                  <a:srgbClr val="FF0000"/>
                </a:solidFill>
              </a:rPr>
              <a:t>스위치 연결을 위해 별도의 </a:t>
            </a:r>
            <a:r>
              <a:rPr lang="ko-KR" altLang="en-US" sz="800" err="1">
                <a:solidFill>
                  <a:srgbClr val="FF0000"/>
                </a:solidFill>
              </a:rPr>
              <a:t>타공이</a:t>
            </a:r>
            <a:r>
              <a:rPr lang="ko-KR" altLang="en-US" sz="800">
                <a:solidFill>
                  <a:srgbClr val="FF0000"/>
                </a:solidFill>
              </a:rPr>
              <a:t> 필요할 수 </a:t>
            </a:r>
            <a:endParaRPr lang="en-US" altLang="ko-KR" sz="800">
              <a:solidFill>
                <a:srgbClr val="FF0000"/>
              </a:solidFill>
            </a:endParaRPr>
          </a:p>
          <a:p>
            <a:r>
              <a:rPr lang="ko-KR" altLang="en-US" sz="800">
                <a:solidFill>
                  <a:srgbClr val="FF0000"/>
                </a:solidFill>
              </a:rPr>
              <a:t>있으며</a:t>
            </a:r>
            <a:r>
              <a:rPr lang="en-US" altLang="ko-KR" sz="800">
                <a:solidFill>
                  <a:srgbClr val="FF0000"/>
                </a:solidFill>
              </a:rPr>
              <a:t> </a:t>
            </a:r>
            <a:r>
              <a:rPr lang="ko-KR" altLang="en-US" sz="800">
                <a:solidFill>
                  <a:srgbClr val="FF0000"/>
                </a:solidFill>
              </a:rPr>
              <a:t>공스피커로 마감 될 수도 있음</a:t>
            </a:r>
            <a:endParaRPr lang="en-US" altLang="ko-KR" sz="800">
              <a:solidFill>
                <a:srgbClr val="FF0000"/>
              </a:solidFill>
            </a:endParaRPr>
          </a:p>
        </p:txBody>
      </p:sp>
      <p:sp>
        <p:nvSpPr>
          <p:cNvPr id="15" name="별: 꼭짓점 4개 14">
            <a:extLst>
              <a:ext uri="{FF2B5EF4-FFF2-40B4-BE49-F238E27FC236}">
                <a16:creationId xmlns:a16="http://schemas.microsoft.com/office/drawing/2014/main" id="{05B7265B-EBDB-54AB-C97B-567518ED17D1}"/>
              </a:ext>
            </a:extLst>
          </p:cNvPr>
          <p:cNvSpPr/>
          <p:nvPr/>
        </p:nvSpPr>
        <p:spPr>
          <a:xfrm>
            <a:off x="6980395" y="4657571"/>
            <a:ext cx="557315" cy="559233"/>
          </a:xfrm>
          <a:prstGeom prst="star4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2645">
              <a:solidFill>
                <a:schemeClr val="tx1"/>
              </a:solidFill>
            </a:endParaRPr>
          </a:p>
        </p:txBody>
      </p:sp>
      <p:grpSp>
        <p:nvGrpSpPr>
          <p:cNvPr id="16" name="그룹 15">
            <a:extLst>
              <a:ext uri="{FF2B5EF4-FFF2-40B4-BE49-F238E27FC236}">
                <a16:creationId xmlns:a16="http://schemas.microsoft.com/office/drawing/2014/main" id="{DD03C13D-9BA6-4C14-11C4-A52C5022E5E8}"/>
              </a:ext>
            </a:extLst>
          </p:cNvPr>
          <p:cNvGrpSpPr/>
          <p:nvPr/>
        </p:nvGrpSpPr>
        <p:grpSpPr>
          <a:xfrm>
            <a:off x="10069750" y="4398096"/>
            <a:ext cx="98814" cy="650518"/>
            <a:chOff x="4737834" y="4900127"/>
            <a:chExt cx="98814" cy="650518"/>
          </a:xfrm>
          <a:solidFill>
            <a:srgbClr val="00B0F0"/>
          </a:solidFill>
        </p:grpSpPr>
        <p:sp>
          <p:nvSpPr>
            <p:cNvPr id="17" name="타원 16">
              <a:extLst>
                <a:ext uri="{FF2B5EF4-FFF2-40B4-BE49-F238E27FC236}">
                  <a16:creationId xmlns:a16="http://schemas.microsoft.com/office/drawing/2014/main" id="{45586332-CBF2-627B-23CF-60BBFC5CBBF1}"/>
                </a:ext>
              </a:extLst>
            </p:cNvPr>
            <p:cNvSpPr/>
            <p:nvPr/>
          </p:nvSpPr>
          <p:spPr>
            <a:xfrm>
              <a:off x="4737834" y="4900127"/>
              <a:ext cx="98385" cy="98385"/>
            </a:xfrm>
            <a:prstGeom prst="ellipse">
              <a:avLst/>
            </a:prstGeom>
            <a:grpFill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>
                <a:solidFill>
                  <a:schemeClr val="tx1"/>
                </a:solidFill>
              </a:endParaRPr>
            </a:p>
          </p:txBody>
        </p:sp>
        <p:sp>
          <p:nvSpPr>
            <p:cNvPr id="18" name="타원 17">
              <a:extLst>
                <a:ext uri="{FF2B5EF4-FFF2-40B4-BE49-F238E27FC236}">
                  <a16:creationId xmlns:a16="http://schemas.microsoft.com/office/drawing/2014/main" id="{FC78AE2C-8DB6-387D-1FA9-F6E4F4C99188}"/>
                </a:ext>
              </a:extLst>
            </p:cNvPr>
            <p:cNvSpPr/>
            <p:nvPr/>
          </p:nvSpPr>
          <p:spPr>
            <a:xfrm>
              <a:off x="4738263" y="5452260"/>
              <a:ext cx="98385" cy="98385"/>
            </a:xfrm>
            <a:prstGeom prst="ellipse">
              <a:avLst/>
            </a:prstGeom>
            <a:grpFill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>
                <a:solidFill>
                  <a:schemeClr val="tx1"/>
                </a:solidFill>
              </a:endParaRPr>
            </a:p>
          </p:txBody>
        </p:sp>
      </p:grpSp>
      <p:grpSp>
        <p:nvGrpSpPr>
          <p:cNvPr id="28" name="그룹 27">
            <a:extLst>
              <a:ext uri="{FF2B5EF4-FFF2-40B4-BE49-F238E27FC236}">
                <a16:creationId xmlns:a16="http://schemas.microsoft.com/office/drawing/2014/main" id="{AD754875-856D-3AE0-153D-DE6644225E83}"/>
              </a:ext>
            </a:extLst>
          </p:cNvPr>
          <p:cNvGrpSpPr/>
          <p:nvPr/>
        </p:nvGrpSpPr>
        <p:grpSpPr>
          <a:xfrm rot="5400000">
            <a:off x="3741901" y="3778064"/>
            <a:ext cx="99451" cy="545492"/>
            <a:chOff x="5324822" y="4538198"/>
            <a:chExt cx="99451" cy="545492"/>
          </a:xfrm>
        </p:grpSpPr>
        <p:sp>
          <p:nvSpPr>
            <p:cNvPr id="29" name="타원 28">
              <a:extLst>
                <a:ext uri="{FF2B5EF4-FFF2-40B4-BE49-F238E27FC236}">
                  <a16:creationId xmlns:a16="http://schemas.microsoft.com/office/drawing/2014/main" id="{671CA95E-B99E-0D88-C005-58D414DF342C}"/>
                </a:ext>
              </a:extLst>
            </p:cNvPr>
            <p:cNvSpPr/>
            <p:nvPr/>
          </p:nvSpPr>
          <p:spPr>
            <a:xfrm>
              <a:off x="5325888" y="4538198"/>
              <a:ext cx="98385" cy="98385"/>
            </a:xfrm>
            <a:prstGeom prst="ellipse">
              <a:avLst/>
            </a:prstGeom>
            <a:solidFill>
              <a:srgbClr val="FF0000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>
                <a:solidFill>
                  <a:schemeClr val="tx1"/>
                </a:solidFill>
              </a:endParaRPr>
            </a:p>
          </p:txBody>
        </p:sp>
        <p:sp>
          <p:nvSpPr>
            <p:cNvPr id="30" name="타원 29">
              <a:extLst>
                <a:ext uri="{FF2B5EF4-FFF2-40B4-BE49-F238E27FC236}">
                  <a16:creationId xmlns:a16="http://schemas.microsoft.com/office/drawing/2014/main" id="{C352B39E-F291-934C-C927-D4348CD692C8}"/>
                </a:ext>
              </a:extLst>
            </p:cNvPr>
            <p:cNvSpPr/>
            <p:nvPr/>
          </p:nvSpPr>
          <p:spPr>
            <a:xfrm>
              <a:off x="5324822" y="4985305"/>
              <a:ext cx="98385" cy="98385"/>
            </a:xfrm>
            <a:prstGeom prst="ellipse">
              <a:avLst/>
            </a:prstGeom>
            <a:solidFill>
              <a:srgbClr val="FF0000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>
                <a:solidFill>
                  <a:schemeClr val="tx1"/>
                </a:solidFill>
              </a:endParaRPr>
            </a:p>
          </p:txBody>
        </p:sp>
      </p:grpSp>
      <p:sp>
        <p:nvSpPr>
          <p:cNvPr id="31" name="직사각형 30">
            <a:extLst>
              <a:ext uri="{FF2B5EF4-FFF2-40B4-BE49-F238E27FC236}">
                <a16:creationId xmlns:a16="http://schemas.microsoft.com/office/drawing/2014/main" id="{8A6C16DC-D76F-0444-441B-3E4C7C05BFBD}"/>
              </a:ext>
            </a:extLst>
          </p:cNvPr>
          <p:cNvSpPr/>
          <p:nvPr/>
        </p:nvSpPr>
        <p:spPr>
          <a:xfrm flipV="1">
            <a:off x="4071013" y="2742763"/>
            <a:ext cx="98385" cy="841017"/>
          </a:xfrm>
          <a:prstGeom prst="rect">
            <a:avLst/>
          </a:prstGeom>
          <a:solidFill>
            <a:srgbClr val="FFFF0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>
              <a:solidFill>
                <a:schemeClr val="tx1"/>
              </a:solidFill>
            </a:endParaRPr>
          </a:p>
        </p:txBody>
      </p:sp>
      <p:sp>
        <p:nvSpPr>
          <p:cNvPr id="35" name="TextBox 13">
            <a:extLst>
              <a:ext uri="{FF2B5EF4-FFF2-40B4-BE49-F238E27FC236}">
                <a16:creationId xmlns:a16="http://schemas.microsoft.com/office/drawing/2014/main" id="{01E56FAF-9E58-011E-BCCE-32CADBDB4153}"/>
              </a:ext>
            </a:extLst>
          </p:cNvPr>
          <p:cNvSpPr txBox="1"/>
          <p:nvPr/>
        </p:nvSpPr>
        <p:spPr>
          <a:xfrm>
            <a:off x="142074" y="1128948"/>
            <a:ext cx="1489510" cy="461665"/>
          </a:xfrm>
          <a:prstGeom prst="rect">
            <a:avLst/>
          </a:prstGeom>
          <a:solidFill>
            <a:schemeClr val="accent6">
              <a:lumMod val="20000"/>
              <a:lumOff val="80000"/>
            </a:schemeClr>
          </a:solidFill>
        </p:spPr>
        <p:txBody>
          <a:bodyPr wrap="none" rtlCol="0">
            <a:spAutoFit/>
          </a:bodyPr>
          <a:lstStyle>
            <a:defPPr>
              <a:defRPr lang="ko-KR"/>
            </a:defPPr>
            <a:lvl1pPr marL="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ko-KR" altLang="en-US" sz="800" b="1"/>
              <a:t>욕실 </a:t>
            </a:r>
            <a:r>
              <a:rPr lang="ko-KR" altLang="en-US" sz="800" b="1" err="1"/>
              <a:t>휴젠트여부에</a:t>
            </a:r>
            <a:r>
              <a:rPr lang="ko-KR" altLang="en-US" sz="800" b="1"/>
              <a:t> 대하여</a:t>
            </a:r>
            <a:endParaRPr lang="en-US" altLang="ko-KR" sz="800" b="1"/>
          </a:p>
          <a:p>
            <a:r>
              <a:rPr lang="ko-KR" altLang="en-US" sz="800" b="1"/>
              <a:t>기사분이 현장에서 파악하여</a:t>
            </a:r>
            <a:endParaRPr lang="en-US" altLang="ko-KR" sz="800" b="1"/>
          </a:p>
          <a:p>
            <a:r>
              <a:rPr lang="ko-KR" altLang="en-US" sz="800" b="1"/>
              <a:t>센서위치를 적용해드립니다</a:t>
            </a:r>
            <a:r>
              <a:rPr lang="en-US" altLang="ko-KR" sz="800" b="1"/>
              <a:t>.</a:t>
            </a:r>
            <a:endParaRPr lang="ko-KR" altLang="en-US" sz="800" b="1"/>
          </a:p>
        </p:txBody>
      </p:sp>
      <p:grpSp>
        <p:nvGrpSpPr>
          <p:cNvPr id="36" name="그룹 35">
            <a:extLst>
              <a:ext uri="{FF2B5EF4-FFF2-40B4-BE49-F238E27FC236}">
                <a16:creationId xmlns:a16="http://schemas.microsoft.com/office/drawing/2014/main" id="{436A5286-BC62-CAEC-6ED7-7D7866AC5712}"/>
              </a:ext>
            </a:extLst>
          </p:cNvPr>
          <p:cNvGrpSpPr/>
          <p:nvPr/>
        </p:nvGrpSpPr>
        <p:grpSpPr>
          <a:xfrm>
            <a:off x="166864" y="137559"/>
            <a:ext cx="2166761" cy="738664"/>
            <a:chOff x="209306" y="114311"/>
            <a:chExt cx="2166761" cy="742666"/>
          </a:xfrm>
        </p:grpSpPr>
        <p:sp>
          <p:nvSpPr>
            <p:cNvPr id="37" name="타원 36">
              <a:extLst>
                <a:ext uri="{FF2B5EF4-FFF2-40B4-BE49-F238E27FC236}">
                  <a16:creationId xmlns:a16="http://schemas.microsoft.com/office/drawing/2014/main" id="{B7170966-BBDE-8934-CCF0-2348D27E7CFE}"/>
                </a:ext>
              </a:extLst>
            </p:cNvPr>
            <p:cNvSpPr/>
            <p:nvPr/>
          </p:nvSpPr>
          <p:spPr>
            <a:xfrm>
              <a:off x="209307" y="168341"/>
              <a:ext cx="98385" cy="98385"/>
            </a:xfrm>
            <a:prstGeom prst="ellipse">
              <a:avLst/>
            </a:prstGeom>
            <a:solidFill>
              <a:srgbClr val="FF0000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ko-KR"/>
              </a:defPPr>
              <a:lvl1pPr marL="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ko-KR" altLang="en-US">
                <a:solidFill>
                  <a:schemeClr val="tx1"/>
                </a:solidFill>
              </a:endParaRPr>
            </a:p>
          </p:txBody>
        </p:sp>
        <p:sp>
          <p:nvSpPr>
            <p:cNvPr id="38" name="타원 37">
              <a:extLst>
                <a:ext uri="{FF2B5EF4-FFF2-40B4-BE49-F238E27FC236}">
                  <a16:creationId xmlns:a16="http://schemas.microsoft.com/office/drawing/2014/main" id="{04313E6B-FFC6-78F8-1E53-8297ED2C7C55}"/>
                </a:ext>
              </a:extLst>
            </p:cNvPr>
            <p:cNvSpPr/>
            <p:nvPr/>
          </p:nvSpPr>
          <p:spPr>
            <a:xfrm>
              <a:off x="209307" y="347436"/>
              <a:ext cx="98385" cy="98385"/>
            </a:xfrm>
            <a:prstGeom prst="ellipse">
              <a:avLst/>
            </a:prstGeom>
            <a:solidFill>
              <a:srgbClr val="FFFF00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ko-KR"/>
              </a:defPPr>
              <a:lvl1pPr marL="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ko-KR" altLang="en-US">
                <a:solidFill>
                  <a:schemeClr val="tx1"/>
                </a:solidFill>
              </a:endParaRPr>
            </a:p>
          </p:txBody>
        </p:sp>
        <p:sp>
          <p:nvSpPr>
            <p:cNvPr id="39" name="타원 38">
              <a:extLst>
                <a:ext uri="{FF2B5EF4-FFF2-40B4-BE49-F238E27FC236}">
                  <a16:creationId xmlns:a16="http://schemas.microsoft.com/office/drawing/2014/main" id="{A0AA775F-1597-F20A-FB4C-146589625C05}"/>
                </a:ext>
              </a:extLst>
            </p:cNvPr>
            <p:cNvSpPr/>
            <p:nvPr/>
          </p:nvSpPr>
          <p:spPr>
            <a:xfrm>
              <a:off x="209306" y="573831"/>
              <a:ext cx="98385" cy="98385"/>
            </a:xfrm>
            <a:prstGeom prst="ellipse">
              <a:avLst/>
            </a:prstGeom>
            <a:solidFill>
              <a:srgbClr val="FFC000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ko-KR"/>
              </a:defPPr>
              <a:lvl1pPr marL="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ko-KR" altLang="en-US">
                <a:solidFill>
                  <a:schemeClr val="tx1"/>
                </a:solidFill>
              </a:endParaRPr>
            </a:p>
          </p:txBody>
        </p:sp>
        <p:sp>
          <p:nvSpPr>
            <p:cNvPr id="40" name="TextBox 11">
              <a:extLst>
                <a:ext uri="{FF2B5EF4-FFF2-40B4-BE49-F238E27FC236}">
                  <a16:creationId xmlns:a16="http://schemas.microsoft.com/office/drawing/2014/main" id="{FD847F64-AE0D-14E2-20F2-A6002ED3253C}"/>
                </a:ext>
              </a:extLst>
            </p:cNvPr>
            <p:cNvSpPr txBox="1"/>
            <p:nvPr/>
          </p:nvSpPr>
          <p:spPr>
            <a:xfrm>
              <a:off x="318304" y="114311"/>
              <a:ext cx="2057763" cy="742666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>
              <a:defPPr>
                <a:defRPr lang="ko-KR"/>
              </a:defPPr>
              <a:lvl1pPr marL="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r>
                <a:rPr lang="ko-KR" altLang="en-US" sz="700"/>
                <a:t>간접조명 </a:t>
              </a:r>
              <a:r>
                <a:rPr lang="en-US" altLang="ko-KR" sz="700"/>
                <a:t>A SET</a:t>
              </a:r>
            </a:p>
            <a:p>
              <a:endParaRPr lang="en-US" altLang="ko-KR" sz="700"/>
            </a:p>
            <a:p>
              <a:r>
                <a:rPr lang="ko-KR" altLang="en-US" sz="700"/>
                <a:t>간접조명 센서 </a:t>
              </a:r>
              <a:r>
                <a:rPr lang="en-US" altLang="ko-KR" sz="700"/>
                <a:t>SET</a:t>
              </a:r>
            </a:p>
            <a:p>
              <a:endParaRPr lang="en-US" altLang="ko-KR" sz="700"/>
            </a:p>
            <a:p>
              <a:r>
                <a:rPr lang="ko-KR" altLang="en-US" sz="700"/>
                <a:t>우물천장간접조명 및 커튼박수 추가</a:t>
              </a:r>
              <a:r>
                <a:rPr lang="en-US" altLang="ko-KR" sz="700"/>
                <a:t>(</a:t>
              </a:r>
              <a:r>
                <a:rPr lang="ko-KR" altLang="en-US" sz="700"/>
                <a:t>별도 추가</a:t>
              </a:r>
              <a:r>
                <a:rPr lang="en-US" altLang="ko-KR" sz="700"/>
                <a:t>)</a:t>
              </a:r>
            </a:p>
            <a:p>
              <a:endParaRPr lang="en-US" altLang="ko-KR" sz="700"/>
            </a:p>
          </p:txBody>
        </p:sp>
      </p:grpSp>
      <p:sp>
        <p:nvSpPr>
          <p:cNvPr id="41" name="직사각형 40">
            <a:extLst>
              <a:ext uri="{FF2B5EF4-FFF2-40B4-BE49-F238E27FC236}">
                <a16:creationId xmlns:a16="http://schemas.microsoft.com/office/drawing/2014/main" id="{C5C9E77A-DEAE-9D47-483B-FF09F04B4174}"/>
              </a:ext>
            </a:extLst>
          </p:cNvPr>
          <p:cNvSpPr/>
          <p:nvPr/>
        </p:nvSpPr>
        <p:spPr>
          <a:xfrm rot="16200000" flipV="1">
            <a:off x="4482007" y="2613043"/>
            <a:ext cx="98385" cy="357825"/>
          </a:xfrm>
          <a:prstGeom prst="rect">
            <a:avLst/>
          </a:prstGeom>
          <a:solidFill>
            <a:srgbClr val="FFFF0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>
              <a:solidFill>
                <a:schemeClr val="tx1"/>
              </a:solidFill>
            </a:endParaRPr>
          </a:p>
        </p:txBody>
      </p:sp>
      <p:grpSp>
        <p:nvGrpSpPr>
          <p:cNvPr id="42" name="그룹 41">
            <a:extLst>
              <a:ext uri="{FF2B5EF4-FFF2-40B4-BE49-F238E27FC236}">
                <a16:creationId xmlns:a16="http://schemas.microsoft.com/office/drawing/2014/main" id="{E02A6787-40E9-73D6-29CA-1415CE53FCF2}"/>
              </a:ext>
            </a:extLst>
          </p:cNvPr>
          <p:cNvGrpSpPr/>
          <p:nvPr/>
        </p:nvGrpSpPr>
        <p:grpSpPr>
          <a:xfrm>
            <a:off x="8113958" y="4269085"/>
            <a:ext cx="100923" cy="1356633"/>
            <a:chOff x="4735802" y="4662002"/>
            <a:chExt cx="100923" cy="1356633"/>
          </a:xfrm>
        </p:grpSpPr>
        <p:sp>
          <p:nvSpPr>
            <p:cNvPr id="43" name="타원 42">
              <a:extLst>
                <a:ext uri="{FF2B5EF4-FFF2-40B4-BE49-F238E27FC236}">
                  <a16:creationId xmlns:a16="http://schemas.microsoft.com/office/drawing/2014/main" id="{7CBC3C25-0C5D-5C08-A26A-83FCC19EA7F6}"/>
                </a:ext>
              </a:extLst>
            </p:cNvPr>
            <p:cNvSpPr/>
            <p:nvPr/>
          </p:nvSpPr>
          <p:spPr>
            <a:xfrm>
              <a:off x="4737834" y="4662002"/>
              <a:ext cx="98385" cy="98385"/>
            </a:xfrm>
            <a:prstGeom prst="ellipse">
              <a:avLst/>
            </a:prstGeom>
            <a:solidFill>
              <a:srgbClr val="FF0000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>
                <a:solidFill>
                  <a:schemeClr val="tx1"/>
                </a:solidFill>
              </a:endParaRPr>
            </a:p>
          </p:txBody>
        </p:sp>
        <p:sp>
          <p:nvSpPr>
            <p:cNvPr id="44" name="타원 43">
              <a:extLst>
                <a:ext uri="{FF2B5EF4-FFF2-40B4-BE49-F238E27FC236}">
                  <a16:creationId xmlns:a16="http://schemas.microsoft.com/office/drawing/2014/main" id="{1B9BE5FA-9268-B7BD-94A8-C9D0DC1508E1}"/>
                </a:ext>
              </a:extLst>
            </p:cNvPr>
            <p:cNvSpPr/>
            <p:nvPr/>
          </p:nvSpPr>
          <p:spPr>
            <a:xfrm>
              <a:off x="4735802" y="5291218"/>
              <a:ext cx="98385" cy="98385"/>
            </a:xfrm>
            <a:prstGeom prst="ellipse">
              <a:avLst/>
            </a:prstGeom>
            <a:solidFill>
              <a:srgbClr val="FF0000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>
                <a:solidFill>
                  <a:schemeClr val="tx1"/>
                </a:solidFill>
              </a:endParaRPr>
            </a:p>
          </p:txBody>
        </p:sp>
        <p:sp>
          <p:nvSpPr>
            <p:cNvPr id="45" name="타원 44">
              <a:extLst>
                <a:ext uri="{FF2B5EF4-FFF2-40B4-BE49-F238E27FC236}">
                  <a16:creationId xmlns:a16="http://schemas.microsoft.com/office/drawing/2014/main" id="{AE026DCB-7C35-B52D-F9A0-1B382B9E53F9}"/>
                </a:ext>
              </a:extLst>
            </p:cNvPr>
            <p:cNvSpPr/>
            <p:nvPr/>
          </p:nvSpPr>
          <p:spPr>
            <a:xfrm>
              <a:off x="4738340" y="5920250"/>
              <a:ext cx="98385" cy="98385"/>
            </a:xfrm>
            <a:prstGeom prst="ellipse">
              <a:avLst/>
            </a:prstGeom>
            <a:solidFill>
              <a:srgbClr val="FF0000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>
                <a:solidFill>
                  <a:schemeClr val="tx1"/>
                </a:solidFill>
              </a:endParaRPr>
            </a:p>
          </p:txBody>
        </p:sp>
      </p:grpSp>
      <p:grpSp>
        <p:nvGrpSpPr>
          <p:cNvPr id="46" name="그룹 45">
            <a:extLst>
              <a:ext uri="{FF2B5EF4-FFF2-40B4-BE49-F238E27FC236}">
                <a16:creationId xmlns:a16="http://schemas.microsoft.com/office/drawing/2014/main" id="{C8CEB438-4484-39D2-A8B5-18C31E5668A3}"/>
              </a:ext>
            </a:extLst>
          </p:cNvPr>
          <p:cNvGrpSpPr/>
          <p:nvPr/>
        </p:nvGrpSpPr>
        <p:grpSpPr>
          <a:xfrm>
            <a:off x="6249038" y="4280974"/>
            <a:ext cx="100923" cy="1356633"/>
            <a:chOff x="4735802" y="4662002"/>
            <a:chExt cx="100923" cy="1356633"/>
          </a:xfrm>
        </p:grpSpPr>
        <p:sp>
          <p:nvSpPr>
            <p:cNvPr id="47" name="타원 46">
              <a:extLst>
                <a:ext uri="{FF2B5EF4-FFF2-40B4-BE49-F238E27FC236}">
                  <a16:creationId xmlns:a16="http://schemas.microsoft.com/office/drawing/2014/main" id="{82CDCB67-D36A-A56A-08E0-E548144F2E70}"/>
                </a:ext>
              </a:extLst>
            </p:cNvPr>
            <p:cNvSpPr/>
            <p:nvPr/>
          </p:nvSpPr>
          <p:spPr>
            <a:xfrm>
              <a:off x="4737834" y="4662002"/>
              <a:ext cx="98385" cy="98385"/>
            </a:xfrm>
            <a:prstGeom prst="ellipse">
              <a:avLst/>
            </a:prstGeom>
            <a:solidFill>
              <a:srgbClr val="FF0000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>
                <a:solidFill>
                  <a:schemeClr val="tx1"/>
                </a:solidFill>
              </a:endParaRPr>
            </a:p>
          </p:txBody>
        </p:sp>
        <p:sp>
          <p:nvSpPr>
            <p:cNvPr id="48" name="타원 47">
              <a:extLst>
                <a:ext uri="{FF2B5EF4-FFF2-40B4-BE49-F238E27FC236}">
                  <a16:creationId xmlns:a16="http://schemas.microsoft.com/office/drawing/2014/main" id="{16E86D38-E3E4-A047-F3BA-E674CB064555}"/>
                </a:ext>
              </a:extLst>
            </p:cNvPr>
            <p:cNvSpPr/>
            <p:nvPr/>
          </p:nvSpPr>
          <p:spPr>
            <a:xfrm>
              <a:off x="4735802" y="5291218"/>
              <a:ext cx="98385" cy="98385"/>
            </a:xfrm>
            <a:prstGeom prst="ellipse">
              <a:avLst/>
            </a:prstGeom>
            <a:solidFill>
              <a:srgbClr val="FF0000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>
                <a:solidFill>
                  <a:schemeClr val="tx1"/>
                </a:solidFill>
              </a:endParaRPr>
            </a:p>
          </p:txBody>
        </p:sp>
        <p:sp>
          <p:nvSpPr>
            <p:cNvPr id="49" name="타원 48">
              <a:extLst>
                <a:ext uri="{FF2B5EF4-FFF2-40B4-BE49-F238E27FC236}">
                  <a16:creationId xmlns:a16="http://schemas.microsoft.com/office/drawing/2014/main" id="{0EE423F2-3821-7EBF-71A1-52E4C20007B2}"/>
                </a:ext>
              </a:extLst>
            </p:cNvPr>
            <p:cNvSpPr/>
            <p:nvPr/>
          </p:nvSpPr>
          <p:spPr>
            <a:xfrm>
              <a:off x="4738340" y="5920250"/>
              <a:ext cx="98385" cy="98385"/>
            </a:xfrm>
            <a:prstGeom prst="ellipse">
              <a:avLst/>
            </a:prstGeom>
            <a:solidFill>
              <a:srgbClr val="FF0000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>
                <a:solidFill>
                  <a:schemeClr val="tx1"/>
                </a:solidFill>
              </a:endParaRPr>
            </a:p>
          </p:txBody>
        </p:sp>
      </p:grpSp>
      <p:sp>
        <p:nvSpPr>
          <p:cNvPr id="52" name="직사각형 51">
            <a:extLst>
              <a:ext uri="{FF2B5EF4-FFF2-40B4-BE49-F238E27FC236}">
                <a16:creationId xmlns:a16="http://schemas.microsoft.com/office/drawing/2014/main" id="{5B9C963E-23F6-E6EB-7A6C-15FCDE151D73}"/>
              </a:ext>
            </a:extLst>
          </p:cNvPr>
          <p:cNvSpPr/>
          <p:nvPr/>
        </p:nvSpPr>
        <p:spPr>
          <a:xfrm rot="16200000" flipV="1">
            <a:off x="8576169" y="3332180"/>
            <a:ext cx="98385" cy="357825"/>
          </a:xfrm>
          <a:prstGeom prst="rect">
            <a:avLst/>
          </a:prstGeom>
          <a:solidFill>
            <a:srgbClr val="FFFF0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>
              <a:solidFill>
                <a:schemeClr val="tx1"/>
              </a:solidFill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30CFC47C-E2A0-F42D-3B3C-3E73C6CC6B32}"/>
              </a:ext>
            </a:extLst>
          </p:cNvPr>
          <p:cNvSpPr txBox="1"/>
          <p:nvPr/>
        </p:nvSpPr>
        <p:spPr>
          <a:xfrm>
            <a:off x="4310185" y="6380495"/>
            <a:ext cx="1988045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sz="1400" b="1" err="1">
                <a:highlight>
                  <a:srgbClr val="FFFF00"/>
                </a:highlight>
              </a:rPr>
              <a:t>가벽</a:t>
            </a:r>
            <a:r>
              <a:rPr lang="ko-KR" altLang="en-US" sz="1400" b="1">
                <a:highlight>
                  <a:srgbClr val="FFFF00"/>
                </a:highlight>
              </a:rPr>
              <a:t> 있나 확인 필요함</a:t>
            </a:r>
          </a:p>
        </p:txBody>
      </p:sp>
      <p:sp>
        <p:nvSpPr>
          <p:cNvPr id="50" name="화살표: 위쪽 49">
            <a:extLst>
              <a:ext uri="{FF2B5EF4-FFF2-40B4-BE49-F238E27FC236}">
                <a16:creationId xmlns:a16="http://schemas.microsoft.com/office/drawing/2014/main" id="{04A0CA28-B50C-C058-DE90-018E2C559FBF}"/>
              </a:ext>
            </a:extLst>
          </p:cNvPr>
          <p:cNvSpPr/>
          <p:nvPr/>
        </p:nvSpPr>
        <p:spPr>
          <a:xfrm>
            <a:off x="5914244" y="5838825"/>
            <a:ext cx="170097" cy="505219"/>
          </a:xfrm>
          <a:prstGeom prst="up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grpSp>
        <p:nvGrpSpPr>
          <p:cNvPr id="59" name="그룹 58">
            <a:extLst>
              <a:ext uri="{FF2B5EF4-FFF2-40B4-BE49-F238E27FC236}">
                <a16:creationId xmlns:a16="http://schemas.microsoft.com/office/drawing/2014/main" id="{E978C7E4-C0F7-A3A0-894B-BE53E86FB9DF}"/>
              </a:ext>
            </a:extLst>
          </p:cNvPr>
          <p:cNvGrpSpPr/>
          <p:nvPr/>
        </p:nvGrpSpPr>
        <p:grpSpPr>
          <a:xfrm>
            <a:off x="4775086" y="3670295"/>
            <a:ext cx="764953" cy="273636"/>
            <a:chOff x="2052531" y="808997"/>
            <a:chExt cx="764953" cy="273636"/>
          </a:xfrm>
        </p:grpSpPr>
        <p:sp>
          <p:nvSpPr>
            <p:cNvPr id="60" name="TextBox 59">
              <a:extLst>
                <a:ext uri="{FF2B5EF4-FFF2-40B4-BE49-F238E27FC236}">
                  <a16:creationId xmlns:a16="http://schemas.microsoft.com/office/drawing/2014/main" id="{DE73F2F0-B155-516E-5794-4034DA504D45}"/>
                </a:ext>
              </a:extLst>
            </p:cNvPr>
            <p:cNvSpPr txBox="1"/>
            <p:nvPr/>
          </p:nvSpPr>
          <p:spPr>
            <a:xfrm>
              <a:off x="2052531" y="897967"/>
              <a:ext cx="764953" cy="184666"/>
            </a:xfrm>
            <a:prstGeom prst="rect">
              <a:avLst/>
            </a:prstGeom>
            <a:solidFill>
              <a:schemeClr val="bg1">
                <a:lumMod val="95000"/>
              </a:schemeClr>
            </a:solidFill>
          </p:spPr>
          <p:txBody>
            <a:bodyPr wrap="none" rtlCol="0">
              <a:spAutoFit/>
            </a:bodyPr>
            <a:lstStyle/>
            <a:p>
              <a:r>
                <a:rPr lang="ko-KR" altLang="en-US" sz="600" b="1"/>
                <a:t>서비스 조명 </a:t>
              </a:r>
              <a:r>
                <a:rPr lang="en-US" altLang="ko-KR" sz="600" b="1"/>
                <a:t>2EA</a:t>
              </a:r>
              <a:endParaRPr lang="ko-KR" altLang="en-US" sz="600" b="1"/>
            </a:p>
          </p:txBody>
        </p:sp>
        <p:grpSp>
          <p:nvGrpSpPr>
            <p:cNvPr id="61" name="그룹 60">
              <a:extLst>
                <a:ext uri="{FF2B5EF4-FFF2-40B4-BE49-F238E27FC236}">
                  <a16:creationId xmlns:a16="http://schemas.microsoft.com/office/drawing/2014/main" id="{F1A3D6AD-B385-CB11-F51A-BC1CC4B7E4DA}"/>
                </a:ext>
              </a:extLst>
            </p:cNvPr>
            <p:cNvGrpSpPr/>
            <p:nvPr/>
          </p:nvGrpSpPr>
          <p:grpSpPr>
            <a:xfrm rot="5400000">
              <a:off x="2382760" y="491467"/>
              <a:ext cx="98800" cy="733859"/>
              <a:chOff x="4737848" y="4877902"/>
              <a:chExt cx="98800" cy="733859"/>
            </a:xfrm>
            <a:solidFill>
              <a:srgbClr val="FF00FF"/>
            </a:solidFill>
          </p:grpSpPr>
          <p:sp>
            <p:nvSpPr>
              <p:cNvPr id="62" name="타원 61">
                <a:extLst>
                  <a:ext uri="{FF2B5EF4-FFF2-40B4-BE49-F238E27FC236}">
                    <a16:creationId xmlns:a16="http://schemas.microsoft.com/office/drawing/2014/main" id="{FB0B1004-49D0-3E1E-822A-E7E0BC4EA800}"/>
                  </a:ext>
                </a:extLst>
              </p:cNvPr>
              <p:cNvSpPr/>
              <p:nvPr/>
            </p:nvSpPr>
            <p:spPr>
              <a:xfrm>
                <a:off x="4737848" y="4877902"/>
                <a:ext cx="98385" cy="98385"/>
              </a:xfrm>
              <a:prstGeom prst="ellipse">
                <a:avLst/>
              </a:prstGeom>
              <a:grpFill/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>
                  <a:solidFill>
                    <a:schemeClr val="tx1"/>
                  </a:solidFill>
                </a:endParaRPr>
              </a:p>
            </p:txBody>
          </p:sp>
          <p:sp>
            <p:nvSpPr>
              <p:cNvPr id="63" name="타원 62">
                <a:extLst>
                  <a:ext uri="{FF2B5EF4-FFF2-40B4-BE49-F238E27FC236}">
                    <a16:creationId xmlns:a16="http://schemas.microsoft.com/office/drawing/2014/main" id="{7FF901FB-CE3B-19EF-F981-0AE09E7DE001}"/>
                  </a:ext>
                </a:extLst>
              </p:cNvPr>
              <p:cNvSpPr/>
              <p:nvPr/>
            </p:nvSpPr>
            <p:spPr>
              <a:xfrm>
                <a:off x="4738263" y="5513376"/>
                <a:ext cx="98385" cy="98385"/>
              </a:xfrm>
              <a:prstGeom prst="ellipse">
                <a:avLst/>
              </a:prstGeom>
              <a:grpFill/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>
                  <a:solidFill>
                    <a:schemeClr val="tx1"/>
                  </a:solidFill>
                </a:endParaRPr>
              </a:p>
            </p:txBody>
          </p:sp>
        </p:grpSp>
      </p:grpSp>
      <p:grpSp>
        <p:nvGrpSpPr>
          <p:cNvPr id="64" name="그룹 63">
            <a:extLst>
              <a:ext uri="{FF2B5EF4-FFF2-40B4-BE49-F238E27FC236}">
                <a16:creationId xmlns:a16="http://schemas.microsoft.com/office/drawing/2014/main" id="{D2608ABD-06F7-7D46-B6BB-8EAEEFB564CB}"/>
              </a:ext>
            </a:extLst>
          </p:cNvPr>
          <p:cNvGrpSpPr/>
          <p:nvPr/>
        </p:nvGrpSpPr>
        <p:grpSpPr>
          <a:xfrm>
            <a:off x="5818745" y="946662"/>
            <a:ext cx="2087004" cy="879931"/>
            <a:chOff x="4807567" y="3887595"/>
            <a:chExt cx="2087004" cy="879931"/>
          </a:xfrm>
        </p:grpSpPr>
        <p:sp>
          <p:nvSpPr>
            <p:cNvPr id="65" name="직사각형 64">
              <a:extLst>
                <a:ext uri="{FF2B5EF4-FFF2-40B4-BE49-F238E27FC236}">
                  <a16:creationId xmlns:a16="http://schemas.microsoft.com/office/drawing/2014/main" id="{0E55D0D6-C775-2E06-3BBE-363CDD5093BB}"/>
                </a:ext>
              </a:extLst>
            </p:cNvPr>
            <p:cNvSpPr/>
            <p:nvPr/>
          </p:nvSpPr>
          <p:spPr>
            <a:xfrm rot="16200000" flipV="1">
              <a:off x="5982270" y="3855224"/>
              <a:ext cx="52664" cy="1771939"/>
            </a:xfrm>
            <a:prstGeom prst="rect">
              <a:avLst/>
            </a:prstGeom>
            <a:solidFill>
              <a:srgbClr val="FF00FF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66" name="TextBox 65">
              <a:extLst>
                <a:ext uri="{FF2B5EF4-FFF2-40B4-BE49-F238E27FC236}">
                  <a16:creationId xmlns:a16="http://schemas.microsoft.com/office/drawing/2014/main" id="{E08FC1D6-3E12-D52E-E78C-8D7387C5254A}"/>
                </a:ext>
              </a:extLst>
            </p:cNvPr>
            <p:cNvSpPr txBox="1"/>
            <p:nvPr/>
          </p:nvSpPr>
          <p:spPr>
            <a:xfrm>
              <a:off x="4807567" y="3887595"/>
              <a:ext cx="1303562" cy="230832"/>
            </a:xfrm>
            <a:prstGeom prst="rect">
              <a:avLst/>
            </a:prstGeom>
            <a:solidFill>
              <a:srgbClr val="FFC000"/>
            </a:solidFill>
          </p:spPr>
          <p:txBody>
            <a:bodyPr wrap="none" rtlCol="0">
              <a:spAutoFit/>
            </a:bodyPr>
            <a:lstStyle/>
            <a:p>
              <a:r>
                <a:rPr lang="ko-KR" altLang="en-US" sz="900" b="1"/>
                <a:t>싱크대 </a:t>
              </a:r>
              <a:r>
                <a:rPr lang="ko-KR" altLang="en-US" sz="900" b="1" err="1"/>
                <a:t>간접등</a:t>
              </a:r>
              <a:r>
                <a:rPr lang="ko-KR" altLang="en-US" sz="900" b="1"/>
                <a:t> 서비스</a:t>
              </a:r>
            </a:p>
          </p:txBody>
        </p:sp>
        <p:cxnSp>
          <p:nvCxnSpPr>
            <p:cNvPr id="67" name="직선 화살표 연결선 66">
              <a:extLst>
                <a:ext uri="{FF2B5EF4-FFF2-40B4-BE49-F238E27FC236}">
                  <a16:creationId xmlns:a16="http://schemas.microsoft.com/office/drawing/2014/main" id="{0FEFA2AF-73F8-90C9-5610-38E7D3C107D1}"/>
                </a:ext>
              </a:extLst>
            </p:cNvPr>
            <p:cNvCxnSpPr>
              <a:cxnSpLocks/>
              <a:stCxn id="65" idx="2"/>
            </p:cNvCxnSpPr>
            <p:nvPr/>
          </p:nvCxnSpPr>
          <p:spPr>
            <a:xfrm flipV="1">
              <a:off x="5122633" y="4080208"/>
              <a:ext cx="0" cy="660986"/>
            </a:xfrm>
            <a:prstGeom prst="straightConnector1">
              <a:avLst/>
            </a:prstGeom>
            <a:ln>
              <a:tailEnd type="triangle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55" name="사각형: 둥근 모서리 54">
            <a:extLst>
              <a:ext uri="{FF2B5EF4-FFF2-40B4-BE49-F238E27FC236}">
                <a16:creationId xmlns:a16="http://schemas.microsoft.com/office/drawing/2014/main" id="{2C307E98-6DF7-4359-4FA0-0A2987F950C4}"/>
              </a:ext>
            </a:extLst>
          </p:cNvPr>
          <p:cNvSpPr/>
          <p:nvPr/>
        </p:nvSpPr>
        <p:spPr>
          <a:xfrm>
            <a:off x="6873492" y="4524562"/>
            <a:ext cx="787364" cy="818963"/>
          </a:xfrm>
          <a:prstGeom prst="roundRect">
            <a:avLst>
              <a:gd name="adj" fmla="val 15666"/>
            </a:avLst>
          </a:prstGeom>
          <a:noFill/>
          <a:ln w="38100">
            <a:solidFill>
              <a:schemeClr val="accent2">
                <a:lumMod val="60000"/>
                <a:lumOff val="4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>
              <a:solidFill>
                <a:schemeClr val="tx1"/>
              </a:solidFill>
            </a:endParaRPr>
          </a:p>
        </p:txBody>
      </p:sp>
      <p:pic>
        <p:nvPicPr>
          <p:cNvPr id="57" name="그림 56">
            <a:extLst>
              <a:ext uri="{FF2B5EF4-FFF2-40B4-BE49-F238E27FC236}">
                <a16:creationId xmlns:a16="http://schemas.microsoft.com/office/drawing/2014/main" id="{62FA76FA-3EF4-3EE9-BC6C-112DCA00FBA6}"/>
              </a:ext>
            </a:extLst>
          </p:cNvPr>
          <p:cNvPicPr>
            <a:picLocks noChangeAspect="1"/>
          </p:cNvPicPr>
          <p:nvPr/>
        </p:nvPicPr>
        <p:blipFill>
          <a:blip r:embed="rId5"/>
          <a:srcRect t="2320" b="-1"/>
          <a:stretch>
            <a:fillRect/>
          </a:stretch>
        </p:blipFill>
        <p:spPr>
          <a:xfrm>
            <a:off x="10375104" y="4045808"/>
            <a:ext cx="2236971" cy="1554480"/>
          </a:xfrm>
          <a:prstGeom prst="rect">
            <a:avLst/>
          </a:prstGeom>
        </p:spPr>
      </p:pic>
      <p:sp>
        <p:nvSpPr>
          <p:cNvPr id="68" name="TextBox 67">
            <a:extLst>
              <a:ext uri="{FF2B5EF4-FFF2-40B4-BE49-F238E27FC236}">
                <a16:creationId xmlns:a16="http://schemas.microsoft.com/office/drawing/2014/main" id="{5DC85246-C64A-3622-2D06-19902AC93EE2}"/>
              </a:ext>
            </a:extLst>
          </p:cNvPr>
          <p:cNvSpPr txBox="1"/>
          <p:nvPr/>
        </p:nvSpPr>
        <p:spPr>
          <a:xfrm>
            <a:off x="6196369" y="6199649"/>
            <a:ext cx="2229372" cy="55399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1000" b="1" err="1">
                <a:highlight>
                  <a:srgbClr val="FFFF00"/>
                </a:highlight>
              </a:rPr>
              <a:t>실링팬</a:t>
            </a:r>
            <a:r>
              <a:rPr lang="ko-KR" altLang="en-US" sz="1000" b="1">
                <a:highlight>
                  <a:srgbClr val="FFFF00"/>
                </a:highlight>
              </a:rPr>
              <a:t> </a:t>
            </a:r>
            <a:r>
              <a:rPr lang="ko-KR" altLang="en-US" sz="1000" b="1" err="1">
                <a:highlight>
                  <a:srgbClr val="FFFF00"/>
                </a:highlight>
              </a:rPr>
              <a:t>루씨에어</a:t>
            </a:r>
            <a:endParaRPr lang="en-US" altLang="ko-KR" sz="1000" b="1">
              <a:highlight>
                <a:srgbClr val="FFFF00"/>
              </a:highlight>
            </a:endParaRPr>
          </a:p>
          <a:p>
            <a:r>
              <a:rPr lang="ko-KR" altLang="en-US" sz="1000" b="1">
                <a:highlight>
                  <a:srgbClr val="FFFF00"/>
                </a:highlight>
              </a:rPr>
              <a:t>설치</a:t>
            </a:r>
            <a:r>
              <a:rPr lang="en-US" altLang="ko-KR" sz="1000" b="1">
                <a:highlight>
                  <a:srgbClr val="FFFF00"/>
                </a:highlight>
              </a:rPr>
              <a:t>+</a:t>
            </a:r>
            <a:r>
              <a:rPr lang="ko-KR" altLang="en-US" sz="1000" b="1">
                <a:highlight>
                  <a:srgbClr val="FFFF00"/>
                </a:highlight>
              </a:rPr>
              <a:t>보강</a:t>
            </a:r>
            <a:r>
              <a:rPr lang="en-US" altLang="ko-KR" sz="1000" b="1">
                <a:highlight>
                  <a:srgbClr val="FFFF00"/>
                </a:highlight>
              </a:rPr>
              <a:t>+</a:t>
            </a:r>
            <a:r>
              <a:rPr lang="ko-KR" altLang="en-US" sz="1000" b="1">
                <a:highlight>
                  <a:srgbClr val="FFFF00"/>
                </a:highlight>
              </a:rPr>
              <a:t>우물 천장 안 실크 도배</a:t>
            </a:r>
            <a:br>
              <a:rPr lang="en-US" altLang="ko-KR" sz="1000" b="1">
                <a:highlight>
                  <a:srgbClr val="FFFF00"/>
                </a:highlight>
              </a:rPr>
            </a:br>
            <a:r>
              <a:rPr lang="ko-KR" altLang="en-US" sz="1000" b="1">
                <a:highlight>
                  <a:srgbClr val="FFFF00"/>
                </a:highlight>
              </a:rPr>
              <a:t>우물조명 </a:t>
            </a:r>
            <a:r>
              <a:rPr lang="en-US" altLang="ko-KR" sz="1000" b="1">
                <a:highlight>
                  <a:srgbClr val="FFFF00"/>
                </a:highlight>
              </a:rPr>
              <a:t>2</a:t>
            </a:r>
            <a:r>
              <a:rPr lang="ko-KR" altLang="en-US" sz="1000" b="1">
                <a:highlight>
                  <a:srgbClr val="FFFF00"/>
                </a:highlight>
              </a:rPr>
              <a:t>줄 </a:t>
            </a:r>
            <a:r>
              <a:rPr lang="ko-KR" altLang="en-US" sz="1000" b="1" err="1">
                <a:highlight>
                  <a:srgbClr val="FFFF00"/>
                </a:highlight>
              </a:rPr>
              <a:t>전구색</a:t>
            </a:r>
            <a:r>
              <a:rPr lang="en-US" altLang="ko-KR" sz="1000" b="1">
                <a:highlight>
                  <a:srgbClr val="FFFF00"/>
                </a:highlight>
              </a:rPr>
              <a:t>+</a:t>
            </a:r>
            <a:r>
              <a:rPr lang="ko-KR" altLang="en-US" sz="1000" b="1" err="1">
                <a:highlight>
                  <a:srgbClr val="FFFF00"/>
                </a:highlight>
              </a:rPr>
              <a:t>주백색</a:t>
            </a:r>
            <a:endParaRPr lang="en-US" altLang="ko-KR" sz="1000" b="1">
              <a:highlight>
                <a:srgbClr val="FFFF00"/>
              </a:highlight>
            </a:endParaRPr>
          </a:p>
        </p:txBody>
      </p:sp>
      <p:grpSp>
        <p:nvGrpSpPr>
          <p:cNvPr id="69" name="그룹 68">
            <a:extLst>
              <a:ext uri="{FF2B5EF4-FFF2-40B4-BE49-F238E27FC236}">
                <a16:creationId xmlns:a16="http://schemas.microsoft.com/office/drawing/2014/main" id="{24A04E42-8B06-EC08-F9A7-56A82D637CCB}"/>
              </a:ext>
            </a:extLst>
          </p:cNvPr>
          <p:cNvGrpSpPr/>
          <p:nvPr/>
        </p:nvGrpSpPr>
        <p:grpSpPr>
          <a:xfrm>
            <a:off x="4762024" y="4640805"/>
            <a:ext cx="98814" cy="650518"/>
            <a:chOff x="4737834" y="4900127"/>
            <a:chExt cx="98814" cy="650518"/>
          </a:xfrm>
          <a:solidFill>
            <a:srgbClr val="00B0F0"/>
          </a:solidFill>
        </p:grpSpPr>
        <p:sp>
          <p:nvSpPr>
            <p:cNvPr id="70" name="타원 69">
              <a:extLst>
                <a:ext uri="{FF2B5EF4-FFF2-40B4-BE49-F238E27FC236}">
                  <a16:creationId xmlns:a16="http://schemas.microsoft.com/office/drawing/2014/main" id="{7A8A4673-C64F-286E-233D-49CF49D88EAD}"/>
                </a:ext>
              </a:extLst>
            </p:cNvPr>
            <p:cNvSpPr/>
            <p:nvPr/>
          </p:nvSpPr>
          <p:spPr>
            <a:xfrm>
              <a:off x="4737834" y="4900127"/>
              <a:ext cx="98385" cy="98385"/>
            </a:xfrm>
            <a:prstGeom prst="ellipse">
              <a:avLst/>
            </a:prstGeom>
            <a:grpFill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>
                <a:solidFill>
                  <a:schemeClr val="tx1"/>
                </a:solidFill>
              </a:endParaRPr>
            </a:p>
          </p:txBody>
        </p:sp>
        <p:sp>
          <p:nvSpPr>
            <p:cNvPr id="71" name="타원 70">
              <a:extLst>
                <a:ext uri="{FF2B5EF4-FFF2-40B4-BE49-F238E27FC236}">
                  <a16:creationId xmlns:a16="http://schemas.microsoft.com/office/drawing/2014/main" id="{4794D1CE-8684-14A5-7DB9-F3570CD4FD6C}"/>
                </a:ext>
              </a:extLst>
            </p:cNvPr>
            <p:cNvSpPr/>
            <p:nvPr/>
          </p:nvSpPr>
          <p:spPr>
            <a:xfrm>
              <a:off x="4738263" y="5452260"/>
              <a:ext cx="98385" cy="98385"/>
            </a:xfrm>
            <a:prstGeom prst="ellipse">
              <a:avLst/>
            </a:prstGeom>
            <a:grpFill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>
                <a:solidFill>
                  <a:schemeClr val="tx1"/>
                </a:solidFill>
              </a:endParaRPr>
            </a:p>
          </p:txBody>
        </p:sp>
      </p:grpSp>
      <p:grpSp>
        <p:nvGrpSpPr>
          <p:cNvPr id="72" name="그룹 71">
            <a:extLst>
              <a:ext uri="{FF2B5EF4-FFF2-40B4-BE49-F238E27FC236}">
                <a16:creationId xmlns:a16="http://schemas.microsoft.com/office/drawing/2014/main" id="{10E27382-02E1-CA68-0A13-06A7B4FCB4E1}"/>
              </a:ext>
            </a:extLst>
          </p:cNvPr>
          <p:cNvGrpSpPr/>
          <p:nvPr/>
        </p:nvGrpSpPr>
        <p:grpSpPr>
          <a:xfrm>
            <a:off x="3168864" y="4622234"/>
            <a:ext cx="98814" cy="650518"/>
            <a:chOff x="4737834" y="4900127"/>
            <a:chExt cx="98814" cy="650518"/>
          </a:xfrm>
          <a:solidFill>
            <a:srgbClr val="00B0F0"/>
          </a:solidFill>
        </p:grpSpPr>
        <p:sp>
          <p:nvSpPr>
            <p:cNvPr id="73" name="타원 72">
              <a:extLst>
                <a:ext uri="{FF2B5EF4-FFF2-40B4-BE49-F238E27FC236}">
                  <a16:creationId xmlns:a16="http://schemas.microsoft.com/office/drawing/2014/main" id="{858F5161-3A79-722B-63DA-4FB127B8B124}"/>
                </a:ext>
              </a:extLst>
            </p:cNvPr>
            <p:cNvSpPr/>
            <p:nvPr/>
          </p:nvSpPr>
          <p:spPr>
            <a:xfrm>
              <a:off x="4737834" y="4900127"/>
              <a:ext cx="98385" cy="98385"/>
            </a:xfrm>
            <a:prstGeom prst="ellipse">
              <a:avLst/>
            </a:prstGeom>
            <a:grpFill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>
                <a:solidFill>
                  <a:schemeClr val="tx1"/>
                </a:solidFill>
              </a:endParaRPr>
            </a:p>
          </p:txBody>
        </p:sp>
        <p:sp>
          <p:nvSpPr>
            <p:cNvPr id="74" name="타원 73">
              <a:extLst>
                <a:ext uri="{FF2B5EF4-FFF2-40B4-BE49-F238E27FC236}">
                  <a16:creationId xmlns:a16="http://schemas.microsoft.com/office/drawing/2014/main" id="{6D4E4289-2F65-1807-8A96-9E487DF36262}"/>
                </a:ext>
              </a:extLst>
            </p:cNvPr>
            <p:cNvSpPr/>
            <p:nvPr/>
          </p:nvSpPr>
          <p:spPr>
            <a:xfrm>
              <a:off x="4738263" y="5452260"/>
              <a:ext cx="98385" cy="98385"/>
            </a:xfrm>
            <a:prstGeom prst="ellipse">
              <a:avLst/>
            </a:prstGeom>
            <a:grpFill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>
                <a:solidFill>
                  <a:schemeClr val="tx1"/>
                </a:solidFill>
              </a:endParaRPr>
            </a:p>
          </p:txBody>
        </p:sp>
      </p:grpSp>
      <p:sp>
        <p:nvSpPr>
          <p:cNvPr id="78" name="직사각형 77">
            <a:extLst>
              <a:ext uri="{FF2B5EF4-FFF2-40B4-BE49-F238E27FC236}">
                <a16:creationId xmlns:a16="http://schemas.microsoft.com/office/drawing/2014/main" id="{E50F8CD2-E19D-165E-3A21-9DC81C211589}"/>
              </a:ext>
            </a:extLst>
          </p:cNvPr>
          <p:cNvSpPr/>
          <p:nvPr/>
        </p:nvSpPr>
        <p:spPr>
          <a:xfrm>
            <a:off x="4964137" y="4137229"/>
            <a:ext cx="946503" cy="1590471"/>
          </a:xfrm>
          <a:prstGeom prst="rect">
            <a:avLst/>
          </a:prstGeom>
          <a:solidFill>
            <a:srgbClr val="9E9E9E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2" name="직사각형 1">
            <a:extLst>
              <a:ext uri="{FF2B5EF4-FFF2-40B4-BE49-F238E27FC236}">
                <a16:creationId xmlns:a16="http://schemas.microsoft.com/office/drawing/2014/main" id="{6997A3F8-A80A-EA81-505C-D4A5F14002B2}"/>
              </a:ext>
            </a:extLst>
          </p:cNvPr>
          <p:cNvSpPr/>
          <p:nvPr/>
        </p:nvSpPr>
        <p:spPr>
          <a:xfrm>
            <a:off x="5914244" y="4376925"/>
            <a:ext cx="191222" cy="1461900"/>
          </a:xfrm>
          <a:prstGeom prst="rect">
            <a:avLst/>
          </a:prstGeom>
          <a:solidFill>
            <a:schemeClr val="accent1">
              <a:lumMod val="40000"/>
              <a:lumOff val="6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050" b="1" err="1"/>
              <a:t>가벽</a:t>
            </a:r>
            <a:endParaRPr lang="ko-KR" altLang="en-US" sz="1050" b="1"/>
          </a:p>
        </p:txBody>
      </p:sp>
      <p:grpSp>
        <p:nvGrpSpPr>
          <p:cNvPr id="75" name="그룹 74">
            <a:extLst>
              <a:ext uri="{FF2B5EF4-FFF2-40B4-BE49-F238E27FC236}">
                <a16:creationId xmlns:a16="http://schemas.microsoft.com/office/drawing/2014/main" id="{3A0A105E-8627-BE3B-65BD-5EF50B493514}"/>
              </a:ext>
            </a:extLst>
          </p:cNvPr>
          <p:cNvGrpSpPr/>
          <p:nvPr/>
        </p:nvGrpSpPr>
        <p:grpSpPr>
          <a:xfrm>
            <a:off x="5781318" y="4634123"/>
            <a:ext cx="98814" cy="650518"/>
            <a:chOff x="4737834" y="4900127"/>
            <a:chExt cx="98814" cy="650518"/>
          </a:xfrm>
          <a:solidFill>
            <a:srgbClr val="00B0F0"/>
          </a:solidFill>
        </p:grpSpPr>
        <p:sp>
          <p:nvSpPr>
            <p:cNvPr id="76" name="타원 75">
              <a:extLst>
                <a:ext uri="{FF2B5EF4-FFF2-40B4-BE49-F238E27FC236}">
                  <a16:creationId xmlns:a16="http://schemas.microsoft.com/office/drawing/2014/main" id="{FB1B3E9C-FE48-9F83-FA3D-D21A28BE43F7}"/>
                </a:ext>
              </a:extLst>
            </p:cNvPr>
            <p:cNvSpPr/>
            <p:nvPr/>
          </p:nvSpPr>
          <p:spPr>
            <a:xfrm>
              <a:off x="4737834" y="4900127"/>
              <a:ext cx="98385" cy="98385"/>
            </a:xfrm>
            <a:prstGeom prst="ellipse">
              <a:avLst/>
            </a:prstGeom>
            <a:grpFill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>
                <a:solidFill>
                  <a:schemeClr val="tx1"/>
                </a:solidFill>
              </a:endParaRPr>
            </a:p>
          </p:txBody>
        </p:sp>
        <p:sp>
          <p:nvSpPr>
            <p:cNvPr id="77" name="타원 76">
              <a:extLst>
                <a:ext uri="{FF2B5EF4-FFF2-40B4-BE49-F238E27FC236}">
                  <a16:creationId xmlns:a16="http://schemas.microsoft.com/office/drawing/2014/main" id="{2F08684B-441B-FB89-9AC2-DF10F6C2642A}"/>
                </a:ext>
              </a:extLst>
            </p:cNvPr>
            <p:cNvSpPr/>
            <p:nvPr/>
          </p:nvSpPr>
          <p:spPr>
            <a:xfrm>
              <a:off x="4738263" y="5452260"/>
              <a:ext cx="98385" cy="98385"/>
            </a:xfrm>
            <a:prstGeom prst="ellipse">
              <a:avLst/>
            </a:prstGeom>
            <a:grpFill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>
                <a:solidFill>
                  <a:schemeClr val="tx1"/>
                </a:solidFill>
              </a:endParaRPr>
            </a:p>
          </p:txBody>
        </p:sp>
      </p:grpSp>
      <p:sp>
        <p:nvSpPr>
          <p:cNvPr id="80" name="직사각형 79">
            <a:extLst>
              <a:ext uri="{FF2B5EF4-FFF2-40B4-BE49-F238E27FC236}">
                <a16:creationId xmlns:a16="http://schemas.microsoft.com/office/drawing/2014/main" id="{0AD63222-3134-2A6D-29A7-8FCC0F4CD15A}"/>
              </a:ext>
            </a:extLst>
          </p:cNvPr>
          <p:cNvSpPr/>
          <p:nvPr/>
        </p:nvSpPr>
        <p:spPr>
          <a:xfrm>
            <a:off x="3672263" y="5735561"/>
            <a:ext cx="1025772" cy="103264"/>
          </a:xfrm>
          <a:prstGeom prst="rect">
            <a:avLst/>
          </a:prstGeom>
          <a:solidFill>
            <a:srgbClr val="00B0F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127947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ko-KR" altLang="en-US" sz="135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맑은 고딕"/>
              <a:ea typeface="맑은 고딕" panose="020B0503020000020004" pitchFamily="50" charset="-127"/>
              <a:cs typeface="+mn-cs"/>
            </a:endParaRPr>
          </a:p>
        </p:txBody>
      </p:sp>
      <p:sp>
        <p:nvSpPr>
          <p:cNvPr id="82" name="직사각형 81">
            <a:extLst>
              <a:ext uri="{FF2B5EF4-FFF2-40B4-BE49-F238E27FC236}">
                <a16:creationId xmlns:a16="http://schemas.microsoft.com/office/drawing/2014/main" id="{9C0E3621-A159-F6E7-A2FD-3769DD5DA9B2}"/>
              </a:ext>
            </a:extLst>
          </p:cNvPr>
          <p:cNvSpPr/>
          <p:nvPr/>
        </p:nvSpPr>
        <p:spPr>
          <a:xfrm>
            <a:off x="2088391" y="5735561"/>
            <a:ext cx="1025772" cy="103264"/>
          </a:xfrm>
          <a:prstGeom prst="rect">
            <a:avLst/>
          </a:prstGeom>
          <a:solidFill>
            <a:srgbClr val="00B0F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127947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ko-KR" altLang="en-US" sz="135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맑은 고딕"/>
              <a:ea typeface="맑은 고딕" panose="020B0503020000020004" pitchFamily="50" charset="-127"/>
              <a:cs typeface="+mn-cs"/>
            </a:endParaRPr>
          </a:p>
        </p:txBody>
      </p:sp>
      <p:sp>
        <p:nvSpPr>
          <p:cNvPr id="84" name="직사각형 83">
            <a:extLst>
              <a:ext uri="{FF2B5EF4-FFF2-40B4-BE49-F238E27FC236}">
                <a16:creationId xmlns:a16="http://schemas.microsoft.com/office/drawing/2014/main" id="{012897B3-F0C7-F7BB-C10B-FB36E14E4705}"/>
              </a:ext>
            </a:extLst>
          </p:cNvPr>
          <p:cNvSpPr/>
          <p:nvPr/>
        </p:nvSpPr>
        <p:spPr>
          <a:xfrm>
            <a:off x="5070474" y="5735561"/>
            <a:ext cx="841967" cy="103264"/>
          </a:xfrm>
          <a:prstGeom prst="rect">
            <a:avLst/>
          </a:prstGeom>
          <a:solidFill>
            <a:srgbClr val="00B0F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127947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ko-KR" altLang="en-US" sz="135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맑은 고딕"/>
              <a:ea typeface="맑은 고딕" panose="020B0503020000020004" pitchFamily="50" charset="-127"/>
              <a:cs typeface="+mn-cs"/>
            </a:endParaRPr>
          </a:p>
        </p:txBody>
      </p:sp>
      <p:pic>
        <p:nvPicPr>
          <p:cNvPr id="86" name="그림 85" descr="텍스트, 스크린샷이(가) 표시된 사진&#10;&#10;AI 생성 콘텐츠는 정확하지 않을 수 있습니다.">
            <a:extLst>
              <a:ext uri="{FF2B5EF4-FFF2-40B4-BE49-F238E27FC236}">
                <a16:creationId xmlns:a16="http://schemas.microsoft.com/office/drawing/2014/main" id="{A4B4F294-69A4-31BD-E388-49A008E9BCF8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08864" y="2464777"/>
            <a:ext cx="1778731" cy="1466673"/>
          </a:xfrm>
          <a:prstGeom prst="rect">
            <a:avLst/>
          </a:prstGeom>
        </p:spPr>
      </p:pic>
      <p:pic>
        <p:nvPicPr>
          <p:cNvPr id="88" name="그림 87" descr="텍스트, 스크린샷, 직사각형, 디자인이(가) 표시된 사진&#10;&#10;자동 생성된 설명">
            <a:extLst>
              <a:ext uri="{FF2B5EF4-FFF2-40B4-BE49-F238E27FC236}">
                <a16:creationId xmlns:a16="http://schemas.microsoft.com/office/drawing/2014/main" id="{1EB31B6E-8041-9B56-9FD7-7A26A799D6B5}"/>
              </a:ext>
            </a:extLst>
          </p:cNvPr>
          <p:cNvPicPr>
            <a:picLocks noChangeAspect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5102" t="3086" r="4707" b="11674"/>
          <a:stretch>
            <a:fillRect/>
          </a:stretch>
        </p:blipFill>
        <p:spPr>
          <a:xfrm>
            <a:off x="150146" y="4205211"/>
            <a:ext cx="1619250" cy="1530350"/>
          </a:xfrm>
          <a:prstGeom prst="rect">
            <a:avLst/>
          </a:prstGeom>
        </p:spPr>
      </p:pic>
      <p:sp>
        <p:nvSpPr>
          <p:cNvPr id="12" name="TextBox 11">
            <a:extLst>
              <a:ext uri="{FF2B5EF4-FFF2-40B4-BE49-F238E27FC236}">
                <a16:creationId xmlns:a16="http://schemas.microsoft.com/office/drawing/2014/main" id="{66AA558C-5C40-05E5-C830-3202C22CFB8A}"/>
              </a:ext>
            </a:extLst>
          </p:cNvPr>
          <p:cNvSpPr txBox="1"/>
          <p:nvPr/>
        </p:nvSpPr>
        <p:spPr>
          <a:xfrm>
            <a:off x="4985790" y="4758904"/>
            <a:ext cx="874940" cy="400110"/>
          </a:xfrm>
          <a:prstGeom prst="rect">
            <a:avLst/>
          </a:prstGeom>
          <a:solidFill>
            <a:schemeClr val="bg2">
              <a:lumMod val="90000"/>
            </a:schemeClr>
          </a:solidFill>
        </p:spPr>
        <p:txBody>
          <a:bodyPr wrap="square" rtlCol="0">
            <a:spAutoFit/>
          </a:bodyPr>
          <a:lstStyle/>
          <a:p>
            <a:pPr algn="ctr"/>
            <a:r>
              <a:rPr lang="ko-KR" altLang="en-US" sz="1000" b="1" err="1"/>
              <a:t>무선리모컨</a:t>
            </a:r>
            <a:endParaRPr lang="en-US" altLang="ko-KR" sz="1000" b="1"/>
          </a:p>
          <a:p>
            <a:pPr algn="ctr"/>
            <a:r>
              <a:rPr lang="en-US" altLang="ko-KR" sz="1000" b="1"/>
              <a:t>1</a:t>
            </a:r>
            <a:r>
              <a:rPr lang="ko-KR" altLang="en-US" sz="1000" b="1"/>
              <a:t>구</a:t>
            </a:r>
            <a:r>
              <a:rPr lang="en-US" altLang="ko-KR" sz="1000" b="1"/>
              <a:t>(3</a:t>
            </a:r>
            <a:r>
              <a:rPr lang="ko-KR" altLang="en-US" sz="1000" b="1"/>
              <a:t>채널</a:t>
            </a:r>
            <a:r>
              <a:rPr lang="en-US" altLang="ko-KR" sz="1000" b="1"/>
              <a:t>)</a:t>
            </a:r>
            <a:endParaRPr lang="ko-KR" altLang="en-US" sz="1000" b="1"/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32F76891-E6DD-6A76-4F70-C330EC3D5362}"/>
              </a:ext>
            </a:extLst>
          </p:cNvPr>
          <p:cNvSpPr txBox="1"/>
          <p:nvPr/>
        </p:nvSpPr>
        <p:spPr>
          <a:xfrm>
            <a:off x="3496494" y="4753351"/>
            <a:ext cx="874940" cy="400110"/>
          </a:xfrm>
          <a:prstGeom prst="rect">
            <a:avLst/>
          </a:prstGeom>
          <a:solidFill>
            <a:schemeClr val="bg2">
              <a:lumMod val="90000"/>
            </a:schemeClr>
          </a:solidFill>
        </p:spPr>
        <p:txBody>
          <a:bodyPr wrap="square" rtlCol="0">
            <a:spAutoFit/>
          </a:bodyPr>
          <a:lstStyle/>
          <a:p>
            <a:pPr algn="ctr"/>
            <a:r>
              <a:rPr lang="ko-KR" altLang="en-US" sz="1000" b="1" err="1"/>
              <a:t>무선리모컨</a:t>
            </a:r>
            <a:endParaRPr lang="en-US" altLang="ko-KR" sz="1000" b="1"/>
          </a:p>
          <a:p>
            <a:pPr algn="ctr"/>
            <a:r>
              <a:rPr lang="en-US" altLang="ko-KR" sz="1000" b="1"/>
              <a:t>1</a:t>
            </a:r>
            <a:r>
              <a:rPr lang="ko-KR" altLang="en-US" sz="1000" b="1"/>
              <a:t>구</a:t>
            </a:r>
            <a:r>
              <a:rPr lang="en-US" altLang="ko-KR" sz="1000" b="1"/>
              <a:t>(3</a:t>
            </a:r>
            <a:r>
              <a:rPr lang="ko-KR" altLang="en-US" sz="1000" b="1"/>
              <a:t>채널</a:t>
            </a:r>
            <a:r>
              <a:rPr lang="en-US" altLang="ko-KR" sz="1000" b="1"/>
              <a:t>)</a:t>
            </a:r>
            <a:endParaRPr lang="ko-KR" altLang="en-US" sz="1000" b="1"/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CDE85256-D976-1105-E59C-5664B5A334DF}"/>
              </a:ext>
            </a:extLst>
          </p:cNvPr>
          <p:cNvSpPr txBox="1"/>
          <p:nvPr/>
        </p:nvSpPr>
        <p:spPr>
          <a:xfrm>
            <a:off x="2068687" y="4732508"/>
            <a:ext cx="874940" cy="400110"/>
          </a:xfrm>
          <a:prstGeom prst="rect">
            <a:avLst/>
          </a:prstGeom>
          <a:solidFill>
            <a:schemeClr val="bg2">
              <a:lumMod val="90000"/>
            </a:schemeClr>
          </a:solidFill>
        </p:spPr>
        <p:txBody>
          <a:bodyPr wrap="square" rtlCol="0">
            <a:spAutoFit/>
          </a:bodyPr>
          <a:lstStyle/>
          <a:p>
            <a:pPr algn="ctr"/>
            <a:r>
              <a:rPr lang="ko-KR" altLang="en-US" sz="1000" b="1" err="1"/>
              <a:t>무선리모컨</a:t>
            </a:r>
            <a:endParaRPr lang="en-US" altLang="ko-KR" sz="1000" b="1"/>
          </a:p>
          <a:p>
            <a:pPr algn="ctr"/>
            <a:r>
              <a:rPr lang="en-US" altLang="ko-KR" sz="1000" b="1"/>
              <a:t>1</a:t>
            </a:r>
            <a:r>
              <a:rPr lang="ko-KR" altLang="en-US" sz="1000" b="1"/>
              <a:t>구</a:t>
            </a:r>
            <a:r>
              <a:rPr lang="en-US" altLang="ko-KR" sz="1000" b="1"/>
              <a:t>(3</a:t>
            </a:r>
            <a:r>
              <a:rPr lang="ko-KR" altLang="en-US" sz="1000" b="1"/>
              <a:t>채널</a:t>
            </a:r>
            <a:r>
              <a:rPr lang="en-US" altLang="ko-KR" sz="1000" b="1"/>
              <a:t>)</a:t>
            </a:r>
            <a:endParaRPr lang="ko-KR" altLang="en-US" sz="1000" b="1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8CC005BE-FC94-5762-A279-F70C931262E0}"/>
              </a:ext>
            </a:extLst>
          </p:cNvPr>
          <p:cNvSpPr txBox="1"/>
          <p:nvPr/>
        </p:nvSpPr>
        <p:spPr>
          <a:xfrm>
            <a:off x="7058350" y="4134528"/>
            <a:ext cx="479618" cy="2462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1000" b="1">
                <a:solidFill>
                  <a:srgbClr val="FF0000"/>
                </a:solidFill>
              </a:rPr>
              <a:t>3100</a:t>
            </a:r>
            <a:endParaRPr lang="ko-KR" altLang="en-US" sz="1000" b="1">
              <a:solidFill>
                <a:srgbClr val="FF0000"/>
              </a:solidFill>
            </a:endParaRP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C938F07B-8ADB-A884-1BB8-920B019CFCFC}"/>
              </a:ext>
            </a:extLst>
          </p:cNvPr>
          <p:cNvSpPr txBox="1"/>
          <p:nvPr/>
        </p:nvSpPr>
        <p:spPr>
          <a:xfrm>
            <a:off x="6292067" y="4627588"/>
            <a:ext cx="479618" cy="2462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1000" b="1">
                <a:solidFill>
                  <a:srgbClr val="FF0000"/>
                </a:solidFill>
              </a:rPr>
              <a:t>2500</a:t>
            </a:r>
            <a:endParaRPr lang="ko-KR" altLang="en-US" sz="1000" b="1">
              <a:solidFill>
                <a:srgbClr val="FF0000"/>
              </a:solidFill>
            </a:endParaRPr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66D9E3CF-CF37-3C77-E4EB-CAE576E89CCE}"/>
              </a:ext>
            </a:extLst>
          </p:cNvPr>
          <p:cNvSpPr txBox="1"/>
          <p:nvPr/>
        </p:nvSpPr>
        <p:spPr>
          <a:xfrm>
            <a:off x="7110154" y="6076702"/>
            <a:ext cx="479618" cy="2462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1000" b="1">
                <a:solidFill>
                  <a:srgbClr val="FF0000"/>
                </a:solidFill>
              </a:rPr>
              <a:t>4500</a:t>
            </a:r>
            <a:endParaRPr lang="ko-KR" altLang="en-US" sz="1000" b="1">
              <a:solidFill>
                <a:srgbClr val="FF0000"/>
              </a:solidFill>
            </a:endParaRPr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597DCEA0-2836-70F8-02AF-E065807F19FF}"/>
              </a:ext>
            </a:extLst>
          </p:cNvPr>
          <p:cNvSpPr txBox="1"/>
          <p:nvPr/>
        </p:nvSpPr>
        <p:spPr>
          <a:xfrm>
            <a:off x="9341233" y="5739498"/>
            <a:ext cx="479618" cy="2462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1000" b="1">
                <a:solidFill>
                  <a:srgbClr val="FF0000"/>
                </a:solidFill>
              </a:rPr>
              <a:t>3500</a:t>
            </a:r>
            <a:endParaRPr lang="ko-KR" altLang="en-US" sz="1000" b="1">
              <a:solidFill>
                <a:srgbClr val="FF0000"/>
              </a:solidFill>
            </a:endParaRPr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041D9EA5-FFBD-C18E-0073-09D04EA89C3F}"/>
              </a:ext>
            </a:extLst>
          </p:cNvPr>
          <p:cNvSpPr txBox="1"/>
          <p:nvPr/>
        </p:nvSpPr>
        <p:spPr>
          <a:xfrm>
            <a:off x="3818393" y="6070705"/>
            <a:ext cx="479618" cy="2462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1000" b="1">
                <a:solidFill>
                  <a:srgbClr val="FF0000"/>
                </a:solidFill>
              </a:rPr>
              <a:t>2900</a:t>
            </a:r>
            <a:endParaRPr lang="ko-KR" altLang="en-US" sz="1000" b="1">
              <a:solidFill>
                <a:srgbClr val="FF0000"/>
              </a:solidFill>
            </a:endParaRPr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E37A062C-D8AE-CC96-9222-0987C14F4F24}"/>
              </a:ext>
            </a:extLst>
          </p:cNvPr>
          <p:cNvSpPr txBox="1"/>
          <p:nvPr/>
        </p:nvSpPr>
        <p:spPr>
          <a:xfrm>
            <a:off x="2112619" y="6069702"/>
            <a:ext cx="479618" cy="2462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1000" b="1">
                <a:solidFill>
                  <a:srgbClr val="FF0000"/>
                </a:solidFill>
              </a:rPr>
              <a:t>2800</a:t>
            </a:r>
            <a:endParaRPr lang="ko-KR" altLang="en-US" sz="1000" b="1">
              <a:solidFill>
                <a:srgbClr val="FF0000"/>
              </a:solidFill>
            </a:endParaRPr>
          </a:p>
        </p:txBody>
      </p:sp>
      <p:sp>
        <p:nvSpPr>
          <p:cNvPr id="27" name="TextBox 26">
            <a:extLst>
              <a:ext uri="{FF2B5EF4-FFF2-40B4-BE49-F238E27FC236}">
                <a16:creationId xmlns:a16="http://schemas.microsoft.com/office/drawing/2014/main" id="{F9B49BA6-A3ED-DE61-2E8E-A84B467842A5}"/>
              </a:ext>
            </a:extLst>
          </p:cNvPr>
          <p:cNvSpPr txBox="1"/>
          <p:nvPr/>
        </p:nvSpPr>
        <p:spPr>
          <a:xfrm>
            <a:off x="10338926" y="4014128"/>
            <a:ext cx="405880" cy="2462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1000" b="1">
                <a:solidFill>
                  <a:srgbClr val="FF0000"/>
                </a:solidFill>
              </a:rPr>
              <a:t>900</a:t>
            </a:r>
            <a:endParaRPr lang="ko-KR" altLang="en-US" sz="1000" b="1">
              <a:solidFill>
                <a:srgbClr val="FF0000"/>
              </a:solidFill>
            </a:endParaRPr>
          </a:p>
        </p:txBody>
      </p:sp>
      <p:sp>
        <p:nvSpPr>
          <p:cNvPr id="32" name="TextBox 31">
            <a:extLst>
              <a:ext uri="{FF2B5EF4-FFF2-40B4-BE49-F238E27FC236}">
                <a16:creationId xmlns:a16="http://schemas.microsoft.com/office/drawing/2014/main" id="{ED4F5A10-F426-4249-E86C-A92F0B97C00F}"/>
              </a:ext>
            </a:extLst>
          </p:cNvPr>
          <p:cNvSpPr txBox="1"/>
          <p:nvPr/>
        </p:nvSpPr>
        <p:spPr>
          <a:xfrm>
            <a:off x="4328259" y="2810961"/>
            <a:ext cx="405880" cy="2462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1000" b="1">
                <a:solidFill>
                  <a:srgbClr val="FF0000"/>
                </a:solidFill>
              </a:rPr>
              <a:t>800</a:t>
            </a:r>
            <a:endParaRPr lang="ko-KR" altLang="en-US" sz="1000" b="1">
              <a:solidFill>
                <a:srgbClr val="FF0000"/>
              </a:solidFill>
            </a:endParaRPr>
          </a:p>
        </p:txBody>
      </p:sp>
      <p:sp>
        <p:nvSpPr>
          <p:cNvPr id="33" name="TextBox 32">
            <a:extLst>
              <a:ext uri="{FF2B5EF4-FFF2-40B4-BE49-F238E27FC236}">
                <a16:creationId xmlns:a16="http://schemas.microsoft.com/office/drawing/2014/main" id="{AAECB4AF-8131-013C-2522-7DD1DE2F0039}"/>
              </a:ext>
            </a:extLst>
          </p:cNvPr>
          <p:cNvSpPr txBox="1"/>
          <p:nvPr/>
        </p:nvSpPr>
        <p:spPr>
          <a:xfrm>
            <a:off x="3611505" y="3040160"/>
            <a:ext cx="479618" cy="2462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1000" b="1">
                <a:solidFill>
                  <a:srgbClr val="FF0000"/>
                </a:solidFill>
              </a:rPr>
              <a:t>1300</a:t>
            </a:r>
            <a:endParaRPr lang="ko-KR" altLang="en-US" sz="1000" b="1">
              <a:solidFill>
                <a:srgbClr val="FF0000"/>
              </a:solidFill>
            </a:endParaRPr>
          </a:p>
        </p:txBody>
      </p:sp>
      <p:sp>
        <p:nvSpPr>
          <p:cNvPr id="51" name="TextBox 50">
            <a:extLst>
              <a:ext uri="{FF2B5EF4-FFF2-40B4-BE49-F238E27FC236}">
                <a16:creationId xmlns:a16="http://schemas.microsoft.com/office/drawing/2014/main" id="{A08EEA6C-D982-0D9B-E5AD-B2E586F939F1}"/>
              </a:ext>
            </a:extLst>
          </p:cNvPr>
          <p:cNvSpPr txBox="1"/>
          <p:nvPr/>
        </p:nvSpPr>
        <p:spPr>
          <a:xfrm>
            <a:off x="6424461" y="1044478"/>
            <a:ext cx="479618" cy="2462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1000" b="1">
                <a:solidFill>
                  <a:srgbClr val="FF0000"/>
                </a:solidFill>
              </a:rPr>
              <a:t>1100</a:t>
            </a:r>
            <a:endParaRPr lang="ko-KR" altLang="en-US" sz="1000" b="1">
              <a:solidFill>
                <a:srgbClr val="FF0000"/>
              </a:solidFill>
            </a:endParaRPr>
          </a:p>
        </p:txBody>
      </p:sp>
      <p:cxnSp>
        <p:nvCxnSpPr>
          <p:cNvPr id="53" name="직선 화살표 연결선 52">
            <a:extLst>
              <a:ext uri="{FF2B5EF4-FFF2-40B4-BE49-F238E27FC236}">
                <a16:creationId xmlns:a16="http://schemas.microsoft.com/office/drawing/2014/main" id="{62D7ADEE-8B59-69EC-E67B-9D5F87EC2A8D}"/>
              </a:ext>
            </a:extLst>
          </p:cNvPr>
          <p:cNvCxnSpPr>
            <a:cxnSpLocks/>
          </p:cNvCxnSpPr>
          <p:nvPr/>
        </p:nvCxnSpPr>
        <p:spPr>
          <a:xfrm>
            <a:off x="10233498" y="3607663"/>
            <a:ext cx="0" cy="653823"/>
          </a:xfrm>
          <a:prstGeom prst="straightConnector1">
            <a:avLst/>
          </a:prstGeom>
          <a:ln w="57150">
            <a:solidFill>
              <a:srgbClr val="00B050"/>
            </a:solidFill>
            <a:headEnd type="triangle"/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4" name="직선 화살표 연결선 53">
            <a:extLst>
              <a:ext uri="{FF2B5EF4-FFF2-40B4-BE49-F238E27FC236}">
                <a16:creationId xmlns:a16="http://schemas.microsoft.com/office/drawing/2014/main" id="{06FAE2EB-F802-7E0A-2A4D-5A058E30E3CB}"/>
              </a:ext>
            </a:extLst>
          </p:cNvPr>
          <p:cNvCxnSpPr>
            <a:cxnSpLocks/>
          </p:cNvCxnSpPr>
          <p:nvPr/>
        </p:nvCxnSpPr>
        <p:spPr>
          <a:xfrm flipH="1">
            <a:off x="6219801" y="1491409"/>
            <a:ext cx="902431" cy="0"/>
          </a:xfrm>
          <a:prstGeom prst="straightConnector1">
            <a:avLst/>
          </a:prstGeom>
          <a:ln w="57150">
            <a:solidFill>
              <a:srgbClr val="00B050"/>
            </a:solidFill>
            <a:headEnd type="triangle"/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585722157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005C21A-97E0-D084-85EC-7B757F1EFFB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그림 4">
            <a:extLst>
              <a:ext uri="{FF2B5EF4-FFF2-40B4-BE49-F238E27FC236}">
                <a16:creationId xmlns:a16="http://schemas.microsoft.com/office/drawing/2014/main" id="{00B341A6-12AB-A270-9D13-E77C5274E588}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/>
        </p:nvPicPr>
        <p:blipFill>
          <a:blip r:embed="rId2">
            <a:alphaModFix amt="70000"/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saturation sat="0"/>
                    </a14:imgEffect>
                  </a14:imgLayer>
                </a14:imgProps>
              </a:ext>
            </a:extLst>
          </a:blip>
          <a:stretch>
            <a:fillRect/>
          </a:stretch>
        </p:blipFill>
        <p:spPr>
          <a:xfrm>
            <a:off x="1761061" y="946662"/>
            <a:ext cx="8995839" cy="5276338"/>
          </a:xfrm>
          <a:prstGeom prst="rect">
            <a:avLst/>
          </a:prstGeom>
        </p:spPr>
      </p:pic>
      <mc:AlternateContent xmlns:mc="http://schemas.openxmlformats.org/markup-compatibility/2006">
        <mc:Choice xmlns:a14="http://schemas.microsoft.com/office/drawing/2010/main" Requires="a14">
          <p:sp>
            <p:nvSpPr>
              <p:cNvPr id="6" name="TextBox 5">
                <a:extLst>
                  <a:ext uri="{FF2B5EF4-FFF2-40B4-BE49-F238E27FC236}">
                    <a16:creationId xmlns:a16="http://schemas.microsoft.com/office/drawing/2014/main" id="{1B250C89-68FC-432A-31A8-4009329D59D1}"/>
                  </a:ext>
                </a:extLst>
              </p:cNvPr>
              <p:cNvSpPr txBox="1"/>
              <p:nvPr/>
            </p:nvSpPr>
            <p:spPr>
              <a:xfrm>
                <a:off x="10152689" y="1075737"/>
                <a:ext cx="1762781" cy="407099"/>
              </a:xfrm>
              <a:prstGeom prst="rect">
                <a:avLst/>
              </a:prstGeom>
              <a:noFill/>
            </p:spPr>
            <p:txBody>
              <a:bodyPr wrap="square">
                <a:spAutoFit/>
                <a:scene3d>
                  <a:camera prst="orthographicFront"/>
                  <a:lightRig rig="harsh" dir="t"/>
                </a:scene3d>
                <a:sp3d extrusionH="57150" prstMaterial="matte">
                  <a:bevelT w="63500" h="12700" prst="angle"/>
                  <a:contourClr>
                    <a:schemeClr val="bg1">
                      <a:lumMod val="65000"/>
                    </a:schemeClr>
                  </a:contourClr>
                </a:sp3d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right"/>
                    </m:oMathParaPr>
                    <m:oMath xmlns:m="http://schemas.openxmlformats.org/officeDocument/2006/math">
                      <m:sSup>
                        <m:sSupPr>
                          <m:ctrlPr>
                            <a:rPr lang="en-US" altLang="ko-KR" sz="2000" b="1" i="1" u="none" strike="noStrike" smtClean="0">
                              <a:ln/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altLang="ko-KR" sz="2000" b="1" i="1" u="none" strike="noStrike" smtClean="0">
                              <a:ln/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𝟖𝟒</m:t>
                          </m:r>
                          <m:r>
                            <a:rPr lang="en-US" altLang="ko-KR" sz="2000" b="1" i="1" u="none" strike="noStrike" smtClean="0">
                              <a:ln/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𝑨𝒎</m:t>
                          </m:r>
                        </m:e>
                        <m:sup>
                          <m:r>
                            <a:rPr lang="en-US" altLang="ko-KR" sz="2000" b="1" i="1" u="none" strike="noStrike" smtClean="0">
                              <a:ln/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𝟐</m:t>
                          </m:r>
                        </m:sup>
                      </m:sSup>
                    </m:oMath>
                  </m:oMathPara>
                </a14:m>
                <a:endParaRPr lang="ko-KR" altLang="en-US" sz="2000" b="1">
                  <a:ln/>
                  <a:solidFill>
                    <a:schemeClr val="tx1"/>
                  </a:solidFill>
                </a:endParaRPr>
              </a:p>
            </p:txBody>
          </p:sp>
        </mc:Choice>
        <mc:Fallback>
          <p:sp>
            <p:nvSpPr>
              <p:cNvPr id="6" name="TextBox 5">
                <a:extLst>
                  <a:ext uri="{FF2B5EF4-FFF2-40B4-BE49-F238E27FC236}">
                    <a16:creationId xmlns:a16="http://schemas.microsoft.com/office/drawing/2014/main" id="{1B250C89-68FC-432A-31A8-4009329D59D1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0152689" y="1075737"/>
                <a:ext cx="1762781" cy="407099"/>
              </a:xfrm>
              <a:prstGeom prst="rect">
                <a:avLst/>
              </a:prstGeom>
              <a:blipFill>
                <a:blip r:embed="rId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7" name="TextBox 6">
            <a:extLst>
              <a:ext uri="{FF2B5EF4-FFF2-40B4-BE49-F238E27FC236}">
                <a16:creationId xmlns:a16="http://schemas.microsoft.com/office/drawing/2014/main" id="{E7D1B284-0FAA-EA6F-7821-6FBE18A55189}"/>
              </a:ext>
            </a:extLst>
          </p:cNvPr>
          <p:cNvSpPr txBox="1"/>
          <p:nvPr/>
        </p:nvSpPr>
        <p:spPr>
          <a:xfrm>
            <a:off x="1870318" y="353253"/>
            <a:ext cx="8452551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 sz="2000" b="1"/>
              <a:t>84A</a:t>
            </a:r>
            <a:r>
              <a:rPr lang="ko-KR" altLang="en-US" sz="2000" b="1"/>
              <a:t>타입 간접 프리미엄 </a:t>
            </a:r>
            <a:r>
              <a:rPr lang="en-US" altLang="ko-KR" sz="2000" b="1"/>
              <a:t>SET + </a:t>
            </a:r>
            <a:r>
              <a:rPr lang="ko-KR" altLang="en-US" sz="2000" b="1" err="1"/>
              <a:t>실링팬</a:t>
            </a:r>
            <a:r>
              <a:rPr lang="ko-KR" altLang="en-US" sz="2000" b="1"/>
              <a:t> 우물두줄</a:t>
            </a:r>
            <a:endParaRPr lang="en-US" altLang="ko-KR" sz="2000" b="1"/>
          </a:p>
        </p:txBody>
      </p:sp>
      <p:sp>
        <p:nvSpPr>
          <p:cNvPr id="8" name="직사각형 7">
            <a:extLst>
              <a:ext uri="{FF2B5EF4-FFF2-40B4-BE49-F238E27FC236}">
                <a16:creationId xmlns:a16="http://schemas.microsoft.com/office/drawing/2014/main" id="{BA4F4F21-D788-3223-97A5-6804EBA6EF48}"/>
              </a:ext>
            </a:extLst>
          </p:cNvPr>
          <p:cNvSpPr/>
          <p:nvPr/>
        </p:nvSpPr>
        <p:spPr>
          <a:xfrm>
            <a:off x="8611392" y="5430761"/>
            <a:ext cx="1399384" cy="103264"/>
          </a:xfrm>
          <a:prstGeom prst="rect">
            <a:avLst/>
          </a:prstGeom>
          <a:solidFill>
            <a:srgbClr val="00B0F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127947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ko-KR" altLang="en-US" sz="135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맑은 고딕"/>
              <a:ea typeface="맑은 고딕" panose="020B0503020000020004" pitchFamily="50" charset="-127"/>
              <a:cs typeface="+mn-cs"/>
            </a:endParaRP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0830EFBE-061F-D4E0-EA04-E83145FFB8F8}"/>
              </a:ext>
            </a:extLst>
          </p:cNvPr>
          <p:cNvSpPr txBox="1"/>
          <p:nvPr/>
        </p:nvSpPr>
        <p:spPr>
          <a:xfrm>
            <a:off x="8402217" y="4576268"/>
            <a:ext cx="874940" cy="400110"/>
          </a:xfrm>
          <a:prstGeom prst="rect">
            <a:avLst/>
          </a:prstGeom>
          <a:solidFill>
            <a:schemeClr val="bg2">
              <a:lumMod val="90000"/>
            </a:schemeClr>
          </a:solidFill>
        </p:spPr>
        <p:txBody>
          <a:bodyPr wrap="square" rtlCol="0">
            <a:spAutoFit/>
          </a:bodyPr>
          <a:lstStyle/>
          <a:p>
            <a:pPr algn="ctr"/>
            <a:r>
              <a:rPr lang="ko-KR" altLang="en-US" sz="1000" b="1" err="1"/>
              <a:t>무선리모컨</a:t>
            </a:r>
            <a:endParaRPr lang="en-US" altLang="ko-KR" sz="1000" b="1"/>
          </a:p>
          <a:p>
            <a:pPr algn="ctr"/>
            <a:r>
              <a:rPr lang="en-US" altLang="ko-KR" sz="1000" b="1"/>
              <a:t>1</a:t>
            </a:r>
            <a:r>
              <a:rPr lang="ko-KR" altLang="en-US" sz="1000" b="1"/>
              <a:t>구</a:t>
            </a:r>
            <a:r>
              <a:rPr lang="en-US" altLang="ko-KR" sz="1000" b="1"/>
              <a:t>(3</a:t>
            </a:r>
            <a:r>
              <a:rPr lang="ko-KR" altLang="en-US" sz="1000" b="1"/>
              <a:t>채널</a:t>
            </a:r>
            <a:r>
              <a:rPr lang="en-US" altLang="ko-KR" sz="1000" b="1"/>
              <a:t>)</a:t>
            </a:r>
            <a:endParaRPr lang="ko-KR" altLang="en-US" sz="1000" b="1"/>
          </a:p>
        </p:txBody>
      </p:sp>
      <p:sp>
        <p:nvSpPr>
          <p:cNvPr id="10" name="직사각형 9">
            <a:extLst>
              <a:ext uri="{FF2B5EF4-FFF2-40B4-BE49-F238E27FC236}">
                <a16:creationId xmlns:a16="http://schemas.microsoft.com/office/drawing/2014/main" id="{C00A1519-F711-8E07-93A2-E6425D85F9A2}"/>
              </a:ext>
            </a:extLst>
          </p:cNvPr>
          <p:cNvSpPr/>
          <p:nvPr/>
        </p:nvSpPr>
        <p:spPr>
          <a:xfrm rot="5400000">
            <a:off x="7188174" y="5010134"/>
            <a:ext cx="102820" cy="1630245"/>
          </a:xfrm>
          <a:prstGeom prst="rect">
            <a:avLst/>
          </a:prstGeom>
          <a:solidFill>
            <a:srgbClr val="FF000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>
              <a:solidFill>
                <a:schemeClr val="tx1"/>
              </a:solidFill>
            </a:endParaRPr>
          </a:p>
        </p:txBody>
      </p:sp>
      <p:sp>
        <p:nvSpPr>
          <p:cNvPr id="11" name="사각형: 둥근 모서리 10">
            <a:extLst>
              <a:ext uri="{FF2B5EF4-FFF2-40B4-BE49-F238E27FC236}">
                <a16:creationId xmlns:a16="http://schemas.microsoft.com/office/drawing/2014/main" id="{DBBADD68-C700-5098-6F52-EF831A436A87}"/>
              </a:ext>
            </a:extLst>
          </p:cNvPr>
          <p:cNvSpPr/>
          <p:nvPr/>
        </p:nvSpPr>
        <p:spPr>
          <a:xfrm>
            <a:off x="6716329" y="4376925"/>
            <a:ext cx="1092978" cy="1103860"/>
          </a:xfrm>
          <a:prstGeom prst="roundRect">
            <a:avLst>
              <a:gd name="adj" fmla="val 15666"/>
            </a:avLst>
          </a:prstGeom>
          <a:noFill/>
          <a:ln w="38100">
            <a:solidFill>
              <a:schemeClr val="accent2">
                <a:lumMod val="60000"/>
                <a:lumOff val="4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>
              <a:solidFill>
                <a:schemeClr val="tx1"/>
              </a:solidFill>
            </a:endParaRP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38765C62-AD0D-6910-42C7-EE2B06ED9C8C}"/>
              </a:ext>
            </a:extLst>
          </p:cNvPr>
          <p:cNvSpPr txBox="1"/>
          <p:nvPr/>
        </p:nvSpPr>
        <p:spPr>
          <a:xfrm>
            <a:off x="6258980" y="3744659"/>
            <a:ext cx="1891732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ko-KR" altLang="en-US" sz="1000" b="1"/>
              <a:t>전자식스위치</a:t>
            </a:r>
            <a:r>
              <a:rPr lang="en-US" altLang="ko-KR" sz="1000" b="1"/>
              <a:t>+</a:t>
            </a:r>
            <a:r>
              <a:rPr lang="ko-KR" altLang="en-US" sz="1000" b="1"/>
              <a:t>리모컨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1ECC3045-E4C0-6D26-0D05-4D641D9FAD29}"/>
              </a:ext>
            </a:extLst>
          </p:cNvPr>
          <p:cNvSpPr txBox="1"/>
          <p:nvPr/>
        </p:nvSpPr>
        <p:spPr>
          <a:xfrm>
            <a:off x="112365" y="770606"/>
            <a:ext cx="3264447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800">
                <a:solidFill>
                  <a:srgbClr val="FF0000"/>
                </a:solidFill>
              </a:rPr>
              <a:t>**</a:t>
            </a:r>
            <a:r>
              <a:rPr lang="ko-KR" altLang="en-US" sz="800">
                <a:solidFill>
                  <a:srgbClr val="FF0000"/>
                </a:solidFill>
              </a:rPr>
              <a:t>스위치 연결을 위해 별도의 </a:t>
            </a:r>
            <a:r>
              <a:rPr lang="ko-KR" altLang="en-US" sz="800" err="1">
                <a:solidFill>
                  <a:srgbClr val="FF0000"/>
                </a:solidFill>
              </a:rPr>
              <a:t>타공이</a:t>
            </a:r>
            <a:r>
              <a:rPr lang="ko-KR" altLang="en-US" sz="800">
                <a:solidFill>
                  <a:srgbClr val="FF0000"/>
                </a:solidFill>
              </a:rPr>
              <a:t> 필요할 수 </a:t>
            </a:r>
            <a:endParaRPr lang="en-US" altLang="ko-KR" sz="800">
              <a:solidFill>
                <a:srgbClr val="FF0000"/>
              </a:solidFill>
            </a:endParaRPr>
          </a:p>
          <a:p>
            <a:r>
              <a:rPr lang="ko-KR" altLang="en-US" sz="800">
                <a:solidFill>
                  <a:srgbClr val="FF0000"/>
                </a:solidFill>
              </a:rPr>
              <a:t>있으며</a:t>
            </a:r>
            <a:r>
              <a:rPr lang="en-US" altLang="ko-KR" sz="800">
                <a:solidFill>
                  <a:srgbClr val="FF0000"/>
                </a:solidFill>
              </a:rPr>
              <a:t> </a:t>
            </a:r>
            <a:r>
              <a:rPr lang="ko-KR" altLang="en-US" sz="800">
                <a:solidFill>
                  <a:srgbClr val="FF0000"/>
                </a:solidFill>
              </a:rPr>
              <a:t>공스피커로 마감 될 수도 있음</a:t>
            </a:r>
            <a:endParaRPr lang="en-US" altLang="ko-KR" sz="800">
              <a:solidFill>
                <a:srgbClr val="FF0000"/>
              </a:solidFill>
            </a:endParaRPr>
          </a:p>
        </p:txBody>
      </p:sp>
      <p:grpSp>
        <p:nvGrpSpPr>
          <p:cNvPr id="16" name="그룹 15">
            <a:extLst>
              <a:ext uri="{FF2B5EF4-FFF2-40B4-BE49-F238E27FC236}">
                <a16:creationId xmlns:a16="http://schemas.microsoft.com/office/drawing/2014/main" id="{DD03C13D-9BA6-4C14-11C4-A52C5022E5E8}"/>
              </a:ext>
            </a:extLst>
          </p:cNvPr>
          <p:cNvGrpSpPr/>
          <p:nvPr/>
        </p:nvGrpSpPr>
        <p:grpSpPr>
          <a:xfrm>
            <a:off x="10069750" y="4398096"/>
            <a:ext cx="98814" cy="650518"/>
            <a:chOff x="4737834" y="4900127"/>
            <a:chExt cx="98814" cy="650518"/>
          </a:xfrm>
          <a:solidFill>
            <a:srgbClr val="00B0F0"/>
          </a:solidFill>
        </p:grpSpPr>
        <p:sp>
          <p:nvSpPr>
            <p:cNvPr id="17" name="타원 16">
              <a:extLst>
                <a:ext uri="{FF2B5EF4-FFF2-40B4-BE49-F238E27FC236}">
                  <a16:creationId xmlns:a16="http://schemas.microsoft.com/office/drawing/2014/main" id="{45586332-CBF2-627B-23CF-60BBFC5CBBF1}"/>
                </a:ext>
              </a:extLst>
            </p:cNvPr>
            <p:cNvSpPr/>
            <p:nvPr/>
          </p:nvSpPr>
          <p:spPr>
            <a:xfrm>
              <a:off x="4737834" y="4900127"/>
              <a:ext cx="98385" cy="98385"/>
            </a:xfrm>
            <a:prstGeom prst="ellipse">
              <a:avLst/>
            </a:prstGeom>
            <a:grpFill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>
                <a:solidFill>
                  <a:schemeClr val="tx1"/>
                </a:solidFill>
              </a:endParaRPr>
            </a:p>
          </p:txBody>
        </p:sp>
        <p:sp>
          <p:nvSpPr>
            <p:cNvPr id="18" name="타원 17">
              <a:extLst>
                <a:ext uri="{FF2B5EF4-FFF2-40B4-BE49-F238E27FC236}">
                  <a16:creationId xmlns:a16="http://schemas.microsoft.com/office/drawing/2014/main" id="{FC78AE2C-8DB6-387D-1FA9-F6E4F4C99188}"/>
                </a:ext>
              </a:extLst>
            </p:cNvPr>
            <p:cNvSpPr/>
            <p:nvPr/>
          </p:nvSpPr>
          <p:spPr>
            <a:xfrm>
              <a:off x="4738263" y="5452260"/>
              <a:ext cx="98385" cy="98385"/>
            </a:xfrm>
            <a:prstGeom prst="ellipse">
              <a:avLst/>
            </a:prstGeom>
            <a:grpFill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>
                <a:solidFill>
                  <a:schemeClr val="tx1"/>
                </a:solidFill>
              </a:endParaRPr>
            </a:p>
          </p:txBody>
        </p:sp>
      </p:grpSp>
      <p:grpSp>
        <p:nvGrpSpPr>
          <p:cNvPr id="19" name="그룹 18">
            <a:extLst>
              <a:ext uri="{FF2B5EF4-FFF2-40B4-BE49-F238E27FC236}">
                <a16:creationId xmlns:a16="http://schemas.microsoft.com/office/drawing/2014/main" id="{D5CC6BEF-6BE6-8D2E-875C-0800F4F33DD8}"/>
              </a:ext>
            </a:extLst>
          </p:cNvPr>
          <p:cNvGrpSpPr/>
          <p:nvPr/>
        </p:nvGrpSpPr>
        <p:grpSpPr>
          <a:xfrm>
            <a:off x="3518881" y="2931254"/>
            <a:ext cx="444200" cy="497746"/>
            <a:chOff x="9191246" y="3797098"/>
            <a:chExt cx="444200" cy="497746"/>
          </a:xfrm>
          <a:solidFill>
            <a:srgbClr val="CC0000"/>
          </a:solidFill>
        </p:grpSpPr>
        <p:grpSp>
          <p:nvGrpSpPr>
            <p:cNvPr id="20" name="그룹 19">
              <a:extLst>
                <a:ext uri="{FF2B5EF4-FFF2-40B4-BE49-F238E27FC236}">
                  <a16:creationId xmlns:a16="http://schemas.microsoft.com/office/drawing/2014/main" id="{1ABD2169-2723-2F8C-FFC9-76032D714CB5}"/>
                </a:ext>
              </a:extLst>
            </p:cNvPr>
            <p:cNvGrpSpPr/>
            <p:nvPr/>
          </p:nvGrpSpPr>
          <p:grpSpPr>
            <a:xfrm>
              <a:off x="9536632" y="3799905"/>
              <a:ext cx="98814" cy="494939"/>
              <a:chOff x="4650521" y="4900127"/>
              <a:chExt cx="98814" cy="494939"/>
            </a:xfrm>
            <a:grpFill/>
            <a:effectLst>
              <a:glow rad="127000">
                <a:srgbClr val="FFFF00">
                  <a:alpha val="31000"/>
                </a:srgbClr>
              </a:glow>
            </a:effectLst>
          </p:grpSpPr>
          <p:sp>
            <p:nvSpPr>
              <p:cNvPr id="25" name="타원 24">
                <a:extLst>
                  <a:ext uri="{FF2B5EF4-FFF2-40B4-BE49-F238E27FC236}">
                    <a16:creationId xmlns:a16="http://schemas.microsoft.com/office/drawing/2014/main" id="{DA9747B6-D6B5-9FCB-9676-4F8FCE17B6B0}"/>
                  </a:ext>
                </a:extLst>
              </p:cNvPr>
              <p:cNvSpPr/>
              <p:nvPr/>
            </p:nvSpPr>
            <p:spPr>
              <a:xfrm>
                <a:off x="4650521" y="4900127"/>
                <a:ext cx="98385" cy="98385"/>
              </a:xfrm>
              <a:prstGeom prst="ellipse">
                <a:avLst/>
              </a:prstGeom>
              <a:grpFill/>
              <a:ln w="9525">
                <a:solidFill>
                  <a:srgbClr val="FFFF00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>
                  <a:solidFill>
                    <a:schemeClr val="tx1"/>
                  </a:solidFill>
                </a:endParaRPr>
              </a:p>
            </p:txBody>
          </p:sp>
          <p:sp>
            <p:nvSpPr>
              <p:cNvPr id="26" name="타원 25">
                <a:extLst>
                  <a:ext uri="{FF2B5EF4-FFF2-40B4-BE49-F238E27FC236}">
                    <a16:creationId xmlns:a16="http://schemas.microsoft.com/office/drawing/2014/main" id="{495BBF8E-E84E-837D-10BA-C51315258888}"/>
                  </a:ext>
                </a:extLst>
              </p:cNvPr>
              <p:cNvSpPr/>
              <p:nvPr/>
            </p:nvSpPr>
            <p:spPr>
              <a:xfrm>
                <a:off x="4650950" y="5296681"/>
                <a:ext cx="98385" cy="98385"/>
              </a:xfrm>
              <a:prstGeom prst="ellipse">
                <a:avLst/>
              </a:prstGeom>
              <a:grpFill/>
              <a:ln w="9525">
                <a:solidFill>
                  <a:srgbClr val="FFFF00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>
                  <a:solidFill>
                    <a:schemeClr val="tx1"/>
                  </a:solidFill>
                </a:endParaRPr>
              </a:p>
            </p:txBody>
          </p:sp>
        </p:grpSp>
        <p:sp>
          <p:nvSpPr>
            <p:cNvPr id="21" name="별: 꼭짓점 7개 20">
              <a:extLst>
                <a:ext uri="{FF2B5EF4-FFF2-40B4-BE49-F238E27FC236}">
                  <a16:creationId xmlns:a16="http://schemas.microsoft.com/office/drawing/2014/main" id="{58C1C254-20E7-517B-D2DD-8AB4E6B06342}"/>
                </a:ext>
              </a:extLst>
            </p:cNvPr>
            <p:cNvSpPr/>
            <p:nvPr/>
          </p:nvSpPr>
          <p:spPr>
            <a:xfrm rot="5400000">
              <a:off x="9291865" y="3924297"/>
              <a:ext cx="244351" cy="235659"/>
            </a:xfrm>
            <a:prstGeom prst="star7">
              <a:avLst/>
            </a:prstGeom>
            <a:grpFill/>
            <a:ln>
              <a:solidFill>
                <a:srgbClr val="FFFF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sz="1286" b="1">
                <a:ln w="22225">
                  <a:solidFill>
                    <a:srgbClr val="FFFF00"/>
                  </a:solidFill>
                  <a:prstDash val="solid"/>
                </a:ln>
                <a:solidFill>
                  <a:srgbClr val="C00000"/>
                </a:solidFill>
                <a:effectLst>
                  <a:glow rad="63500">
                    <a:schemeClr val="accent2">
                      <a:satMod val="175000"/>
                      <a:alpha val="40000"/>
                    </a:schemeClr>
                  </a:glow>
                </a:effectLst>
              </a:endParaRPr>
            </a:p>
          </p:txBody>
        </p:sp>
        <p:grpSp>
          <p:nvGrpSpPr>
            <p:cNvPr id="22" name="그룹 21">
              <a:extLst>
                <a:ext uri="{FF2B5EF4-FFF2-40B4-BE49-F238E27FC236}">
                  <a16:creationId xmlns:a16="http://schemas.microsoft.com/office/drawing/2014/main" id="{54A0E47E-848F-1A95-D7FC-31A04671659E}"/>
                </a:ext>
              </a:extLst>
            </p:cNvPr>
            <p:cNvGrpSpPr/>
            <p:nvPr/>
          </p:nvGrpSpPr>
          <p:grpSpPr>
            <a:xfrm>
              <a:off x="9191246" y="3797098"/>
              <a:ext cx="98814" cy="494939"/>
              <a:chOff x="4737834" y="4900127"/>
              <a:chExt cx="98814" cy="494939"/>
            </a:xfrm>
            <a:grpFill/>
            <a:effectLst>
              <a:glow rad="127000">
                <a:srgbClr val="FFFF00">
                  <a:alpha val="31000"/>
                </a:srgbClr>
              </a:glow>
            </a:effectLst>
          </p:grpSpPr>
          <p:sp>
            <p:nvSpPr>
              <p:cNvPr id="23" name="타원 22">
                <a:extLst>
                  <a:ext uri="{FF2B5EF4-FFF2-40B4-BE49-F238E27FC236}">
                    <a16:creationId xmlns:a16="http://schemas.microsoft.com/office/drawing/2014/main" id="{D811B4A8-E951-7A8F-BB6C-08ED37F53CF0}"/>
                  </a:ext>
                </a:extLst>
              </p:cNvPr>
              <p:cNvSpPr/>
              <p:nvPr/>
            </p:nvSpPr>
            <p:spPr>
              <a:xfrm>
                <a:off x="4737834" y="4900127"/>
                <a:ext cx="98385" cy="98385"/>
              </a:xfrm>
              <a:prstGeom prst="ellipse">
                <a:avLst/>
              </a:prstGeom>
              <a:grpFill/>
              <a:ln w="9525">
                <a:solidFill>
                  <a:srgbClr val="FFFF00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>
                  <a:solidFill>
                    <a:schemeClr val="tx1"/>
                  </a:solidFill>
                </a:endParaRPr>
              </a:p>
            </p:txBody>
          </p:sp>
          <p:sp>
            <p:nvSpPr>
              <p:cNvPr id="24" name="타원 23">
                <a:extLst>
                  <a:ext uri="{FF2B5EF4-FFF2-40B4-BE49-F238E27FC236}">
                    <a16:creationId xmlns:a16="http://schemas.microsoft.com/office/drawing/2014/main" id="{F4FDC271-1778-3400-C027-6B2E4CD86349}"/>
                  </a:ext>
                </a:extLst>
              </p:cNvPr>
              <p:cNvSpPr/>
              <p:nvPr/>
            </p:nvSpPr>
            <p:spPr>
              <a:xfrm>
                <a:off x="4738263" y="5296681"/>
                <a:ext cx="98385" cy="98385"/>
              </a:xfrm>
              <a:prstGeom prst="ellipse">
                <a:avLst/>
              </a:prstGeom>
              <a:grpFill/>
              <a:ln w="9525">
                <a:solidFill>
                  <a:srgbClr val="FFFF00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>
                  <a:solidFill>
                    <a:schemeClr val="tx1"/>
                  </a:solidFill>
                </a:endParaRPr>
              </a:p>
            </p:txBody>
          </p:sp>
        </p:grpSp>
      </p:grpSp>
      <p:grpSp>
        <p:nvGrpSpPr>
          <p:cNvPr id="28" name="그룹 27">
            <a:extLst>
              <a:ext uri="{FF2B5EF4-FFF2-40B4-BE49-F238E27FC236}">
                <a16:creationId xmlns:a16="http://schemas.microsoft.com/office/drawing/2014/main" id="{AD754875-856D-3AE0-153D-DE6644225E83}"/>
              </a:ext>
            </a:extLst>
          </p:cNvPr>
          <p:cNvGrpSpPr/>
          <p:nvPr/>
        </p:nvGrpSpPr>
        <p:grpSpPr>
          <a:xfrm rot="5400000">
            <a:off x="3741901" y="3778064"/>
            <a:ext cx="99451" cy="545492"/>
            <a:chOff x="5324822" y="4538198"/>
            <a:chExt cx="99451" cy="545492"/>
          </a:xfrm>
        </p:grpSpPr>
        <p:sp>
          <p:nvSpPr>
            <p:cNvPr id="29" name="타원 28">
              <a:extLst>
                <a:ext uri="{FF2B5EF4-FFF2-40B4-BE49-F238E27FC236}">
                  <a16:creationId xmlns:a16="http://schemas.microsoft.com/office/drawing/2014/main" id="{671CA95E-B99E-0D88-C005-58D414DF342C}"/>
                </a:ext>
              </a:extLst>
            </p:cNvPr>
            <p:cNvSpPr/>
            <p:nvPr/>
          </p:nvSpPr>
          <p:spPr>
            <a:xfrm>
              <a:off x="5325888" y="4538198"/>
              <a:ext cx="98385" cy="98385"/>
            </a:xfrm>
            <a:prstGeom prst="ellipse">
              <a:avLst/>
            </a:prstGeom>
            <a:solidFill>
              <a:srgbClr val="FF0000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>
                <a:solidFill>
                  <a:schemeClr val="tx1"/>
                </a:solidFill>
              </a:endParaRPr>
            </a:p>
          </p:txBody>
        </p:sp>
        <p:sp>
          <p:nvSpPr>
            <p:cNvPr id="30" name="타원 29">
              <a:extLst>
                <a:ext uri="{FF2B5EF4-FFF2-40B4-BE49-F238E27FC236}">
                  <a16:creationId xmlns:a16="http://schemas.microsoft.com/office/drawing/2014/main" id="{C352B39E-F291-934C-C927-D4348CD692C8}"/>
                </a:ext>
              </a:extLst>
            </p:cNvPr>
            <p:cNvSpPr/>
            <p:nvPr/>
          </p:nvSpPr>
          <p:spPr>
            <a:xfrm>
              <a:off x="5324822" y="4985305"/>
              <a:ext cx="98385" cy="98385"/>
            </a:xfrm>
            <a:prstGeom prst="ellipse">
              <a:avLst/>
            </a:prstGeom>
            <a:solidFill>
              <a:srgbClr val="FF0000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>
                <a:solidFill>
                  <a:schemeClr val="tx1"/>
                </a:solidFill>
              </a:endParaRPr>
            </a:p>
          </p:txBody>
        </p:sp>
      </p:grpSp>
      <p:sp>
        <p:nvSpPr>
          <p:cNvPr id="31" name="직사각형 30">
            <a:extLst>
              <a:ext uri="{FF2B5EF4-FFF2-40B4-BE49-F238E27FC236}">
                <a16:creationId xmlns:a16="http://schemas.microsoft.com/office/drawing/2014/main" id="{8A6C16DC-D76F-0444-441B-3E4C7C05BFBD}"/>
              </a:ext>
            </a:extLst>
          </p:cNvPr>
          <p:cNvSpPr/>
          <p:nvPr/>
        </p:nvSpPr>
        <p:spPr>
          <a:xfrm flipV="1">
            <a:off x="4071013" y="2742763"/>
            <a:ext cx="98385" cy="841017"/>
          </a:xfrm>
          <a:prstGeom prst="rect">
            <a:avLst/>
          </a:prstGeom>
          <a:solidFill>
            <a:srgbClr val="FFFF0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>
              <a:solidFill>
                <a:schemeClr val="tx1"/>
              </a:solidFill>
            </a:endParaRPr>
          </a:p>
        </p:txBody>
      </p:sp>
      <p:sp>
        <p:nvSpPr>
          <p:cNvPr id="35" name="TextBox 13">
            <a:extLst>
              <a:ext uri="{FF2B5EF4-FFF2-40B4-BE49-F238E27FC236}">
                <a16:creationId xmlns:a16="http://schemas.microsoft.com/office/drawing/2014/main" id="{01E56FAF-9E58-011E-BCCE-32CADBDB4153}"/>
              </a:ext>
            </a:extLst>
          </p:cNvPr>
          <p:cNvSpPr txBox="1"/>
          <p:nvPr/>
        </p:nvSpPr>
        <p:spPr>
          <a:xfrm>
            <a:off x="142074" y="1128948"/>
            <a:ext cx="1489510" cy="461665"/>
          </a:xfrm>
          <a:prstGeom prst="rect">
            <a:avLst/>
          </a:prstGeom>
          <a:solidFill>
            <a:schemeClr val="accent6">
              <a:lumMod val="20000"/>
              <a:lumOff val="80000"/>
            </a:schemeClr>
          </a:solidFill>
        </p:spPr>
        <p:txBody>
          <a:bodyPr wrap="none" rtlCol="0">
            <a:spAutoFit/>
          </a:bodyPr>
          <a:lstStyle>
            <a:defPPr>
              <a:defRPr lang="ko-KR"/>
            </a:defPPr>
            <a:lvl1pPr marL="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ko-KR" altLang="en-US" sz="800" b="1"/>
              <a:t>욕실 </a:t>
            </a:r>
            <a:r>
              <a:rPr lang="ko-KR" altLang="en-US" sz="800" b="1" err="1"/>
              <a:t>휴젠트여부에</a:t>
            </a:r>
            <a:r>
              <a:rPr lang="ko-KR" altLang="en-US" sz="800" b="1"/>
              <a:t> 대하여</a:t>
            </a:r>
            <a:endParaRPr lang="en-US" altLang="ko-KR" sz="800" b="1"/>
          </a:p>
          <a:p>
            <a:r>
              <a:rPr lang="ko-KR" altLang="en-US" sz="800" b="1"/>
              <a:t>기사분이 현장에서 파악하여</a:t>
            </a:r>
            <a:endParaRPr lang="en-US" altLang="ko-KR" sz="800" b="1"/>
          </a:p>
          <a:p>
            <a:r>
              <a:rPr lang="ko-KR" altLang="en-US" sz="800" b="1"/>
              <a:t>센서위치를 적용해드립니다</a:t>
            </a:r>
            <a:r>
              <a:rPr lang="en-US" altLang="ko-KR" sz="800" b="1"/>
              <a:t>.</a:t>
            </a:r>
            <a:endParaRPr lang="ko-KR" altLang="en-US" sz="800" b="1"/>
          </a:p>
        </p:txBody>
      </p:sp>
      <p:grpSp>
        <p:nvGrpSpPr>
          <p:cNvPr id="36" name="그룹 35">
            <a:extLst>
              <a:ext uri="{FF2B5EF4-FFF2-40B4-BE49-F238E27FC236}">
                <a16:creationId xmlns:a16="http://schemas.microsoft.com/office/drawing/2014/main" id="{436A5286-BC62-CAEC-6ED7-7D7866AC5712}"/>
              </a:ext>
            </a:extLst>
          </p:cNvPr>
          <p:cNvGrpSpPr/>
          <p:nvPr/>
        </p:nvGrpSpPr>
        <p:grpSpPr>
          <a:xfrm>
            <a:off x="166864" y="137559"/>
            <a:ext cx="2166761" cy="738664"/>
            <a:chOff x="209306" y="114311"/>
            <a:chExt cx="2166761" cy="742666"/>
          </a:xfrm>
        </p:grpSpPr>
        <p:sp>
          <p:nvSpPr>
            <p:cNvPr id="37" name="타원 36">
              <a:extLst>
                <a:ext uri="{FF2B5EF4-FFF2-40B4-BE49-F238E27FC236}">
                  <a16:creationId xmlns:a16="http://schemas.microsoft.com/office/drawing/2014/main" id="{B7170966-BBDE-8934-CCF0-2348D27E7CFE}"/>
                </a:ext>
              </a:extLst>
            </p:cNvPr>
            <p:cNvSpPr/>
            <p:nvPr/>
          </p:nvSpPr>
          <p:spPr>
            <a:xfrm>
              <a:off x="209307" y="168341"/>
              <a:ext cx="98385" cy="98385"/>
            </a:xfrm>
            <a:prstGeom prst="ellipse">
              <a:avLst/>
            </a:prstGeom>
            <a:solidFill>
              <a:srgbClr val="FF0000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ko-KR"/>
              </a:defPPr>
              <a:lvl1pPr marL="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ko-KR" altLang="en-US">
                <a:solidFill>
                  <a:schemeClr val="tx1"/>
                </a:solidFill>
              </a:endParaRPr>
            </a:p>
          </p:txBody>
        </p:sp>
        <p:sp>
          <p:nvSpPr>
            <p:cNvPr id="38" name="타원 37">
              <a:extLst>
                <a:ext uri="{FF2B5EF4-FFF2-40B4-BE49-F238E27FC236}">
                  <a16:creationId xmlns:a16="http://schemas.microsoft.com/office/drawing/2014/main" id="{04313E6B-FFC6-78F8-1E53-8297ED2C7C55}"/>
                </a:ext>
              </a:extLst>
            </p:cNvPr>
            <p:cNvSpPr/>
            <p:nvPr/>
          </p:nvSpPr>
          <p:spPr>
            <a:xfrm>
              <a:off x="209307" y="347436"/>
              <a:ext cx="98385" cy="98385"/>
            </a:xfrm>
            <a:prstGeom prst="ellipse">
              <a:avLst/>
            </a:prstGeom>
            <a:solidFill>
              <a:srgbClr val="FFFF00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ko-KR"/>
              </a:defPPr>
              <a:lvl1pPr marL="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ko-KR" altLang="en-US">
                <a:solidFill>
                  <a:schemeClr val="tx1"/>
                </a:solidFill>
              </a:endParaRPr>
            </a:p>
          </p:txBody>
        </p:sp>
        <p:sp>
          <p:nvSpPr>
            <p:cNvPr id="39" name="타원 38">
              <a:extLst>
                <a:ext uri="{FF2B5EF4-FFF2-40B4-BE49-F238E27FC236}">
                  <a16:creationId xmlns:a16="http://schemas.microsoft.com/office/drawing/2014/main" id="{A0AA775F-1597-F20A-FB4C-146589625C05}"/>
                </a:ext>
              </a:extLst>
            </p:cNvPr>
            <p:cNvSpPr/>
            <p:nvPr/>
          </p:nvSpPr>
          <p:spPr>
            <a:xfrm>
              <a:off x="209306" y="573831"/>
              <a:ext cx="98385" cy="98385"/>
            </a:xfrm>
            <a:prstGeom prst="ellipse">
              <a:avLst/>
            </a:prstGeom>
            <a:solidFill>
              <a:srgbClr val="FFC000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ko-KR"/>
              </a:defPPr>
              <a:lvl1pPr marL="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ko-KR" altLang="en-US">
                <a:solidFill>
                  <a:schemeClr val="tx1"/>
                </a:solidFill>
              </a:endParaRPr>
            </a:p>
          </p:txBody>
        </p:sp>
        <p:sp>
          <p:nvSpPr>
            <p:cNvPr id="40" name="TextBox 11">
              <a:extLst>
                <a:ext uri="{FF2B5EF4-FFF2-40B4-BE49-F238E27FC236}">
                  <a16:creationId xmlns:a16="http://schemas.microsoft.com/office/drawing/2014/main" id="{FD847F64-AE0D-14E2-20F2-A6002ED3253C}"/>
                </a:ext>
              </a:extLst>
            </p:cNvPr>
            <p:cNvSpPr txBox="1"/>
            <p:nvPr/>
          </p:nvSpPr>
          <p:spPr>
            <a:xfrm>
              <a:off x="318304" y="114311"/>
              <a:ext cx="2057763" cy="742666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>
              <a:defPPr>
                <a:defRPr lang="ko-KR"/>
              </a:defPPr>
              <a:lvl1pPr marL="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r>
                <a:rPr lang="ko-KR" altLang="en-US" sz="700"/>
                <a:t>간접조명 </a:t>
              </a:r>
              <a:r>
                <a:rPr lang="en-US" altLang="ko-KR" sz="700"/>
                <a:t>A SET</a:t>
              </a:r>
            </a:p>
            <a:p>
              <a:endParaRPr lang="en-US" altLang="ko-KR" sz="700"/>
            </a:p>
            <a:p>
              <a:r>
                <a:rPr lang="ko-KR" altLang="en-US" sz="700"/>
                <a:t>간접조명 센서 </a:t>
              </a:r>
              <a:r>
                <a:rPr lang="en-US" altLang="ko-KR" sz="700"/>
                <a:t>SET</a:t>
              </a:r>
            </a:p>
            <a:p>
              <a:endParaRPr lang="en-US" altLang="ko-KR" sz="700"/>
            </a:p>
            <a:p>
              <a:r>
                <a:rPr lang="ko-KR" altLang="en-US" sz="700"/>
                <a:t>우물천장간접조명 및 커튼박수 추가</a:t>
              </a:r>
              <a:r>
                <a:rPr lang="en-US" altLang="ko-KR" sz="700"/>
                <a:t>(</a:t>
              </a:r>
              <a:r>
                <a:rPr lang="ko-KR" altLang="en-US" sz="700"/>
                <a:t>별도 추가</a:t>
              </a:r>
              <a:r>
                <a:rPr lang="en-US" altLang="ko-KR" sz="700"/>
                <a:t>)</a:t>
              </a:r>
            </a:p>
            <a:p>
              <a:endParaRPr lang="en-US" altLang="ko-KR" sz="700"/>
            </a:p>
          </p:txBody>
        </p:sp>
      </p:grpSp>
      <p:sp>
        <p:nvSpPr>
          <p:cNvPr id="41" name="직사각형 40">
            <a:extLst>
              <a:ext uri="{FF2B5EF4-FFF2-40B4-BE49-F238E27FC236}">
                <a16:creationId xmlns:a16="http://schemas.microsoft.com/office/drawing/2014/main" id="{C5C9E77A-DEAE-9D47-483B-FF09F04B4174}"/>
              </a:ext>
            </a:extLst>
          </p:cNvPr>
          <p:cNvSpPr/>
          <p:nvPr/>
        </p:nvSpPr>
        <p:spPr>
          <a:xfrm rot="16200000" flipV="1">
            <a:off x="4482007" y="2613043"/>
            <a:ext cx="98385" cy="357825"/>
          </a:xfrm>
          <a:prstGeom prst="rect">
            <a:avLst/>
          </a:prstGeom>
          <a:solidFill>
            <a:srgbClr val="FFFF0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>
              <a:solidFill>
                <a:schemeClr val="tx1"/>
              </a:solidFill>
            </a:endParaRPr>
          </a:p>
        </p:txBody>
      </p:sp>
      <p:grpSp>
        <p:nvGrpSpPr>
          <p:cNvPr id="42" name="그룹 41">
            <a:extLst>
              <a:ext uri="{FF2B5EF4-FFF2-40B4-BE49-F238E27FC236}">
                <a16:creationId xmlns:a16="http://schemas.microsoft.com/office/drawing/2014/main" id="{E02A6787-40E9-73D6-29CA-1415CE53FCF2}"/>
              </a:ext>
            </a:extLst>
          </p:cNvPr>
          <p:cNvGrpSpPr/>
          <p:nvPr/>
        </p:nvGrpSpPr>
        <p:grpSpPr>
          <a:xfrm>
            <a:off x="8113958" y="4269085"/>
            <a:ext cx="100923" cy="1356633"/>
            <a:chOff x="4735802" y="4662002"/>
            <a:chExt cx="100923" cy="1356633"/>
          </a:xfrm>
        </p:grpSpPr>
        <p:sp>
          <p:nvSpPr>
            <p:cNvPr id="43" name="타원 42">
              <a:extLst>
                <a:ext uri="{FF2B5EF4-FFF2-40B4-BE49-F238E27FC236}">
                  <a16:creationId xmlns:a16="http://schemas.microsoft.com/office/drawing/2014/main" id="{7CBC3C25-0C5D-5C08-A26A-83FCC19EA7F6}"/>
                </a:ext>
              </a:extLst>
            </p:cNvPr>
            <p:cNvSpPr/>
            <p:nvPr/>
          </p:nvSpPr>
          <p:spPr>
            <a:xfrm>
              <a:off x="4737834" y="4662002"/>
              <a:ext cx="98385" cy="98385"/>
            </a:xfrm>
            <a:prstGeom prst="ellipse">
              <a:avLst/>
            </a:prstGeom>
            <a:solidFill>
              <a:srgbClr val="FF0000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>
                <a:solidFill>
                  <a:schemeClr val="tx1"/>
                </a:solidFill>
              </a:endParaRPr>
            </a:p>
          </p:txBody>
        </p:sp>
        <p:sp>
          <p:nvSpPr>
            <p:cNvPr id="44" name="타원 43">
              <a:extLst>
                <a:ext uri="{FF2B5EF4-FFF2-40B4-BE49-F238E27FC236}">
                  <a16:creationId xmlns:a16="http://schemas.microsoft.com/office/drawing/2014/main" id="{1B9BE5FA-9268-B7BD-94A8-C9D0DC1508E1}"/>
                </a:ext>
              </a:extLst>
            </p:cNvPr>
            <p:cNvSpPr/>
            <p:nvPr/>
          </p:nvSpPr>
          <p:spPr>
            <a:xfrm>
              <a:off x="4735802" y="5291218"/>
              <a:ext cx="98385" cy="98385"/>
            </a:xfrm>
            <a:prstGeom prst="ellipse">
              <a:avLst/>
            </a:prstGeom>
            <a:solidFill>
              <a:srgbClr val="FF0000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>
                <a:solidFill>
                  <a:schemeClr val="tx1"/>
                </a:solidFill>
              </a:endParaRPr>
            </a:p>
          </p:txBody>
        </p:sp>
        <p:sp>
          <p:nvSpPr>
            <p:cNvPr id="45" name="타원 44">
              <a:extLst>
                <a:ext uri="{FF2B5EF4-FFF2-40B4-BE49-F238E27FC236}">
                  <a16:creationId xmlns:a16="http://schemas.microsoft.com/office/drawing/2014/main" id="{AE026DCB-7C35-B52D-F9A0-1B382B9E53F9}"/>
                </a:ext>
              </a:extLst>
            </p:cNvPr>
            <p:cNvSpPr/>
            <p:nvPr/>
          </p:nvSpPr>
          <p:spPr>
            <a:xfrm>
              <a:off x="4738340" y="5920250"/>
              <a:ext cx="98385" cy="98385"/>
            </a:xfrm>
            <a:prstGeom prst="ellipse">
              <a:avLst/>
            </a:prstGeom>
            <a:solidFill>
              <a:srgbClr val="FF0000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>
                <a:solidFill>
                  <a:schemeClr val="tx1"/>
                </a:solidFill>
              </a:endParaRPr>
            </a:p>
          </p:txBody>
        </p:sp>
      </p:grpSp>
      <p:grpSp>
        <p:nvGrpSpPr>
          <p:cNvPr id="46" name="그룹 45">
            <a:extLst>
              <a:ext uri="{FF2B5EF4-FFF2-40B4-BE49-F238E27FC236}">
                <a16:creationId xmlns:a16="http://schemas.microsoft.com/office/drawing/2014/main" id="{C8CEB438-4484-39D2-A8B5-18C31E5668A3}"/>
              </a:ext>
            </a:extLst>
          </p:cNvPr>
          <p:cNvGrpSpPr/>
          <p:nvPr/>
        </p:nvGrpSpPr>
        <p:grpSpPr>
          <a:xfrm>
            <a:off x="6249038" y="4280974"/>
            <a:ext cx="100923" cy="1356633"/>
            <a:chOff x="4735802" y="4662002"/>
            <a:chExt cx="100923" cy="1356633"/>
          </a:xfrm>
        </p:grpSpPr>
        <p:sp>
          <p:nvSpPr>
            <p:cNvPr id="47" name="타원 46">
              <a:extLst>
                <a:ext uri="{FF2B5EF4-FFF2-40B4-BE49-F238E27FC236}">
                  <a16:creationId xmlns:a16="http://schemas.microsoft.com/office/drawing/2014/main" id="{82CDCB67-D36A-A56A-08E0-E548144F2E70}"/>
                </a:ext>
              </a:extLst>
            </p:cNvPr>
            <p:cNvSpPr/>
            <p:nvPr/>
          </p:nvSpPr>
          <p:spPr>
            <a:xfrm>
              <a:off x="4737834" y="4662002"/>
              <a:ext cx="98385" cy="98385"/>
            </a:xfrm>
            <a:prstGeom prst="ellipse">
              <a:avLst/>
            </a:prstGeom>
            <a:solidFill>
              <a:srgbClr val="FF0000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>
                <a:solidFill>
                  <a:schemeClr val="tx1"/>
                </a:solidFill>
              </a:endParaRPr>
            </a:p>
          </p:txBody>
        </p:sp>
        <p:sp>
          <p:nvSpPr>
            <p:cNvPr id="48" name="타원 47">
              <a:extLst>
                <a:ext uri="{FF2B5EF4-FFF2-40B4-BE49-F238E27FC236}">
                  <a16:creationId xmlns:a16="http://schemas.microsoft.com/office/drawing/2014/main" id="{16E86D38-E3E4-A047-F3BA-E674CB064555}"/>
                </a:ext>
              </a:extLst>
            </p:cNvPr>
            <p:cNvSpPr/>
            <p:nvPr/>
          </p:nvSpPr>
          <p:spPr>
            <a:xfrm>
              <a:off x="4735802" y="5291218"/>
              <a:ext cx="98385" cy="98385"/>
            </a:xfrm>
            <a:prstGeom prst="ellipse">
              <a:avLst/>
            </a:prstGeom>
            <a:solidFill>
              <a:srgbClr val="FF0000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>
                <a:solidFill>
                  <a:schemeClr val="tx1"/>
                </a:solidFill>
              </a:endParaRPr>
            </a:p>
          </p:txBody>
        </p:sp>
        <p:sp>
          <p:nvSpPr>
            <p:cNvPr id="49" name="타원 48">
              <a:extLst>
                <a:ext uri="{FF2B5EF4-FFF2-40B4-BE49-F238E27FC236}">
                  <a16:creationId xmlns:a16="http://schemas.microsoft.com/office/drawing/2014/main" id="{0EE423F2-3821-7EBF-71A1-52E4C20007B2}"/>
                </a:ext>
              </a:extLst>
            </p:cNvPr>
            <p:cNvSpPr/>
            <p:nvPr/>
          </p:nvSpPr>
          <p:spPr>
            <a:xfrm>
              <a:off x="4738340" y="5920250"/>
              <a:ext cx="98385" cy="98385"/>
            </a:xfrm>
            <a:prstGeom prst="ellipse">
              <a:avLst/>
            </a:prstGeom>
            <a:solidFill>
              <a:srgbClr val="FF0000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>
                <a:solidFill>
                  <a:schemeClr val="tx1"/>
                </a:solidFill>
              </a:endParaRPr>
            </a:p>
          </p:txBody>
        </p:sp>
      </p:grpSp>
      <p:sp>
        <p:nvSpPr>
          <p:cNvPr id="52" name="직사각형 51">
            <a:extLst>
              <a:ext uri="{FF2B5EF4-FFF2-40B4-BE49-F238E27FC236}">
                <a16:creationId xmlns:a16="http://schemas.microsoft.com/office/drawing/2014/main" id="{5B9C963E-23F6-E6EB-7A6C-15FCDE151D73}"/>
              </a:ext>
            </a:extLst>
          </p:cNvPr>
          <p:cNvSpPr/>
          <p:nvPr/>
        </p:nvSpPr>
        <p:spPr>
          <a:xfrm rot="16200000" flipV="1">
            <a:off x="8576169" y="3332180"/>
            <a:ext cx="98385" cy="357825"/>
          </a:xfrm>
          <a:prstGeom prst="rect">
            <a:avLst/>
          </a:prstGeom>
          <a:solidFill>
            <a:srgbClr val="FFFF0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>
              <a:solidFill>
                <a:schemeClr val="tx1"/>
              </a:solidFill>
            </a:endParaRPr>
          </a:p>
        </p:txBody>
      </p:sp>
      <p:sp>
        <p:nvSpPr>
          <p:cNvPr id="2" name="직사각형 1">
            <a:extLst>
              <a:ext uri="{FF2B5EF4-FFF2-40B4-BE49-F238E27FC236}">
                <a16:creationId xmlns:a16="http://schemas.microsoft.com/office/drawing/2014/main" id="{6997A3F8-A80A-EA81-505C-D4A5F14002B2}"/>
              </a:ext>
            </a:extLst>
          </p:cNvPr>
          <p:cNvSpPr/>
          <p:nvPr/>
        </p:nvSpPr>
        <p:spPr>
          <a:xfrm>
            <a:off x="5914244" y="4376925"/>
            <a:ext cx="191222" cy="1461900"/>
          </a:xfrm>
          <a:prstGeom prst="rect">
            <a:avLst/>
          </a:prstGeom>
          <a:solidFill>
            <a:schemeClr val="accent1">
              <a:lumMod val="40000"/>
              <a:lumOff val="6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050" b="1" err="1"/>
              <a:t>가벽</a:t>
            </a:r>
            <a:endParaRPr lang="ko-KR" altLang="en-US" sz="1050" b="1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30CFC47C-E2A0-F42D-3B3C-3E73C6CC6B32}"/>
              </a:ext>
            </a:extLst>
          </p:cNvPr>
          <p:cNvSpPr txBox="1"/>
          <p:nvPr/>
        </p:nvSpPr>
        <p:spPr>
          <a:xfrm>
            <a:off x="4310185" y="6470185"/>
            <a:ext cx="1988045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sz="1400" b="1" err="1">
                <a:highlight>
                  <a:srgbClr val="FFFF00"/>
                </a:highlight>
              </a:rPr>
              <a:t>가벽</a:t>
            </a:r>
            <a:r>
              <a:rPr lang="ko-KR" altLang="en-US" sz="1400" b="1">
                <a:highlight>
                  <a:srgbClr val="FFFF00"/>
                </a:highlight>
              </a:rPr>
              <a:t> 있나 확인 필요함</a:t>
            </a:r>
          </a:p>
        </p:txBody>
      </p:sp>
      <p:sp>
        <p:nvSpPr>
          <p:cNvPr id="50" name="화살표: 위쪽 49">
            <a:extLst>
              <a:ext uri="{FF2B5EF4-FFF2-40B4-BE49-F238E27FC236}">
                <a16:creationId xmlns:a16="http://schemas.microsoft.com/office/drawing/2014/main" id="{04A0CA28-B50C-C058-DE90-018E2C559FBF}"/>
              </a:ext>
            </a:extLst>
          </p:cNvPr>
          <p:cNvSpPr/>
          <p:nvPr/>
        </p:nvSpPr>
        <p:spPr>
          <a:xfrm>
            <a:off x="5894013" y="5858114"/>
            <a:ext cx="231683" cy="540942"/>
          </a:xfrm>
          <a:prstGeom prst="up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grpSp>
        <p:nvGrpSpPr>
          <p:cNvPr id="59" name="그룹 58">
            <a:extLst>
              <a:ext uri="{FF2B5EF4-FFF2-40B4-BE49-F238E27FC236}">
                <a16:creationId xmlns:a16="http://schemas.microsoft.com/office/drawing/2014/main" id="{E978C7E4-C0F7-A3A0-894B-BE53E86FB9DF}"/>
              </a:ext>
            </a:extLst>
          </p:cNvPr>
          <p:cNvGrpSpPr/>
          <p:nvPr/>
        </p:nvGrpSpPr>
        <p:grpSpPr>
          <a:xfrm>
            <a:off x="4775086" y="3670295"/>
            <a:ext cx="764953" cy="273636"/>
            <a:chOff x="2052531" y="808997"/>
            <a:chExt cx="764953" cy="273636"/>
          </a:xfrm>
        </p:grpSpPr>
        <p:sp>
          <p:nvSpPr>
            <p:cNvPr id="60" name="TextBox 59">
              <a:extLst>
                <a:ext uri="{FF2B5EF4-FFF2-40B4-BE49-F238E27FC236}">
                  <a16:creationId xmlns:a16="http://schemas.microsoft.com/office/drawing/2014/main" id="{DE73F2F0-B155-516E-5794-4034DA504D45}"/>
                </a:ext>
              </a:extLst>
            </p:cNvPr>
            <p:cNvSpPr txBox="1"/>
            <p:nvPr/>
          </p:nvSpPr>
          <p:spPr>
            <a:xfrm>
              <a:off x="2052531" y="897967"/>
              <a:ext cx="764953" cy="184666"/>
            </a:xfrm>
            <a:prstGeom prst="rect">
              <a:avLst/>
            </a:prstGeom>
            <a:solidFill>
              <a:schemeClr val="bg1">
                <a:lumMod val="95000"/>
              </a:schemeClr>
            </a:solidFill>
          </p:spPr>
          <p:txBody>
            <a:bodyPr wrap="none" rtlCol="0">
              <a:spAutoFit/>
            </a:bodyPr>
            <a:lstStyle/>
            <a:p>
              <a:r>
                <a:rPr lang="ko-KR" altLang="en-US" sz="600" b="1"/>
                <a:t>서비스 조명 </a:t>
              </a:r>
              <a:r>
                <a:rPr lang="en-US" altLang="ko-KR" sz="600" b="1"/>
                <a:t>2EA</a:t>
              </a:r>
              <a:endParaRPr lang="ko-KR" altLang="en-US" sz="600" b="1"/>
            </a:p>
          </p:txBody>
        </p:sp>
        <p:grpSp>
          <p:nvGrpSpPr>
            <p:cNvPr id="61" name="그룹 60">
              <a:extLst>
                <a:ext uri="{FF2B5EF4-FFF2-40B4-BE49-F238E27FC236}">
                  <a16:creationId xmlns:a16="http://schemas.microsoft.com/office/drawing/2014/main" id="{F1A3D6AD-B385-CB11-F51A-BC1CC4B7E4DA}"/>
                </a:ext>
              </a:extLst>
            </p:cNvPr>
            <p:cNvGrpSpPr/>
            <p:nvPr/>
          </p:nvGrpSpPr>
          <p:grpSpPr>
            <a:xfrm rot="5400000">
              <a:off x="2382760" y="491467"/>
              <a:ext cx="98800" cy="733859"/>
              <a:chOff x="4737848" y="4877902"/>
              <a:chExt cx="98800" cy="733859"/>
            </a:xfrm>
            <a:solidFill>
              <a:srgbClr val="FF00FF"/>
            </a:solidFill>
          </p:grpSpPr>
          <p:sp>
            <p:nvSpPr>
              <p:cNvPr id="62" name="타원 61">
                <a:extLst>
                  <a:ext uri="{FF2B5EF4-FFF2-40B4-BE49-F238E27FC236}">
                    <a16:creationId xmlns:a16="http://schemas.microsoft.com/office/drawing/2014/main" id="{FB0B1004-49D0-3E1E-822A-E7E0BC4EA800}"/>
                  </a:ext>
                </a:extLst>
              </p:cNvPr>
              <p:cNvSpPr/>
              <p:nvPr/>
            </p:nvSpPr>
            <p:spPr>
              <a:xfrm>
                <a:off x="4737848" y="4877902"/>
                <a:ext cx="98385" cy="98385"/>
              </a:xfrm>
              <a:prstGeom prst="ellipse">
                <a:avLst/>
              </a:prstGeom>
              <a:grpFill/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>
                  <a:solidFill>
                    <a:schemeClr val="tx1"/>
                  </a:solidFill>
                </a:endParaRPr>
              </a:p>
            </p:txBody>
          </p:sp>
          <p:sp>
            <p:nvSpPr>
              <p:cNvPr id="63" name="타원 62">
                <a:extLst>
                  <a:ext uri="{FF2B5EF4-FFF2-40B4-BE49-F238E27FC236}">
                    <a16:creationId xmlns:a16="http://schemas.microsoft.com/office/drawing/2014/main" id="{7FF901FB-CE3B-19EF-F981-0AE09E7DE001}"/>
                  </a:ext>
                </a:extLst>
              </p:cNvPr>
              <p:cNvSpPr/>
              <p:nvPr/>
            </p:nvSpPr>
            <p:spPr>
              <a:xfrm>
                <a:off x="4738263" y="5513376"/>
                <a:ext cx="98385" cy="98385"/>
              </a:xfrm>
              <a:prstGeom prst="ellipse">
                <a:avLst/>
              </a:prstGeom>
              <a:grpFill/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>
                  <a:solidFill>
                    <a:schemeClr val="tx1"/>
                  </a:solidFill>
                </a:endParaRPr>
              </a:p>
            </p:txBody>
          </p:sp>
        </p:grpSp>
      </p:grpSp>
      <p:sp>
        <p:nvSpPr>
          <p:cNvPr id="27" name="TextBox 26">
            <a:extLst>
              <a:ext uri="{FF2B5EF4-FFF2-40B4-BE49-F238E27FC236}">
                <a16:creationId xmlns:a16="http://schemas.microsoft.com/office/drawing/2014/main" id="{2B3A9A5F-5D9E-C2F6-BD9C-EB10A2B6BC99}"/>
              </a:ext>
            </a:extLst>
          </p:cNvPr>
          <p:cNvSpPr txBox="1"/>
          <p:nvPr/>
        </p:nvSpPr>
        <p:spPr>
          <a:xfrm>
            <a:off x="1054419" y="2077792"/>
            <a:ext cx="902811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sz="1400" b="1">
                <a:highlight>
                  <a:srgbClr val="FFFF00"/>
                </a:highlight>
              </a:rPr>
              <a:t>현관미정</a:t>
            </a:r>
          </a:p>
        </p:txBody>
      </p:sp>
      <p:pic>
        <p:nvPicPr>
          <p:cNvPr id="53" name="그림 52" descr="텍스트, 스크린샷, 직사각형, 디자인이(가) 표시된 사진&#10;&#10;자동 생성된 설명">
            <a:extLst>
              <a:ext uri="{FF2B5EF4-FFF2-40B4-BE49-F238E27FC236}">
                <a16:creationId xmlns:a16="http://schemas.microsoft.com/office/drawing/2014/main" id="{CE52C91F-FDD9-20E0-532C-664133602980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5102" t="3086" r="4707" b="11674"/>
          <a:stretch>
            <a:fillRect/>
          </a:stretch>
        </p:blipFill>
        <p:spPr>
          <a:xfrm>
            <a:off x="117919" y="4308475"/>
            <a:ext cx="1619250" cy="1530350"/>
          </a:xfrm>
          <a:prstGeom prst="rect">
            <a:avLst/>
          </a:prstGeom>
        </p:spPr>
      </p:pic>
      <p:pic>
        <p:nvPicPr>
          <p:cNvPr id="55" name="그림 54" descr="텍스트, 스크린샷, 리모컨, 전자 기기이(가) 표시된 사진&#10;&#10;AI 생성 콘텐츠는 정확하지 않을 수 있습니다.">
            <a:extLst>
              <a:ext uri="{FF2B5EF4-FFF2-40B4-BE49-F238E27FC236}">
                <a16:creationId xmlns:a16="http://schemas.microsoft.com/office/drawing/2014/main" id="{7BDFE452-4C53-3576-4CBC-2E95B396E16D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88145" y="2587478"/>
            <a:ext cx="1757580" cy="1445609"/>
          </a:xfrm>
          <a:prstGeom prst="rect">
            <a:avLst/>
          </a:prstGeom>
        </p:spPr>
      </p:pic>
      <p:sp>
        <p:nvSpPr>
          <p:cNvPr id="57" name="직사각형 56">
            <a:extLst>
              <a:ext uri="{FF2B5EF4-FFF2-40B4-BE49-F238E27FC236}">
                <a16:creationId xmlns:a16="http://schemas.microsoft.com/office/drawing/2014/main" id="{5155726B-9AFD-D9F1-A1D2-0BC6757A4BAE}"/>
              </a:ext>
            </a:extLst>
          </p:cNvPr>
          <p:cNvSpPr/>
          <p:nvPr/>
        </p:nvSpPr>
        <p:spPr>
          <a:xfrm rot="5400000">
            <a:off x="5407611" y="5351481"/>
            <a:ext cx="102820" cy="910444"/>
          </a:xfrm>
          <a:prstGeom prst="rect">
            <a:avLst/>
          </a:prstGeom>
          <a:solidFill>
            <a:srgbClr val="00B05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>
              <a:solidFill>
                <a:schemeClr val="tx1"/>
              </a:solidFill>
            </a:endParaRPr>
          </a:p>
        </p:txBody>
      </p:sp>
      <p:sp>
        <p:nvSpPr>
          <p:cNvPr id="58" name="직사각형 57">
            <a:extLst>
              <a:ext uri="{FF2B5EF4-FFF2-40B4-BE49-F238E27FC236}">
                <a16:creationId xmlns:a16="http://schemas.microsoft.com/office/drawing/2014/main" id="{006EB7FB-7498-F1F0-E7A5-96075FA689DB}"/>
              </a:ext>
            </a:extLst>
          </p:cNvPr>
          <p:cNvSpPr/>
          <p:nvPr/>
        </p:nvSpPr>
        <p:spPr>
          <a:xfrm>
            <a:off x="2105129" y="5736279"/>
            <a:ext cx="1087460" cy="103264"/>
          </a:xfrm>
          <a:prstGeom prst="rect">
            <a:avLst/>
          </a:prstGeom>
          <a:solidFill>
            <a:srgbClr val="00B0F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127947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ko-KR" altLang="en-US" sz="135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맑은 고딕"/>
              <a:ea typeface="맑은 고딕" panose="020B0503020000020004" pitchFamily="50" charset="-127"/>
              <a:cs typeface="+mn-cs"/>
            </a:endParaRPr>
          </a:p>
        </p:txBody>
      </p:sp>
      <p:sp>
        <p:nvSpPr>
          <p:cNvPr id="68" name="TextBox 67">
            <a:extLst>
              <a:ext uri="{FF2B5EF4-FFF2-40B4-BE49-F238E27FC236}">
                <a16:creationId xmlns:a16="http://schemas.microsoft.com/office/drawing/2014/main" id="{3A8F44BE-95AC-89E2-AABB-C9B22CE5418F}"/>
              </a:ext>
            </a:extLst>
          </p:cNvPr>
          <p:cNvSpPr txBox="1"/>
          <p:nvPr/>
        </p:nvSpPr>
        <p:spPr>
          <a:xfrm>
            <a:off x="1992450" y="4699971"/>
            <a:ext cx="874940" cy="400110"/>
          </a:xfrm>
          <a:prstGeom prst="rect">
            <a:avLst/>
          </a:prstGeom>
          <a:solidFill>
            <a:schemeClr val="bg2">
              <a:lumMod val="90000"/>
            </a:schemeClr>
          </a:solidFill>
        </p:spPr>
        <p:txBody>
          <a:bodyPr wrap="square" rtlCol="0">
            <a:spAutoFit/>
          </a:bodyPr>
          <a:lstStyle/>
          <a:p>
            <a:pPr algn="ctr"/>
            <a:r>
              <a:rPr lang="ko-KR" altLang="en-US" sz="1000" b="1" err="1"/>
              <a:t>무선리모컨</a:t>
            </a:r>
            <a:endParaRPr lang="en-US" altLang="ko-KR" sz="1000" b="1"/>
          </a:p>
          <a:p>
            <a:pPr algn="ctr"/>
            <a:r>
              <a:rPr lang="en-US" altLang="ko-KR" sz="1000" b="1"/>
              <a:t>1</a:t>
            </a:r>
            <a:r>
              <a:rPr lang="ko-KR" altLang="en-US" sz="1000" b="1"/>
              <a:t>구</a:t>
            </a:r>
            <a:r>
              <a:rPr lang="en-US" altLang="ko-KR" sz="1000" b="1"/>
              <a:t>(3</a:t>
            </a:r>
            <a:r>
              <a:rPr lang="ko-KR" altLang="en-US" sz="1000" b="1"/>
              <a:t>채널</a:t>
            </a:r>
            <a:r>
              <a:rPr lang="en-US" altLang="ko-KR" sz="1000" b="1"/>
              <a:t>)</a:t>
            </a:r>
            <a:endParaRPr lang="ko-KR" altLang="en-US" sz="1000" b="1"/>
          </a:p>
        </p:txBody>
      </p:sp>
      <p:grpSp>
        <p:nvGrpSpPr>
          <p:cNvPr id="69" name="그룹 68">
            <a:extLst>
              <a:ext uri="{FF2B5EF4-FFF2-40B4-BE49-F238E27FC236}">
                <a16:creationId xmlns:a16="http://schemas.microsoft.com/office/drawing/2014/main" id="{0D129F30-20A1-CE8B-5BBE-6ED24B00831D}"/>
              </a:ext>
            </a:extLst>
          </p:cNvPr>
          <p:cNvGrpSpPr/>
          <p:nvPr/>
        </p:nvGrpSpPr>
        <p:grpSpPr>
          <a:xfrm>
            <a:off x="3148769" y="4725283"/>
            <a:ext cx="98814" cy="650518"/>
            <a:chOff x="4737834" y="4900127"/>
            <a:chExt cx="98814" cy="650518"/>
          </a:xfrm>
          <a:solidFill>
            <a:srgbClr val="00B0F0"/>
          </a:solidFill>
        </p:grpSpPr>
        <p:sp>
          <p:nvSpPr>
            <p:cNvPr id="70" name="타원 69">
              <a:extLst>
                <a:ext uri="{FF2B5EF4-FFF2-40B4-BE49-F238E27FC236}">
                  <a16:creationId xmlns:a16="http://schemas.microsoft.com/office/drawing/2014/main" id="{1177BA16-CF5A-A02B-D2DC-627862418929}"/>
                </a:ext>
              </a:extLst>
            </p:cNvPr>
            <p:cNvSpPr/>
            <p:nvPr/>
          </p:nvSpPr>
          <p:spPr>
            <a:xfrm>
              <a:off x="4737834" y="4900127"/>
              <a:ext cx="98385" cy="98385"/>
            </a:xfrm>
            <a:prstGeom prst="ellipse">
              <a:avLst/>
            </a:prstGeom>
            <a:grpFill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>
                <a:solidFill>
                  <a:schemeClr val="tx1"/>
                </a:solidFill>
              </a:endParaRPr>
            </a:p>
          </p:txBody>
        </p:sp>
        <p:sp>
          <p:nvSpPr>
            <p:cNvPr id="71" name="타원 70">
              <a:extLst>
                <a:ext uri="{FF2B5EF4-FFF2-40B4-BE49-F238E27FC236}">
                  <a16:creationId xmlns:a16="http://schemas.microsoft.com/office/drawing/2014/main" id="{29FCDEB6-DDD1-AB59-6E35-D74D0A1D0964}"/>
                </a:ext>
              </a:extLst>
            </p:cNvPr>
            <p:cNvSpPr/>
            <p:nvPr/>
          </p:nvSpPr>
          <p:spPr>
            <a:xfrm>
              <a:off x="4738263" y="5452260"/>
              <a:ext cx="98385" cy="98385"/>
            </a:xfrm>
            <a:prstGeom prst="ellipse">
              <a:avLst/>
            </a:prstGeom>
            <a:grpFill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>
                <a:solidFill>
                  <a:schemeClr val="tx1"/>
                </a:solidFill>
              </a:endParaRPr>
            </a:p>
          </p:txBody>
        </p:sp>
      </p:grpSp>
      <p:sp>
        <p:nvSpPr>
          <p:cNvPr id="3" name="TextBox 2">
            <a:extLst>
              <a:ext uri="{FF2B5EF4-FFF2-40B4-BE49-F238E27FC236}">
                <a16:creationId xmlns:a16="http://schemas.microsoft.com/office/drawing/2014/main" id="{5E88BB97-9AE9-0376-3FD3-C5EBF4155870}"/>
              </a:ext>
            </a:extLst>
          </p:cNvPr>
          <p:cNvSpPr txBox="1"/>
          <p:nvPr/>
        </p:nvSpPr>
        <p:spPr>
          <a:xfrm>
            <a:off x="7058350" y="4134528"/>
            <a:ext cx="479618" cy="2462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1000" b="1">
                <a:solidFill>
                  <a:srgbClr val="FF0000"/>
                </a:solidFill>
              </a:rPr>
              <a:t>3100</a:t>
            </a:r>
            <a:endParaRPr lang="ko-KR" altLang="en-US" sz="1000" b="1">
              <a:solidFill>
                <a:srgbClr val="FF0000"/>
              </a:solidFill>
            </a:endParaRP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AF65202D-D8CC-6ABE-14E4-7B13A41D30BA}"/>
              </a:ext>
            </a:extLst>
          </p:cNvPr>
          <p:cNvSpPr txBox="1"/>
          <p:nvPr/>
        </p:nvSpPr>
        <p:spPr>
          <a:xfrm>
            <a:off x="6292067" y="4627588"/>
            <a:ext cx="479618" cy="2462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1000" b="1">
                <a:solidFill>
                  <a:srgbClr val="FF0000"/>
                </a:solidFill>
              </a:rPr>
              <a:t>2500</a:t>
            </a:r>
            <a:endParaRPr lang="ko-KR" altLang="en-US" sz="1000" b="1">
              <a:solidFill>
                <a:srgbClr val="FF0000"/>
              </a:solidFill>
            </a:endParaRP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585FCB5C-0ADE-2CA9-8C0C-20239DBC0EED}"/>
              </a:ext>
            </a:extLst>
          </p:cNvPr>
          <p:cNvSpPr txBox="1"/>
          <p:nvPr/>
        </p:nvSpPr>
        <p:spPr>
          <a:xfrm>
            <a:off x="7110154" y="6076702"/>
            <a:ext cx="479618" cy="2462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1000" b="1">
                <a:solidFill>
                  <a:srgbClr val="FF0000"/>
                </a:solidFill>
              </a:rPr>
              <a:t>4500</a:t>
            </a:r>
            <a:endParaRPr lang="ko-KR" altLang="en-US" sz="1000" b="1">
              <a:solidFill>
                <a:srgbClr val="FF0000"/>
              </a:solidFill>
            </a:endParaRPr>
          </a:p>
        </p:txBody>
      </p:sp>
      <p:sp>
        <p:nvSpPr>
          <p:cNvPr id="32" name="TextBox 31">
            <a:extLst>
              <a:ext uri="{FF2B5EF4-FFF2-40B4-BE49-F238E27FC236}">
                <a16:creationId xmlns:a16="http://schemas.microsoft.com/office/drawing/2014/main" id="{52886BC7-D90C-C34A-0E44-1179D1729293}"/>
              </a:ext>
            </a:extLst>
          </p:cNvPr>
          <p:cNvSpPr txBox="1"/>
          <p:nvPr/>
        </p:nvSpPr>
        <p:spPr>
          <a:xfrm>
            <a:off x="9341233" y="5739498"/>
            <a:ext cx="479618" cy="2462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1000" b="1">
                <a:solidFill>
                  <a:srgbClr val="FF0000"/>
                </a:solidFill>
              </a:rPr>
              <a:t>3500</a:t>
            </a:r>
            <a:endParaRPr lang="ko-KR" altLang="en-US" sz="1000" b="1">
              <a:solidFill>
                <a:srgbClr val="FF0000"/>
              </a:solidFill>
            </a:endParaRPr>
          </a:p>
        </p:txBody>
      </p:sp>
      <p:sp>
        <p:nvSpPr>
          <p:cNvPr id="33" name="TextBox 32">
            <a:extLst>
              <a:ext uri="{FF2B5EF4-FFF2-40B4-BE49-F238E27FC236}">
                <a16:creationId xmlns:a16="http://schemas.microsoft.com/office/drawing/2014/main" id="{37887052-B51C-4FAF-8CBA-11346923C6BA}"/>
              </a:ext>
            </a:extLst>
          </p:cNvPr>
          <p:cNvSpPr txBox="1"/>
          <p:nvPr/>
        </p:nvSpPr>
        <p:spPr>
          <a:xfrm>
            <a:off x="3818393" y="6070705"/>
            <a:ext cx="479618" cy="2462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1000" b="1">
                <a:solidFill>
                  <a:srgbClr val="FF0000"/>
                </a:solidFill>
              </a:rPr>
              <a:t>2900</a:t>
            </a:r>
            <a:endParaRPr lang="ko-KR" altLang="en-US" sz="1000" b="1">
              <a:solidFill>
                <a:srgbClr val="FF0000"/>
              </a:solidFill>
            </a:endParaRPr>
          </a:p>
        </p:txBody>
      </p:sp>
      <p:sp>
        <p:nvSpPr>
          <p:cNvPr id="34" name="TextBox 33">
            <a:extLst>
              <a:ext uri="{FF2B5EF4-FFF2-40B4-BE49-F238E27FC236}">
                <a16:creationId xmlns:a16="http://schemas.microsoft.com/office/drawing/2014/main" id="{7903C3D6-C6D6-2C75-0BD5-9FC260FE9877}"/>
              </a:ext>
            </a:extLst>
          </p:cNvPr>
          <p:cNvSpPr txBox="1"/>
          <p:nvPr/>
        </p:nvSpPr>
        <p:spPr>
          <a:xfrm>
            <a:off x="2112619" y="6069702"/>
            <a:ext cx="479618" cy="2462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1000" b="1">
                <a:solidFill>
                  <a:srgbClr val="FF0000"/>
                </a:solidFill>
              </a:rPr>
              <a:t>2800</a:t>
            </a:r>
            <a:endParaRPr lang="ko-KR" altLang="en-US" sz="1000" b="1">
              <a:solidFill>
                <a:srgbClr val="FF0000"/>
              </a:solidFill>
            </a:endParaRPr>
          </a:p>
        </p:txBody>
      </p:sp>
      <p:sp>
        <p:nvSpPr>
          <p:cNvPr id="54" name="TextBox 53">
            <a:extLst>
              <a:ext uri="{FF2B5EF4-FFF2-40B4-BE49-F238E27FC236}">
                <a16:creationId xmlns:a16="http://schemas.microsoft.com/office/drawing/2014/main" id="{5BC2B176-365F-7C38-3F54-7501ABAB7860}"/>
              </a:ext>
            </a:extLst>
          </p:cNvPr>
          <p:cNvSpPr txBox="1"/>
          <p:nvPr/>
        </p:nvSpPr>
        <p:spPr>
          <a:xfrm>
            <a:off x="10338926" y="4014128"/>
            <a:ext cx="405880" cy="2462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1000" b="1">
                <a:solidFill>
                  <a:srgbClr val="FF0000"/>
                </a:solidFill>
              </a:rPr>
              <a:t>900</a:t>
            </a:r>
            <a:endParaRPr lang="ko-KR" altLang="en-US" sz="1000" b="1">
              <a:solidFill>
                <a:srgbClr val="FF0000"/>
              </a:solidFill>
            </a:endParaRPr>
          </a:p>
        </p:txBody>
      </p:sp>
      <p:sp>
        <p:nvSpPr>
          <p:cNvPr id="56" name="TextBox 55">
            <a:extLst>
              <a:ext uri="{FF2B5EF4-FFF2-40B4-BE49-F238E27FC236}">
                <a16:creationId xmlns:a16="http://schemas.microsoft.com/office/drawing/2014/main" id="{9ABE0427-99CD-5025-0FA3-EF9229577B78}"/>
              </a:ext>
            </a:extLst>
          </p:cNvPr>
          <p:cNvSpPr txBox="1"/>
          <p:nvPr/>
        </p:nvSpPr>
        <p:spPr>
          <a:xfrm>
            <a:off x="4328259" y="2810961"/>
            <a:ext cx="405880" cy="2462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1000" b="1">
                <a:solidFill>
                  <a:srgbClr val="FF0000"/>
                </a:solidFill>
              </a:rPr>
              <a:t>800</a:t>
            </a:r>
            <a:endParaRPr lang="ko-KR" altLang="en-US" sz="1000" b="1">
              <a:solidFill>
                <a:srgbClr val="FF0000"/>
              </a:solidFill>
            </a:endParaRPr>
          </a:p>
        </p:txBody>
      </p:sp>
      <p:sp>
        <p:nvSpPr>
          <p:cNvPr id="64" name="TextBox 63">
            <a:extLst>
              <a:ext uri="{FF2B5EF4-FFF2-40B4-BE49-F238E27FC236}">
                <a16:creationId xmlns:a16="http://schemas.microsoft.com/office/drawing/2014/main" id="{AFF26A89-D47B-A00D-260C-35DC49F78F35}"/>
              </a:ext>
            </a:extLst>
          </p:cNvPr>
          <p:cNvSpPr txBox="1"/>
          <p:nvPr/>
        </p:nvSpPr>
        <p:spPr>
          <a:xfrm>
            <a:off x="3611505" y="3040160"/>
            <a:ext cx="479618" cy="2462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1000" b="1">
                <a:solidFill>
                  <a:srgbClr val="FF0000"/>
                </a:solidFill>
              </a:rPr>
              <a:t>1300</a:t>
            </a:r>
            <a:endParaRPr lang="ko-KR" altLang="en-US" sz="1000" b="1">
              <a:solidFill>
                <a:srgbClr val="FF0000"/>
              </a:solidFill>
            </a:endParaRPr>
          </a:p>
        </p:txBody>
      </p:sp>
      <p:sp>
        <p:nvSpPr>
          <p:cNvPr id="66" name="TextBox 65">
            <a:extLst>
              <a:ext uri="{FF2B5EF4-FFF2-40B4-BE49-F238E27FC236}">
                <a16:creationId xmlns:a16="http://schemas.microsoft.com/office/drawing/2014/main" id="{FEBF1C80-5B93-DADD-140F-41997F362D91}"/>
              </a:ext>
            </a:extLst>
          </p:cNvPr>
          <p:cNvSpPr txBox="1"/>
          <p:nvPr/>
        </p:nvSpPr>
        <p:spPr>
          <a:xfrm>
            <a:off x="6424461" y="1044478"/>
            <a:ext cx="479618" cy="2462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1000" b="1">
                <a:solidFill>
                  <a:srgbClr val="FF0000"/>
                </a:solidFill>
              </a:rPr>
              <a:t>1100</a:t>
            </a:r>
            <a:endParaRPr lang="ko-KR" altLang="en-US" sz="1000" b="1">
              <a:solidFill>
                <a:srgbClr val="FF0000"/>
              </a:solidFill>
            </a:endParaRPr>
          </a:p>
        </p:txBody>
      </p:sp>
      <p:cxnSp>
        <p:nvCxnSpPr>
          <p:cNvPr id="67" name="직선 화살표 연결선 66">
            <a:extLst>
              <a:ext uri="{FF2B5EF4-FFF2-40B4-BE49-F238E27FC236}">
                <a16:creationId xmlns:a16="http://schemas.microsoft.com/office/drawing/2014/main" id="{DDCEDE4B-F9D6-0B3B-F168-85D523E2479D}"/>
              </a:ext>
            </a:extLst>
          </p:cNvPr>
          <p:cNvCxnSpPr>
            <a:cxnSpLocks/>
          </p:cNvCxnSpPr>
          <p:nvPr/>
        </p:nvCxnSpPr>
        <p:spPr>
          <a:xfrm>
            <a:off x="10233498" y="3607663"/>
            <a:ext cx="0" cy="653823"/>
          </a:xfrm>
          <a:prstGeom prst="straightConnector1">
            <a:avLst/>
          </a:prstGeom>
          <a:ln w="57150">
            <a:solidFill>
              <a:srgbClr val="00B050"/>
            </a:solidFill>
            <a:headEnd type="triangle"/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2" name="직선 화살표 연결선 71">
            <a:extLst>
              <a:ext uri="{FF2B5EF4-FFF2-40B4-BE49-F238E27FC236}">
                <a16:creationId xmlns:a16="http://schemas.microsoft.com/office/drawing/2014/main" id="{E1EEF8C7-8032-CD2C-3887-6A183B0EABEB}"/>
              </a:ext>
            </a:extLst>
          </p:cNvPr>
          <p:cNvCxnSpPr>
            <a:cxnSpLocks/>
          </p:cNvCxnSpPr>
          <p:nvPr/>
        </p:nvCxnSpPr>
        <p:spPr>
          <a:xfrm flipH="1">
            <a:off x="6219801" y="1491409"/>
            <a:ext cx="902431" cy="0"/>
          </a:xfrm>
          <a:prstGeom prst="straightConnector1">
            <a:avLst/>
          </a:prstGeom>
          <a:ln w="57150">
            <a:solidFill>
              <a:srgbClr val="00B050"/>
            </a:solidFill>
            <a:headEnd type="triangle"/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012116501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005C21A-97E0-D084-85EC-7B757F1EFFB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그림 4">
            <a:extLst>
              <a:ext uri="{FF2B5EF4-FFF2-40B4-BE49-F238E27FC236}">
                <a16:creationId xmlns:a16="http://schemas.microsoft.com/office/drawing/2014/main" id="{00B341A6-12AB-A270-9D13-E77C5274E588}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/>
        </p:nvPicPr>
        <p:blipFill>
          <a:blip r:embed="rId2">
            <a:alphaModFix amt="70000"/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saturation sat="0"/>
                    </a14:imgEffect>
                  </a14:imgLayer>
                </a14:imgProps>
              </a:ext>
            </a:extLst>
          </a:blip>
          <a:stretch>
            <a:fillRect/>
          </a:stretch>
        </p:blipFill>
        <p:spPr>
          <a:xfrm>
            <a:off x="1761061" y="946662"/>
            <a:ext cx="8995839" cy="5276338"/>
          </a:xfrm>
          <a:prstGeom prst="rect">
            <a:avLst/>
          </a:prstGeom>
        </p:spPr>
      </p:pic>
      <mc:AlternateContent xmlns:mc="http://schemas.openxmlformats.org/markup-compatibility/2006">
        <mc:Choice xmlns:a14="http://schemas.microsoft.com/office/drawing/2010/main" Requires="a14">
          <p:sp>
            <p:nvSpPr>
              <p:cNvPr id="6" name="TextBox 5">
                <a:extLst>
                  <a:ext uri="{FF2B5EF4-FFF2-40B4-BE49-F238E27FC236}">
                    <a16:creationId xmlns:a16="http://schemas.microsoft.com/office/drawing/2014/main" id="{1B250C89-68FC-432A-31A8-4009329D59D1}"/>
                  </a:ext>
                </a:extLst>
              </p:cNvPr>
              <p:cNvSpPr txBox="1"/>
              <p:nvPr/>
            </p:nvSpPr>
            <p:spPr>
              <a:xfrm>
                <a:off x="10152689" y="1075737"/>
                <a:ext cx="1762781" cy="407099"/>
              </a:xfrm>
              <a:prstGeom prst="rect">
                <a:avLst/>
              </a:prstGeom>
              <a:noFill/>
            </p:spPr>
            <p:txBody>
              <a:bodyPr wrap="square">
                <a:spAutoFit/>
                <a:scene3d>
                  <a:camera prst="orthographicFront"/>
                  <a:lightRig rig="harsh" dir="t"/>
                </a:scene3d>
                <a:sp3d extrusionH="57150" prstMaterial="matte">
                  <a:bevelT w="63500" h="12700" prst="angle"/>
                  <a:contourClr>
                    <a:schemeClr val="bg1">
                      <a:lumMod val="65000"/>
                    </a:schemeClr>
                  </a:contourClr>
                </a:sp3d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right"/>
                    </m:oMathParaPr>
                    <m:oMath xmlns:m="http://schemas.openxmlformats.org/officeDocument/2006/math">
                      <m:sSup>
                        <m:sSupPr>
                          <m:ctrlPr>
                            <a:rPr lang="en-US" altLang="ko-KR" sz="2000" b="1" i="1" u="none" strike="noStrike" smtClean="0">
                              <a:ln/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altLang="ko-KR" sz="2000" b="1" i="1" u="none" strike="noStrike" smtClean="0">
                              <a:ln/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𝟖𝟒</m:t>
                          </m:r>
                          <m:r>
                            <a:rPr lang="en-US" altLang="ko-KR" sz="2000" b="1" i="1" u="none" strike="noStrike" smtClean="0">
                              <a:ln/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𝑨𝒎</m:t>
                          </m:r>
                        </m:e>
                        <m:sup>
                          <m:r>
                            <a:rPr lang="en-US" altLang="ko-KR" sz="2000" b="1" i="1" u="none" strike="noStrike" smtClean="0">
                              <a:ln/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𝟐</m:t>
                          </m:r>
                        </m:sup>
                      </m:sSup>
                    </m:oMath>
                  </m:oMathPara>
                </a14:m>
                <a:endParaRPr lang="ko-KR" altLang="en-US" sz="2000" b="1">
                  <a:ln/>
                  <a:solidFill>
                    <a:schemeClr val="tx1"/>
                  </a:solidFill>
                </a:endParaRPr>
              </a:p>
            </p:txBody>
          </p:sp>
        </mc:Choice>
        <mc:Fallback>
          <p:sp>
            <p:nvSpPr>
              <p:cNvPr id="6" name="TextBox 5">
                <a:extLst>
                  <a:ext uri="{FF2B5EF4-FFF2-40B4-BE49-F238E27FC236}">
                    <a16:creationId xmlns:a16="http://schemas.microsoft.com/office/drawing/2014/main" id="{1B250C89-68FC-432A-31A8-4009329D59D1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0152689" y="1075737"/>
                <a:ext cx="1762781" cy="407099"/>
              </a:xfrm>
              <a:prstGeom prst="rect">
                <a:avLst/>
              </a:prstGeom>
              <a:blipFill>
                <a:blip r:embed="rId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7" name="TextBox 6">
            <a:extLst>
              <a:ext uri="{FF2B5EF4-FFF2-40B4-BE49-F238E27FC236}">
                <a16:creationId xmlns:a16="http://schemas.microsoft.com/office/drawing/2014/main" id="{E7D1B284-0FAA-EA6F-7821-6FBE18A55189}"/>
              </a:ext>
            </a:extLst>
          </p:cNvPr>
          <p:cNvSpPr txBox="1"/>
          <p:nvPr/>
        </p:nvSpPr>
        <p:spPr>
          <a:xfrm>
            <a:off x="1870318" y="353253"/>
            <a:ext cx="8452551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 sz="2000" b="1"/>
              <a:t>84A</a:t>
            </a:r>
            <a:r>
              <a:rPr lang="ko-KR" altLang="en-US" sz="2000" b="1"/>
              <a:t>타입 간접 프리미엄 </a:t>
            </a:r>
            <a:r>
              <a:rPr lang="en-US" altLang="ko-KR" sz="2000" b="1"/>
              <a:t>SET + </a:t>
            </a:r>
            <a:r>
              <a:rPr lang="ko-KR" altLang="en-US" sz="2000" b="1" err="1"/>
              <a:t>실링팬</a:t>
            </a:r>
            <a:r>
              <a:rPr lang="ko-KR" altLang="en-US" sz="2000" b="1"/>
              <a:t> 우물두줄</a:t>
            </a:r>
            <a:endParaRPr lang="en-US" altLang="ko-KR" sz="2000" b="1"/>
          </a:p>
        </p:txBody>
      </p:sp>
      <p:sp>
        <p:nvSpPr>
          <p:cNvPr id="8" name="직사각형 7">
            <a:extLst>
              <a:ext uri="{FF2B5EF4-FFF2-40B4-BE49-F238E27FC236}">
                <a16:creationId xmlns:a16="http://schemas.microsoft.com/office/drawing/2014/main" id="{BA4F4F21-D788-3223-97A5-6804EBA6EF48}"/>
              </a:ext>
            </a:extLst>
          </p:cNvPr>
          <p:cNvSpPr/>
          <p:nvPr/>
        </p:nvSpPr>
        <p:spPr>
          <a:xfrm>
            <a:off x="8611392" y="5430761"/>
            <a:ext cx="1399384" cy="103264"/>
          </a:xfrm>
          <a:prstGeom prst="rect">
            <a:avLst/>
          </a:prstGeom>
          <a:solidFill>
            <a:srgbClr val="00B0F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127947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ko-KR" altLang="en-US" sz="135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맑은 고딕"/>
              <a:ea typeface="맑은 고딕" panose="020B0503020000020004" pitchFamily="50" charset="-127"/>
              <a:cs typeface="+mn-cs"/>
            </a:endParaRP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0830EFBE-061F-D4E0-EA04-E83145FFB8F8}"/>
              </a:ext>
            </a:extLst>
          </p:cNvPr>
          <p:cNvSpPr txBox="1"/>
          <p:nvPr/>
        </p:nvSpPr>
        <p:spPr>
          <a:xfrm>
            <a:off x="8402217" y="4576268"/>
            <a:ext cx="874940" cy="400110"/>
          </a:xfrm>
          <a:prstGeom prst="rect">
            <a:avLst/>
          </a:prstGeom>
          <a:solidFill>
            <a:schemeClr val="bg2">
              <a:lumMod val="90000"/>
            </a:schemeClr>
          </a:solidFill>
        </p:spPr>
        <p:txBody>
          <a:bodyPr wrap="square" rtlCol="0">
            <a:spAutoFit/>
          </a:bodyPr>
          <a:lstStyle/>
          <a:p>
            <a:pPr algn="ctr"/>
            <a:r>
              <a:rPr lang="ko-KR" altLang="en-US" sz="1000" b="1" err="1"/>
              <a:t>무선리모컨</a:t>
            </a:r>
            <a:endParaRPr lang="en-US" altLang="ko-KR" sz="1000" b="1"/>
          </a:p>
          <a:p>
            <a:pPr algn="ctr"/>
            <a:r>
              <a:rPr lang="en-US" altLang="ko-KR" sz="1000" b="1"/>
              <a:t>1</a:t>
            </a:r>
            <a:r>
              <a:rPr lang="ko-KR" altLang="en-US" sz="1000" b="1"/>
              <a:t>구</a:t>
            </a:r>
            <a:r>
              <a:rPr lang="en-US" altLang="ko-KR" sz="1000" b="1"/>
              <a:t>(3</a:t>
            </a:r>
            <a:r>
              <a:rPr lang="ko-KR" altLang="en-US" sz="1000" b="1"/>
              <a:t>채널</a:t>
            </a:r>
            <a:r>
              <a:rPr lang="en-US" altLang="ko-KR" sz="1000" b="1"/>
              <a:t>)</a:t>
            </a:r>
            <a:endParaRPr lang="ko-KR" altLang="en-US" sz="1000" b="1"/>
          </a:p>
        </p:txBody>
      </p:sp>
      <p:sp>
        <p:nvSpPr>
          <p:cNvPr id="10" name="직사각형 9">
            <a:extLst>
              <a:ext uri="{FF2B5EF4-FFF2-40B4-BE49-F238E27FC236}">
                <a16:creationId xmlns:a16="http://schemas.microsoft.com/office/drawing/2014/main" id="{C00A1519-F711-8E07-93A2-E6425D85F9A2}"/>
              </a:ext>
            </a:extLst>
          </p:cNvPr>
          <p:cNvSpPr/>
          <p:nvPr/>
        </p:nvSpPr>
        <p:spPr>
          <a:xfrm rot="5400000">
            <a:off x="7188174" y="5010134"/>
            <a:ext cx="102820" cy="1630245"/>
          </a:xfrm>
          <a:prstGeom prst="rect">
            <a:avLst/>
          </a:prstGeom>
          <a:solidFill>
            <a:srgbClr val="FF000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>
              <a:solidFill>
                <a:schemeClr val="tx1"/>
              </a:solidFill>
            </a:endParaRPr>
          </a:p>
        </p:txBody>
      </p:sp>
      <p:sp>
        <p:nvSpPr>
          <p:cNvPr id="11" name="사각형: 둥근 모서리 10">
            <a:extLst>
              <a:ext uri="{FF2B5EF4-FFF2-40B4-BE49-F238E27FC236}">
                <a16:creationId xmlns:a16="http://schemas.microsoft.com/office/drawing/2014/main" id="{DBBADD68-C700-5098-6F52-EF831A436A87}"/>
              </a:ext>
            </a:extLst>
          </p:cNvPr>
          <p:cNvSpPr/>
          <p:nvPr/>
        </p:nvSpPr>
        <p:spPr>
          <a:xfrm>
            <a:off x="6716329" y="4376925"/>
            <a:ext cx="1092978" cy="1103860"/>
          </a:xfrm>
          <a:prstGeom prst="roundRect">
            <a:avLst>
              <a:gd name="adj" fmla="val 15666"/>
            </a:avLst>
          </a:prstGeom>
          <a:noFill/>
          <a:ln w="38100">
            <a:solidFill>
              <a:schemeClr val="accent2">
                <a:lumMod val="60000"/>
                <a:lumOff val="4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>
              <a:solidFill>
                <a:schemeClr val="tx1"/>
              </a:solidFill>
            </a:endParaRP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38765C62-AD0D-6910-42C7-EE2B06ED9C8C}"/>
              </a:ext>
            </a:extLst>
          </p:cNvPr>
          <p:cNvSpPr txBox="1"/>
          <p:nvPr/>
        </p:nvSpPr>
        <p:spPr>
          <a:xfrm>
            <a:off x="6258980" y="3744659"/>
            <a:ext cx="1891732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ko-KR" altLang="en-US" sz="1000" b="1"/>
              <a:t>전자식스위치</a:t>
            </a:r>
            <a:r>
              <a:rPr lang="en-US" altLang="ko-KR" sz="1000" b="1"/>
              <a:t>+</a:t>
            </a:r>
            <a:r>
              <a:rPr lang="ko-KR" altLang="en-US" sz="1000" b="1"/>
              <a:t>리모컨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1ECC3045-E4C0-6D26-0D05-4D641D9FAD29}"/>
              </a:ext>
            </a:extLst>
          </p:cNvPr>
          <p:cNvSpPr txBox="1"/>
          <p:nvPr/>
        </p:nvSpPr>
        <p:spPr>
          <a:xfrm>
            <a:off x="112365" y="770606"/>
            <a:ext cx="3264447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800">
                <a:solidFill>
                  <a:srgbClr val="FF0000"/>
                </a:solidFill>
              </a:rPr>
              <a:t>**</a:t>
            </a:r>
            <a:r>
              <a:rPr lang="ko-KR" altLang="en-US" sz="800">
                <a:solidFill>
                  <a:srgbClr val="FF0000"/>
                </a:solidFill>
              </a:rPr>
              <a:t>스위치 연결을 위해 별도의 </a:t>
            </a:r>
            <a:r>
              <a:rPr lang="ko-KR" altLang="en-US" sz="800" err="1">
                <a:solidFill>
                  <a:srgbClr val="FF0000"/>
                </a:solidFill>
              </a:rPr>
              <a:t>타공이</a:t>
            </a:r>
            <a:r>
              <a:rPr lang="ko-KR" altLang="en-US" sz="800">
                <a:solidFill>
                  <a:srgbClr val="FF0000"/>
                </a:solidFill>
              </a:rPr>
              <a:t> 필요할 수 </a:t>
            </a:r>
            <a:endParaRPr lang="en-US" altLang="ko-KR" sz="800">
              <a:solidFill>
                <a:srgbClr val="FF0000"/>
              </a:solidFill>
            </a:endParaRPr>
          </a:p>
          <a:p>
            <a:r>
              <a:rPr lang="ko-KR" altLang="en-US" sz="800">
                <a:solidFill>
                  <a:srgbClr val="FF0000"/>
                </a:solidFill>
              </a:rPr>
              <a:t>있으며</a:t>
            </a:r>
            <a:r>
              <a:rPr lang="en-US" altLang="ko-KR" sz="800">
                <a:solidFill>
                  <a:srgbClr val="FF0000"/>
                </a:solidFill>
              </a:rPr>
              <a:t> </a:t>
            </a:r>
            <a:r>
              <a:rPr lang="ko-KR" altLang="en-US" sz="800">
                <a:solidFill>
                  <a:srgbClr val="FF0000"/>
                </a:solidFill>
              </a:rPr>
              <a:t>공스피커로 마감 될 수도 있음</a:t>
            </a:r>
            <a:endParaRPr lang="en-US" altLang="ko-KR" sz="800">
              <a:solidFill>
                <a:srgbClr val="FF0000"/>
              </a:solidFill>
            </a:endParaRPr>
          </a:p>
        </p:txBody>
      </p:sp>
      <p:grpSp>
        <p:nvGrpSpPr>
          <p:cNvPr id="16" name="그룹 15">
            <a:extLst>
              <a:ext uri="{FF2B5EF4-FFF2-40B4-BE49-F238E27FC236}">
                <a16:creationId xmlns:a16="http://schemas.microsoft.com/office/drawing/2014/main" id="{DD03C13D-9BA6-4C14-11C4-A52C5022E5E8}"/>
              </a:ext>
            </a:extLst>
          </p:cNvPr>
          <p:cNvGrpSpPr/>
          <p:nvPr/>
        </p:nvGrpSpPr>
        <p:grpSpPr>
          <a:xfrm>
            <a:off x="10069750" y="4398096"/>
            <a:ext cx="98814" cy="650518"/>
            <a:chOff x="4737834" y="4900127"/>
            <a:chExt cx="98814" cy="650518"/>
          </a:xfrm>
          <a:solidFill>
            <a:srgbClr val="00B0F0"/>
          </a:solidFill>
        </p:grpSpPr>
        <p:sp>
          <p:nvSpPr>
            <p:cNvPr id="17" name="타원 16">
              <a:extLst>
                <a:ext uri="{FF2B5EF4-FFF2-40B4-BE49-F238E27FC236}">
                  <a16:creationId xmlns:a16="http://schemas.microsoft.com/office/drawing/2014/main" id="{45586332-CBF2-627B-23CF-60BBFC5CBBF1}"/>
                </a:ext>
              </a:extLst>
            </p:cNvPr>
            <p:cNvSpPr/>
            <p:nvPr/>
          </p:nvSpPr>
          <p:spPr>
            <a:xfrm>
              <a:off x="4737834" y="4900127"/>
              <a:ext cx="98385" cy="98385"/>
            </a:xfrm>
            <a:prstGeom prst="ellipse">
              <a:avLst/>
            </a:prstGeom>
            <a:grpFill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>
                <a:solidFill>
                  <a:schemeClr val="tx1"/>
                </a:solidFill>
              </a:endParaRPr>
            </a:p>
          </p:txBody>
        </p:sp>
        <p:sp>
          <p:nvSpPr>
            <p:cNvPr id="18" name="타원 17">
              <a:extLst>
                <a:ext uri="{FF2B5EF4-FFF2-40B4-BE49-F238E27FC236}">
                  <a16:creationId xmlns:a16="http://schemas.microsoft.com/office/drawing/2014/main" id="{FC78AE2C-8DB6-387D-1FA9-F6E4F4C99188}"/>
                </a:ext>
              </a:extLst>
            </p:cNvPr>
            <p:cNvSpPr/>
            <p:nvPr/>
          </p:nvSpPr>
          <p:spPr>
            <a:xfrm>
              <a:off x="4738263" y="5452260"/>
              <a:ext cx="98385" cy="98385"/>
            </a:xfrm>
            <a:prstGeom prst="ellipse">
              <a:avLst/>
            </a:prstGeom>
            <a:grpFill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>
                <a:solidFill>
                  <a:schemeClr val="tx1"/>
                </a:solidFill>
              </a:endParaRPr>
            </a:p>
          </p:txBody>
        </p:sp>
      </p:grpSp>
      <p:grpSp>
        <p:nvGrpSpPr>
          <p:cNvPr id="19" name="그룹 18">
            <a:extLst>
              <a:ext uri="{FF2B5EF4-FFF2-40B4-BE49-F238E27FC236}">
                <a16:creationId xmlns:a16="http://schemas.microsoft.com/office/drawing/2014/main" id="{D5CC6BEF-6BE6-8D2E-875C-0800F4F33DD8}"/>
              </a:ext>
            </a:extLst>
          </p:cNvPr>
          <p:cNvGrpSpPr/>
          <p:nvPr/>
        </p:nvGrpSpPr>
        <p:grpSpPr>
          <a:xfrm>
            <a:off x="3518881" y="2931254"/>
            <a:ext cx="444200" cy="497746"/>
            <a:chOff x="9191246" y="3797098"/>
            <a:chExt cx="444200" cy="497746"/>
          </a:xfrm>
          <a:solidFill>
            <a:srgbClr val="CC0000"/>
          </a:solidFill>
        </p:grpSpPr>
        <p:grpSp>
          <p:nvGrpSpPr>
            <p:cNvPr id="20" name="그룹 19">
              <a:extLst>
                <a:ext uri="{FF2B5EF4-FFF2-40B4-BE49-F238E27FC236}">
                  <a16:creationId xmlns:a16="http://schemas.microsoft.com/office/drawing/2014/main" id="{1ABD2169-2723-2F8C-FFC9-76032D714CB5}"/>
                </a:ext>
              </a:extLst>
            </p:cNvPr>
            <p:cNvGrpSpPr/>
            <p:nvPr/>
          </p:nvGrpSpPr>
          <p:grpSpPr>
            <a:xfrm>
              <a:off x="9536632" y="3799905"/>
              <a:ext cx="98814" cy="494939"/>
              <a:chOff x="4650521" y="4900127"/>
              <a:chExt cx="98814" cy="494939"/>
            </a:xfrm>
            <a:grpFill/>
            <a:effectLst>
              <a:glow rad="127000">
                <a:srgbClr val="FFFF00">
                  <a:alpha val="31000"/>
                </a:srgbClr>
              </a:glow>
            </a:effectLst>
          </p:grpSpPr>
          <p:sp>
            <p:nvSpPr>
              <p:cNvPr id="25" name="타원 24">
                <a:extLst>
                  <a:ext uri="{FF2B5EF4-FFF2-40B4-BE49-F238E27FC236}">
                    <a16:creationId xmlns:a16="http://schemas.microsoft.com/office/drawing/2014/main" id="{DA9747B6-D6B5-9FCB-9676-4F8FCE17B6B0}"/>
                  </a:ext>
                </a:extLst>
              </p:cNvPr>
              <p:cNvSpPr/>
              <p:nvPr/>
            </p:nvSpPr>
            <p:spPr>
              <a:xfrm>
                <a:off x="4650521" y="4900127"/>
                <a:ext cx="98385" cy="98385"/>
              </a:xfrm>
              <a:prstGeom prst="ellipse">
                <a:avLst/>
              </a:prstGeom>
              <a:grpFill/>
              <a:ln w="9525">
                <a:solidFill>
                  <a:srgbClr val="FFFF00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>
                  <a:solidFill>
                    <a:schemeClr val="tx1"/>
                  </a:solidFill>
                </a:endParaRPr>
              </a:p>
            </p:txBody>
          </p:sp>
          <p:sp>
            <p:nvSpPr>
              <p:cNvPr id="26" name="타원 25">
                <a:extLst>
                  <a:ext uri="{FF2B5EF4-FFF2-40B4-BE49-F238E27FC236}">
                    <a16:creationId xmlns:a16="http://schemas.microsoft.com/office/drawing/2014/main" id="{495BBF8E-E84E-837D-10BA-C51315258888}"/>
                  </a:ext>
                </a:extLst>
              </p:cNvPr>
              <p:cNvSpPr/>
              <p:nvPr/>
            </p:nvSpPr>
            <p:spPr>
              <a:xfrm>
                <a:off x="4650950" y="5296681"/>
                <a:ext cx="98385" cy="98385"/>
              </a:xfrm>
              <a:prstGeom prst="ellipse">
                <a:avLst/>
              </a:prstGeom>
              <a:grpFill/>
              <a:ln w="9525">
                <a:solidFill>
                  <a:srgbClr val="FFFF00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>
                  <a:solidFill>
                    <a:schemeClr val="tx1"/>
                  </a:solidFill>
                </a:endParaRPr>
              </a:p>
            </p:txBody>
          </p:sp>
        </p:grpSp>
        <p:sp>
          <p:nvSpPr>
            <p:cNvPr id="21" name="별: 꼭짓점 7개 20">
              <a:extLst>
                <a:ext uri="{FF2B5EF4-FFF2-40B4-BE49-F238E27FC236}">
                  <a16:creationId xmlns:a16="http://schemas.microsoft.com/office/drawing/2014/main" id="{58C1C254-20E7-517B-D2DD-8AB4E6B06342}"/>
                </a:ext>
              </a:extLst>
            </p:cNvPr>
            <p:cNvSpPr/>
            <p:nvPr/>
          </p:nvSpPr>
          <p:spPr>
            <a:xfrm rot="5400000">
              <a:off x="9291865" y="3924297"/>
              <a:ext cx="244351" cy="235659"/>
            </a:xfrm>
            <a:prstGeom prst="star7">
              <a:avLst/>
            </a:prstGeom>
            <a:grpFill/>
            <a:ln>
              <a:solidFill>
                <a:srgbClr val="FFFF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sz="1286" b="1">
                <a:ln w="22225">
                  <a:solidFill>
                    <a:srgbClr val="FFFF00"/>
                  </a:solidFill>
                  <a:prstDash val="solid"/>
                </a:ln>
                <a:solidFill>
                  <a:srgbClr val="C00000"/>
                </a:solidFill>
                <a:effectLst>
                  <a:glow rad="63500">
                    <a:schemeClr val="accent2">
                      <a:satMod val="175000"/>
                      <a:alpha val="40000"/>
                    </a:schemeClr>
                  </a:glow>
                </a:effectLst>
              </a:endParaRPr>
            </a:p>
          </p:txBody>
        </p:sp>
        <p:grpSp>
          <p:nvGrpSpPr>
            <p:cNvPr id="22" name="그룹 21">
              <a:extLst>
                <a:ext uri="{FF2B5EF4-FFF2-40B4-BE49-F238E27FC236}">
                  <a16:creationId xmlns:a16="http://schemas.microsoft.com/office/drawing/2014/main" id="{54A0E47E-848F-1A95-D7FC-31A04671659E}"/>
                </a:ext>
              </a:extLst>
            </p:cNvPr>
            <p:cNvGrpSpPr/>
            <p:nvPr/>
          </p:nvGrpSpPr>
          <p:grpSpPr>
            <a:xfrm>
              <a:off x="9191246" y="3797098"/>
              <a:ext cx="98814" cy="494939"/>
              <a:chOff x="4737834" y="4900127"/>
              <a:chExt cx="98814" cy="494939"/>
            </a:xfrm>
            <a:grpFill/>
            <a:effectLst>
              <a:glow rad="127000">
                <a:srgbClr val="FFFF00">
                  <a:alpha val="31000"/>
                </a:srgbClr>
              </a:glow>
            </a:effectLst>
          </p:grpSpPr>
          <p:sp>
            <p:nvSpPr>
              <p:cNvPr id="23" name="타원 22">
                <a:extLst>
                  <a:ext uri="{FF2B5EF4-FFF2-40B4-BE49-F238E27FC236}">
                    <a16:creationId xmlns:a16="http://schemas.microsoft.com/office/drawing/2014/main" id="{D811B4A8-E951-7A8F-BB6C-08ED37F53CF0}"/>
                  </a:ext>
                </a:extLst>
              </p:cNvPr>
              <p:cNvSpPr/>
              <p:nvPr/>
            </p:nvSpPr>
            <p:spPr>
              <a:xfrm>
                <a:off x="4737834" y="4900127"/>
                <a:ext cx="98385" cy="98385"/>
              </a:xfrm>
              <a:prstGeom prst="ellipse">
                <a:avLst/>
              </a:prstGeom>
              <a:grpFill/>
              <a:ln w="9525">
                <a:solidFill>
                  <a:srgbClr val="FFFF00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>
                  <a:solidFill>
                    <a:schemeClr val="tx1"/>
                  </a:solidFill>
                </a:endParaRPr>
              </a:p>
            </p:txBody>
          </p:sp>
          <p:sp>
            <p:nvSpPr>
              <p:cNvPr id="24" name="타원 23">
                <a:extLst>
                  <a:ext uri="{FF2B5EF4-FFF2-40B4-BE49-F238E27FC236}">
                    <a16:creationId xmlns:a16="http://schemas.microsoft.com/office/drawing/2014/main" id="{F4FDC271-1778-3400-C027-6B2E4CD86349}"/>
                  </a:ext>
                </a:extLst>
              </p:cNvPr>
              <p:cNvSpPr/>
              <p:nvPr/>
            </p:nvSpPr>
            <p:spPr>
              <a:xfrm>
                <a:off x="4738263" y="5296681"/>
                <a:ext cx="98385" cy="98385"/>
              </a:xfrm>
              <a:prstGeom prst="ellipse">
                <a:avLst/>
              </a:prstGeom>
              <a:grpFill/>
              <a:ln w="9525">
                <a:solidFill>
                  <a:srgbClr val="FFFF00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>
                  <a:solidFill>
                    <a:schemeClr val="tx1"/>
                  </a:solidFill>
                </a:endParaRPr>
              </a:p>
            </p:txBody>
          </p:sp>
        </p:grpSp>
      </p:grpSp>
      <p:grpSp>
        <p:nvGrpSpPr>
          <p:cNvPr id="28" name="그룹 27">
            <a:extLst>
              <a:ext uri="{FF2B5EF4-FFF2-40B4-BE49-F238E27FC236}">
                <a16:creationId xmlns:a16="http://schemas.microsoft.com/office/drawing/2014/main" id="{AD754875-856D-3AE0-153D-DE6644225E83}"/>
              </a:ext>
            </a:extLst>
          </p:cNvPr>
          <p:cNvGrpSpPr/>
          <p:nvPr/>
        </p:nvGrpSpPr>
        <p:grpSpPr>
          <a:xfrm rot="5400000">
            <a:off x="3741901" y="3778064"/>
            <a:ext cx="99451" cy="545492"/>
            <a:chOff x="5324822" y="4538198"/>
            <a:chExt cx="99451" cy="545492"/>
          </a:xfrm>
        </p:grpSpPr>
        <p:sp>
          <p:nvSpPr>
            <p:cNvPr id="29" name="타원 28">
              <a:extLst>
                <a:ext uri="{FF2B5EF4-FFF2-40B4-BE49-F238E27FC236}">
                  <a16:creationId xmlns:a16="http://schemas.microsoft.com/office/drawing/2014/main" id="{671CA95E-B99E-0D88-C005-58D414DF342C}"/>
                </a:ext>
              </a:extLst>
            </p:cNvPr>
            <p:cNvSpPr/>
            <p:nvPr/>
          </p:nvSpPr>
          <p:spPr>
            <a:xfrm>
              <a:off x="5325888" y="4538198"/>
              <a:ext cx="98385" cy="98385"/>
            </a:xfrm>
            <a:prstGeom prst="ellipse">
              <a:avLst/>
            </a:prstGeom>
            <a:solidFill>
              <a:srgbClr val="FF0000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>
                <a:solidFill>
                  <a:schemeClr val="tx1"/>
                </a:solidFill>
              </a:endParaRPr>
            </a:p>
          </p:txBody>
        </p:sp>
        <p:sp>
          <p:nvSpPr>
            <p:cNvPr id="30" name="타원 29">
              <a:extLst>
                <a:ext uri="{FF2B5EF4-FFF2-40B4-BE49-F238E27FC236}">
                  <a16:creationId xmlns:a16="http://schemas.microsoft.com/office/drawing/2014/main" id="{C352B39E-F291-934C-C927-D4348CD692C8}"/>
                </a:ext>
              </a:extLst>
            </p:cNvPr>
            <p:cNvSpPr/>
            <p:nvPr/>
          </p:nvSpPr>
          <p:spPr>
            <a:xfrm>
              <a:off x="5324822" y="4985305"/>
              <a:ext cx="98385" cy="98385"/>
            </a:xfrm>
            <a:prstGeom prst="ellipse">
              <a:avLst/>
            </a:prstGeom>
            <a:solidFill>
              <a:srgbClr val="FF0000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>
                <a:solidFill>
                  <a:schemeClr val="tx1"/>
                </a:solidFill>
              </a:endParaRPr>
            </a:p>
          </p:txBody>
        </p:sp>
      </p:grpSp>
      <p:sp>
        <p:nvSpPr>
          <p:cNvPr id="31" name="직사각형 30">
            <a:extLst>
              <a:ext uri="{FF2B5EF4-FFF2-40B4-BE49-F238E27FC236}">
                <a16:creationId xmlns:a16="http://schemas.microsoft.com/office/drawing/2014/main" id="{8A6C16DC-D76F-0444-441B-3E4C7C05BFBD}"/>
              </a:ext>
            </a:extLst>
          </p:cNvPr>
          <p:cNvSpPr/>
          <p:nvPr/>
        </p:nvSpPr>
        <p:spPr>
          <a:xfrm flipV="1">
            <a:off x="4071013" y="2742763"/>
            <a:ext cx="98385" cy="841017"/>
          </a:xfrm>
          <a:prstGeom prst="rect">
            <a:avLst/>
          </a:prstGeom>
          <a:solidFill>
            <a:srgbClr val="FFFF0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>
              <a:solidFill>
                <a:schemeClr val="tx1"/>
              </a:solidFill>
            </a:endParaRPr>
          </a:p>
        </p:txBody>
      </p:sp>
      <p:sp>
        <p:nvSpPr>
          <p:cNvPr id="35" name="TextBox 13">
            <a:extLst>
              <a:ext uri="{FF2B5EF4-FFF2-40B4-BE49-F238E27FC236}">
                <a16:creationId xmlns:a16="http://schemas.microsoft.com/office/drawing/2014/main" id="{01E56FAF-9E58-011E-BCCE-32CADBDB4153}"/>
              </a:ext>
            </a:extLst>
          </p:cNvPr>
          <p:cNvSpPr txBox="1"/>
          <p:nvPr/>
        </p:nvSpPr>
        <p:spPr>
          <a:xfrm>
            <a:off x="142074" y="1128948"/>
            <a:ext cx="1489510" cy="461665"/>
          </a:xfrm>
          <a:prstGeom prst="rect">
            <a:avLst/>
          </a:prstGeom>
          <a:solidFill>
            <a:schemeClr val="accent6">
              <a:lumMod val="20000"/>
              <a:lumOff val="80000"/>
            </a:schemeClr>
          </a:solidFill>
        </p:spPr>
        <p:txBody>
          <a:bodyPr wrap="none" rtlCol="0">
            <a:spAutoFit/>
          </a:bodyPr>
          <a:lstStyle>
            <a:defPPr>
              <a:defRPr lang="ko-KR"/>
            </a:defPPr>
            <a:lvl1pPr marL="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ko-KR" altLang="en-US" sz="800" b="1"/>
              <a:t>욕실 </a:t>
            </a:r>
            <a:r>
              <a:rPr lang="ko-KR" altLang="en-US" sz="800" b="1" err="1"/>
              <a:t>휴젠트여부에</a:t>
            </a:r>
            <a:r>
              <a:rPr lang="ko-KR" altLang="en-US" sz="800" b="1"/>
              <a:t> 대하여</a:t>
            </a:r>
            <a:endParaRPr lang="en-US" altLang="ko-KR" sz="800" b="1"/>
          </a:p>
          <a:p>
            <a:r>
              <a:rPr lang="ko-KR" altLang="en-US" sz="800" b="1"/>
              <a:t>기사분이 현장에서 파악하여</a:t>
            </a:r>
            <a:endParaRPr lang="en-US" altLang="ko-KR" sz="800" b="1"/>
          </a:p>
          <a:p>
            <a:r>
              <a:rPr lang="ko-KR" altLang="en-US" sz="800" b="1"/>
              <a:t>센서위치를 적용해드립니다</a:t>
            </a:r>
            <a:r>
              <a:rPr lang="en-US" altLang="ko-KR" sz="800" b="1"/>
              <a:t>.</a:t>
            </a:r>
            <a:endParaRPr lang="ko-KR" altLang="en-US" sz="800" b="1"/>
          </a:p>
        </p:txBody>
      </p:sp>
      <p:grpSp>
        <p:nvGrpSpPr>
          <p:cNvPr id="36" name="그룹 35">
            <a:extLst>
              <a:ext uri="{FF2B5EF4-FFF2-40B4-BE49-F238E27FC236}">
                <a16:creationId xmlns:a16="http://schemas.microsoft.com/office/drawing/2014/main" id="{436A5286-BC62-CAEC-6ED7-7D7866AC5712}"/>
              </a:ext>
            </a:extLst>
          </p:cNvPr>
          <p:cNvGrpSpPr/>
          <p:nvPr/>
        </p:nvGrpSpPr>
        <p:grpSpPr>
          <a:xfrm>
            <a:off x="166864" y="137559"/>
            <a:ext cx="2166761" cy="738664"/>
            <a:chOff x="209306" y="114311"/>
            <a:chExt cx="2166761" cy="742666"/>
          </a:xfrm>
        </p:grpSpPr>
        <p:sp>
          <p:nvSpPr>
            <p:cNvPr id="37" name="타원 36">
              <a:extLst>
                <a:ext uri="{FF2B5EF4-FFF2-40B4-BE49-F238E27FC236}">
                  <a16:creationId xmlns:a16="http://schemas.microsoft.com/office/drawing/2014/main" id="{B7170966-BBDE-8934-CCF0-2348D27E7CFE}"/>
                </a:ext>
              </a:extLst>
            </p:cNvPr>
            <p:cNvSpPr/>
            <p:nvPr/>
          </p:nvSpPr>
          <p:spPr>
            <a:xfrm>
              <a:off x="209307" y="168341"/>
              <a:ext cx="98385" cy="98385"/>
            </a:xfrm>
            <a:prstGeom prst="ellipse">
              <a:avLst/>
            </a:prstGeom>
            <a:solidFill>
              <a:srgbClr val="FF0000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ko-KR"/>
              </a:defPPr>
              <a:lvl1pPr marL="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ko-KR" altLang="en-US">
                <a:solidFill>
                  <a:schemeClr val="tx1"/>
                </a:solidFill>
              </a:endParaRPr>
            </a:p>
          </p:txBody>
        </p:sp>
        <p:sp>
          <p:nvSpPr>
            <p:cNvPr id="38" name="타원 37">
              <a:extLst>
                <a:ext uri="{FF2B5EF4-FFF2-40B4-BE49-F238E27FC236}">
                  <a16:creationId xmlns:a16="http://schemas.microsoft.com/office/drawing/2014/main" id="{04313E6B-FFC6-78F8-1E53-8297ED2C7C55}"/>
                </a:ext>
              </a:extLst>
            </p:cNvPr>
            <p:cNvSpPr/>
            <p:nvPr/>
          </p:nvSpPr>
          <p:spPr>
            <a:xfrm>
              <a:off x="209307" y="347436"/>
              <a:ext cx="98385" cy="98385"/>
            </a:xfrm>
            <a:prstGeom prst="ellipse">
              <a:avLst/>
            </a:prstGeom>
            <a:solidFill>
              <a:srgbClr val="FFFF00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ko-KR"/>
              </a:defPPr>
              <a:lvl1pPr marL="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ko-KR" altLang="en-US">
                <a:solidFill>
                  <a:schemeClr val="tx1"/>
                </a:solidFill>
              </a:endParaRPr>
            </a:p>
          </p:txBody>
        </p:sp>
        <p:sp>
          <p:nvSpPr>
            <p:cNvPr id="39" name="타원 38">
              <a:extLst>
                <a:ext uri="{FF2B5EF4-FFF2-40B4-BE49-F238E27FC236}">
                  <a16:creationId xmlns:a16="http://schemas.microsoft.com/office/drawing/2014/main" id="{A0AA775F-1597-F20A-FB4C-146589625C05}"/>
                </a:ext>
              </a:extLst>
            </p:cNvPr>
            <p:cNvSpPr/>
            <p:nvPr/>
          </p:nvSpPr>
          <p:spPr>
            <a:xfrm>
              <a:off x="209306" y="573831"/>
              <a:ext cx="98385" cy="98385"/>
            </a:xfrm>
            <a:prstGeom prst="ellipse">
              <a:avLst/>
            </a:prstGeom>
            <a:solidFill>
              <a:srgbClr val="FFC000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ko-KR"/>
              </a:defPPr>
              <a:lvl1pPr marL="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ko-KR" altLang="en-US">
                <a:solidFill>
                  <a:schemeClr val="tx1"/>
                </a:solidFill>
              </a:endParaRPr>
            </a:p>
          </p:txBody>
        </p:sp>
        <p:sp>
          <p:nvSpPr>
            <p:cNvPr id="40" name="TextBox 11">
              <a:extLst>
                <a:ext uri="{FF2B5EF4-FFF2-40B4-BE49-F238E27FC236}">
                  <a16:creationId xmlns:a16="http://schemas.microsoft.com/office/drawing/2014/main" id="{FD847F64-AE0D-14E2-20F2-A6002ED3253C}"/>
                </a:ext>
              </a:extLst>
            </p:cNvPr>
            <p:cNvSpPr txBox="1"/>
            <p:nvPr/>
          </p:nvSpPr>
          <p:spPr>
            <a:xfrm>
              <a:off x="318304" y="114311"/>
              <a:ext cx="2057763" cy="742666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>
              <a:defPPr>
                <a:defRPr lang="ko-KR"/>
              </a:defPPr>
              <a:lvl1pPr marL="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r>
                <a:rPr lang="ko-KR" altLang="en-US" sz="700"/>
                <a:t>간접조명 </a:t>
              </a:r>
              <a:r>
                <a:rPr lang="en-US" altLang="ko-KR" sz="700"/>
                <a:t>A SET</a:t>
              </a:r>
            </a:p>
            <a:p>
              <a:endParaRPr lang="en-US" altLang="ko-KR" sz="700"/>
            </a:p>
            <a:p>
              <a:r>
                <a:rPr lang="ko-KR" altLang="en-US" sz="700"/>
                <a:t>간접조명 센서 </a:t>
              </a:r>
              <a:r>
                <a:rPr lang="en-US" altLang="ko-KR" sz="700"/>
                <a:t>SET</a:t>
              </a:r>
            </a:p>
            <a:p>
              <a:endParaRPr lang="en-US" altLang="ko-KR" sz="700"/>
            </a:p>
            <a:p>
              <a:r>
                <a:rPr lang="ko-KR" altLang="en-US" sz="700"/>
                <a:t>우물천장간접조명 및 커튼박수 추가</a:t>
              </a:r>
              <a:r>
                <a:rPr lang="en-US" altLang="ko-KR" sz="700"/>
                <a:t>(</a:t>
              </a:r>
              <a:r>
                <a:rPr lang="ko-KR" altLang="en-US" sz="700"/>
                <a:t>별도 추가</a:t>
              </a:r>
              <a:r>
                <a:rPr lang="en-US" altLang="ko-KR" sz="700"/>
                <a:t>)</a:t>
              </a:r>
            </a:p>
            <a:p>
              <a:endParaRPr lang="en-US" altLang="ko-KR" sz="700"/>
            </a:p>
          </p:txBody>
        </p:sp>
      </p:grpSp>
      <p:sp>
        <p:nvSpPr>
          <p:cNvPr id="41" name="직사각형 40">
            <a:extLst>
              <a:ext uri="{FF2B5EF4-FFF2-40B4-BE49-F238E27FC236}">
                <a16:creationId xmlns:a16="http://schemas.microsoft.com/office/drawing/2014/main" id="{C5C9E77A-DEAE-9D47-483B-FF09F04B4174}"/>
              </a:ext>
            </a:extLst>
          </p:cNvPr>
          <p:cNvSpPr/>
          <p:nvPr/>
        </p:nvSpPr>
        <p:spPr>
          <a:xfrm rot="16200000" flipV="1">
            <a:off x="4482007" y="2613043"/>
            <a:ext cx="98385" cy="357825"/>
          </a:xfrm>
          <a:prstGeom prst="rect">
            <a:avLst/>
          </a:prstGeom>
          <a:solidFill>
            <a:srgbClr val="FFFF0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>
              <a:solidFill>
                <a:schemeClr val="tx1"/>
              </a:solidFill>
            </a:endParaRPr>
          </a:p>
        </p:txBody>
      </p:sp>
      <p:grpSp>
        <p:nvGrpSpPr>
          <p:cNvPr id="42" name="그룹 41">
            <a:extLst>
              <a:ext uri="{FF2B5EF4-FFF2-40B4-BE49-F238E27FC236}">
                <a16:creationId xmlns:a16="http://schemas.microsoft.com/office/drawing/2014/main" id="{E02A6787-40E9-73D6-29CA-1415CE53FCF2}"/>
              </a:ext>
            </a:extLst>
          </p:cNvPr>
          <p:cNvGrpSpPr/>
          <p:nvPr/>
        </p:nvGrpSpPr>
        <p:grpSpPr>
          <a:xfrm>
            <a:off x="8113958" y="4269085"/>
            <a:ext cx="100923" cy="1356633"/>
            <a:chOff x="4735802" y="4662002"/>
            <a:chExt cx="100923" cy="1356633"/>
          </a:xfrm>
        </p:grpSpPr>
        <p:sp>
          <p:nvSpPr>
            <p:cNvPr id="43" name="타원 42">
              <a:extLst>
                <a:ext uri="{FF2B5EF4-FFF2-40B4-BE49-F238E27FC236}">
                  <a16:creationId xmlns:a16="http://schemas.microsoft.com/office/drawing/2014/main" id="{7CBC3C25-0C5D-5C08-A26A-83FCC19EA7F6}"/>
                </a:ext>
              </a:extLst>
            </p:cNvPr>
            <p:cNvSpPr/>
            <p:nvPr/>
          </p:nvSpPr>
          <p:spPr>
            <a:xfrm>
              <a:off x="4737834" y="4662002"/>
              <a:ext cx="98385" cy="98385"/>
            </a:xfrm>
            <a:prstGeom prst="ellipse">
              <a:avLst/>
            </a:prstGeom>
            <a:solidFill>
              <a:srgbClr val="FF0000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>
                <a:solidFill>
                  <a:schemeClr val="tx1"/>
                </a:solidFill>
              </a:endParaRPr>
            </a:p>
          </p:txBody>
        </p:sp>
        <p:sp>
          <p:nvSpPr>
            <p:cNvPr id="44" name="타원 43">
              <a:extLst>
                <a:ext uri="{FF2B5EF4-FFF2-40B4-BE49-F238E27FC236}">
                  <a16:creationId xmlns:a16="http://schemas.microsoft.com/office/drawing/2014/main" id="{1B9BE5FA-9268-B7BD-94A8-C9D0DC1508E1}"/>
                </a:ext>
              </a:extLst>
            </p:cNvPr>
            <p:cNvSpPr/>
            <p:nvPr/>
          </p:nvSpPr>
          <p:spPr>
            <a:xfrm>
              <a:off x="4735802" y="5291218"/>
              <a:ext cx="98385" cy="98385"/>
            </a:xfrm>
            <a:prstGeom prst="ellipse">
              <a:avLst/>
            </a:prstGeom>
            <a:solidFill>
              <a:srgbClr val="FF0000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>
                <a:solidFill>
                  <a:schemeClr val="tx1"/>
                </a:solidFill>
              </a:endParaRPr>
            </a:p>
          </p:txBody>
        </p:sp>
        <p:sp>
          <p:nvSpPr>
            <p:cNvPr id="45" name="타원 44">
              <a:extLst>
                <a:ext uri="{FF2B5EF4-FFF2-40B4-BE49-F238E27FC236}">
                  <a16:creationId xmlns:a16="http://schemas.microsoft.com/office/drawing/2014/main" id="{AE026DCB-7C35-B52D-F9A0-1B382B9E53F9}"/>
                </a:ext>
              </a:extLst>
            </p:cNvPr>
            <p:cNvSpPr/>
            <p:nvPr/>
          </p:nvSpPr>
          <p:spPr>
            <a:xfrm>
              <a:off x="4738340" y="5920250"/>
              <a:ext cx="98385" cy="98385"/>
            </a:xfrm>
            <a:prstGeom prst="ellipse">
              <a:avLst/>
            </a:prstGeom>
            <a:solidFill>
              <a:srgbClr val="FF0000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>
                <a:solidFill>
                  <a:schemeClr val="tx1"/>
                </a:solidFill>
              </a:endParaRPr>
            </a:p>
          </p:txBody>
        </p:sp>
      </p:grpSp>
      <p:grpSp>
        <p:nvGrpSpPr>
          <p:cNvPr id="46" name="그룹 45">
            <a:extLst>
              <a:ext uri="{FF2B5EF4-FFF2-40B4-BE49-F238E27FC236}">
                <a16:creationId xmlns:a16="http://schemas.microsoft.com/office/drawing/2014/main" id="{C8CEB438-4484-39D2-A8B5-18C31E5668A3}"/>
              </a:ext>
            </a:extLst>
          </p:cNvPr>
          <p:cNvGrpSpPr/>
          <p:nvPr/>
        </p:nvGrpSpPr>
        <p:grpSpPr>
          <a:xfrm>
            <a:off x="6249038" y="4280974"/>
            <a:ext cx="100923" cy="1356633"/>
            <a:chOff x="4735802" y="4662002"/>
            <a:chExt cx="100923" cy="1356633"/>
          </a:xfrm>
        </p:grpSpPr>
        <p:sp>
          <p:nvSpPr>
            <p:cNvPr id="47" name="타원 46">
              <a:extLst>
                <a:ext uri="{FF2B5EF4-FFF2-40B4-BE49-F238E27FC236}">
                  <a16:creationId xmlns:a16="http://schemas.microsoft.com/office/drawing/2014/main" id="{82CDCB67-D36A-A56A-08E0-E548144F2E70}"/>
                </a:ext>
              </a:extLst>
            </p:cNvPr>
            <p:cNvSpPr/>
            <p:nvPr/>
          </p:nvSpPr>
          <p:spPr>
            <a:xfrm>
              <a:off x="4737834" y="4662002"/>
              <a:ext cx="98385" cy="98385"/>
            </a:xfrm>
            <a:prstGeom prst="ellipse">
              <a:avLst/>
            </a:prstGeom>
            <a:solidFill>
              <a:srgbClr val="FF0000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>
                <a:solidFill>
                  <a:schemeClr val="tx1"/>
                </a:solidFill>
              </a:endParaRPr>
            </a:p>
          </p:txBody>
        </p:sp>
        <p:sp>
          <p:nvSpPr>
            <p:cNvPr id="48" name="타원 47">
              <a:extLst>
                <a:ext uri="{FF2B5EF4-FFF2-40B4-BE49-F238E27FC236}">
                  <a16:creationId xmlns:a16="http://schemas.microsoft.com/office/drawing/2014/main" id="{16E86D38-E3E4-A047-F3BA-E674CB064555}"/>
                </a:ext>
              </a:extLst>
            </p:cNvPr>
            <p:cNvSpPr/>
            <p:nvPr/>
          </p:nvSpPr>
          <p:spPr>
            <a:xfrm>
              <a:off x="4735802" y="5291218"/>
              <a:ext cx="98385" cy="98385"/>
            </a:xfrm>
            <a:prstGeom prst="ellipse">
              <a:avLst/>
            </a:prstGeom>
            <a:solidFill>
              <a:srgbClr val="FF0000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>
                <a:solidFill>
                  <a:schemeClr val="tx1"/>
                </a:solidFill>
              </a:endParaRPr>
            </a:p>
          </p:txBody>
        </p:sp>
        <p:sp>
          <p:nvSpPr>
            <p:cNvPr id="49" name="타원 48">
              <a:extLst>
                <a:ext uri="{FF2B5EF4-FFF2-40B4-BE49-F238E27FC236}">
                  <a16:creationId xmlns:a16="http://schemas.microsoft.com/office/drawing/2014/main" id="{0EE423F2-3821-7EBF-71A1-52E4C20007B2}"/>
                </a:ext>
              </a:extLst>
            </p:cNvPr>
            <p:cNvSpPr/>
            <p:nvPr/>
          </p:nvSpPr>
          <p:spPr>
            <a:xfrm>
              <a:off x="4738340" y="5920250"/>
              <a:ext cx="98385" cy="98385"/>
            </a:xfrm>
            <a:prstGeom prst="ellipse">
              <a:avLst/>
            </a:prstGeom>
            <a:solidFill>
              <a:srgbClr val="FF0000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>
                <a:solidFill>
                  <a:schemeClr val="tx1"/>
                </a:solidFill>
              </a:endParaRPr>
            </a:p>
          </p:txBody>
        </p:sp>
      </p:grpSp>
      <p:sp>
        <p:nvSpPr>
          <p:cNvPr id="52" name="직사각형 51">
            <a:extLst>
              <a:ext uri="{FF2B5EF4-FFF2-40B4-BE49-F238E27FC236}">
                <a16:creationId xmlns:a16="http://schemas.microsoft.com/office/drawing/2014/main" id="{5B9C963E-23F6-E6EB-7A6C-15FCDE151D73}"/>
              </a:ext>
            </a:extLst>
          </p:cNvPr>
          <p:cNvSpPr/>
          <p:nvPr/>
        </p:nvSpPr>
        <p:spPr>
          <a:xfrm rot="16200000" flipV="1">
            <a:off x="8576169" y="3332180"/>
            <a:ext cx="98385" cy="357825"/>
          </a:xfrm>
          <a:prstGeom prst="rect">
            <a:avLst/>
          </a:prstGeom>
          <a:solidFill>
            <a:srgbClr val="FFFF0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>
              <a:solidFill>
                <a:schemeClr val="tx1"/>
              </a:solidFill>
            </a:endParaRPr>
          </a:p>
        </p:txBody>
      </p:sp>
      <p:sp>
        <p:nvSpPr>
          <p:cNvPr id="2" name="직사각형 1">
            <a:extLst>
              <a:ext uri="{FF2B5EF4-FFF2-40B4-BE49-F238E27FC236}">
                <a16:creationId xmlns:a16="http://schemas.microsoft.com/office/drawing/2014/main" id="{6997A3F8-A80A-EA81-505C-D4A5F14002B2}"/>
              </a:ext>
            </a:extLst>
          </p:cNvPr>
          <p:cNvSpPr/>
          <p:nvPr/>
        </p:nvSpPr>
        <p:spPr>
          <a:xfrm>
            <a:off x="5914244" y="4376925"/>
            <a:ext cx="191222" cy="1461900"/>
          </a:xfrm>
          <a:prstGeom prst="rect">
            <a:avLst/>
          </a:prstGeom>
          <a:solidFill>
            <a:schemeClr val="accent1">
              <a:lumMod val="40000"/>
              <a:lumOff val="6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050" b="1" err="1"/>
              <a:t>가벽</a:t>
            </a:r>
            <a:endParaRPr lang="ko-KR" altLang="en-US" sz="1050" b="1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30CFC47C-E2A0-F42D-3B3C-3E73C6CC6B32}"/>
              </a:ext>
            </a:extLst>
          </p:cNvPr>
          <p:cNvSpPr txBox="1"/>
          <p:nvPr/>
        </p:nvSpPr>
        <p:spPr>
          <a:xfrm>
            <a:off x="4310185" y="6470185"/>
            <a:ext cx="1988045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sz="1400" b="1" err="1">
                <a:highlight>
                  <a:srgbClr val="FFFF00"/>
                </a:highlight>
              </a:rPr>
              <a:t>가벽</a:t>
            </a:r>
            <a:r>
              <a:rPr lang="ko-KR" altLang="en-US" sz="1400" b="1">
                <a:highlight>
                  <a:srgbClr val="FFFF00"/>
                </a:highlight>
              </a:rPr>
              <a:t> 있나 확인 필요함</a:t>
            </a:r>
          </a:p>
        </p:txBody>
      </p:sp>
      <p:sp>
        <p:nvSpPr>
          <p:cNvPr id="50" name="화살표: 위쪽 49">
            <a:extLst>
              <a:ext uri="{FF2B5EF4-FFF2-40B4-BE49-F238E27FC236}">
                <a16:creationId xmlns:a16="http://schemas.microsoft.com/office/drawing/2014/main" id="{04A0CA28-B50C-C058-DE90-018E2C559FBF}"/>
              </a:ext>
            </a:extLst>
          </p:cNvPr>
          <p:cNvSpPr/>
          <p:nvPr/>
        </p:nvSpPr>
        <p:spPr>
          <a:xfrm>
            <a:off x="5894013" y="5858114"/>
            <a:ext cx="231683" cy="540942"/>
          </a:xfrm>
          <a:prstGeom prst="up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grpSp>
        <p:nvGrpSpPr>
          <p:cNvPr id="59" name="그룹 58">
            <a:extLst>
              <a:ext uri="{FF2B5EF4-FFF2-40B4-BE49-F238E27FC236}">
                <a16:creationId xmlns:a16="http://schemas.microsoft.com/office/drawing/2014/main" id="{E978C7E4-C0F7-A3A0-894B-BE53E86FB9DF}"/>
              </a:ext>
            </a:extLst>
          </p:cNvPr>
          <p:cNvGrpSpPr/>
          <p:nvPr/>
        </p:nvGrpSpPr>
        <p:grpSpPr>
          <a:xfrm>
            <a:off x="4775086" y="3670295"/>
            <a:ext cx="764953" cy="273636"/>
            <a:chOff x="2052531" y="808997"/>
            <a:chExt cx="764953" cy="273636"/>
          </a:xfrm>
        </p:grpSpPr>
        <p:sp>
          <p:nvSpPr>
            <p:cNvPr id="60" name="TextBox 59">
              <a:extLst>
                <a:ext uri="{FF2B5EF4-FFF2-40B4-BE49-F238E27FC236}">
                  <a16:creationId xmlns:a16="http://schemas.microsoft.com/office/drawing/2014/main" id="{DE73F2F0-B155-516E-5794-4034DA504D45}"/>
                </a:ext>
              </a:extLst>
            </p:cNvPr>
            <p:cNvSpPr txBox="1"/>
            <p:nvPr/>
          </p:nvSpPr>
          <p:spPr>
            <a:xfrm>
              <a:off x="2052531" y="897967"/>
              <a:ext cx="764953" cy="184666"/>
            </a:xfrm>
            <a:prstGeom prst="rect">
              <a:avLst/>
            </a:prstGeom>
            <a:solidFill>
              <a:schemeClr val="bg1">
                <a:lumMod val="95000"/>
              </a:schemeClr>
            </a:solidFill>
          </p:spPr>
          <p:txBody>
            <a:bodyPr wrap="none" rtlCol="0">
              <a:spAutoFit/>
            </a:bodyPr>
            <a:lstStyle/>
            <a:p>
              <a:r>
                <a:rPr lang="ko-KR" altLang="en-US" sz="600" b="1"/>
                <a:t>서비스 조명 </a:t>
              </a:r>
              <a:r>
                <a:rPr lang="en-US" altLang="ko-KR" sz="600" b="1"/>
                <a:t>2EA</a:t>
              </a:r>
              <a:endParaRPr lang="ko-KR" altLang="en-US" sz="600" b="1"/>
            </a:p>
          </p:txBody>
        </p:sp>
        <p:grpSp>
          <p:nvGrpSpPr>
            <p:cNvPr id="61" name="그룹 60">
              <a:extLst>
                <a:ext uri="{FF2B5EF4-FFF2-40B4-BE49-F238E27FC236}">
                  <a16:creationId xmlns:a16="http://schemas.microsoft.com/office/drawing/2014/main" id="{F1A3D6AD-B385-CB11-F51A-BC1CC4B7E4DA}"/>
                </a:ext>
              </a:extLst>
            </p:cNvPr>
            <p:cNvGrpSpPr/>
            <p:nvPr/>
          </p:nvGrpSpPr>
          <p:grpSpPr>
            <a:xfrm rot="5400000">
              <a:off x="2382760" y="491467"/>
              <a:ext cx="98800" cy="733859"/>
              <a:chOff x="4737848" y="4877902"/>
              <a:chExt cx="98800" cy="733859"/>
            </a:xfrm>
            <a:solidFill>
              <a:srgbClr val="FF00FF"/>
            </a:solidFill>
          </p:grpSpPr>
          <p:sp>
            <p:nvSpPr>
              <p:cNvPr id="62" name="타원 61">
                <a:extLst>
                  <a:ext uri="{FF2B5EF4-FFF2-40B4-BE49-F238E27FC236}">
                    <a16:creationId xmlns:a16="http://schemas.microsoft.com/office/drawing/2014/main" id="{FB0B1004-49D0-3E1E-822A-E7E0BC4EA800}"/>
                  </a:ext>
                </a:extLst>
              </p:cNvPr>
              <p:cNvSpPr/>
              <p:nvPr/>
            </p:nvSpPr>
            <p:spPr>
              <a:xfrm>
                <a:off x="4737848" y="4877902"/>
                <a:ext cx="98385" cy="98385"/>
              </a:xfrm>
              <a:prstGeom prst="ellipse">
                <a:avLst/>
              </a:prstGeom>
              <a:grpFill/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>
                  <a:solidFill>
                    <a:schemeClr val="tx1"/>
                  </a:solidFill>
                </a:endParaRPr>
              </a:p>
            </p:txBody>
          </p:sp>
          <p:sp>
            <p:nvSpPr>
              <p:cNvPr id="63" name="타원 62">
                <a:extLst>
                  <a:ext uri="{FF2B5EF4-FFF2-40B4-BE49-F238E27FC236}">
                    <a16:creationId xmlns:a16="http://schemas.microsoft.com/office/drawing/2014/main" id="{7FF901FB-CE3B-19EF-F981-0AE09E7DE001}"/>
                  </a:ext>
                </a:extLst>
              </p:cNvPr>
              <p:cNvSpPr/>
              <p:nvPr/>
            </p:nvSpPr>
            <p:spPr>
              <a:xfrm>
                <a:off x="4738263" y="5513376"/>
                <a:ext cx="98385" cy="98385"/>
              </a:xfrm>
              <a:prstGeom prst="ellipse">
                <a:avLst/>
              </a:prstGeom>
              <a:grpFill/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>
                  <a:solidFill>
                    <a:schemeClr val="tx1"/>
                  </a:solidFill>
                </a:endParaRPr>
              </a:p>
            </p:txBody>
          </p:sp>
        </p:grpSp>
      </p:grpSp>
      <p:sp>
        <p:nvSpPr>
          <p:cNvPr id="27" name="TextBox 26">
            <a:extLst>
              <a:ext uri="{FF2B5EF4-FFF2-40B4-BE49-F238E27FC236}">
                <a16:creationId xmlns:a16="http://schemas.microsoft.com/office/drawing/2014/main" id="{2B3A9A5F-5D9E-C2F6-BD9C-EB10A2B6BC99}"/>
              </a:ext>
            </a:extLst>
          </p:cNvPr>
          <p:cNvSpPr txBox="1"/>
          <p:nvPr/>
        </p:nvSpPr>
        <p:spPr>
          <a:xfrm>
            <a:off x="1054419" y="2077792"/>
            <a:ext cx="902811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sz="1400" b="1">
                <a:highlight>
                  <a:srgbClr val="FFFF00"/>
                </a:highlight>
              </a:rPr>
              <a:t>현관미정</a:t>
            </a:r>
          </a:p>
        </p:txBody>
      </p:sp>
      <p:pic>
        <p:nvPicPr>
          <p:cNvPr id="53" name="그림 52" descr="텍스트, 스크린샷, 직사각형, 디자인이(가) 표시된 사진&#10;&#10;자동 생성된 설명">
            <a:extLst>
              <a:ext uri="{FF2B5EF4-FFF2-40B4-BE49-F238E27FC236}">
                <a16:creationId xmlns:a16="http://schemas.microsoft.com/office/drawing/2014/main" id="{CE52C91F-FDD9-20E0-532C-664133602980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5102" t="3086" r="4707" b="11674"/>
          <a:stretch>
            <a:fillRect/>
          </a:stretch>
        </p:blipFill>
        <p:spPr>
          <a:xfrm>
            <a:off x="117919" y="4308475"/>
            <a:ext cx="1619250" cy="1530350"/>
          </a:xfrm>
          <a:prstGeom prst="rect">
            <a:avLst/>
          </a:prstGeom>
        </p:spPr>
      </p:pic>
      <p:pic>
        <p:nvPicPr>
          <p:cNvPr id="55" name="그림 54" descr="텍스트, 스크린샷, 리모컨, 전자 기기이(가) 표시된 사진&#10;&#10;AI 생성 콘텐츠는 정확하지 않을 수 있습니다.">
            <a:extLst>
              <a:ext uri="{FF2B5EF4-FFF2-40B4-BE49-F238E27FC236}">
                <a16:creationId xmlns:a16="http://schemas.microsoft.com/office/drawing/2014/main" id="{7BDFE452-4C53-3576-4CBC-2E95B396E16D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88145" y="2587478"/>
            <a:ext cx="1757580" cy="1445609"/>
          </a:xfrm>
          <a:prstGeom prst="rect">
            <a:avLst/>
          </a:prstGeom>
        </p:spPr>
      </p:pic>
      <p:sp>
        <p:nvSpPr>
          <p:cNvPr id="12" name="별: 꼭짓점 4개 11">
            <a:extLst>
              <a:ext uri="{FF2B5EF4-FFF2-40B4-BE49-F238E27FC236}">
                <a16:creationId xmlns:a16="http://schemas.microsoft.com/office/drawing/2014/main" id="{6F842A3D-C24A-D7B0-575E-E68467A209B3}"/>
              </a:ext>
            </a:extLst>
          </p:cNvPr>
          <p:cNvSpPr/>
          <p:nvPr/>
        </p:nvSpPr>
        <p:spPr>
          <a:xfrm>
            <a:off x="6980395" y="4657571"/>
            <a:ext cx="557315" cy="559233"/>
          </a:xfrm>
          <a:prstGeom prst="star4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2645">
              <a:solidFill>
                <a:schemeClr val="tx1"/>
              </a:solidFill>
            </a:endParaRPr>
          </a:p>
        </p:txBody>
      </p:sp>
      <p:sp>
        <p:nvSpPr>
          <p:cNvPr id="32" name="사각형: 둥근 모서리 31">
            <a:extLst>
              <a:ext uri="{FF2B5EF4-FFF2-40B4-BE49-F238E27FC236}">
                <a16:creationId xmlns:a16="http://schemas.microsoft.com/office/drawing/2014/main" id="{ACEE4590-FD24-F5BC-99AC-0742292B1A54}"/>
              </a:ext>
            </a:extLst>
          </p:cNvPr>
          <p:cNvSpPr/>
          <p:nvPr/>
        </p:nvSpPr>
        <p:spPr>
          <a:xfrm>
            <a:off x="6873492" y="4524562"/>
            <a:ext cx="787364" cy="818963"/>
          </a:xfrm>
          <a:prstGeom prst="roundRect">
            <a:avLst>
              <a:gd name="adj" fmla="val 15666"/>
            </a:avLst>
          </a:prstGeom>
          <a:noFill/>
          <a:ln w="38100">
            <a:solidFill>
              <a:schemeClr val="accent2">
                <a:lumMod val="60000"/>
                <a:lumOff val="4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>
              <a:solidFill>
                <a:schemeClr val="tx1"/>
              </a:solidFill>
            </a:endParaRPr>
          </a:p>
        </p:txBody>
      </p:sp>
      <p:pic>
        <p:nvPicPr>
          <p:cNvPr id="34" name="그림 33">
            <a:extLst>
              <a:ext uri="{FF2B5EF4-FFF2-40B4-BE49-F238E27FC236}">
                <a16:creationId xmlns:a16="http://schemas.microsoft.com/office/drawing/2014/main" id="{1E6A84D4-36FD-A0D3-B5DE-A7D498250B55}"/>
              </a:ext>
            </a:extLst>
          </p:cNvPr>
          <p:cNvPicPr>
            <a:picLocks noChangeAspect="1"/>
          </p:cNvPicPr>
          <p:nvPr/>
        </p:nvPicPr>
        <p:blipFill>
          <a:blip r:embed="rId7"/>
          <a:srcRect t="2320" b="-1"/>
          <a:stretch>
            <a:fillRect/>
          </a:stretch>
        </p:blipFill>
        <p:spPr>
          <a:xfrm>
            <a:off x="10375104" y="4045808"/>
            <a:ext cx="2236971" cy="1554480"/>
          </a:xfrm>
          <a:prstGeom prst="rect">
            <a:avLst/>
          </a:prstGeom>
        </p:spPr>
      </p:pic>
      <p:sp>
        <p:nvSpPr>
          <p:cNvPr id="54" name="TextBox 53">
            <a:extLst>
              <a:ext uri="{FF2B5EF4-FFF2-40B4-BE49-F238E27FC236}">
                <a16:creationId xmlns:a16="http://schemas.microsoft.com/office/drawing/2014/main" id="{7281A8DA-C5D0-860E-02B2-3B2B42D8F978}"/>
              </a:ext>
            </a:extLst>
          </p:cNvPr>
          <p:cNvSpPr txBox="1"/>
          <p:nvPr/>
        </p:nvSpPr>
        <p:spPr>
          <a:xfrm>
            <a:off x="6196369" y="6199649"/>
            <a:ext cx="2229372" cy="55399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1000" b="1" err="1">
                <a:highlight>
                  <a:srgbClr val="FFFF00"/>
                </a:highlight>
              </a:rPr>
              <a:t>실링팬</a:t>
            </a:r>
            <a:r>
              <a:rPr lang="ko-KR" altLang="en-US" sz="1000" b="1">
                <a:highlight>
                  <a:srgbClr val="FFFF00"/>
                </a:highlight>
              </a:rPr>
              <a:t> </a:t>
            </a:r>
            <a:r>
              <a:rPr lang="ko-KR" altLang="en-US" sz="1000" b="1" err="1">
                <a:highlight>
                  <a:srgbClr val="FFFF00"/>
                </a:highlight>
              </a:rPr>
              <a:t>루씨에어</a:t>
            </a:r>
            <a:endParaRPr lang="en-US" altLang="ko-KR" sz="1000" b="1">
              <a:highlight>
                <a:srgbClr val="FFFF00"/>
              </a:highlight>
            </a:endParaRPr>
          </a:p>
          <a:p>
            <a:r>
              <a:rPr lang="ko-KR" altLang="en-US" sz="1000" b="1">
                <a:highlight>
                  <a:srgbClr val="FFFF00"/>
                </a:highlight>
              </a:rPr>
              <a:t>설치</a:t>
            </a:r>
            <a:r>
              <a:rPr lang="en-US" altLang="ko-KR" sz="1000" b="1">
                <a:highlight>
                  <a:srgbClr val="FFFF00"/>
                </a:highlight>
              </a:rPr>
              <a:t>+</a:t>
            </a:r>
            <a:r>
              <a:rPr lang="ko-KR" altLang="en-US" sz="1000" b="1">
                <a:highlight>
                  <a:srgbClr val="FFFF00"/>
                </a:highlight>
              </a:rPr>
              <a:t>보강</a:t>
            </a:r>
            <a:r>
              <a:rPr lang="en-US" altLang="ko-KR" sz="1000" b="1">
                <a:highlight>
                  <a:srgbClr val="FFFF00"/>
                </a:highlight>
              </a:rPr>
              <a:t>+</a:t>
            </a:r>
            <a:r>
              <a:rPr lang="ko-KR" altLang="en-US" sz="1000" b="1">
                <a:highlight>
                  <a:srgbClr val="FFFF00"/>
                </a:highlight>
              </a:rPr>
              <a:t>우물 천장 안 실크 도배</a:t>
            </a:r>
            <a:br>
              <a:rPr lang="en-US" altLang="ko-KR" sz="1000" b="1">
                <a:highlight>
                  <a:srgbClr val="FFFF00"/>
                </a:highlight>
              </a:rPr>
            </a:br>
            <a:r>
              <a:rPr lang="ko-KR" altLang="en-US" sz="1000" b="1">
                <a:highlight>
                  <a:srgbClr val="FFFF00"/>
                </a:highlight>
              </a:rPr>
              <a:t>우물조명 </a:t>
            </a:r>
            <a:r>
              <a:rPr lang="en-US" altLang="ko-KR" sz="1000" b="1">
                <a:highlight>
                  <a:srgbClr val="FFFF00"/>
                </a:highlight>
              </a:rPr>
              <a:t>2</a:t>
            </a:r>
            <a:r>
              <a:rPr lang="ko-KR" altLang="en-US" sz="1000" b="1">
                <a:highlight>
                  <a:srgbClr val="FFFF00"/>
                </a:highlight>
              </a:rPr>
              <a:t>줄 </a:t>
            </a:r>
            <a:r>
              <a:rPr lang="ko-KR" altLang="en-US" sz="1000" b="1" err="1">
                <a:highlight>
                  <a:srgbClr val="FFFF00"/>
                </a:highlight>
              </a:rPr>
              <a:t>전구색</a:t>
            </a:r>
            <a:r>
              <a:rPr lang="en-US" altLang="ko-KR" sz="1000" b="1">
                <a:highlight>
                  <a:srgbClr val="FFFF00"/>
                </a:highlight>
              </a:rPr>
              <a:t>+</a:t>
            </a:r>
            <a:r>
              <a:rPr lang="ko-KR" altLang="en-US" sz="1000" b="1" err="1">
                <a:highlight>
                  <a:srgbClr val="FFFF00"/>
                </a:highlight>
              </a:rPr>
              <a:t>주백색</a:t>
            </a:r>
            <a:endParaRPr lang="en-US" altLang="ko-KR" sz="1000" b="1">
              <a:highlight>
                <a:srgbClr val="FFFF00"/>
              </a:highlight>
            </a:endParaRPr>
          </a:p>
        </p:txBody>
      </p:sp>
      <p:grpSp>
        <p:nvGrpSpPr>
          <p:cNvPr id="56" name="그룹 55">
            <a:extLst>
              <a:ext uri="{FF2B5EF4-FFF2-40B4-BE49-F238E27FC236}">
                <a16:creationId xmlns:a16="http://schemas.microsoft.com/office/drawing/2014/main" id="{C74E7869-280B-4E8E-6F6E-07F485EFB864}"/>
              </a:ext>
            </a:extLst>
          </p:cNvPr>
          <p:cNvGrpSpPr/>
          <p:nvPr/>
        </p:nvGrpSpPr>
        <p:grpSpPr>
          <a:xfrm>
            <a:off x="5818745" y="946662"/>
            <a:ext cx="2087004" cy="879931"/>
            <a:chOff x="4807567" y="3887595"/>
            <a:chExt cx="2087004" cy="879931"/>
          </a:xfrm>
        </p:grpSpPr>
        <p:sp>
          <p:nvSpPr>
            <p:cNvPr id="64" name="직사각형 63">
              <a:extLst>
                <a:ext uri="{FF2B5EF4-FFF2-40B4-BE49-F238E27FC236}">
                  <a16:creationId xmlns:a16="http://schemas.microsoft.com/office/drawing/2014/main" id="{3C15699B-7BF4-103E-2335-D6AEE3AFBD81}"/>
                </a:ext>
              </a:extLst>
            </p:cNvPr>
            <p:cNvSpPr/>
            <p:nvPr/>
          </p:nvSpPr>
          <p:spPr>
            <a:xfrm rot="16200000" flipV="1">
              <a:off x="5982270" y="3855224"/>
              <a:ext cx="52664" cy="1771939"/>
            </a:xfrm>
            <a:prstGeom prst="rect">
              <a:avLst/>
            </a:prstGeom>
            <a:solidFill>
              <a:srgbClr val="FF00FF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65" name="TextBox 64">
              <a:extLst>
                <a:ext uri="{FF2B5EF4-FFF2-40B4-BE49-F238E27FC236}">
                  <a16:creationId xmlns:a16="http://schemas.microsoft.com/office/drawing/2014/main" id="{02F5C8FE-9996-B760-FBB4-65C3CE75E0F8}"/>
                </a:ext>
              </a:extLst>
            </p:cNvPr>
            <p:cNvSpPr txBox="1"/>
            <p:nvPr/>
          </p:nvSpPr>
          <p:spPr>
            <a:xfrm>
              <a:off x="4807567" y="3887595"/>
              <a:ext cx="1303562" cy="230832"/>
            </a:xfrm>
            <a:prstGeom prst="rect">
              <a:avLst/>
            </a:prstGeom>
            <a:solidFill>
              <a:srgbClr val="FFC000"/>
            </a:solidFill>
          </p:spPr>
          <p:txBody>
            <a:bodyPr wrap="none" rtlCol="0">
              <a:spAutoFit/>
            </a:bodyPr>
            <a:lstStyle/>
            <a:p>
              <a:r>
                <a:rPr lang="ko-KR" altLang="en-US" sz="900" b="1"/>
                <a:t>싱크대 </a:t>
              </a:r>
              <a:r>
                <a:rPr lang="ko-KR" altLang="en-US" sz="900" b="1" err="1"/>
                <a:t>간접등</a:t>
              </a:r>
              <a:r>
                <a:rPr lang="ko-KR" altLang="en-US" sz="900" b="1"/>
                <a:t> 서비스</a:t>
              </a:r>
            </a:p>
          </p:txBody>
        </p:sp>
        <p:cxnSp>
          <p:nvCxnSpPr>
            <p:cNvPr id="66" name="직선 화살표 연결선 65">
              <a:extLst>
                <a:ext uri="{FF2B5EF4-FFF2-40B4-BE49-F238E27FC236}">
                  <a16:creationId xmlns:a16="http://schemas.microsoft.com/office/drawing/2014/main" id="{E6A06CDE-64D1-E51C-6A5B-FC6D0B067BF4}"/>
                </a:ext>
              </a:extLst>
            </p:cNvPr>
            <p:cNvCxnSpPr>
              <a:cxnSpLocks/>
              <a:stCxn id="64" idx="2"/>
            </p:cNvCxnSpPr>
            <p:nvPr/>
          </p:nvCxnSpPr>
          <p:spPr>
            <a:xfrm flipV="1">
              <a:off x="5122633" y="4080208"/>
              <a:ext cx="0" cy="660986"/>
            </a:xfrm>
            <a:prstGeom prst="straightConnector1">
              <a:avLst/>
            </a:prstGeom>
            <a:ln>
              <a:tailEnd type="triangle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3" name="TextBox 2">
            <a:extLst>
              <a:ext uri="{FF2B5EF4-FFF2-40B4-BE49-F238E27FC236}">
                <a16:creationId xmlns:a16="http://schemas.microsoft.com/office/drawing/2014/main" id="{BC827423-9414-257B-5B30-6436D6EADEF8}"/>
              </a:ext>
            </a:extLst>
          </p:cNvPr>
          <p:cNvSpPr txBox="1"/>
          <p:nvPr/>
        </p:nvSpPr>
        <p:spPr>
          <a:xfrm>
            <a:off x="7058350" y="4134528"/>
            <a:ext cx="479618" cy="2462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1000" b="1">
                <a:solidFill>
                  <a:srgbClr val="FF0000"/>
                </a:solidFill>
              </a:rPr>
              <a:t>3100</a:t>
            </a:r>
            <a:endParaRPr lang="ko-KR" altLang="en-US" sz="1000" b="1">
              <a:solidFill>
                <a:srgbClr val="FF0000"/>
              </a:solidFill>
            </a:endParaRP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5CAC60F2-126E-8B1C-BAF3-B9163BF9D8BE}"/>
              </a:ext>
            </a:extLst>
          </p:cNvPr>
          <p:cNvSpPr txBox="1"/>
          <p:nvPr/>
        </p:nvSpPr>
        <p:spPr>
          <a:xfrm>
            <a:off x="6292067" y="4627588"/>
            <a:ext cx="479618" cy="2462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1000" b="1">
                <a:solidFill>
                  <a:srgbClr val="FF0000"/>
                </a:solidFill>
              </a:rPr>
              <a:t>2500</a:t>
            </a:r>
            <a:endParaRPr lang="ko-KR" altLang="en-US" sz="1000" b="1">
              <a:solidFill>
                <a:srgbClr val="FF0000"/>
              </a:solidFill>
            </a:endParaRPr>
          </a:p>
        </p:txBody>
      </p:sp>
      <p:sp>
        <p:nvSpPr>
          <p:cNvPr id="33" name="TextBox 32">
            <a:extLst>
              <a:ext uri="{FF2B5EF4-FFF2-40B4-BE49-F238E27FC236}">
                <a16:creationId xmlns:a16="http://schemas.microsoft.com/office/drawing/2014/main" id="{3CF62D61-A295-6FC7-9142-BC4B08BAADDD}"/>
              </a:ext>
            </a:extLst>
          </p:cNvPr>
          <p:cNvSpPr txBox="1"/>
          <p:nvPr/>
        </p:nvSpPr>
        <p:spPr>
          <a:xfrm>
            <a:off x="7110154" y="6076702"/>
            <a:ext cx="479618" cy="2462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1000" b="1">
                <a:solidFill>
                  <a:srgbClr val="FF0000"/>
                </a:solidFill>
              </a:rPr>
              <a:t>4500</a:t>
            </a:r>
            <a:endParaRPr lang="ko-KR" altLang="en-US" sz="1000" b="1">
              <a:solidFill>
                <a:srgbClr val="FF0000"/>
              </a:solidFill>
            </a:endParaRPr>
          </a:p>
        </p:txBody>
      </p:sp>
      <p:sp>
        <p:nvSpPr>
          <p:cNvPr id="51" name="TextBox 50">
            <a:extLst>
              <a:ext uri="{FF2B5EF4-FFF2-40B4-BE49-F238E27FC236}">
                <a16:creationId xmlns:a16="http://schemas.microsoft.com/office/drawing/2014/main" id="{91200997-896A-3D7A-5281-322ADCB9F41C}"/>
              </a:ext>
            </a:extLst>
          </p:cNvPr>
          <p:cNvSpPr txBox="1"/>
          <p:nvPr/>
        </p:nvSpPr>
        <p:spPr>
          <a:xfrm>
            <a:off x="9341233" y="5739498"/>
            <a:ext cx="479618" cy="2462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1000" b="1">
                <a:solidFill>
                  <a:srgbClr val="FF0000"/>
                </a:solidFill>
              </a:rPr>
              <a:t>3500</a:t>
            </a:r>
            <a:endParaRPr lang="ko-KR" altLang="en-US" sz="1000" b="1">
              <a:solidFill>
                <a:srgbClr val="FF0000"/>
              </a:solidFill>
            </a:endParaRPr>
          </a:p>
        </p:txBody>
      </p:sp>
      <p:sp>
        <p:nvSpPr>
          <p:cNvPr id="57" name="TextBox 56">
            <a:extLst>
              <a:ext uri="{FF2B5EF4-FFF2-40B4-BE49-F238E27FC236}">
                <a16:creationId xmlns:a16="http://schemas.microsoft.com/office/drawing/2014/main" id="{89A9BAA1-52FD-7907-8007-130D41198067}"/>
              </a:ext>
            </a:extLst>
          </p:cNvPr>
          <p:cNvSpPr txBox="1"/>
          <p:nvPr/>
        </p:nvSpPr>
        <p:spPr>
          <a:xfrm>
            <a:off x="3818393" y="6070705"/>
            <a:ext cx="479618" cy="2462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1000" b="1">
                <a:solidFill>
                  <a:srgbClr val="FF0000"/>
                </a:solidFill>
              </a:rPr>
              <a:t>2900</a:t>
            </a:r>
            <a:endParaRPr lang="ko-KR" altLang="en-US" sz="1000" b="1">
              <a:solidFill>
                <a:srgbClr val="FF0000"/>
              </a:solidFill>
            </a:endParaRPr>
          </a:p>
        </p:txBody>
      </p:sp>
      <p:sp>
        <p:nvSpPr>
          <p:cNvPr id="58" name="TextBox 57">
            <a:extLst>
              <a:ext uri="{FF2B5EF4-FFF2-40B4-BE49-F238E27FC236}">
                <a16:creationId xmlns:a16="http://schemas.microsoft.com/office/drawing/2014/main" id="{73AB3143-03F6-8A38-02FF-90934E3DF045}"/>
              </a:ext>
            </a:extLst>
          </p:cNvPr>
          <p:cNvSpPr txBox="1"/>
          <p:nvPr/>
        </p:nvSpPr>
        <p:spPr>
          <a:xfrm>
            <a:off x="2112619" y="6069702"/>
            <a:ext cx="479618" cy="2462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1000" b="1">
                <a:solidFill>
                  <a:srgbClr val="FF0000"/>
                </a:solidFill>
              </a:rPr>
              <a:t>2800</a:t>
            </a:r>
            <a:endParaRPr lang="ko-KR" altLang="en-US" sz="1000" b="1">
              <a:solidFill>
                <a:srgbClr val="FF0000"/>
              </a:solidFill>
            </a:endParaRPr>
          </a:p>
        </p:txBody>
      </p:sp>
      <p:sp>
        <p:nvSpPr>
          <p:cNvPr id="68" name="TextBox 67">
            <a:extLst>
              <a:ext uri="{FF2B5EF4-FFF2-40B4-BE49-F238E27FC236}">
                <a16:creationId xmlns:a16="http://schemas.microsoft.com/office/drawing/2014/main" id="{23E352F3-E778-0E37-9FFF-471509D64B35}"/>
              </a:ext>
            </a:extLst>
          </p:cNvPr>
          <p:cNvSpPr txBox="1"/>
          <p:nvPr/>
        </p:nvSpPr>
        <p:spPr>
          <a:xfrm>
            <a:off x="10338926" y="4014128"/>
            <a:ext cx="405880" cy="2462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1000" b="1">
                <a:solidFill>
                  <a:srgbClr val="FF0000"/>
                </a:solidFill>
              </a:rPr>
              <a:t>900</a:t>
            </a:r>
            <a:endParaRPr lang="ko-KR" altLang="en-US" sz="1000" b="1">
              <a:solidFill>
                <a:srgbClr val="FF0000"/>
              </a:solidFill>
            </a:endParaRPr>
          </a:p>
        </p:txBody>
      </p:sp>
      <p:sp>
        <p:nvSpPr>
          <p:cNvPr id="69" name="TextBox 68">
            <a:extLst>
              <a:ext uri="{FF2B5EF4-FFF2-40B4-BE49-F238E27FC236}">
                <a16:creationId xmlns:a16="http://schemas.microsoft.com/office/drawing/2014/main" id="{CA36B3A7-CC22-0D96-9B81-1937DCA58946}"/>
              </a:ext>
            </a:extLst>
          </p:cNvPr>
          <p:cNvSpPr txBox="1"/>
          <p:nvPr/>
        </p:nvSpPr>
        <p:spPr>
          <a:xfrm>
            <a:off x="4328259" y="2810961"/>
            <a:ext cx="405880" cy="2462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1000" b="1">
                <a:solidFill>
                  <a:srgbClr val="FF0000"/>
                </a:solidFill>
              </a:rPr>
              <a:t>800</a:t>
            </a:r>
            <a:endParaRPr lang="ko-KR" altLang="en-US" sz="1000" b="1">
              <a:solidFill>
                <a:srgbClr val="FF0000"/>
              </a:solidFill>
            </a:endParaRPr>
          </a:p>
        </p:txBody>
      </p:sp>
      <p:sp>
        <p:nvSpPr>
          <p:cNvPr id="70" name="TextBox 69">
            <a:extLst>
              <a:ext uri="{FF2B5EF4-FFF2-40B4-BE49-F238E27FC236}">
                <a16:creationId xmlns:a16="http://schemas.microsoft.com/office/drawing/2014/main" id="{5040D64F-5F94-509F-776E-AF3C20F19C4B}"/>
              </a:ext>
            </a:extLst>
          </p:cNvPr>
          <p:cNvSpPr txBox="1"/>
          <p:nvPr/>
        </p:nvSpPr>
        <p:spPr>
          <a:xfrm>
            <a:off x="3611505" y="3040160"/>
            <a:ext cx="479618" cy="2462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1000" b="1">
                <a:solidFill>
                  <a:srgbClr val="FF0000"/>
                </a:solidFill>
              </a:rPr>
              <a:t>1300</a:t>
            </a:r>
            <a:endParaRPr lang="ko-KR" altLang="en-US" sz="1000" b="1">
              <a:solidFill>
                <a:srgbClr val="FF0000"/>
              </a:solidFill>
            </a:endParaRPr>
          </a:p>
        </p:txBody>
      </p:sp>
      <p:sp>
        <p:nvSpPr>
          <p:cNvPr id="72" name="TextBox 71">
            <a:extLst>
              <a:ext uri="{FF2B5EF4-FFF2-40B4-BE49-F238E27FC236}">
                <a16:creationId xmlns:a16="http://schemas.microsoft.com/office/drawing/2014/main" id="{E1AA2C35-684F-E505-3E31-54A68993B4FA}"/>
              </a:ext>
            </a:extLst>
          </p:cNvPr>
          <p:cNvSpPr txBox="1"/>
          <p:nvPr/>
        </p:nvSpPr>
        <p:spPr>
          <a:xfrm>
            <a:off x="6424461" y="1044478"/>
            <a:ext cx="479618" cy="2462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1000" b="1">
                <a:solidFill>
                  <a:srgbClr val="FF0000"/>
                </a:solidFill>
              </a:rPr>
              <a:t>1100</a:t>
            </a:r>
            <a:endParaRPr lang="ko-KR" altLang="en-US" sz="1000" b="1">
              <a:solidFill>
                <a:srgbClr val="FF0000"/>
              </a:solidFill>
            </a:endParaRPr>
          </a:p>
        </p:txBody>
      </p:sp>
      <p:cxnSp>
        <p:nvCxnSpPr>
          <p:cNvPr id="73" name="직선 화살표 연결선 72">
            <a:extLst>
              <a:ext uri="{FF2B5EF4-FFF2-40B4-BE49-F238E27FC236}">
                <a16:creationId xmlns:a16="http://schemas.microsoft.com/office/drawing/2014/main" id="{4F0E69FE-DC71-E7FD-5B93-DF0C99C011B2}"/>
              </a:ext>
            </a:extLst>
          </p:cNvPr>
          <p:cNvCxnSpPr>
            <a:cxnSpLocks/>
          </p:cNvCxnSpPr>
          <p:nvPr/>
        </p:nvCxnSpPr>
        <p:spPr>
          <a:xfrm>
            <a:off x="10233498" y="3607663"/>
            <a:ext cx="0" cy="653823"/>
          </a:xfrm>
          <a:prstGeom prst="straightConnector1">
            <a:avLst/>
          </a:prstGeom>
          <a:ln w="57150">
            <a:solidFill>
              <a:srgbClr val="00B050"/>
            </a:solidFill>
            <a:headEnd type="triangle"/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4" name="직선 화살표 연결선 73">
            <a:extLst>
              <a:ext uri="{FF2B5EF4-FFF2-40B4-BE49-F238E27FC236}">
                <a16:creationId xmlns:a16="http://schemas.microsoft.com/office/drawing/2014/main" id="{933E57A6-B5C1-A575-DD59-7B2497DAA414}"/>
              </a:ext>
            </a:extLst>
          </p:cNvPr>
          <p:cNvCxnSpPr>
            <a:cxnSpLocks/>
          </p:cNvCxnSpPr>
          <p:nvPr/>
        </p:nvCxnSpPr>
        <p:spPr>
          <a:xfrm flipH="1">
            <a:off x="6219801" y="1491409"/>
            <a:ext cx="902431" cy="0"/>
          </a:xfrm>
          <a:prstGeom prst="straightConnector1">
            <a:avLst/>
          </a:prstGeom>
          <a:ln w="57150">
            <a:solidFill>
              <a:srgbClr val="00B050"/>
            </a:solidFill>
            <a:headEnd type="triangle"/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392036652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005C21A-97E0-D084-85EC-7B757F1EFFB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그림 4">
            <a:extLst>
              <a:ext uri="{FF2B5EF4-FFF2-40B4-BE49-F238E27FC236}">
                <a16:creationId xmlns:a16="http://schemas.microsoft.com/office/drawing/2014/main" id="{00B341A6-12AB-A270-9D13-E77C5274E588}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/>
        </p:nvPicPr>
        <p:blipFill>
          <a:blip r:embed="rId2">
            <a:alphaModFix amt="70000"/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saturation sat="0"/>
                    </a14:imgEffect>
                  </a14:imgLayer>
                </a14:imgProps>
              </a:ext>
            </a:extLst>
          </a:blip>
          <a:stretch>
            <a:fillRect/>
          </a:stretch>
        </p:blipFill>
        <p:spPr>
          <a:xfrm>
            <a:off x="1761061" y="946662"/>
            <a:ext cx="8995839" cy="5276338"/>
          </a:xfrm>
          <a:prstGeom prst="rect">
            <a:avLst/>
          </a:prstGeom>
        </p:spPr>
      </p:pic>
      <mc:AlternateContent xmlns:mc="http://schemas.openxmlformats.org/markup-compatibility/2006">
        <mc:Choice xmlns:a14="http://schemas.microsoft.com/office/drawing/2010/main" Requires="a14">
          <p:sp>
            <p:nvSpPr>
              <p:cNvPr id="6" name="TextBox 5">
                <a:extLst>
                  <a:ext uri="{FF2B5EF4-FFF2-40B4-BE49-F238E27FC236}">
                    <a16:creationId xmlns:a16="http://schemas.microsoft.com/office/drawing/2014/main" id="{1B250C89-68FC-432A-31A8-4009329D59D1}"/>
                  </a:ext>
                </a:extLst>
              </p:cNvPr>
              <p:cNvSpPr txBox="1"/>
              <p:nvPr/>
            </p:nvSpPr>
            <p:spPr>
              <a:xfrm>
                <a:off x="10152689" y="1075737"/>
                <a:ext cx="1762781" cy="407099"/>
              </a:xfrm>
              <a:prstGeom prst="rect">
                <a:avLst/>
              </a:prstGeom>
              <a:noFill/>
            </p:spPr>
            <p:txBody>
              <a:bodyPr wrap="square">
                <a:spAutoFit/>
                <a:scene3d>
                  <a:camera prst="orthographicFront"/>
                  <a:lightRig rig="harsh" dir="t"/>
                </a:scene3d>
                <a:sp3d extrusionH="57150" prstMaterial="matte">
                  <a:bevelT w="63500" h="12700" prst="angle"/>
                  <a:contourClr>
                    <a:schemeClr val="bg1">
                      <a:lumMod val="65000"/>
                    </a:schemeClr>
                  </a:contourClr>
                </a:sp3d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right"/>
                    </m:oMathParaPr>
                    <m:oMath xmlns:m="http://schemas.openxmlformats.org/officeDocument/2006/math">
                      <m:sSup>
                        <m:sSupPr>
                          <m:ctrlPr>
                            <a:rPr lang="en-US" altLang="ko-KR" sz="2000" b="1" i="1" u="none" strike="noStrike" smtClean="0">
                              <a:ln/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altLang="ko-KR" sz="2000" b="1" i="1" u="none" strike="noStrike" smtClean="0">
                              <a:ln/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𝟖𝟒</m:t>
                          </m:r>
                          <m:r>
                            <a:rPr lang="en-US" altLang="ko-KR" sz="2000" b="1" i="1" u="none" strike="noStrike" smtClean="0">
                              <a:ln/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𝑨𝒎</m:t>
                          </m:r>
                        </m:e>
                        <m:sup>
                          <m:r>
                            <a:rPr lang="en-US" altLang="ko-KR" sz="2000" b="1" i="1" u="none" strike="noStrike" smtClean="0">
                              <a:ln/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𝟐</m:t>
                          </m:r>
                        </m:sup>
                      </m:sSup>
                    </m:oMath>
                  </m:oMathPara>
                </a14:m>
                <a:endParaRPr lang="ko-KR" altLang="en-US" sz="2000" b="1">
                  <a:ln/>
                  <a:solidFill>
                    <a:schemeClr val="tx1"/>
                  </a:solidFill>
                </a:endParaRPr>
              </a:p>
            </p:txBody>
          </p:sp>
        </mc:Choice>
        <mc:Fallback>
          <p:sp>
            <p:nvSpPr>
              <p:cNvPr id="6" name="TextBox 5">
                <a:extLst>
                  <a:ext uri="{FF2B5EF4-FFF2-40B4-BE49-F238E27FC236}">
                    <a16:creationId xmlns:a16="http://schemas.microsoft.com/office/drawing/2014/main" id="{1B250C89-68FC-432A-31A8-4009329D59D1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0152689" y="1075737"/>
                <a:ext cx="1762781" cy="407099"/>
              </a:xfrm>
              <a:prstGeom prst="rect">
                <a:avLst/>
              </a:prstGeom>
              <a:blipFill>
                <a:blip r:embed="rId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7" name="TextBox 6">
            <a:extLst>
              <a:ext uri="{FF2B5EF4-FFF2-40B4-BE49-F238E27FC236}">
                <a16:creationId xmlns:a16="http://schemas.microsoft.com/office/drawing/2014/main" id="{E7D1B284-0FAA-EA6F-7821-6FBE18A55189}"/>
              </a:ext>
            </a:extLst>
          </p:cNvPr>
          <p:cNvSpPr txBox="1"/>
          <p:nvPr/>
        </p:nvSpPr>
        <p:spPr>
          <a:xfrm>
            <a:off x="1870318" y="353253"/>
            <a:ext cx="8452551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 sz="2000" b="1"/>
              <a:t>84A</a:t>
            </a:r>
            <a:r>
              <a:rPr lang="ko-KR" altLang="en-US" sz="2000" b="1"/>
              <a:t>타입 간접 프리미엄 </a:t>
            </a:r>
            <a:r>
              <a:rPr lang="en-US" altLang="ko-KR" sz="2000" b="1"/>
              <a:t>SET + </a:t>
            </a:r>
            <a:r>
              <a:rPr lang="ko-KR" altLang="en-US" sz="2000" b="1" err="1"/>
              <a:t>실링팬</a:t>
            </a:r>
            <a:r>
              <a:rPr lang="ko-KR" altLang="en-US" sz="2000" b="1"/>
              <a:t> 우물두줄</a:t>
            </a:r>
            <a:endParaRPr lang="en-US" altLang="ko-KR" sz="2000" b="1"/>
          </a:p>
        </p:txBody>
      </p:sp>
      <p:sp>
        <p:nvSpPr>
          <p:cNvPr id="10" name="직사각형 9">
            <a:extLst>
              <a:ext uri="{FF2B5EF4-FFF2-40B4-BE49-F238E27FC236}">
                <a16:creationId xmlns:a16="http://schemas.microsoft.com/office/drawing/2014/main" id="{C00A1519-F711-8E07-93A2-E6425D85F9A2}"/>
              </a:ext>
            </a:extLst>
          </p:cNvPr>
          <p:cNvSpPr/>
          <p:nvPr/>
        </p:nvSpPr>
        <p:spPr>
          <a:xfrm rot="5400000">
            <a:off x="7188174" y="5010134"/>
            <a:ext cx="102820" cy="1630245"/>
          </a:xfrm>
          <a:prstGeom prst="rect">
            <a:avLst/>
          </a:prstGeom>
          <a:solidFill>
            <a:srgbClr val="FF000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>
              <a:solidFill>
                <a:schemeClr val="tx1"/>
              </a:solidFill>
            </a:endParaRP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38765C62-AD0D-6910-42C7-EE2B06ED9C8C}"/>
              </a:ext>
            </a:extLst>
          </p:cNvPr>
          <p:cNvSpPr txBox="1"/>
          <p:nvPr/>
        </p:nvSpPr>
        <p:spPr>
          <a:xfrm>
            <a:off x="6258980" y="3744659"/>
            <a:ext cx="1891732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ko-KR" altLang="en-US" sz="1000" b="1"/>
              <a:t>전자식스위치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1ECC3045-E4C0-6D26-0D05-4D641D9FAD29}"/>
              </a:ext>
            </a:extLst>
          </p:cNvPr>
          <p:cNvSpPr txBox="1"/>
          <p:nvPr/>
        </p:nvSpPr>
        <p:spPr>
          <a:xfrm>
            <a:off x="112365" y="770606"/>
            <a:ext cx="3264447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800">
                <a:solidFill>
                  <a:srgbClr val="FF0000"/>
                </a:solidFill>
              </a:rPr>
              <a:t>**</a:t>
            </a:r>
            <a:r>
              <a:rPr lang="ko-KR" altLang="en-US" sz="800">
                <a:solidFill>
                  <a:srgbClr val="FF0000"/>
                </a:solidFill>
              </a:rPr>
              <a:t>스위치 연결을 위해 별도의 </a:t>
            </a:r>
            <a:r>
              <a:rPr lang="ko-KR" altLang="en-US" sz="800" err="1">
                <a:solidFill>
                  <a:srgbClr val="FF0000"/>
                </a:solidFill>
              </a:rPr>
              <a:t>타공이</a:t>
            </a:r>
            <a:r>
              <a:rPr lang="ko-KR" altLang="en-US" sz="800">
                <a:solidFill>
                  <a:srgbClr val="FF0000"/>
                </a:solidFill>
              </a:rPr>
              <a:t> 필요할 수 </a:t>
            </a:r>
            <a:endParaRPr lang="en-US" altLang="ko-KR" sz="800">
              <a:solidFill>
                <a:srgbClr val="FF0000"/>
              </a:solidFill>
            </a:endParaRPr>
          </a:p>
          <a:p>
            <a:r>
              <a:rPr lang="ko-KR" altLang="en-US" sz="800">
                <a:solidFill>
                  <a:srgbClr val="FF0000"/>
                </a:solidFill>
              </a:rPr>
              <a:t>있으며</a:t>
            </a:r>
            <a:r>
              <a:rPr lang="en-US" altLang="ko-KR" sz="800">
                <a:solidFill>
                  <a:srgbClr val="FF0000"/>
                </a:solidFill>
              </a:rPr>
              <a:t> </a:t>
            </a:r>
            <a:r>
              <a:rPr lang="ko-KR" altLang="en-US" sz="800">
                <a:solidFill>
                  <a:srgbClr val="FF0000"/>
                </a:solidFill>
              </a:rPr>
              <a:t>공스피커로 마감 될 수도 있음</a:t>
            </a:r>
            <a:endParaRPr lang="en-US" altLang="ko-KR" sz="800">
              <a:solidFill>
                <a:srgbClr val="FF0000"/>
              </a:solidFill>
            </a:endParaRPr>
          </a:p>
        </p:txBody>
      </p:sp>
      <p:sp>
        <p:nvSpPr>
          <p:cNvPr id="15" name="별: 꼭짓점 4개 14">
            <a:extLst>
              <a:ext uri="{FF2B5EF4-FFF2-40B4-BE49-F238E27FC236}">
                <a16:creationId xmlns:a16="http://schemas.microsoft.com/office/drawing/2014/main" id="{05B7265B-EBDB-54AB-C97B-567518ED17D1}"/>
              </a:ext>
            </a:extLst>
          </p:cNvPr>
          <p:cNvSpPr/>
          <p:nvPr/>
        </p:nvSpPr>
        <p:spPr>
          <a:xfrm>
            <a:off x="6980395" y="4657571"/>
            <a:ext cx="557315" cy="559233"/>
          </a:xfrm>
          <a:prstGeom prst="star4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2645">
              <a:solidFill>
                <a:schemeClr val="tx1"/>
              </a:solidFill>
            </a:endParaRPr>
          </a:p>
        </p:txBody>
      </p:sp>
      <p:grpSp>
        <p:nvGrpSpPr>
          <p:cNvPr id="28" name="그룹 27">
            <a:extLst>
              <a:ext uri="{FF2B5EF4-FFF2-40B4-BE49-F238E27FC236}">
                <a16:creationId xmlns:a16="http://schemas.microsoft.com/office/drawing/2014/main" id="{AD754875-856D-3AE0-153D-DE6644225E83}"/>
              </a:ext>
            </a:extLst>
          </p:cNvPr>
          <p:cNvGrpSpPr/>
          <p:nvPr/>
        </p:nvGrpSpPr>
        <p:grpSpPr>
          <a:xfrm rot="5400000">
            <a:off x="3741901" y="3778064"/>
            <a:ext cx="99451" cy="545492"/>
            <a:chOff x="5324822" y="4538198"/>
            <a:chExt cx="99451" cy="545492"/>
          </a:xfrm>
        </p:grpSpPr>
        <p:sp>
          <p:nvSpPr>
            <p:cNvPr id="29" name="타원 28">
              <a:extLst>
                <a:ext uri="{FF2B5EF4-FFF2-40B4-BE49-F238E27FC236}">
                  <a16:creationId xmlns:a16="http://schemas.microsoft.com/office/drawing/2014/main" id="{671CA95E-B99E-0D88-C005-58D414DF342C}"/>
                </a:ext>
              </a:extLst>
            </p:cNvPr>
            <p:cNvSpPr/>
            <p:nvPr/>
          </p:nvSpPr>
          <p:spPr>
            <a:xfrm>
              <a:off x="5325888" y="4538198"/>
              <a:ext cx="98385" cy="98385"/>
            </a:xfrm>
            <a:prstGeom prst="ellipse">
              <a:avLst/>
            </a:prstGeom>
            <a:solidFill>
              <a:srgbClr val="FF0000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>
                <a:solidFill>
                  <a:schemeClr val="tx1"/>
                </a:solidFill>
              </a:endParaRPr>
            </a:p>
          </p:txBody>
        </p:sp>
        <p:sp>
          <p:nvSpPr>
            <p:cNvPr id="30" name="타원 29">
              <a:extLst>
                <a:ext uri="{FF2B5EF4-FFF2-40B4-BE49-F238E27FC236}">
                  <a16:creationId xmlns:a16="http://schemas.microsoft.com/office/drawing/2014/main" id="{C352B39E-F291-934C-C927-D4348CD692C8}"/>
                </a:ext>
              </a:extLst>
            </p:cNvPr>
            <p:cNvSpPr/>
            <p:nvPr/>
          </p:nvSpPr>
          <p:spPr>
            <a:xfrm>
              <a:off x="5324822" y="4985305"/>
              <a:ext cx="98385" cy="98385"/>
            </a:xfrm>
            <a:prstGeom prst="ellipse">
              <a:avLst/>
            </a:prstGeom>
            <a:solidFill>
              <a:srgbClr val="FF0000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>
                <a:solidFill>
                  <a:schemeClr val="tx1"/>
                </a:solidFill>
              </a:endParaRPr>
            </a:p>
          </p:txBody>
        </p:sp>
      </p:grpSp>
      <p:sp>
        <p:nvSpPr>
          <p:cNvPr id="31" name="직사각형 30">
            <a:extLst>
              <a:ext uri="{FF2B5EF4-FFF2-40B4-BE49-F238E27FC236}">
                <a16:creationId xmlns:a16="http://schemas.microsoft.com/office/drawing/2014/main" id="{8A6C16DC-D76F-0444-441B-3E4C7C05BFBD}"/>
              </a:ext>
            </a:extLst>
          </p:cNvPr>
          <p:cNvSpPr/>
          <p:nvPr/>
        </p:nvSpPr>
        <p:spPr>
          <a:xfrm flipV="1">
            <a:off x="4071013" y="2742763"/>
            <a:ext cx="98385" cy="841017"/>
          </a:xfrm>
          <a:prstGeom prst="rect">
            <a:avLst/>
          </a:prstGeom>
          <a:solidFill>
            <a:srgbClr val="FFFF0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>
              <a:solidFill>
                <a:schemeClr val="tx1"/>
              </a:solidFill>
            </a:endParaRPr>
          </a:p>
        </p:txBody>
      </p:sp>
      <p:sp>
        <p:nvSpPr>
          <p:cNvPr id="35" name="TextBox 13">
            <a:extLst>
              <a:ext uri="{FF2B5EF4-FFF2-40B4-BE49-F238E27FC236}">
                <a16:creationId xmlns:a16="http://schemas.microsoft.com/office/drawing/2014/main" id="{01E56FAF-9E58-011E-BCCE-32CADBDB4153}"/>
              </a:ext>
            </a:extLst>
          </p:cNvPr>
          <p:cNvSpPr txBox="1"/>
          <p:nvPr/>
        </p:nvSpPr>
        <p:spPr>
          <a:xfrm>
            <a:off x="142074" y="1128948"/>
            <a:ext cx="1489510" cy="461665"/>
          </a:xfrm>
          <a:prstGeom prst="rect">
            <a:avLst/>
          </a:prstGeom>
          <a:solidFill>
            <a:schemeClr val="accent6">
              <a:lumMod val="20000"/>
              <a:lumOff val="80000"/>
            </a:schemeClr>
          </a:solidFill>
        </p:spPr>
        <p:txBody>
          <a:bodyPr wrap="none" rtlCol="0">
            <a:spAutoFit/>
          </a:bodyPr>
          <a:lstStyle>
            <a:defPPr>
              <a:defRPr lang="ko-KR"/>
            </a:defPPr>
            <a:lvl1pPr marL="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ko-KR" altLang="en-US" sz="800" b="1"/>
              <a:t>욕실 </a:t>
            </a:r>
            <a:r>
              <a:rPr lang="ko-KR" altLang="en-US" sz="800" b="1" err="1"/>
              <a:t>휴젠트여부에</a:t>
            </a:r>
            <a:r>
              <a:rPr lang="ko-KR" altLang="en-US" sz="800" b="1"/>
              <a:t> 대하여</a:t>
            </a:r>
            <a:endParaRPr lang="en-US" altLang="ko-KR" sz="800" b="1"/>
          </a:p>
          <a:p>
            <a:r>
              <a:rPr lang="ko-KR" altLang="en-US" sz="800" b="1"/>
              <a:t>기사분이 현장에서 파악하여</a:t>
            </a:r>
            <a:endParaRPr lang="en-US" altLang="ko-KR" sz="800" b="1"/>
          </a:p>
          <a:p>
            <a:r>
              <a:rPr lang="ko-KR" altLang="en-US" sz="800" b="1"/>
              <a:t>센서위치를 적용해드립니다</a:t>
            </a:r>
            <a:r>
              <a:rPr lang="en-US" altLang="ko-KR" sz="800" b="1"/>
              <a:t>.</a:t>
            </a:r>
            <a:endParaRPr lang="ko-KR" altLang="en-US" sz="800" b="1"/>
          </a:p>
        </p:txBody>
      </p:sp>
      <p:grpSp>
        <p:nvGrpSpPr>
          <p:cNvPr id="36" name="그룹 35">
            <a:extLst>
              <a:ext uri="{FF2B5EF4-FFF2-40B4-BE49-F238E27FC236}">
                <a16:creationId xmlns:a16="http://schemas.microsoft.com/office/drawing/2014/main" id="{436A5286-BC62-CAEC-6ED7-7D7866AC5712}"/>
              </a:ext>
            </a:extLst>
          </p:cNvPr>
          <p:cNvGrpSpPr/>
          <p:nvPr/>
        </p:nvGrpSpPr>
        <p:grpSpPr>
          <a:xfrm>
            <a:off x="166864" y="137559"/>
            <a:ext cx="2166761" cy="738664"/>
            <a:chOff x="209306" y="114311"/>
            <a:chExt cx="2166761" cy="742666"/>
          </a:xfrm>
        </p:grpSpPr>
        <p:sp>
          <p:nvSpPr>
            <p:cNvPr id="37" name="타원 36">
              <a:extLst>
                <a:ext uri="{FF2B5EF4-FFF2-40B4-BE49-F238E27FC236}">
                  <a16:creationId xmlns:a16="http://schemas.microsoft.com/office/drawing/2014/main" id="{B7170966-BBDE-8934-CCF0-2348D27E7CFE}"/>
                </a:ext>
              </a:extLst>
            </p:cNvPr>
            <p:cNvSpPr/>
            <p:nvPr/>
          </p:nvSpPr>
          <p:spPr>
            <a:xfrm>
              <a:off x="209307" y="168341"/>
              <a:ext cx="98385" cy="98385"/>
            </a:xfrm>
            <a:prstGeom prst="ellipse">
              <a:avLst/>
            </a:prstGeom>
            <a:solidFill>
              <a:srgbClr val="FF0000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ko-KR"/>
              </a:defPPr>
              <a:lvl1pPr marL="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ko-KR" altLang="en-US">
                <a:solidFill>
                  <a:schemeClr val="tx1"/>
                </a:solidFill>
              </a:endParaRPr>
            </a:p>
          </p:txBody>
        </p:sp>
        <p:sp>
          <p:nvSpPr>
            <p:cNvPr id="38" name="타원 37">
              <a:extLst>
                <a:ext uri="{FF2B5EF4-FFF2-40B4-BE49-F238E27FC236}">
                  <a16:creationId xmlns:a16="http://schemas.microsoft.com/office/drawing/2014/main" id="{04313E6B-FFC6-78F8-1E53-8297ED2C7C55}"/>
                </a:ext>
              </a:extLst>
            </p:cNvPr>
            <p:cNvSpPr/>
            <p:nvPr/>
          </p:nvSpPr>
          <p:spPr>
            <a:xfrm>
              <a:off x="209307" y="347436"/>
              <a:ext cx="98385" cy="98385"/>
            </a:xfrm>
            <a:prstGeom prst="ellipse">
              <a:avLst/>
            </a:prstGeom>
            <a:solidFill>
              <a:srgbClr val="FFFF00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ko-KR"/>
              </a:defPPr>
              <a:lvl1pPr marL="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ko-KR" altLang="en-US">
                <a:solidFill>
                  <a:schemeClr val="tx1"/>
                </a:solidFill>
              </a:endParaRPr>
            </a:p>
          </p:txBody>
        </p:sp>
        <p:sp>
          <p:nvSpPr>
            <p:cNvPr id="39" name="타원 38">
              <a:extLst>
                <a:ext uri="{FF2B5EF4-FFF2-40B4-BE49-F238E27FC236}">
                  <a16:creationId xmlns:a16="http://schemas.microsoft.com/office/drawing/2014/main" id="{A0AA775F-1597-F20A-FB4C-146589625C05}"/>
                </a:ext>
              </a:extLst>
            </p:cNvPr>
            <p:cNvSpPr/>
            <p:nvPr/>
          </p:nvSpPr>
          <p:spPr>
            <a:xfrm>
              <a:off x="209306" y="573831"/>
              <a:ext cx="98385" cy="98385"/>
            </a:xfrm>
            <a:prstGeom prst="ellipse">
              <a:avLst/>
            </a:prstGeom>
            <a:solidFill>
              <a:srgbClr val="FFC000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ko-KR"/>
              </a:defPPr>
              <a:lvl1pPr marL="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ko-KR" altLang="en-US">
                <a:solidFill>
                  <a:schemeClr val="tx1"/>
                </a:solidFill>
              </a:endParaRPr>
            </a:p>
          </p:txBody>
        </p:sp>
        <p:sp>
          <p:nvSpPr>
            <p:cNvPr id="40" name="TextBox 11">
              <a:extLst>
                <a:ext uri="{FF2B5EF4-FFF2-40B4-BE49-F238E27FC236}">
                  <a16:creationId xmlns:a16="http://schemas.microsoft.com/office/drawing/2014/main" id="{FD847F64-AE0D-14E2-20F2-A6002ED3253C}"/>
                </a:ext>
              </a:extLst>
            </p:cNvPr>
            <p:cNvSpPr txBox="1"/>
            <p:nvPr/>
          </p:nvSpPr>
          <p:spPr>
            <a:xfrm>
              <a:off x="318304" y="114311"/>
              <a:ext cx="2057763" cy="742666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>
              <a:defPPr>
                <a:defRPr lang="ko-KR"/>
              </a:defPPr>
              <a:lvl1pPr marL="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r>
                <a:rPr lang="ko-KR" altLang="en-US" sz="700"/>
                <a:t>간접조명 </a:t>
              </a:r>
              <a:r>
                <a:rPr lang="en-US" altLang="ko-KR" sz="700"/>
                <a:t>A SET</a:t>
              </a:r>
            </a:p>
            <a:p>
              <a:endParaRPr lang="en-US" altLang="ko-KR" sz="700"/>
            </a:p>
            <a:p>
              <a:r>
                <a:rPr lang="ko-KR" altLang="en-US" sz="700"/>
                <a:t>간접조명 센서 </a:t>
              </a:r>
              <a:r>
                <a:rPr lang="en-US" altLang="ko-KR" sz="700"/>
                <a:t>SET</a:t>
              </a:r>
            </a:p>
            <a:p>
              <a:endParaRPr lang="en-US" altLang="ko-KR" sz="700"/>
            </a:p>
            <a:p>
              <a:r>
                <a:rPr lang="ko-KR" altLang="en-US" sz="700"/>
                <a:t>우물천장간접조명 및 커튼박수 추가</a:t>
              </a:r>
              <a:r>
                <a:rPr lang="en-US" altLang="ko-KR" sz="700"/>
                <a:t>(</a:t>
              </a:r>
              <a:r>
                <a:rPr lang="ko-KR" altLang="en-US" sz="700"/>
                <a:t>별도 추가</a:t>
              </a:r>
              <a:r>
                <a:rPr lang="en-US" altLang="ko-KR" sz="700"/>
                <a:t>)</a:t>
              </a:r>
            </a:p>
            <a:p>
              <a:endParaRPr lang="en-US" altLang="ko-KR" sz="700"/>
            </a:p>
          </p:txBody>
        </p:sp>
      </p:grpSp>
      <p:sp>
        <p:nvSpPr>
          <p:cNvPr id="41" name="직사각형 40">
            <a:extLst>
              <a:ext uri="{FF2B5EF4-FFF2-40B4-BE49-F238E27FC236}">
                <a16:creationId xmlns:a16="http://schemas.microsoft.com/office/drawing/2014/main" id="{C5C9E77A-DEAE-9D47-483B-FF09F04B4174}"/>
              </a:ext>
            </a:extLst>
          </p:cNvPr>
          <p:cNvSpPr/>
          <p:nvPr/>
        </p:nvSpPr>
        <p:spPr>
          <a:xfrm rot="16200000" flipV="1">
            <a:off x="4482007" y="2613043"/>
            <a:ext cx="98385" cy="357825"/>
          </a:xfrm>
          <a:prstGeom prst="rect">
            <a:avLst/>
          </a:prstGeom>
          <a:solidFill>
            <a:srgbClr val="FFFF0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>
              <a:solidFill>
                <a:schemeClr val="tx1"/>
              </a:solidFill>
            </a:endParaRPr>
          </a:p>
        </p:txBody>
      </p:sp>
      <p:grpSp>
        <p:nvGrpSpPr>
          <p:cNvPr id="42" name="그룹 41">
            <a:extLst>
              <a:ext uri="{FF2B5EF4-FFF2-40B4-BE49-F238E27FC236}">
                <a16:creationId xmlns:a16="http://schemas.microsoft.com/office/drawing/2014/main" id="{E02A6787-40E9-73D6-29CA-1415CE53FCF2}"/>
              </a:ext>
            </a:extLst>
          </p:cNvPr>
          <p:cNvGrpSpPr/>
          <p:nvPr/>
        </p:nvGrpSpPr>
        <p:grpSpPr>
          <a:xfrm>
            <a:off x="8113958" y="4269085"/>
            <a:ext cx="100923" cy="1356633"/>
            <a:chOff x="4735802" y="4662002"/>
            <a:chExt cx="100923" cy="1356633"/>
          </a:xfrm>
        </p:grpSpPr>
        <p:sp>
          <p:nvSpPr>
            <p:cNvPr id="43" name="타원 42">
              <a:extLst>
                <a:ext uri="{FF2B5EF4-FFF2-40B4-BE49-F238E27FC236}">
                  <a16:creationId xmlns:a16="http://schemas.microsoft.com/office/drawing/2014/main" id="{7CBC3C25-0C5D-5C08-A26A-83FCC19EA7F6}"/>
                </a:ext>
              </a:extLst>
            </p:cNvPr>
            <p:cNvSpPr/>
            <p:nvPr/>
          </p:nvSpPr>
          <p:spPr>
            <a:xfrm>
              <a:off x="4737834" y="4662002"/>
              <a:ext cx="98385" cy="98385"/>
            </a:xfrm>
            <a:prstGeom prst="ellipse">
              <a:avLst/>
            </a:prstGeom>
            <a:solidFill>
              <a:srgbClr val="FF0000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>
                <a:solidFill>
                  <a:schemeClr val="tx1"/>
                </a:solidFill>
              </a:endParaRPr>
            </a:p>
          </p:txBody>
        </p:sp>
        <p:sp>
          <p:nvSpPr>
            <p:cNvPr id="44" name="타원 43">
              <a:extLst>
                <a:ext uri="{FF2B5EF4-FFF2-40B4-BE49-F238E27FC236}">
                  <a16:creationId xmlns:a16="http://schemas.microsoft.com/office/drawing/2014/main" id="{1B9BE5FA-9268-B7BD-94A8-C9D0DC1508E1}"/>
                </a:ext>
              </a:extLst>
            </p:cNvPr>
            <p:cNvSpPr/>
            <p:nvPr/>
          </p:nvSpPr>
          <p:spPr>
            <a:xfrm>
              <a:off x="4735802" y="5291218"/>
              <a:ext cx="98385" cy="98385"/>
            </a:xfrm>
            <a:prstGeom prst="ellipse">
              <a:avLst/>
            </a:prstGeom>
            <a:solidFill>
              <a:srgbClr val="FF0000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>
                <a:solidFill>
                  <a:schemeClr val="tx1"/>
                </a:solidFill>
              </a:endParaRPr>
            </a:p>
          </p:txBody>
        </p:sp>
        <p:sp>
          <p:nvSpPr>
            <p:cNvPr id="45" name="타원 44">
              <a:extLst>
                <a:ext uri="{FF2B5EF4-FFF2-40B4-BE49-F238E27FC236}">
                  <a16:creationId xmlns:a16="http://schemas.microsoft.com/office/drawing/2014/main" id="{AE026DCB-7C35-B52D-F9A0-1B382B9E53F9}"/>
                </a:ext>
              </a:extLst>
            </p:cNvPr>
            <p:cNvSpPr/>
            <p:nvPr/>
          </p:nvSpPr>
          <p:spPr>
            <a:xfrm>
              <a:off x="4738340" y="5920250"/>
              <a:ext cx="98385" cy="98385"/>
            </a:xfrm>
            <a:prstGeom prst="ellipse">
              <a:avLst/>
            </a:prstGeom>
            <a:solidFill>
              <a:srgbClr val="FF0000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>
                <a:solidFill>
                  <a:schemeClr val="tx1"/>
                </a:solidFill>
              </a:endParaRPr>
            </a:p>
          </p:txBody>
        </p:sp>
      </p:grpSp>
      <p:grpSp>
        <p:nvGrpSpPr>
          <p:cNvPr id="46" name="그룹 45">
            <a:extLst>
              <a:ext uri="{FF2B5EF4-FFF2-40B4-BE49-F238E27FC236}">
                <a16:creationId xmlns:a16="http://schemas.microsoft.com/office/drawing/2014/main" id="{C8CEB438-4484-39D2-A8B5-18C31E5668A3}"/>
              </a:ext>
            </a:extLst>
          </p:cNvPr>
          <p:cNvGrpSpPr/>
          <p:nvPr/>
        </p:nvGrpSpPr>
        <p:grpSpPr>
          <a:xfrm>
            <a:off x="6249038" y="4280974"/>
            <a:ext cx="100923" cy="1356633"/>
            <a:chOff x="4735802" y="4662002"/>
            <a:chExt cx="100923" cy="1356633"/>
          </a:xfrm>
        </p:grpSpPr>
        <p:sp>
          <p:nvSpPr>
            <p:cNvPr id="47" name="타원 46">
              <a:extLst>
                <a:ext uri="{FF2B5EF4-FFF2-40B4-BE49-F238E27FC236}">
                  <a16:creationId xmlns:a16="http://schemas.microsoft.com/office/drawing/2014/main" id="{82CDCB67-D36A-A56A-08E0-E548144F2E70}"/>
                </a:ext>
              </a:extLst>
            </p:cNvPr>
            <p:cNvSpPr/>
            <p:nvPr/>
          </p:nvSpPr>
          <p:spPr>
            <a:xfrm>
              <a:off x="4737834" y="4662002"/>
              <a:ext cx="98385" cy="98385"/>
            </a:xfrm>
            <a:prstGeom prst="ellipse">
              <a:avLst/>
            </a:prstGeom>
            <a:solidFill>
              <a:srgbClr val="FF0000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>
                <a:solidFill>
                  <a:schemeClr val="tx1"/>
                </a:solidFill>
              </a:endParaRPr>
            </a:p>
          </p:txBody>
        </p:sp>
        <p:sp>
          <p:nvSpPr>
            <p:cNvPr id="48" name="타원 47">
              <a:extLst>
                <a:ext uri="{FF2B5EF4-FFF2-40B4-BE49-F238E27FC236}">
                  <a16:creationId xmlns:a16="http://schemas.microsoft.com/office/drawing/2014/main" id="{16E86D38-E3E4-A047-F3BA-E674CB064555}"/>
                </a:ext>
              </a:extLst>
            </p:cNvPr>
            <p:cNvSpPr/>
            <p:nvPr/>
          </p:nvSpPr>
          <p:spPr>
            <a:xfrm>
              <a:off x="4735802" y="5291218"/>
              <a:ext cx="98385" cy="98385"/>
            </a:xfrm>
            <a:prstGeom prst="ellipse">
              <a:avLst/>
            </a:prstGeom>
            <a:solidFill>
              <a:srgbClr val="FF0000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>
                <a:solidFill>
                  <a:schemeClr val="tx1"/>
                </a:solidFill>
              </a:endParaRPr>
            </a:p>
          </p:txBody>
        </p:sp>
        <p:sp>
          <p:nvSpPr>
            <p:cNvPr id="49" name="타원 48">
              <a:extLst>
                <a:ext uri="{FF2B5EF4-FFF2-40B4-BE49-F238E27FC236}">
                  <a16:creationId xmlns:a16="http://schemas.microsoft.com/office/drawing/2014/main" id="{0EE423F2-3821-7EBF-71A1-52E4C20007B2}"/>
                </a:ext>
              </a:extLst>
            </p:cNvPr>
            <p:cNvSpPr/>
            <p:nvPr/>
          </p:nvSpPr>
          <p:spPr>
            <a:xfrm>
              <a:off x="4738340" y="5920250"/>
              <a:ext cx="98385" cy="98385"/>
            </a:xfrm>
            <a:prstGeom prst="ellipse">
              <a:avLst/>
            </a:prstGeom>
            <a:solidFill>
              <a:srgbClr val="FF0000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>
                <a:solidFill>
                  <a:schemeClr val="tx1"/>
                </a:solidFill>
              </a:endParaRPr>
            </a:p>
          </p:txBody>
        </p:sp>
      </p:grpSp>
      <p:sp>
        <p:nvSpPr>
          <p:cNvPr id="52" name="직사각형 51">
            <a:extLst>
              <a:ext uri="{FF2B5EF4-FFF2-40B4-BE49-F238E27FC236}">
                <a16:creationId xmlns:a16="http://schemas.microsoft.com/office/drawing/2014/main" id="{5B9C963E-23F6-E6EB-7A6C-15FCDE151D73}"/>
              </a:ext>
            </a:extLst>
          </p:cNvPr>
          <p:cNvSpPr/>
          <p:nvPr/>
        </p:nvSpPr>
        <p:spPr>
          <a:xfrm rot="16200000" flipV="1">
            <a:off x="8576169" y="3332180"/>
            <a:ext cx="98385" cy="357825"/>
          </a:xfrm>
          <a:prstGeom prst="rect">
            <a:avLst/>
          </a:prstGeom>
          <a:solidFill>
            <a:srgbClr val="FFFF0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>
              <a:solidFill>
                <a:schemeClr val="tx1"/>
              </a:solidFill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30CFC47C-E2A0-F42D-3B3C-3E73C6CC6B32}"/>
              </a:ext>
            </a:extLst>
          </p:cNvPr>
          <p:cNvSpPr txBox="1"/>
          <p:nvPr/>
        </p:nvSpPr>
        <p:spPr>
          <a:xfrm>
            <a:off x="4310185" y="6380495"/>
            <a:ext cx="1988045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sz="1400" b="1" err="1">
                <a:highlight>
                  <a:srgbClr val="FFFF00"/>
                </a:highlight>
              </a:rPr>
              <a:t>가벽</a:t>
            </a:r>
            <a:r>
              <a:rPr lang="ko-KR" altLang="en-US" sz="1400" b="1">
                <a:highlight>
                  <a:srgbClr val="FFFF00"/>
                </a:highlight>
              </a:rPr>
              <a:t> 있나 확인 필요함</a:t>
            </a:r>
          </a:p>
        </p:txBody>
      </p:sp>
      <p:sp>
        <p:nvSpPr>
          <p:cNvPr id="50" name="화살표: 위쪽 49">
            <a:extLst>
              <a:ext uri="{FF2B5EF4-FFF2-40B4-BE49-F238E27FC236}">
                <a16:creationId xmlns:a16="http://schemas.microsoft.com/office/drawing/2014/main" id="{04A0CA28-B50C-C058-DE90-018E2C559FBF}"/>
              </a:ext>
            </a:extLst>
          </p:cNvPr>
          <p:cNvSpPr/>
          <p:nvPr/>
        </p:nvSpPr>
        <p:spPr>
          <a:xfrm>
            <a:off x="5914244" y="5838825"/>
            <a:ext cx="170097" cy="505219"/>
          </a:xfrm>
          <a:prstGeom prst="up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grpSp>
        <p:nvGrpSpPr>
          <p:cNvPr id="59" name="그룹 58">
            <a:extLst>
              <a:ext uri="{FF2B5EF4-FFF2-40B4-BE49-F238E27FC236}">
                <a16:creationId xmlns:a16="http://schemas.microsoft.com/office/drawing/2014/main" id="{E978C7E4-C0F7-A3A0-894B-BE53E86FB9DF}"/>
              </a:ext>
            </a:extLst>
          </p:cNvPr>
          <p:cNvGrpSpPr/>
          <p:nvPr/>
        </p:nvGrpSpPr>
        <p:grpSpPr>
          <a:xfrm>
            <a:off x="4775086" y="3670295"/>
            <a:ext cx="764953" cy="273636"/>
            <a:chOff x="2052531" y="808997"/>
            <a:chExt cx="764953" cy="273636"/>
          </a:xfrm>
        </p:grpSpPr>
        <p:sp>
          <p:nvSpPr>
            <p:cNvPr id="60" name="TextBox 59">
              <a:extLst>
                <a:ext uri="{FF2B5EF4-FFF2-40B4-BE49-F238E27FC236}">
                  <a16:creationId xmlns:a16="http://schemas.microsoft.com/office/drawing/2014/main" id="{DE73F2F0-B155-516E-5794-4034DA504D45}"/>
                </a:ext>
              </a:extLst>
            </p:cNvPr>
            <p:cNvSpPr txBox="1"/>
            <p:nvPr/>
          </p:nvSpPr>
          <p:spPr>
            <a:xfrm>
              <a:off x="2052531" y="897967"/>
              <a:ext cx="764953" cy="184666"/>
            </a:xfrm>
            <a:prstGeom prst="rect">
              <a:avLst/>
            </a:prstGeom>
            <a:solidFill>
              <a:schemeClr val="bg1">
                <a:lumMod val="95000"/>
              </a:schemeClr>
            </a:solidFill>
          </p:spPr>
          <p:txBody>
            <a:bodyPr wrap="none" rtlCol="0">
              <a:spAutoFit/>
            </a:bodyPr>
            <a:lstStyle/>
            <a:p>
              <a:r>
                <a:rPr lang="ko-KR" altLang="en-US" sz="600" b="1"/>
                <a:t>서비스 조명 </a:t>
              </a:r>
              <a:r>
                <a:rPr lang="en-US" altLang="ko-KR" sz="600" b="1"/>
                <a:t>2EA</a:t>
              </a:r>
              <a:endParaRPr lang="ko-KR" altLang="en-US" sz="600" b="1"/>
            </a:p>
          </p:txBody>
        </p:sp>
        <p:grpSp>
          <p:nvGrpSpPr>
            <p:cNvPr id="61" name="그룹 60">
              <a:extLst>
                <a:ext uri="{FF2B5EF4-FFF2-40B4-BE49-F238E27FC236}">
                  <a16:creationId xmlns:a16="http://schemas.microsoft.com/office/drawing/2014/main" id="{F1A3D6AD-B385-CB11-F51A-BC1CC4B7E4DA}"/>
                </a:ext>
              </a:extLst>
            </p:cNvPr>
            <p:cNvGrpSpPr/>
            <p:nvPr/>
          </p:nvGrpSpPr>
          <p:grpSpPr>
            <a:xfrm rot="5400000">
              <a:off x="2382760" y="491467"/>
              <a:ext cx="98800" cy="733859"/>
              <a:chOff x="4737848" y="4877902"/>
              <a:chExt cx="98800" cy="733859"/>
            </a:xfrm>
            <a:solidFill>
              <a:srgbClr val="FF00FF"/>
            </a:solidFill>
          </p:grpSpPr>
          <p:sp>
            <p:nvSpPr>
              <p:cNvPr id="62" name="타원 61">
                <a:extLst>
                  <a:ext uri="{FF2B5EF4-FFF2-40B4-BE49-F238E27FC236}">
                    <a16:creationId xmlns:a16="http://schemas.microsoft.com/office/drawing/2014/main" id="{FB0B1004-49D0-3E1E-822A-E7E0BC4EA800}"/>
                  </a:ext>
                </a:extLst>
              </p:cNvPr>
              <p:cNvSpPr/>
              <p:nvPr/>
            </p:nvSpPr>
            <p:spPr>
              <a:xfrm>
                <a:off x="4737848" y="4877902"/>
                <a:ext cx="98385" cy="98385"/>
              </a:xfrm>
              <a:prstGeom prst="ellipse">
                <a:avLst/>
              </a:prstGeom>
              <a:grpFill/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>
                  <a:solidFill>
                    <a:schemeClr val="tx1"/>
                  </a:solidFill>
                </a:endParaRPr>
              </a:p>
            </p:txBody>
          </p:sp>
          <p:sp>
            <p:nvSpPr>
              <p:cNvPr id="63" name="타원 62">
                <a:extLst>
                  <a:ext uri="{FF2B5EF4-FFF2-40B4-BE49-F238E27FC236}">
                    <a16:creationId xmlns:a16="http://schemas.microsoft.com/office/drawing/2014/main" id="{7FF901FB-CE3B-19EF-F981-0AE09E7DE001}"/>
                  </a:ext>
                </a:extLst>
              </p:cNvPr>
              <p:cNvSpPr/>
              <p:nvPr/>
            </p:nvSpPr>
            <p:spPr>
              <a:xfrm>
                <a:off x="4738263" y="5513376"/>
                <a:ext cx="98385" cy="98385"/>
              </a:xfrm>
              <a:prstGeom prst="ellipse">
                <a:avLst/>
              </a:prstGeom>
              <a:grpFill/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>
                  <a:solidFill>
                    <a:schemeClr val="tx1"/>
                  </a:solidFill>
                </a:endParaRPr>
              </a:p>
            </p:txBody>
          </p:sp>
        </p:grpSp>
      </p:grpSp>
      <p:sp>
        <p:nvSpPr>
          <p:cNvPr id="68" name="TextBox 67">
            <a:extLst>
              <a:ext uri="{FF2B5EF4-FFF2-40B4-BE49-F238E27FC236}">
                <a16:creationId xmlns:a16="http://schemas.microsoft.com/office/drawing/2014/main" id="{5DC85246-C64A-3622-2D06-19902AC93EE2}"/>
              </a:ext>
            </a:extLst>
          </p:cNvPr>
          <p:cNvSpPr txBox="1"/>
          <p:nvPr/>
        </p:nvSpPr>
        <p:spPr>
          <a:xfrm>
            <a:off x="6337020" y="6288162"/>
            <a:ext cx="2229372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1000" b="1" err="1">
                <a:highlight>
                  <a:srgbClr val="FFFF00"/>
                </a:highlight>
              </a:rPr>
              <a:t>실링팬</a:t>
            </a:r>
            <a:r>
              <a:rPr lang="ko-KR" altLang="en-US" sz="1000" b="1">
                <a:highlight>
                  <a:srgbClr val="FFFF00"/>
                </a:highlight>
              </a:rPr>
              <a:t> </a:t>
            </a:r>
            <a:r>
              <a:rPr lang="ko-KR" altLang="en-US" sz="1000" b="1" err="1">
                <a:highlight>
                  <a:srgbClr val="FFFF00"/>
                </a:highlight>
              </a:rPr>
              <a:t>루씨에어</a:t>
            </a:r>
            <a:r>
              <a:rPr lang="en-US" altLang="ko-KR" sz="1000" b="1">
                <a:highlight>
                  <a:srgbClr val="FFFF00"/>
                </a:highlight>
              </a:rPr>
              <a:t>-</a:t>
            </a:r>
            <a:r>
              <a:rPr lang="ko-KR" altLang="en-US" sz="1000" b="1" err="1">
                <a:highlight>
                  <a:srgbClr val="FFFF00"/>
                </a:highlight>
              </a:rPr>
              <a:t>코타라</a:t>
            </a:r>
            <a:endParaRPr lang="en-US" altLang="ko-KR" sz="1000" b="1">
              <a:highlight>
                <a:srgbClr val="FFFF00"/>
              </a:highlight>
            </a:endParaRPr>
          </a:p>
          <a:p>
            <a:r>
              <a:rPr lang="ko-KR" altLang="en-US" sz="1000" b="1">
                <a:highlight>
                  <a:srgbClr val="FFFF00"/>
                </a:highlight>
              </a:rPr>
              <a:t>설치</a:t>
            </a:r>
            <a:r>
              <a:rPr lang="en-US" altLang="ko-KR" sz="1000" b="1">
                <a:highlight>
                  <a:srgbClr val="FFFF00"/>
                </a:highlight>
              </a:rPr>
              <a:t>+</a:t>
            </a:r>
            <a:r>
              <a:rPr lang="ko-KR" altLang="en-US" sz="1000" b="1">
                <a:highlight>
                  <a:srgbClr val="FFFF00"/>
                </a:highlight>
              </a:rPr>
              <a:t>보강</a:t>
            </a:r>
            <a:endParaRPr lang="en-US" altLang="ko-KR" sz="1000" b="1">
              <a:highlight>
                <a:srgbClr val="FFFF00"/>
              </a:highlight>
            </a:endParaRPr>
          </a:p>
        </p:txBody>
      </p:sp>
      <p:sp>
        <p:nvSpPr>
          <p:cNvPr id="2" name="직사각형 1">
            <a:extLst>
              <a:ext uri="{FF2B5EF4-FFF2-40B4-BE49-F238E27FC236}">
                <a16:creationId xmlns:a16="http://schemas.microsoft.com/office/drawing/2014/main" id="{6997A3F8-A80A-EA81-505C-D4A5F14002B2}"/>
              </a:ext>
            </a:extLst>
          </p:cNvPr>
          <p:cNvSpPr/>
          <p:nvPr/>
        </p:nvSpPr>
        <p:spPr>
          <a:xfrm>
            <a:off x="5914244" y="4376925"/>
            <a:ext cx="191222" cy="1461900"/>
          </a:xfrm>
          <a:prstGeom prst="rect">
            <a:avLst/>
          </a:prstGeom>
          <a:solidFill>
            <a:schemeClr val="accent1">
              <a:lumMod val="40000"/>
              <a:lumOff val="6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050" b="1" err="1"/>
              <a:t>가벽</a:t>
            </a:r>
            <a:endParaRPr lang="ko-KR" altLang="en-US" sz="1050" b="1"/>
          </a:p>
        </p:txBody>
      </p:sp>
      <p:pic>
        <p:nvPicPr>
          <p:cNvPr id="86" name="그림 85" descr="텍스트, 스크린샷이(가) 표시된 사진&#10;&#10;AI 생성 콘텐츠는 정확하지 않을 수 있습니다.">
            <a:extLst>
              <a:ext uri="{FF2B5EF4-FFF2-40B4-BE49-F238E27FC236}">
                <a16:creationId xmlns:a16="http://schemas.microsoft.com/office/drawing/2014/main" id="{A4B4F294-69A4-31BD-E388-49A008E9BCF8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08864" y="2464777"/>
            <a:ext cx="1778731" cy="1466673"/>
          </a:xfrm>
          <a:prstGeom prst="rect">
            <a:avLst/>
          </a:prstGeom>
        </p:spPr>
      </p:pic>
      <p:pic>
        <p:nvPicPr>
          <p:cNvPr id="3" name="그림 2">
            <a:extLst>
              <a:ext uri="{FF2B5EF4-FFF2-40B4-BE49-F238E27FC236}">
                <a16:creationId xmlns:a16="http://schemas.microsoft.com/office/drawing/2014/main" id="{68CD93D1-BB4A-5939-BCB7-5235C39FED0F}"/>
              </a:ext>
            </a:extLst>
          </p:cNvPr>
          <p:cNvPicPr>
            <a:picLocks noChangeAspect="1"/>
          </p:cNvPicPr>
          <p:nvPr/>
        </p:nvPicPr>
        <p:blipFill>
          <a:blip r:embed="rId6"/>
          <a:srcRect t="2320" b="-1"/>
          <a:stretch>
            <a:fillRect/>
          </a:stretch>
        </p:blipFill>
        <p:spPr>
          <a:xfrm>
            <a:off x="10322869" y="5303520"/>
            <a:ext cx="2236971" cy="1554480"/>
          </a:xfrm>
          <a:prstGeom prst="rect">
            <a:avLst/>
          </a:prstGeom>
        </p:spPr>
      </p:pic>
      <p:grpSp>
        <p:nvGrpSpPr>
          <p:cNvPr id="8" name="그룹 7">
            <a:extLst>
              <a:ext uri="{FF2B5EF4-FFF2-40B4-BE49-F238E27FC236}">
                <a16:creationId xmlns:a16="http://schemas.microsoft.com/office/drawing/2014/main" id="{029D14C4-B4BD-B33D-8CBB-71BB7D9C600D}"/>
              </a:ext>
            </a:extLst>
          </p:cNvPr>
          <p:cNvGrpSpPr/>
          <p:nvPr/>
        </p:nvGrpSpPr>
        <p:grpSpPr>
          <a:xfrm>
            <a:off x="10423809" y="4051671"/>
            <a:ext cx="2153752" cy="1204197"/>
            <a:chOff x="149488" y="3169907"/>
            <a:chExt cx="2153752" cy="1204197"/>
          </a:xfrm>
        </p:grpSpPr>
        <p:pic>
          <p:nvPicPr>
            <p:cNvPr id="9" name="그림 8">
              <a:extLst>
                <a:ext uri="{FF2B5EF4-FFF2-40B4-BE49-F238E27FC236}">
                  <a16:creationId xmlns:a16="http://schemas.microsoft.com/office/drawing/2014/main" id="{091E195A-2902-5F7D-AC8D-0EDAA530B909}"/>
                </a:ext>
              </a:extLst>
            </p:cNvPr>
            <p:cNvPicPr>
              <a:picLocks noChangeAspect="1"/>
            </p:cNvPicPr>
            <p:nvPr/>
          </p:nvPicPr>
          <p:blipFill>
            <a:blip r:embed="rId7"/>
            <a:stretch>
              <a:fillRect/>
            </a:stretch>
          </p:blipFill>
          <p:spPr>
            <a:xfrm>
              <a:off x="149488" y="3169907"/>
              <a:ext cx="2153752" cy="1203311"/>
            </a:xfrm>
            <a:prstGeom prst="rect">
              <a:avLst/>
            </a:prstGeom>
          </p:spPr>
        </p:pic>
        <p:sp>
          <p:nvSpPr>
            <p:cNvPr id="12" name="TextBox 11">
              <a:extLst>
                <a:ext uri="{FF2B5EF4-FFF2-40B4-BE49-F238E27FC236}">
                  <a16:creationId xmlns:a16="http://schemas.microsoft.com/office/drawing/2014/main" id="{4A308A1B-4441-AEB2-2A42-4E81DB0F8866}"/>
                </a:ext>
              </a:extLst>
            </p:cNvPr>
            <p:cNvSpPr txBox="1">
              <a:spLocks/>
            </p:cNvSpPr>
            <p:nvPr/>
          </p:nvSpPr>
          <p:spPr>
            <a:xfrm>
              <a:off x="243433" y="4066327"/>
              <a:ext cx="723275" cy="307777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ko-KR" altLang="en-US" sz="1400" b="1" err="1"/>
                <a:t>코타라</a:t>
              </a:r>
              <a:endParaRPr lang="ko-KR" altLang="en-US" sz="1400" b="1"/>
            </a:p>
          </p:txBody>
        </p:sp>
      </p:grpSp>
      <p:sp>
        <p:nvSpPr>
          <p:cNvPr id="11" name="TextBox 10">
            <a:extLst>
              <a:ext uri="{FF2B5EF4-FFF2-40B4-BE49-F238E27FC236}">
                <a16:creationId xmlns:a16="http://schemas.microsoft.com/office/drawing/2014/main" id="{537256F5-2C79-EE88-B29C-6EAB54A3CE8B}"/>
              </a:ext>
            </a:extLst>
          </p:cNvPr>
          <p:cNvSpPr txBox="1"/>
          <p:nvPr/>
        </p:nvSpPr>
        <p:spPr>
          <a:xfrm>
            <a:off x="7058350" y="4134528"/>
            <a:ext cx="479618" cy="2462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1000" b="1">
                <a:solidFill>
                  <a:srgbClr val="FF0000"/>
                </a:solidFill>
              </a:rPr>
              <a:t>3100</a:t>
            </a:r>
            <a:endParaRPr lang="ko-KR" altLang="en-US" sz="1000" b="1">
              <a:solidFill>
                <a:srgbClr val="FF0000"/>
              </a:solidFill>
            </a:endParaRP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35D8520F-A2FF-C468-A214-DF09FBF1F4B7}"/>
              </a:ext>
            </a:extLst>
          </p:cNvPr>
          <p:cNvSpPr txBox="1"/>
          <p:nvPr/>
        </p:nvSpPr>
        <p:spPr>
          <a:xfrm>
            <a:off x="6292067" y="4627588"/>
            <a:ext cx="479618" cy="2462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1000" b="1">
                <a:solidFill>
                  <a:srgbClr val="FF0000"/>
                </a:solidFill>
              </a:rPr>
              <a:t>2500</a:t>
            </a:r>
            <a:endParaRPr lang="ko-KR" altLang="en-US" sz="1000" b="1">
              <a:solidFill>
                <a:srgbClr val="FF0000"/>
              </a:solidFill>
            </a:endParaRP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87006476-7B0C-9DE8-8F02-F6A840E3787C}"/>
              </a:ext>
            </a:extLst>
          </p:cNvPr>
          <p:cNvSpPr txBox="1"/>
          <p:nvPr/>
        </p:nvSpPr>
        <p:spPr>
          <a:xfrm>
            <a:off x="7110154" y="6076702"/>
            <a:ext cx="479618" cy="2462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1000" b="1">
                <a:solidFill>
                  <a:srgbClr val="FF0000"/>
                </a:solidFill>
              </a:rPr>
              <a:t>4500</a:t>
            </a:r>
            <a:endParaRPr lang="ko-KR" altLang="en-US" sz="1000" b="1">
              <a:solidFill>
                <a:srgbClr val="FF0000"/>
              </a:solidFill>
            </a:endParaRP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E1174CCF-1BDE-B2AF-D028-ECEFE924717C}"/>
              </a:ext>
            </a:extLst>
          </p:cNvPr>
          <p:cNvSpPr txBox="1"/>
          <p:nvPr/>
        </p:nvSpPr>
        <p:spPr>
          <a:xfrm>
            <a:off x="9341233" y="5739498"/>
            <a:ext cx="479618" cy="2462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1000" b="1">
                <a:solidFill>
                  <a:srgbClr val="FF0000"/>
                </a:solidFill>
              </a:rPr>
              <a:t>3500</a:t>
            </a:r>
            <a:endParaRPr lang="ko-KR" altLang="en-US" sz="1000" b="1">
              <a:solidFill>
                <a:srgbClr val="FF0000"/>
              </a:solidFill>
            </a:endParaRP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A3C60A20-F287-B8C7-5617-00A3649900DF}"/>
              </a:ext>
            </a:extLst>
          </p:cNvPr>
          <p:cNvSpPr txBox="1"/>
          <p:nvPr/>
        </p:nvSpPr>
        <p:spPr>
          <a:xfrm>
            <a:off x="3818393" y="6070705"/>
            <a:ext cx="479618" cy="2462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1000" b="1">
                <a:solidFill>
                  <a:srgbClr val="FF0000"/>
                </a:solidFill>
              </a:rPr>
              <a:t>2900</a:t>
            </a:r>
            <a:endParaRPr lang="ko-KR" altLang="en-US" sz="1000" b="1">
              <a:solidFill>
                <a:srgbClr val="FF0000"/>
              </a:solidFill>
            </a:endParaRP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F19BB18E-3F67-0731-DF39-3152A8AC884C}"/>
              </a:ext>
            </a:extLst>
          </p:cNvPr>
          <p:cNvSpPr txBox="1"/>
          <p:nvPr/>
        </p:nvSpPr>
        <p:spPr>
          <a:xfrm>
            <a:off x="2112619" y="6069702"/>
            <a:ext cx="479618" cy="2462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1000" b="1">
                <a:solidFill>
                  <a:srgbClr val="FF0000"/>
                </a:solidFill>
              </a:rPr>
              <a:t>2800</a:t>
            </a:r>
            <a:endParaRPr lang="ko-KR" altLang="en-US" sz="1000" b="1">
              <a:solidFill>
                <a:srgbClr val="FF0000"/>
              </a:solidFill>
            </a:endParaRPr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5F8989FA-00BA-E136-1806-83AC51750AD3}"/>
              </a:ext>
            </a:extLst>
          </p:cNvPr>
          <p:cNvSpPr txBox="1"/>
          <p:nvPr/>
        </p:nvSpPr>
        <p:spPr>
          <a:xfrm>
            <a:off x="10338926" y="4014128"/>
            <a:ext cx="405880" cy="2462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1000" b="1">
                <a:solidFill>
                  <a:srgbClr val="FF0000"/>
                </a:solidFill>
              </a:rPr>
              <a:t>900</a:t>
            </a:r>
            <a:endParaRPr lang="ko-KR" altLang="en-US" sz="1000" b="1">
              <a:solidFill>
                <a:srgbClr val="FF0000"/>
              </a:solidFill>
            </a:endParaRPr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593F065C-BE2E-7833-0881-47CAC7A2AA6A}"/>
              </a:ext>
            </a:extLst>
          </p:cNvPr>
          <p:cNvSpPr txBox="1"/>
          <p:nvPr/>
        </p:nvSpPr>
        <p:spPr>
          <a:xfrm>
            <a:off x="4328259" y="2810961"/>
            <a:ext cx="405880" cy="2462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1000" b="1">
                <a:solidFill>
                  <a:srgbClr val="FF0000"/>
                </a:solidFill>
              </a:rPr>
              <a:t>800</a:t>
            </a:r>
            <a:endParaRPr lang="ko-KR" altLang="en-US" sz="1000" b="1">
              <a:solidFill>
                <a:srgbClr val="FF0000"/>
              </a:solidFill>
            </a:endParaRPr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01E0878E-B681-7931-7860-BB5B1150FCF6}"/>
              </a:ext>
            </a:extLst>
          </p:cNvPr>
          <p:cNvSpPr txBox="1"/>
          <p:nvPr/>
        </p:nvSpPr>
        <p:spPr>
          <a:xfrm>
            <a:off x="3611505" y="3040160"/>
            <a:ext cx="479618" cy="2462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1000" b="1">
                <a:solidFill>
                  <a:srgbClr val="FF0000"/>
                </a:solidFill>
              </a:rPr>
              <a:t>1300</a:t>
            </a:r>
            <a:endParaRPr lang="ko-KR" altLang="en-US" sz="1000" b="1">
              <a:solidFill>
                <a:srgbClr val="FF0000"/>
              </a:solidFill>
            </a:endParaRPr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38ECE116-9C92-A47E-FA11-3601ADCEC8EA}"/>
              </a:ext>
            </a:extLst>
          </p:cNvPr>
          <p:cNvSpPr txBox="1"/>
          <p:nvPr/>
        </p:nvSpPr>
        <p:spPr>
          <a:xfrm>
            <a:off x="6424461" y="1044478"/>
            <a:ext cx="479618" cy="2462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1000" b="1">
                <a:solidFill>
                  <a:srgbClr val="FF0000"/>
                </a:solidFill>
              </a:rPr>
              <a:t>1100</a:t>
            </a:r>
            <a:endParaRPr lang="ko-KR" altLang="en-US" sz="1000" b="1">
              <a:solidFill>
                <a:srgbClr val="FF0000"/>
              </a:solidFill>
            </a:endParaRPr>
          </a:p>
        </p:txBody>
      </p:sp>
      <p:cxnSp>
        <p:nvCxnSpPr>
          <p:cNvPr id="27" name="직선 화살표 연결선 26">
            <a:extLst>
              <a:ext uri="{FF2B5EF4-FFF2-40B4-BE49-F238E27FC236}">
                <a16:creationId xmlns:a16="http://schemas.microsoft.com/office/drawing/2014/main" id="{C9513213-25AA-CD32-4AE8-95A648B7AF1A}"/>
              </a:ext>
            </a:extLst>
          </p:cNvPr>
          <p:cNvCxnSpPr>
            <a:cxnSpLocks/>
          </p:cNvCxnSpPr>
          <p:nvPr/>
        </p:nvCxnSpPr>
        <p:spPr>
          <a:xfrm>
            <a:off x="10233498" y="3607663"/>
            <a:ext cx="0" cy="653823"/>
          </a:xfrm>
          <a:prstGeom prst="straightConnector1">
            <a:avLst/>
          </a:prstGeom>
          <a:ln w="57150">
            <a:solidFill>
              <a:srgbClr val="00B050"/>
            </a:solidFill>
            <a:headEnd type="triangle"/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2" name="직선 화살표 연결선 31">
            <a:extLst>
              <a:ext uri="{FF2B5EF4-FFF2-40B4-BE49-F238E27FC236}">
                <a16:creationId xmlns:a16="http://schemas.microsoft.com/office/drawing/2014/main" id="{8ED3AD3D-4E0F-F130-D668-EFAF96AA1DC4}"/>
              </a:ext>
            </a:extLst>
          </p:cNvPr>
          <p:cNvCxnSpPr>
            <a:cxnSpLocks/>
          </p:cNvCxnSpPr>
          <p:nvPr/>
        </p:nvCxnSpPr>
        <p:spPr>
          <a:xfrm flipH="1">
            <a:off x="6219801" y="1491409"/>
            <a:ext cx="902431" cy="0"/>
          </a:xfrm>
          <a:prstGeom prst="straightConnector1">
            <a:avLst/>
          </a:prstGeom>
          <a:ln w="57150">
            <a:solidFill>
              <a:srgbClr val="00B050"/>
            </a:solidFill>
            <a:headEnd type="triangle"/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673910386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03CD3DC-C6A0-4099-6F5B-C56166C0B17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그림 4">
            <a:extLst>
              <a:ext uri="{FF2B5EF4-FFF2-40B4-BE49-F238E27FC236}">
                <a16:creationId xmlns:a16="http://schemas.microsoft.com/office/drawing/2014/main" id="{E0CDC872-26F0-65AD-E16E-F25C32A037CD}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/>
        </p:nvPicPr>
        <p:blipFill>
          <a:blip r:embed="rId3">
            <a:alphaModFix amt="70000"/>
            <a:extLst>
              <a:ext uri="{BEBA8EAE-BF5A-486C-A8C5-ECC9F3942E4B}">
                <a14:imgProps xmlns:a14="http://schemas.microsoft.com/office/drawing/2010/main">
                  <a14:imgLayer r:embed="rId4">
                    <a14:imgEffect>
                      <a14:saturation sat="0"/>
                    </a14:imgEffect>
                  </a14:imgLayer>
                </a14:imgProps>
              </a:ext>
            </a:extLst>
          </a:blip>
          <a:stretch>
            <a:fillRect/>
          </a:stretch>
        </p:blipFill>
        <p:spPr>
          <a:xfrm>
            <a:off x="1761061" y="946662"/>
            <a:ext cx="8995839" cy="5276338"/>
          </a:xfrm>
          <a:prstGeom prst="rect">
            <a:avLst/>
          </a:prstGeom>
        </p:spPr>
      </p:pic>
      <mc:AlternateContent xmlns:mc="http://schemas.openxmlformats.org/markup-compatibility/2006">
        <mc:Choice xmlns:a14="http://schemas.microsoft.com/office/drawing/2010/main" Requires="a14">
          <p:sp>
            <p:nvSpPr>
              <p:cNvPr id="6" name="TextBox 5">
                <a:extLst>
                  <a:ext uri="{FF2B5EF4-FFF2-40B4-BE49-F238E27FC236}">
                    <a16:creationId xmlns:a16="http://schemas.microsoft.com/office/drawing/2014/main" id="{17F1386B-1D74-41D8-D14E-969A28C7274A}"/>
                  </a:ext>
                </a:extLst>
              </p:cNvPr>
              <p:cNvSpPr txBox="1"/>
              <p:nvPr/>
            </p:nvSpPr>
            <p:spPr>
              <a:xfrm>
                <a:off x="10152689" y="1075737"/>
                <a:ext cx="1762781" cy="407099"/>
              </a:xfrm>
              <a:prstGeom prst="rect">
                <a:avLst/>
              </a:prstGeom>
              <a:noFill/>
            </p:spPr>
            <p:txBody>
              <a:bodyPr wrap="square">
                <a:spAutoFit/>
                <a:scene3d>
                  <a:camera prst="orthographicFront"/>
                  <a:lightRig rig="harsh" dir="t"/>
                </a:scene3d>
                <a:sp3d extrusionH="57150" prstMaterial="matte">
                  <a:bevelT w="63500" h="12700" prst="angle"/>
                  <a:contourClr>
                    <a:schemeClr val="bg1">
                      <a:lumMod val="65000"/>
                    </a:schemeClr>
                  </a:contourClr>
                </a:sp3d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right"/>
                    </m:oMathParaPr>
                    <m:oMath xmlns:m="http://schemas.openxmlformats.org/officeDocument/2006/math">
                      <m:sSup>
                        <m:sSupPr>
                          <m:ctrlPr>
                            <a:rPr lang="en-US" altLang="ko-KR" sz="2000" b="1" i="1" u="none" strike="noStrike" smtClean="0">
                              <a:ln/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altLang="ko-KR" sz="2000" b="1" i="1" u="none" strike="noStrike" smtClean="0">
                              <a:ln/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𝟖𝟒</m:t>
                          </m:r>
                          <m:r>
                            <a:rPr lang="en-US" altLang="ko-KR" sz="2000" b="1" i="1" u="none" strike="noStrike" smtClean="0">
                              <a:ln/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𝑨𝒎</m:t>
                          </m:r>
                        </m:e>
                        <m:sup>
                          <m:r>
                            <a:rPr lang="en-US" altLang="ko-KR" sz="2000" b="1" i="1" u="none" strike="noStrike" smtClean="0">
                              <a:ln/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𝟐</m:t>
                          </m:r>
                        </m:sup>
                      </m:sSup>
                    </m:oMath>
                  </m:oMathPara>
                </a14:m>
                <a:endParaRPr lang="ko-KR" altLang="en-US" sz="2000" b="1">
                  <a:ln/>
                  <a:solidFill>
                    <a:schemeClr val="tx1"/>
                  </a:solidFill>
                </a:endParaRPr>
              </a:p>
            </p:txBody>
          </p:sp>
        </mc:Choice>
        <mc:Fallback>
          <p:sp>
            <p:nvSpPr>
              <p:cNvPr id="6" name="TextBox 5">
                <a:extLst>
                  <a:ext uri="{FF2B5EF4-FFF2-40B4-BE49-F238E27FC236}">
                    <a16:creationId xmlns:a16="http://schemas.microsoft.com/office/drawing/2014/main" id="{17F1386B-1D74-41D8-D14E-969A28C7274A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0152689" y="1075737"/>
                <a:ext cx="1762781" cy="407099"/>
              </a:xfrm>
              <a:prstGeom prst="rect">
                <a:avLst/>
              </a:prstGeom>
              <a:blipFill>
                <a:blip r:embed="rId5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7" name="TextBox 6">
            <a:extLst>
              <a:ext uri="{FF2B5EF4-FFF2-40B4-BE49-F238E27FC236}">
                <a16:creationId xmlns:a16="http://schemas.microsoft.com/office/drawing/2014/main" id="{80049561-027F-688E-788F-6AB62FA7EFB7}"/>
              </a:ext>
            </a:extLst>
          </p:cNvPr>
          <p:cNvSpPr txBox="1"/>
          <p:nvPr/>
        </p:nvSpPr>
        <p:spPr>
          <a:xfrm>
            <a:off x="1870318" y="353253"/>
            <a:ext cx="8452551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 sz="2000" b="1"/>
              <a:t>84A</a:t>
            </a:r>
            <a:r>
              <a:rPr lang="ko-KR" altLang="en-US" sz="2000" b="1"/>
              <a:t>타입 간접</a:t>
            </a:r>
            <a:r>
              <a:rPr lang="en-US" altLang="ko-KR" sz="2000" b="1"/>
              <a:t>A /</a:t>
            </a:r>
            <a:r>
              <a:rPr lang="ko-KR" altLang="en-US" sz="2000" b="1"/>
              <a:t>간접</a:t>
            </a:r>
            <a:r>
              <a:rPr lang="en-US" altLang="ko-KR" sz="2000" b="1"/>
              <a:t> </a:t>
            </a:r>
            <a:r>
              <a:rPr lang="ko-KR" altLang="en-US" sz="2000" b="1"/>
              <a:t>센서 </a:t>
            </a:r>
            <a:r>
              <a:rPr lang="en-US" altLang="ko-KR" sz="2000" b="1"/>
              <a:t>SET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18AF70EA-968F-8C35-8273-19B9AE416C44}"/>
              </a:ext>
            </a:extLst>
          </p:cNvPr>
          <p:cNvSpPr txBox="1"/>
          <p:nvPr/>
        </p:nvSpPr>
        <p:spPr>
          <a:xfrm>
            <a:off x="112365" y="770606"/>
            <a:ext cx="3264447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800">
                <a:solidFill>
                  <a:srgbClr val="FF0000"/>
                </a:solidFill>
              </a:rPr>
              <a:t>**</a:t>
            </a:r>
            <a:r>
              <a:rPr lang="ko-KR" altLang="en-US" sz="800">
                <a:solidFill>
                  <a:srgbClr val="FF0000"/>
                </a:solidFill>
              </a:rPr>
              <a:t>스위치 연결을 위해 별도의 </a:t>
            </a:r>
            <a:r>
              <a:rPr lang="ko-KR" altLang="en-US" sz="800" err="1">
                <a:solidFill>
                  <a:srgbClr val="FF0000"/>
                </a:solidFill>
              </a:rPr>
              <a:t>타공이</a:t>
            </a:r>
            <a:r>
              <a:rPr lang="ko-KR" altLang="en-US" sz="800">
                <a:solidFill>
                  <a:srgbClr val="FF0000"/>
                </a:solidFill>
              </a:rPr>
              <a:t> 필요할 수 </a:t>
            </a:r>
            <a:endParaRPr lang="en-US" altLang="ko-KR" sz="800">
              <a:solidFill>
                <a:srgbClr val="FF0000"/>
              </a:solidFill>
            </a:endParaRPr>
          </a:p>
          <a:p>
            <a:r>
              <a:rPr lang="ko-KR" altLang="en-US" sz="800">
                <a:solidFill>
                  <a:srgbClr val="FF0000"/>
                </a:solidFill>
              </a:rPr>
              <a:t>있으며</a:t>
            </a:r>
            <a:r>
              <a:rPr lang="en-US" altLang="ko-KR" sz="800">
                <a:solidFill>
                  <a:srgbClr val="FF0000"/>
                </a:solidFill>
              </a:rPr>
              <a:t> </a:t>
            </a:r>
            <a:r>
              <a:rPr lang="ko-KR" altLang="en-US" sz="800">
                <a:solidFill>
                  <a:srgbClr val="FF0000"/>
                </a:solidFill>
              </a:rPr>
              <a:t>공스피커로 마감 될 수도 있음</a:t>
            </a:r>
            <a:endParaRPr lang="en-US" altLang="ko-KR" sz="800">
              <a:solidFill>
                <a:srgbClr val="FF0000"/>
              </a:solidFill>
            </a:endParaRPr>
          </a:p>
        </p:txBody>
      </p:sp>
      <p:sp>
        <p:nvSpPr>
          <p:cNvPr id="35" name="TextBox 13">
            <a:extLst>
              <a:ext uri="{FF2B5EF4-FFF2-40B4-BE49-F238E27FC236}">
                <a16:creationId xmlns:a16="http://schemas.microsoft.com/office/drawing/2014/main" id="{D517A311-5FE0-84F9-F42E-A1F2059E6399}"/>
              </a:ext>
            </a:extLst>
          </p:cNvPr>
          <p:cNvSpPr txBox="1"/>
          <p:nvPr/>
        </p:nvSpPr>
        <p:spPr>
          <a:xfrm>
            <a:off x="142074" y="1128948"/>
            <a:ext cx="1489510" cy="461665"/>
          </a:xfrm>
          <a:prstGeom prst="rect">
            <a:avLst/>
          </a:prstGeom>
          <a:solidFill>
            <a:schemeClr val="accent6">
              <a:lumMod val="20000"/>
              <a:lumOff val="80000"/>
            </a:schemeClr>
          </a:solidFill>
        </p:spPr>
        <p:txBody>
          <a:bodyPr wrap="none" rtlCol="0">
            <a:spAutoFit/>
          </a:bodyPr>
          <a:lstStyle>
            <a:defPPr>
              <a:defRPr lang="ko-KR"/>
            </a:defPPr>
            <a:lvl1pPr marL="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ko-KR" altLang="en-US" sz="800" b="1"/>
              <a:t>욕실 </a:t>
            </a:r>
            <a:r>
              <a:rPr lang="ko-KR" altLang="en-US" sz="800" b="1" err="1"/>
              <a:t>휴젠트여부에</a:t>
            </a:r>
            <a:r>
              <a:rPr lang="ko-KR" altLang="en-US" sz="800" b="1"/>
              <a:t> 대하여</a:t>
            </a:r>
            <a:endParaRPr lang="en-US" altLang="ko-KR" sz="800" b="1"/>
          </a:p>
          <a:p>
            <a:r>
              <a:rPr lang="ko-KR" altLang="en-US" sz="800" b="1"/>
              <a:t>기사분이 현장에서 파악하여</a:t>
            </a:r>
            <a:endParaRPr lang="en-US" altLang="ko-KR" sz="800" b="1"/>
          </a:p>
          <a:p>
            <a:r>
              <a:rPr lang="ko-KR" altLang="en-US" sz="800" b="1"/>
              <a:t>센서위치를 적용해드립니다</a:t>
            </a:r>
            <a:r>
              <a:rPr lang="en-US" altLang="ko-KR" sz="800" b="1"/>
              <a:t>.</a:t>
            </a:r>
            <a:endParaRPr lang="ko-KR" altLang="en-US" sz="800" b="1"/>
          </a:p>
        </p:txBody>
      </p:sp>
      <p:grpSp>
        <p:nvGrpSpPr>
          <p:cNvPr id="36" name="그룹 35">
            <a:extLst>
              <a:ext uri="{FF2B5EF4-FFF2-40B4-BE49-F238E27FC236}">
                <a16:creationId xmlns:a16="http://schemas.microsoft.com/office/drawing/2014/main" id="{8C04318F-55F1-9E08-F22C-BDB96889502F}"/>
              </a:ext>
            </a:extLst>
          </p:cNvPr>
          <p:cNvGrpSpPr/>
          <p:nvPr/>
        </p:nvGrpSpPr>
        <p:grpSpPr>
          <a:xfrm>
            <a:off x="166864" y="137559"/>
            <a:ext cx="2166761" cy="738664"/>
            <a:chOff x="209306" y="114311"/>
            <a:chExt cx="2166761" cy="742666"/>
          </a:xfrm>
        </p:grpSpPr>
        <p:sp>
          <p:nvSpPr>
            <p:cNvPr id="37" name="타원 36">
              <a:extLst>
                <a:ext uri="{FF2B5EF4-FFF2-40B4-BE49-F238E27FC236}">
                  <a16:creationId xmlns:a16="http://schemas.microsoft.com/office/drawing/2014/main" id="{0EACBF6A-F27A-F743-8319-167755958410}"/>
                </a:ext>
              </a:extLst>
            </p:cNvPr>
            <p:cNvSpPr/>
            <p:nvPr/>
          </p:nvSpPr>
          <p:spPr>
            <a:xfrm>
              <a:off x="209307" y="168341"/>
              <a:ext cx="98385" cy="98385"/>
            </a:xfrm>
            <a:prstGeom prst="ellipse">
              <a:avLst/>
            </a:prstGeom>
            <a:solidFill>
              <a:srgbClr val="FF0000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ko-KR"/>
              </a:defPPr>
              <a:lvl1pPr marL="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ko-KR" altLang="en-US">
                <a:solidFill>
                  <a:schemeClr val="tx1"/>
                </a:solidFill>
              </a:endParaRPr>
            </a:p>
          </p:txBody>
        </p:sp>
        <p:sp>
          <p:nvSpPr>
            <p:cNvPr id="38" name="타원 37">
              <a:extLst>
                <a:ext uri="{FF2B5EF4-FFF2-40B4-BE49-F238E27FC236}">
                  <a16:creationId xmlns:a16="http://schemas.microsoft.com/office/drawing/2014/main" id="{9EA6308F-0CD6-4F99-ADAD-630189B69A35}"/>
                </a:ext>
              </a:extLst>
            </p:cNvPr>
            <p:cNvSpPr/>
            <p:nvPr/>
          </p:nvSpPr>
          <p:spPr>
            <a:xfrm>
              <a:off x="209307" y="347436"/>
              <a:ext cx="98385" cy="98385"/>
            </a:xfrm>
            <a:prstGeom prst="ellipse">
              <a:avLst/>
            </a:prstGeom>
            <a:solidFill>
              <a:srgbClr val="FFFF00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ko-KR"/>
              </a:defPPr>
              <a:lvl1pPr marL="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ko-KR" altLang="en-US">
                <a:solidFill>
                  <a:schemeClr val="tx1"/>
                </a:solidFill>
              </a:endParaRPr>
            </a:p>
          </p:txBody>
        </p:sp>
        <p:sp>
          <p:nvSpPr>
            <p:cNvPr id="39" name="타원 38">
              <a:extLst>
                <a:ext uri="{FF2B5EF4-FFF2-40B4-BE49-F238E27FC236}">
                  <a16:creationId xmlns:a16="http://schemas.microsoft.com/office/drawing/2014/main" id="{A0BBA1A8-6CA8-8530-F4FC-730C0243B7C1}"/>
                </a:ext>
              </a:extLst>
            </p:cNvPr>
            <p:cNvSpPr/>
            <p:nvPr/>
          </p:nvSpPr>
          <p:spPr>
            <a:xfrm>
              <a:off x="209306" y="573831"/>
              <a:ext cx="98385" cy="98385"/>
            </a:xfrm>
            <a:prstGeom prst="ellipse">
              <a:avLst/>
            </a:prstGeom>
            <a:solidFill>
              <a:srgbClr val="FFC000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ko-KR"/>
              </a:defPPr>
              <a:lvl1pPr marL="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ko-KR" altLang="en-US">
                <a:solidFill>
                  <a:schemeClr val="tx1"/>
                </a:solidFill>
              </a:endParaRPr>
            </a:p>
          </p:txBody>
        </p:sp>
        <p:sp>
          <p:nvSpPr>
            <p:cNvPr id="40" name="TextBox 11">
              <a:extLst>
                <a:ext uri="{FF2B5EF4-FFF2-40B4-BE49-F238E27FC236}">
                  <a16:creationId xmlns:a16="http://schemas.microsoft.com/office/drawing/2014/main" id="{4050ABC5-6D50-E66C-BBC3-938BD4BD9E00}"/>
                </a:ext>
              </a:extLst>
            </p:cNvPr>
            <p:cNvSpPr txBox="1"/>
            <p:nvPr/>
          </p:nvSpPr>
          <p:spPr>
            <a:xfrm>
              <a:off x="318304" y="114311"/>
              <a:ext cx="2057763" cy="742666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>
              <a:defPPr>
                <a:defRPr lang="ko-KR"/>
              </a:defPPr>
              <a:lvl1pPr marL="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r>
                <a:rPr lang="ko-KR" altLang="en-US" sz="700"/>
                <a:t>간접조명 </a:t>
              </a:r>
              <a:r>
                <a:rPr lang="en-US" altLang="ko-KR" sz="700"/>
                <a:t>A SET</a:t>
              </a:r>
            </a:p>
            <a:p>
              <a:endParaRPr lang="en-US" altLang="ko-KR" sz="700"/>
            </a:p>
            <a:p>
              <a:r>
                <a:rPr lang="ko-KR" altLang="en-US" sz="700"/>
                <a:t>간접조명 센서 </a:t>
              </a:r>
              <a:r>
                <a:rPr lang="en-US" altLang="ko-KR" sz="700"/>
                <a:t>SET</a:t>
              </a:r>
            </a:p>
            <a:p>
              <a:endParaRPr lang="en-US" altLang="ko-KR" sz="700"/>
            </a:p>
            <a:p>
              <a:r>
                <a:rPr lang="ko-KR" altLang="en-US" sz="700"/>
                <a:t>우물천장간접조명 및 커튼박수 추가</a:t>
              </a:r>
              <a:r>
                <a:rPr lang="en-US" altLang="ko-KR" sz="700"/>
                <a:t>(</a:t>
              </a:r>
              <a:r>
                <a:rPr lang="ko-KR" altLang="en-US" sz="700"/>
                <a:t>별도 추가</a:t>
              </a:r>
              <a:r>
                <a:rPr lang="en-US" altLang="ko-KR" sz="700"/>
                <a:t>)</a:t>
              </a:r>
            </a:p>
            <a:p>
              <a:endParaRPr lang="en-US" altLang="ko-KR" sz="700"/>
            </a:p>
          </p:txBody>
        </p:sp>
      </p:grpSp>
      <p:sp>
        <p:nvSpPr>
          <p:cNvPr id="41" name="직사각형 40">
            <a:extLst>
              <a:ext uri="{FF2B5EF4-FFF2-40B4-BE49-F238E27FC236}">
                <a16:creationId xmlns:a16="http://schemas.microsoft.com/office/drawing/2014/main" id="{F8AC2766-839B-B0A5-89E1-6EC5A703DD44}"/>
              </a:ext>
            </a:extLst>
          </p:cNvPr>
          <p:cNvSpPr/>
          <p:nvPr/>
        </p:nvSpPr>
        <p:spPr>
          <a:xfrm rot="16200000" flipV="1">
            <a:off x="4482007" y="2613043"/>
            <a:ext cx="98385" cy="357825"/>
          </a:xfrm>
          <a:prstGeom prst="rect">
            <a:avLst/>
          </a:prstGeom>
          <a:solidFill>
            <a:srgbClr val="FFFF0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>
              <a:solidFill>
                <a:schemeClr val="tx1"/>
              </a:solidFill>
            </a:endParaRPr>
          </a:p>
        </p:txBody>
      </p:sp>
      <p:sp>
        <p:nvSpPr>
          <p:cNvPr id="52" name="직사각형 51">
            <a:extLst>
              <a:ext uri="{FF2B5EF4-FFF2-40B4-BE49-F238E27FC236}">
                <a16:creationId xmlns:a16="http://schemas.microsoft.com/office/drawing/2014/main" id="{777BB694-BDA6-1E1C-E495-5F281F8C82A9}"/>
              </a:ext>
            </a:extLst>
          </p:cNvPr>
          <p:cNvSpPr/>
          <p:nvPr/>
        </p:nvSpPr>
        <p:spPr>
          <a:xfrm rot="16200000" flipV="1">
            <a:off x="8576169" y="3332180"/>
            <a:ext cx="98385" cy="357825"/>
          </a:xfrm>
          <a:prstGeom prst="rect">
            <a:avLst/>
          </a:prstGeom>
          <a:solidFill>
            <a:srgbClr val="FFFF0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>
              <a:solidFill>
                <a:schemeClr val="tx1"/>
              </a:solidFill>
            </a:endParaRPr>
          </a:p>
        </p:txBody>
      </p:sp>
      <p:sp>
        <p:nvSpPr>
          <p:cNvPr id="9" name="별: 꼭짓점 4개 8">
            <a:extLst>
              <a:ext uri="{FF2B5EF4-FFF2-40B4-BE49-F238E27FC236}">
                <a16:creationId xmlns:a16="http://schemas.microsoft.com/office/drawing/2014/main" id="{191EAB34-2E03-8B44-1C95-3B7618BE988F}"/>
              </a:ext>
            </a:extLst>
          </p:cNvPr>
          <p:cNvSpPr/>
          <p:nvPr/>
        </p:nvSpPr>
        <p:spPr>
          <a:xfrm>
            <a:off x="6954372" y="4875285"/>
            <a:ext cx="557315" cy="559233"/>
          </a:xfrm>
          <a:prstGeom prst="star4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2645">
              <a:solidFill>
                <a:schemeClr val="tx1"/>
              </a:solidFill>
            </a:endParaRP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A53A6783-2C39-16BC-D141-6774667FE25E}"/>
              </a:ext>
            </a:extLst>
          </p:cNvPr>
          <p:cNvSpPr txBox="1"/>
          <p:nvPr/>
        </p:nvSpPr>
        <p:spPr>
          <a:xfrm>
            <a:off x="6690200" y="6304692"/>
            <a:ext cx="2229372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1000" b="1" err="1">
                <a:highlight>
                  <a:srgbClr val="FFFF00"/>
                </a:highlight>
              </a:rPr>
              <a:t>실링팬</a:t>
            </a:r>
            <a:r>
              <a:rPr lang="ko-KR" altLang="en-US" sz="1000" b="1">
                <a:highlight>
                  <a:srgbClr val="FFFF00"/>
                </a:highlight>
              </a:rPr>
              <a:t> </a:t>
            </a:r>
            <a:r>
              <a:rPr lang="ko-KR" altLang="en-US" sz="1000" b="1" err="1">
                <a:highlight>
                  <a:srgbClr val="FFFF00"/>
                </a:highlight>
              </a:rPr>
              <a:t>루씨에어</a:t>
            </a:r>
            <a:endParaRPr lang="en-US" altLang="ko-KR" sz="1000" b="1">
              <a:highlight>
                <a:srgbClr val="FFFF00"/>
              </a:highlight>
            </a:endParaRPr>
          </a:p>
          <a:p>
            <a:r>
              <a:rPr lang="ko-KR" altLang="en-US" sz="1000" b="1">
                <a:highlight>
                  <a:srgbClr val="FFFF00"/>
                </a:highlight>
              </a:rPr>
              <a:t>설치</a:t>
            </a:r>
            <a:r>
              <a:rPr lang="en-US" altLang="ko-KR" sz="1000" b="1">
                <a:highlight>
                  <a:srgbClr val="FFFF00"/>
                </a:highlight>
              </a:rPr>
              <a:t>+</a:t>
            </a:r>
            <a:r>
              <a:rPr lang="ko-KR" altLang="en-US" sz="1000" b="1">
                <a:highlight>
                  <a:srgbClr val="FFFF00"/>
                </a:highlight>
              </a:rPr>
              <a:t>보강</a:t>
            </a:r>
            <a:endParaRPr lang="en-US" altLang="ko-KR" sz="1000" b="1">
              <a:highlight>
                <a:srgbClr val="FFFF00"/>
              </a:highlight>
            </a:endParaRPr>
          </a:p>
        </p:txBody>
      </p:sp>
      <p:pic>
        <p:nvPicPr>
          <p:cNvPr id="18" name="그림 17">
            <a:extLst>
              <a:ext uri="{FF2B5EF4-FFF2-40B4-BE49-F238E27FC236}">
                <a16:creationId xmlns:a16="http://schemas.microsoft.com/office/drawing/2014/main" id="{15ED2396-4673-7110-3EB4-EECF8A452EB9}"/>
              </a:ext>
            </a:extLst>
          </p:cNvPr>
          <p:cNvPicPr>
            <a:picLocks noChangeAspect="1"/>
          </p:cNvPicPr>
          <p:nvPr/>
        </p:nvPicPr>
        <p:blipFill>
          <a:blip r:embed="rId6"/>
          <a:srcRect t="2320" b="-1"/>
          <a:stretch>
            <a:fillRect/>
          </a:stretch>
        </p:blipFill>
        <p:spPr>
          <a:xfrm>
            <a:off x="10322869" y="4505234"/>
            <a:ext cx="2236971" cy="1554480"/>
          </a:xfrm>
          <a:prstGeom prst="rect">
            <a:avLst/>
          </a:prstGeom>
        </p:spPr>
      </p:pic>
      <p:grpSp>
        <p:nvGrpSpPr>
          <p:cNvPr id="19" name="그룹 18">
            <a:extLst>
              <a:ext uri="{FF2B5EF4-FFF2-40B4-BE49-F238E27FC236}">
                <a16:creationId xmlns:a16="http://schemas.microsoft.com/office/drawing/2014/main" id="{BBC5C161-3C92-3295-B991-771FFF450B6C}"/>
              </a:ext>
            </a:extLst>
          </p:cNvPr>
          <p:cNvGrpSpPr/>
          <p:nvPr/>
        </p:nvGrpSpPr>
        <p:grpSpPr>
          <a:xfrm>
            <a:off x="3468434" y="3849178"/>
            <a:ext cx="764953" cy="255923"/>
            <a:chOff x="1981437" y="651871"/>
            <a:chExt cx="764953" cy="255923"/>
          </a:xfrm>
        </p:grpSpPr>
        <p:sp>
          <p:nvSpPr>
            <p:cNvPr id="20" name="TextBox 19">
              <a:extLst>
                <a:ext uri="{FF2B5EF4-FFF2-40B4-BE49-F238E27FC236}">
                  <a16:creationId xmlns:a16="http://schemas.microsoft.com/office/drawing/2014/main" id="{5023636F-E1D4-A708-E22B-92AFDE69DA98}"/>
                </a:ext>
              </a:extLst>
            </p:cNvPr>
            <p:cNvSpPr txBox="1"/>
            <p:nvPr/>
          </p:nvSpPr>
          <p:spPr>
            <a:xfrm>
              <a:off x="1981437" y="651871"/>
              <a:ext cx="764953" cy="184666"/>
            </a:xfrm>
            <a:prstGeom prst="rect">
              <a:avLst/>
            </a:prstGeom>
            <a:solidFill>
              <a:schemeClr val="bg1">
                <a:lumMod val="95000"/>
              </a:schemeClr>
            </a:solidFill>
          </p:spPr>
          <p:txBody>
            <a:bodyPr wrap="none" rtlCol="0">
              <a:spAutoFit/>
            </a:bodyPr>
            <a:lstStyle/>
            <a:p>
              <a:r>
                <a:rPr lang="ko-KR" altLang="en-US" sz="600" b="1"/>
                <a:t>서비스 조명 </a:t>
              </a:r>
              <a:r>
                <a:rPr lang="en-US" altLang="ko-KR" sz="600" b="1"/>
                <a:t>2EA</a:t>
              </a:r>
              <a:endParaRPr lang="ko-KR" altLang="en-US" sz="600" b="1"/>
            </a:p>
          </p:txBody>
        </p:sp>
        <p:grpSp>
          <p:nvGrpSpPr>
            <p:cNvPr id="21" name="그룹 20">
              <a:extLst>
                <a:ext uri="{FF2B5EF4-FFF2-40B4-BE49-F238E27FC236}">
                  <a16:creationId xmlns:a16="http://schemas.microsoft.com/office/drawing/2014/main" id="{4636FD50-99B0-CD01-DF57-E282FF51A50D}"/>
                </a:ext>
              </a:extLst>
            </p:cNvPr>
            <p:cNvGrpSpPr/>
            <p:nvPr/>
          </p:nvGrpSpPr>
          <p:grpSpPr>
            <a:xfrm rot="5400000">
              <a:off x="2314488" y="559720"/>
              <a:ext cx="98814" cy="597334"/>
              <a:chOff x="4737834" y="5014427"/>
              <a:chExt cx="98814" cy="597334"/>
            </a:xfrm>
            <a:solidFill>
              <a:srgbClr val="FF00FF"/>
            </a:solidFill>
          </p:grpSpPr>
          <p:sp>
            <p:nvSpPr>
              <p:cNvPr id="22" name="타원 21">
                <a:extLst>
                  <a:ext uri="{FF2B5EF4-FFF2-40B4-BE49-F238E27FC236}">
                    <a16:creationId xmlns:a16="http://schemas.microsoft.com/office/drawing/2014/main" id="{99E3CE9A-BF70-8359-04C1-23E89EC97DD2}"/>
                  </a:ext>
                </a:extLst>
              </p:cNvPr>
              <p:cNvSpPr/>
              <p:nvPr/>
            </p:nvSpPr>
            <p:spPr>
              <a:xfrm>
                <a:off x="4737834" y="5014427"/>
                <a:ext cx="98385" cy="98385"/>
              </a:xfrm>
              <a:prstGeom prst="ellipse">
                <a:avLst/>
              </a:prstGeom>
              <a:grpFill/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>
                  <a:solidFill>
                    <a:schemeClr val="tx1"/>
                  </a:solidFill>
                </a:endParaRPr>
              </a:p>
            </p:txBody>
          </p:sp>
          <p:sp>
            <p:nvSpPr>
              <p:cNvPr id="23" name="타원 22">
                <a:extLst>
                  <a:ext uri="{FF2B5EF4-FFF2-40B4-BE49-F238E27FC236}">
                    <a16:creationId xmlns:a16="http://schemas.microsoft.com/office/drawing/2014/main" id="{1EBBFB92-C06A-895E-32BE-8F6F8F024D50}"/>
                  </a:ext>
                </a:extLst>
              </p:cNvPr>
              <p:cNvSpPr/>
              <p:nvPr/>
            </p:nvSpPr>
            <p:spPr>
              <a:xfrm>
                <a:off x="4738263" y="5513376"/>
                <a:ext cx="98385" cy="98385"/>
              </a:xfrm>
              <a:prstGeom prst="ellipse">
                <a:avLst/>
              </a:prstGeom>
              <a:grpFill/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>
                  <a:solidFill>
                    <a:schemeClr val="tx1"/>
                  </a:solidFill>
                </a:endParaRPr>
              </a:p>
            </p:txBody>
          </p:sp>
        </p:grpSp>
      </p:grpSp>
      <p:sp>
        <p:nvSpPr>
          <p:cNvPr id="3" name="직사각형 2">
            <a:extLst>
              <a:ext uri="{FF2B5EF4-FFF2-40B4-BE49-F238E27FC236}">
                <a16:creationId xmlns:a16="http://schemas.microsoft.com/office/drawing/2014/main" id="{77D04EF6-9DE0-1223-898A-FE64F5E8F17D}"/>
              </a:ext>
            </a:extLst>
          </p:cNvPr>
          <p:cNvSpPr/>
          <p:nvPr/>
        </p:nvSpPr>
        <p:spPr>
          <a:xfrm flipV="1">
            <a:off x="4071013" y="2742763"/>
            <a:ext cx="98385" cy="841017"/>
          </a:xfrm>
          <a:prstGeom prst="rect">
            <a:avLst/>
          </a:prstGeom>
          <a:solidFill>
            <a:srgbClr val="FFFF0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>
              <a:solidFill>
                <a:schemeClr val="tx1"/>
              </a:solidFill>
            </a:endParaRP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197558E4-B8F2-7ACC-B7E2-E723594B6CF7}"/>
              </a:ext>
            </a:extLst>
          </p:cNvPr>
          <p:cNvSpPr txBox="1"/>
          <p:nvPr/>
        </p:nvSpPr>
        <p:spPr>
          <a:xfrm>
            <a:off x="7058350" y="4134528"/>
            <a:ext cx="479618" cy="2462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1000" b="1">
                <a:solidFill>
                  <a:srgbClr val="FF0000"/>
                </a:solidFill>
              </a:rPr>
              <a:t>3100</a:t>
            </a:r>
            <a:endParaRPr lang="ko-KR" altLang="en-US" sz="1000" b="1">
              <a:solidFill>
                <a:srgbClr val="FF0000"/>
              </a:solidFill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E1831935-E46C-F491-EFA3-DF4004A31E0E}"/>
              </a:ext>
            </a:extLst>
          </p:cNvPr>
          <p:cNvSpPr txBox="1"/>
          <p:nvPr/>
        </p:nvSpPr>
        <p:spPr>
          <a:xfrm>
            <a:off x="6292067" y="4627588"/>
            <a:ext cx="479618" cy="2462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1000" b="1">
                <a:solidFill>
                  <a:srgbClr val="FF0000"/>
                </a:solidFill>
              </a:rPr>
              <a:t>2500</a:t>
            </a:r>
            <a:endParaRPr lang="ko-KR" altLang="en-US" sz="1000" b="1">
              <a:solidFill>
                <a:srgbClr val="FF0000"/>
              </a:solidFill>
            </a:endParaRP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D60897EE-BDC8-1E0E-D8D4-909EDC39E677}"/>
              </a:ext>
            </a:extLst>
          </p:cNvPr>
          <p:cNvSpPr txBox="1"/>
          <p:nvPr/>
        </p:nvSpPr>
        <p:spPr>
          <a:xfrm>
            <a:off x="7110154" y="6076702"/>
            <a:ext cx="479618" cy="2462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1000" b="1">
                <a:solidFill>
                  <a:srgbClr val="FF0000"/>
                </a:solidFill>
              </a:rPr>
              <a:t>4500</a:t>
            </a:r>
            <a:endParaRPr lang="ko-KR" altLang="en-US" sz="1000" b="1">
              <a:solidFill>
                <a:srgbClr val="FF0000"/>
              </a:solidFill>
            </a:endParaRP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B405F08D-6E52-C603-921E-2349EE85C47C}"/>
              </a:ext>
            </a:extLst>
          </p:cNvPr>
          <p:cNvSpPr txBox="1"/>
          <p:nvPr/>
        </p:nvSpPr>
        <p:spPr>
          <a:xfrm>
            <a:off x="9341233" y="5739498"/>
            <a:ext cx="479618" cy="2462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1000" b="1">
                <a:solidFill>
                  <a:srgbClr val="FF0000"/>
                </a:solidFill>
              </a:rPr>
              <a:t>3500</a:t>
            </a:r>
            <a:endParaRPr lang="ko-KR" altLang="en-US" sz="1000" b="1">
              <a:solidFill>
                <a:srgbClr val="FF0000"/>
              </a:solidFill>
            </a:endParaRP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E1D76803-2EBE-EFA7-A024-A5420EDB140B}"/>
              </a:ext>
            </a:extLst>
          </p:cNvPr>
          <p:cNvSpPr txBox="1"/>
          <p:nvPr/>
        </p:nvSpPr>
        <p:spPr>
          <a:xfrm>
            <a:off x="3818393" y="6070705"/>
            <a:ext cx="479618" cy="2462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1000" b="1">
                <a:solidFill>
                  <a:srgbClr val="FF0000"/>
                </a:solidFill>
              </a:rPr>
              <a:t>2900</a:t>
            </a:r>
            <a:endParaRPr lang="ko-KR" altLang="en-US" sz="1000" b="1">
              <a:solidFill>
                <a:srgbClr val="FF0000"/>
              </a:solidFill>
            </a:endParaRP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A31F1A8F-E8F7-6630-7E11-ECFE1FC9C904}"/>
              </a:ext>
            </a:extLst>
          </p:cNvPr>
          <p:cNvSpPr txBox="1"/>
          <p:nvPr/>
        </p:nvSpPr>
        <p:spPr>
          <a:xfrm>
            <a:off x="2112619" y="6069702"/>
            <a:ext cx="479618" cy="2462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1000" b="1">
                <a:solidFill>
                  <a:srgbClr val="FF0000"/>
                </a:solidFill>
              </a:rPr>
              <a:t>2800</a:t>
            </a:r>
            <a:endParaRPr lang="ko-KR" altLang="en-US" sz="1000" b="1">
              <a:solidFill>
                <a:srgbClr val="FF0000"/>
              </a:solidFill>
            </a:endParaRP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C2FBBF12-6238-569B-B91B-60E7EF0CA941}"/>
              </a:ext>
            </a:extLst>
          </p:cNvPr>
          <p:cNvSpPr txBox="1"/>
          <p:nvPr/>
        </p:nvSpPr>
        <p:spPr>
          <a:xfrm>
            <a:off x="10338926" y="4014128"/>
            <a:ext cx="405880" cy="2462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1000" b="1">
                <a:solidFill>
                  <a:srgbClr val="FF0000"/>
                </a:solidFill>
              </a:rPr>
              <a:t>900</a:t>
            </a:r>
            <a:endParaRPr lang="ko-KR" altLang="en-US" sz="1000" b="1">
              <a:solidFill>
                <a:srgbClr val="FF0000"/>
              </a:solidFill>
            </a:endParaRP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61F874AE-8FFA-3061-496C-842BC0CC6E78}"/>
              </a:ext>
            </a:extLst>
          </p:cNvPr>
          <p:cNvSpPr txBox="1"/>
          <p:nvPr/>
        </p:nvSpPr>
        <p:spPr>
          <a:xfrm>
            <a:off x="4328259" y="2810961"/>
            <a:ext cx="405880" cy="2462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1000" b="1">
                <a:solidFill>
                  <a:srgbClr val="FF0000"/>
                </a:solidFill>
              </a:rPr>
              <a:t>800</a:t>
            </a:r>
            <a:endParaRPr lang="ko-KR" altLang="en-US" sz="1000" b="1">
              <a:solidFill>
                <a:srgbClr val="FF0000"/>
              </a:solidFill>
            </a:endParaRPr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8E32498A-601F-D056-3DF6-216EF481D9A8}"/>
              </a:ext>
            </a:extLst>
          </p:cNvPr>
          <p:cNvSpPr txBox="1"/>
          <p:nvPr/>
        </p:nvSpPr>
        <p:spPr>
          <a:xfrm>
            <a:off x="3611505" y="3040160"/>
            <a:ext cx="479618" cy="2462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1000" b="1">
                <a:solidFill>
                  <a:srgbClr val="FF0000"/>
                </a:solidFill>
              </a:rPr>
              <a:t>1300</a:t>
            </a:r>
            <a:endParaRPr lang="ko-KR" altLang="en-US" sz="1000" b="1">
              <a:solidFill>
                <a:srgbClr val="FF0000"/>
              </a:solidFill>
            </a:endParaRPr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4D35BA3E-0909-C2D6-A3E8-39EEA63A7130}"/>
              </a:ext>
            </a:extLst>
          </p:cNvPr>
          <p:cNvSpPr txBox="1"/>
          <p:nvPr/>
        </p:nvSpPr>
        <p:spPr>
          <a:xfrm>
            <a:off x="6424461" y="1044478"/>
            <a:ext cx="479618" cy="2462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1000" b="1">
                <a:solidFill>
                  <a:srgbClr val="FF0000"/>
                </a:solidFill>
              </a:rPr>
              <a:t>1100</a:t>
            </a:r>
            <a:endParaRPr lang="ko-KR" altLang="en-US" sz="1000" b="1">
              <a:solidFill>
                <a:srgbClr val="FF0000"/>
              </a:solidFill>
            </a:endParaRPr>
          </a:p>
        </p:txBody>
      </p:sp>
      <p:cxnSp>
        <p:nvCxnSpPr>
          <p:cNvPr id="27" name="직선 화살표 연결선 26">
            <a:extLst>
              <a:ext uri="{FF2B5EF4-FFF2-40B4-BE49-F238E27FC236}">
                <a16:creationId xmlns:a16="http://schemas.microsoft.com/office/drawing/2014/main" id="{2EC99C5F-2BDB-53FA-638E-DF34DBC24959}"/>
              </a:ext>
            </a:extLst>
          </p:cNvPr>
          <p:cNvCxnSpPr>
            <a:cxnSpLocks/>
          </p:cNvCxnSpPr>
          <p:nvPr/>
        </p:nvCxnSpPr>
        <p:spPr>
          <a:xfrm>
            <a:off x="10233498" y="3607663"/>
            <a:ext cx="0" cy="653823"/>
          </a:xfrm>
          <a:prstGeom prst="straightConnector1">
            <a:avLst/>
          </a:prstGeom>
          <a:ln w="57150">
            <a:solidFill>
              <a:srgbClr val="00B050"/>
            </a:solidFill>
            <a:headEnd type="triangle"/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8" name="직선 화살표 연결선 27">
            <a:extLst>
              <a:ext uri="{FF2B5EF4-FFF2-40B4-BE49-F238E27FC236}">
                <a16:creationId xmlns:a16="http://schemas.microsoft.com/office/drawing/2014/main" id="{D75CC315-AB62-26F7-7D64-C256F37C68D4}"/>
              </a:ext>
            </a:extLst>
          </p:cNvPr>
          <p:cNvCxnSpPr>
            <a:cxnSpLocks/>
          </p:cNvCxnSpPr>
          <p:nvPr/>
        </p:nvCxnSpPr>
        <p:spPr>
          <a:xfrm flipH="1">
            <a:off x="6219801" y="1491409"/>
            <a:ext cx="902431" cy="0"/>
          </a:xfrm>
          <a:prstGeom prst="straightConnector1">
            <a:avLst/>
          </a:prstGeom>
          <a:ln w="57150">
            <a:solidFill>
              <a:srgbClr val="00B050"/>
            </a:solidFill>
            <a:headEnd type="triangle"/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200143697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03CD3DC-C6A0-4099-6F5B-C56166C0B17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그림 4">
            <a:extLst>
              <a:ext uri="{FF2B5EF4-FFF2-40B4-BE49-F238E27FC236}">
                <a16:creationId xmlns:a16="http://schemas.microsoft.com/office/drawing/2014/main" id="{E0CDC872-26F0-65AD-E16E-F25C32A037CD}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/>
        </p:nvPicPr>
        <p:blipFill>
          <a:blip r:embed="rId3">
            <a:alphaModFix amt="70000"/>
            <a:extLst>
              <a:ext uri="{BEBA8EAE-BF5A-486C-A8C5-ECC9F3942E4B}">
                <a14:imgProps xmlns:a14="http://schemas.microsoft.com/office/drawing/2010/main">
                  <a14:imgLayer r:embed="rId4">
                    <a14:imgEffect>
                      <a14:saturation sat="0"/>
                    </a14:imgEffect>
                  </a14:imgLayer>
                </a14:imgProps>
              </a:ext>
            </a:extLst>
          </a:blip>
          <a:stretch>
            <a:fillRect/>
          </a:stretch>
        </p:blipFill>
        <p:spPr>
          <a:xfrm>
            <a:off x="1761061" y="946662"/>
            <a:ext cx="8995839" cy="5276338"/>
          </a:xfrm>
          <a:prstGeom prst="rect">
            <a:avLst/>
          </a:prstGeom>
        </p:spPr>
      </p:pic>
      <mc:AlternateContent xmlns:mc="http://schemas.openxmlformats.org/markup-compatibility/2006">
        <mc:Choice xmlns:a14="http://schemas.microsoft.com/office/drawing/2010/main" Requires="a14">
          <p:sp>
            <p:nvSpPr>
              <p:cNvPr id="6" name="TextBox 5">
                <a:extLst>
                  <a:ext uri="{FF2B5EF4-FFF2-40B4-BE49-F238E27FC236}">
                    <a16:creationId xmlns:a16="http://schemas.microsoft.com/office/drawing/2014/main" id="{17F1386B-1D74-41D8-D14E-969A28C7274A}"/>
                  </a:ext>
                </a:extLst>
              </p:cNvPr>
              <p:cNvSpPr txBox="1"/>
              <p:nvPr/>
            </p:nvSpPr>
            <p:spPr>
              <a:xfrm>
                <a:off x="10152689" y="1075737"/>
                <a:ext cx="1762781" cy="407099"/>
              </a:xfrm>
              <a:prstGeom prst="rect">
                <a:avLst/>
              </a:prstGeom>
              <a:noFill/>
            </p:spPr>
            <p:txBody>
              <a:bodyPr wrap="square">
                <a:spAutoFit/>
                <a:scene3d>
                  <a:camera prst="orthographicFront"/>
                  <a:lightRig rig="harsh" dir="t"/>
                </a:scene3d>
                <a:sp3d extrusionH="57150" prstMaterial="matte">
                  <a:bevelT w="63500" h="12700" prst="angle"/>
                  <a:contourClr>
                    <a:schemeClr val="bg1">
                      <a:lumMod val="65000"/>
                    </a:schemeClr>
                  </a:contourClr>
                </a:sp3d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right"/>
                    </m:oMathParaPr>
                    <m:oMath xmlns:m="http://schemas.openxmlformats.org/officeDocument/2006/math">
                      <m:sSup>
                        <m:sSupPr>
                          <m:ctrlPr>
                            <a:rPr lang="en-US" altLang="ko-KR" sz="2000" b="1" i="1" u="none" strike="noStrike" smtClean="0">
                              <a:ln/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altLang="ko-KR" sz="2000" b="1" i="1" u="none" strike="noStrike" smtClean="0">
                              <a:ln/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𝟖𝟒</m:t>
                          </m:r>
                          <m:r>
                            <a:rPr lang="en-US" altLang="ko-KR" sz="2000" b="1" i="1" u="none" strike="noStrike" smtClean="0">
                              <a:ln/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𝑨𝒎</m:t>
                          </m:r>
                        </m:e>
                        <m:sup>
                          <m:r>
                            <a:rPr lang="en-US" altLang="ko-KR" sz="2000" b="1" i="1" u="none" strike="noStrike" smtClean="0">
                              <a:ln/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𝟐</m:t>
                          </m:r>
                        </m:sup>
                      </m:sSup>
                    </m:oMath>
                  </m:oMathPara>
                </a14:m>
                <a:endParaRPr lang="ko-KR" altLang="en-US" sz="2000" b="1">
                  <a:ln/>
                  <a:solidFill>
                    <a:schemeClr val="tx1"/>
                  </a:solidFill>
                </a:endParaRPr>
              </a:p>
            </p:txBody>
          </p:sp>
        </mc:Choice>
        <mc:Fallback>
          <p:sp>
            <p:nvSpPr>
              <p:cNvPr id="6" name="TextBox 5">
                <a:extLst>
                  <a:ext uri="{FF2B5EF4-FFF2-40B4-BE49-F238E27FC236}">
                    <a16:creationId xmlns:a16="http://schemas.microsoft.com/office/drawing/2014/main" id="{17F1386B-1D74-41D8-D14E-969A28C7274A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0152689" y="1075737"/>
                <a:ext cx="1762781" cy="407099"/>
              </a:xfrm>
              <a:prstGeom prst="rect">
                <a:avLst/>
              </a:prstGeom>
              <a:blipFill>
                <a:blip r:embed="rId5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7" name="TextBox 6">
            <a:extLst>
              <a:ext uri="{FF2B5EF4-FFF2-40B4-BE49-F238E27FC236}">
                <a16:creationId xmlns:a16="http://schemas.microsoft.com/office/drawing/2014/main" id="{80049561-027F-688E-788F-6AB62FA7EFB7}"/>
              </a:ext>
            </a:extLst>
          </p:cNvPr>
          <p:cNvSpPr txBox="1"/>
          <p:nvPr/>
        </p:nvSpPr>
        <p:spPr>
          <a:xfrm>
            <a:off x="1870318" y="353253"/>
            <a:ext cx="8452551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 sz="2000" b="1"/>
              <a:t>84A</a:t>
            </a:r>
            <a:r>
              <a:rPr lang="ko-KR" altLang="en-US" sz="2000" b="1"/>
              <a:t>타입 간접</a:t>
            </a:r>
            <a:r>
              <a:rPr lang="en-US" altLang="ko-KR" sz="2000" b="1"/>
              <a:t>A /</a:t>
            </a:r>
            <a:r>
              <a:rPr lang="ko-KR" altLang="en-US" sz="2000" b="1"/>
              <a:t>간접</a:t>
            </a:r>
            <a:r>
              <a:rPr lang="en-US" altLang="ko-KR" sz="2000" b="1"/>
              <a:t> </a:t>
            </a:r>
            <a:r>
              <a:rPr lang="ko-KR" altLang="en-US" sz="2000" b="1"/>
              <a:t>센서 </a:t>
            </a:r>
            <a:r>
              <a:rPr lang="en-US" altLang="ko-KR" sz="2000" b="1"/>
              <a:t>SET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18AF70EA-968F-8C35-8273-19B9AE416C44}"/>
              </a:ext>
            </a:extLst>
          </p:cNvPr>
          <p:cNvSpPr txBox="1"/>
          <p:nvPr/>
        </p:nvSpPr>
        <p:spPr>
          <a:xfrm>
            <a:off x="112365" y="770606"/>
            <a:ext cx="3264447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800">
                <a:solidFill>
                  <a:srgbClr val="FF0000"/>
                </a:solidFill>
              </a:rPr>
              <a:t>**</a:t>
            </a:r>
            <a:r>
              <a:rPr lang="ko-KR" altLang="en-US" sz="800">
                <a:solidFill>
                  <a:srgbClr val="FF0000"/>
                </a:solidFill>
              </a:rPr>
              <a:t>스위치 연결을 위해 별도의 </a:t>
            </a:r>
            <a:r>
              <a:rPr lang="ko-KR" altLang="en-US" sz="800" err="1">
                <a:solidFill>
                  <a:srgbClr val="FF0000"/>
                </a:solidFill>
              </a:rPr>
              <a:t>타공이</a:t>
            </a:r>
            <a:r>
              <a:rPr lang="ko-KR" altLang="en-US" sz="800">
                <a:solidFill>
                  <a:srgbClr val="FF0000"/>
                </a:solidFill>
              </a:rPr>
              <a:t> 필요할 수 </a:t>
            </a:r>
            <a:endParaRPr lang="en-US" altLang="ko-KR" sz="800">
              <a:solidFill>
                <a:srgbClr val="FF0000"/>
              </a:solidFill>
            </a:endParaRPr>
          </a:p>
          <a:p>
            <a:r>
              <a:rPr lang="ko-KR" altLang="en-US" sz="800">
                <a:solidFill>
                  <a:srgbClr val="FF0000"/>
                </a:solidFill>
              </a:rPr>
              <a:t>있으며</a:t>
            </a:r>
            <a:r>
              <a:rPr lang="en-US" altLang="ko-KR" sz="800">
                <a:solidFill>
                  <a:srgbClr val="FF0000"/>
                </a:solidFill>
              </a:rPr>
              <a:t> </a:t>
            </a:r>
            <a:r>
              <a:rPr lang="ko-KR" altLang="en-US" sz="800">
                <a:solidFill>
                  <a:srgbClr val="FF0000"/>
                </a:solidFill>
              </a:rPr>
              <a:t>공스피커로 마감 될 수도 있음</a:t>
            </a:r>
            <a:endParaRPr lang="en-US" altLang="ko-KR" sz="800">
              <a:solidFill>
                <a:srgbClr val="FF0000"/>
              </a:solidFill>
            </a:endParaRPr>
          </a:p>
        </p:txBody>
      </p:sp>
      <p:sp>
        <p:nvSpPr>
          <p:cNvPr id="35" name="TextBox 13">
            <a:extLst>
              <a:ext uri="{FF2B5EF4-FFF2-40B4-BE49-F238E27FC236}">
                <a16:creationId xmlns:a16="http://schemas.microsoft.com/office/drawing/2014/main" id="{D517A311-5FE0-84F9-F42E-A1F2059E6399}"/>
              </a:ext>
            </a:extLst>
          </p:cNvPr>
          <p:cNvSpPr txBox="1"/>
          <p:nvPr/>
        </p:nvSpPr>
        <p:spPr>
          <a:xfrm>
            <a:off x="142074" y="1128948"/>
            <a:ext cx="1489510" cy="461665"/>
          </a:xfrm>
          <a:prstGeom prst="rect">
            <a:avLst/>
          </a:prstGeom>
          <a:solidFill>
            <a:schemeClr val="accent6">
              <a:lumMod val="20000"/>
              <a:lumOff val="80000"/>
            </a:schemeClr>
          </a:solidFill>
        </p:spPr>
        <p:txBody>
          <a:bodyPr wrap="none" rtlCol="0">
            <a:spAutoFit/>
          </a:bodyPr>
          <a:lstStyle>
            <a:defPPr>
              <a:defRPr lang="ko-KR"/>
            </a:defPPr>
            <a:lvl1pPr marL="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ko-KR" altLang="en-US" sz="800" b="1"/>
              <a:t>욕실 </a:t>
            </a:r>
            <a:r>
              <a:rPr lang="ko-KR" altLang="en-US" sz="800" b="1" err="1"/>
              <a:t>휴젠트여부에</a:t>
            </a:r>
            <a:r>
              <a:rPr lang="ko-KR" altLang="en-US" sz="800" b="1"/>
              <a:t> 대하여</a:t>
            </a:r>
            <a:endParaRPr lang="en-US" altLang="ko-KR" sz="800" b="1"/>
          </a:p>
          <a:p>
            <a:r>
              <a:rPr lang="ko-KR" altLang="en-US" sz="800" b="1"/>
              <a:t>기사분이 현장에서 파악하여</a:t>
            </a:r>
            <a:endParaRPr lang="en-US" altLang="ko-KR" sz="800" b="1"/>
          </a:p>
          <a:p>
            <a:r>
              <a:rPr lang="ko-KR" altLang="en-US" sz="800" b="1"/>
              <a:t>센서위치를 적용해드립니다</a:t>
            </a:r>
            <a:r>
              <a:rPr lang="en-US" altLang="ko-KR" sz="800" b="1"/>
              <a:t>.</a:t>
            </a:r>
            <a:endParaRPr lang="ko-KR" altLang="en-US" sz="800" b="1"/>
          </a:p>
        </p:txBody>
      </p:sp>
      <p:grpSp>
        <p:nvGrpSpPr>
          <p:cNvPr id="36" name="그룹 35">
            <a:extLst>
              <a:ext uri="{FF2B5EF4-FFF2-40B4-BE49-F238E27FC236}">
                <a16:creationId xmlns:a16="http://schemas.microsoft.com/office/drawing/2014/main" id="{8C04318F-55F1-9E08-F22C-BDB96889502F}"/>
              </a:ext>
            </a:extLst>
          </p:cNvPr>
          <p:cNvGrpSpPr/>
          <p:nvPr/>
        </p:nvGrpSpPr>
        <p:grpSpPr>
          <a:xfrm>
            <a:off x="166864" y="137559"/>
            <a:ext cx="2166761" cy="738664"/>
            <a:chOff x="209306" y="114311"/>
            <a:chExt cx="2166761" cy="742666"/>
          </a:xfrm>
        </p:grpSpPr>
        <p:sp>
          <p:nvSpPr>
            <p:cNvPr id="37" name="타원 36">
              <a:extLst>
                <a:ext uri="{FF2B5EF4-FFF2-40B4-BE49-F238E27FC236}">
                  <a16:creationId xmlns:a16="http://schemas.microsoft.com/office/drawing/2014/main" id="{0EACBF6A-F27A-F743-8319-167755958410}"/>
                </a:ext>
              </a:extLst>
            </p:cNvPr>
            <p:cNvSpPr/>
            <p:nvPr/>
          </p:nvSpPr>
          <p:spPr>
            <a:xfrm>
              <a:off x="209307" y="168341"/>
              <a:ext cx="98385" cy="98385"/>
            </a:xfrm>
            <a:prstGeom prst="ellipse">
              <a:avLst/>
            </a:prstGeom>
            <a:solidFill>
              <a:srgbClr val="FF0000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ko-KR"/>
              </a:defPPr>
              <a:lvl1pPr marL="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ko-KR" altLang="en-US">
                <a:solidFill>
                  <a:schemeClr val="tx1"/>
                </a:solidFill>
              </a:endParaRPr>
            </a:p>
          </p:txBody>
        </p:sp>
        <p:sp>
          <p:nvSpPr>
            <p:cNvPr id="38" name="타원 37">
              <a:extLst>
                <a:ext uri="{FF2B5EF4-FFF2-40B4-BE49-F238E27FC236}">
                  <a16:creationId xmlns:a16="http://schemas.microsoft.com/office/drawing/2014/main" id="{9EA6308F-0CD6-4F99-ADAD-630189B69A35}"/>
                </a:ext>
              </a:extLst>
            </p:cNvPr>
            <p:cNvSpPr/>
            <p:nvPr/>
          </p:nvSpPr>
          <p:spPr>
            <a:xfrm>
              <a:off x="209307" y="347436"/>
              <a:ext cx="98385" cy="98385"/>
            </a:xfrm>
            <a:prstGeom prst="ellipse">
              <a:avLst/>
            </a:prstGeom>
            <a:solidFill>
              <a:srgbClr val="FFFF00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ko-KR"/>
              </a:defPPr>
              <a:lvl1pPr marL="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ko-KR" altLang="en-US">
                <a:solidFill>
                  <a:schemeClr val="tx1"/>
                </a:solidFill>
              </a:endParaRPr>
            </a:p>
          </p:txBody>
        </p:sp>
        <p:sp>
          <p:nvSpPr>
            <p:cNvPr id="39" name="타원 38">
              <a:extLst>
                <a:ext uri="{FF2B5EF4-FFF2-40B4-BE49-F238E27FC236}">
                  <a16:creationId xmlns:a16="http://schemas.microsoft.com/office/drawing/2014/main" id="{A0BBA1A8-6CA8-8530-F4FC-730C0243B7C1}"/>
                </a:ext>
              </a:extLst>
            </p:cNvPr>
            <p:cNvSpPr/>
            <p:nvPr/>
          </p:nvSpPr>
          <p:spPr>
            <a:xfrm>
              <a:off x="209306" y="573831"/>
              <a:ext cx="98385" cy="98385"/>
            </a:xfrm>
            <a:prstGeom prst="ellipse">
              <a:avLst/>
            </a:prstGeom>
            <a:solidFill>
              <a:srgbClr val="FFC000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ko-KR"/>
              </a:defPPr>
              <a:lvl1pPr marL="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ko-KR" altLang="en-US">
                <a:solidFill>
                  <a:schemeClr val="tx1"/>
                </a:solidFill>
              </a:endParaRPr>
            </a:p>
          </p:txBody>
        </p:sp>
        <p:sp>
          <p:nvSpPr>
            <p:cNvPr id="40" name="TextBox 11">
              <a:extLst>
                <a:ext uri="{FF2B5EF4-FFF2-40B4-BE49-F238E27FC236}">
                  <a16:creationId xmlns:a16="http://schemas.microsoft.com/office/drawing/2014/main" id="{4050ABC5-6D50-E66C-BBC3-938BD4BD9E00}"/>
                </a:ext>
              </a:extLst>
            </p:cNvPr>
            <p:cNvSpPr txBox="1"/>
            <p:nvPr/>
          </p:nvSpPr>
          <p:spPr>
            <a:xfrm>
              <a:off x="318304" y="114311"/>
              <a:ext cx="2057763" cy="742666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>
              <a:defPPr>
                <a:defRPr lang="ko-KR"/>
              </a:defPPr>
              <a:lvl1pPr marL="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r>
                <a:rPr lang="ko-KR" altLang="en-US" sz="700"/>
                <a:t>간접조명 </a:t>
              </a:r>
              <a:r>
                <a:rPr lang="en-US" altLang="ko-KR" sz="700"/>
                <a:t>A SET</a:t>
              </a:r>
            </a:p>
            <a:p>
              <a:endParaRPr lang="en-US" altLang="ko-KR" sz="700"/>
            </a:p>
            <a:p>
              <a:r>
                <a:rPr lang="ko-KR" altLang="en-US" sz="700"/>
                <a:t>간접조명 센서 </a:t>
              </a:r>
              <a:r>
                <a:rPr lang="en-US" altLang="ko-KR" sz="700"/>
                <a:t>SET</a:t>
              </a:r>
            </a:p>
            <a:p>
              <a:endParaRPr lang="en-US" altLang="ko-KR" sz="700"/>
            </a:p>
            <a:p>
              <a:r>
                <a:rPr lang="ko-KR" altLang="en-US" sz="700"/>
                <a:t>우물천장간접조명 및 커튼박수 추가</a:t>
              </a:r>
              <a:r>
                <a:rPr lang="en-US" altLang="ko-KR" sz="700"/>
                <a:t>(</a:t>
              </a:r>
              <a:r>
                <a:rPr lang="ko-KR" altLang="en-US" sz="700"/>
                <a:t>별도 추가</a:t>
              </a:r>
              <a:r>
                <a:rPr lang="en-US" altLang="ko-KR" sz="700"/>
                <a:t>)</a:t>
              </a:r>
            </a:p>
            <a:p>
              <a:endParaRPr lang="en-US" altLang="ko-KR" sz="700"/>
            </a:p>
          </p:txBody>
        </p:sp>
      </p:grpSp>
      <p:sp>
        <p:nvSpPr>
          <p:cNvPr id="41" name="직사각형 40">
            <a:extLst>
              <a:ext uri="{FF2B5EF4-FFF2-40B4-BE49-F238E27FC236}">
                <a16:creationId xmlns:a16="http://schemas.microsoft.com/office/drawing/2014/main" id="{F8AC2766-839B-B0A5-89E1-6EC5A703DD44}"/>
              </a:ext>
            </a:extLst>
          </p:cNvPr>
          <p:cNvSpPr/>
          <p:nvPr/>
        </p:nvSpPr>
        <p:spPr>
          <a:xfrm rot="16200000" flipV="1">
            <a:off x="4482007" y="2613043"/>
            <a:ext cx="98385" cy="357825"/>
          </a:xfrm>
          <a:prstGeom prst="rect">
            <a:avLst/>
          </a:prstGeom>
          <a:solidFill>
            <a:srgbClr val="FFFF0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>
              <a:solidFill>
                <a:schemeClr val="tx1"/>
              </a:solidFill>
            </a:endParaRPr>
          </a:p>
        </p:txBody>
      </p:sp>
      <p:sp>
        <p:nvSpPr>
          <p:cNvPr id="52" name="직사각형 51">
            <a:extLst>
              <a:ext uri="{FF2B5EF4-FFF2-40B4-BE49-F238E27FC236}">
                <a16:creationId xmlns:a16="http://schemas.microsoft.com/office/drawing/2014/main" id="{777BB694-BDA6-1E1C-E495-5F281F8C82A9}"/>
              </a:ext>
            </a:extLst>
          </p:cNvPr>
          <p:cNvSpPr/>
          <p:nvPr/>
        </p:nvSpPr>
        <p:spPr>
          <a:xfrm rot="16200000" flipV="1">
            <a:off x="8576169" y="3332180"/>
            <a:ext cx="98385" cy="357825"/>
          </a:xfrm>
          <a:prstGeom prst="rect">
            <a:avLst/>
          </a:prstGeom>
          <a:solidFill>
            <a:srgbClr val="FFFF0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>
              <a:solidFill>
                <a:schemeClr val="tx1"/>
              </a:solidFill>
            </a:endParaRPr>
          </a:p>
        </p:txBody>
      </p:sp>
      <p:sp>
        <p:nvSpPr>
          <p:cNvPr id="9" name="별: 꼭짓점 4개 8">
            <a:extLst>
              <a:ext uri="{FF2B5EF4-FFF2-40B4-BE49-F238E27FC236}">
                <a16:creationId xmlns:a16="http://schemas.microsoft.com/office/drawing/2014/main" id="{191EAB34-2E03-8B44-1C95-3B7618BE988F}"/>
              </a:ext>
            </a:extLst>
          </p:cNvPr>
          <p:cNvSpPr/>
          <p:nvPr/>
        </p:nvSpPr>
        <p:spPr>
          <a:xfrm>
            <a:off x="6954372" y="4875285"/>
            <a:ext cx="557315" cy="559233"/>
          </a:xfrm>
          <a:prstGeom prst="star4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2645">
              <a:solidFill>
                <a:schemeClr val="tx1"/>
              </a:solidFill>
            </a:endParaRP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A53A6783-2C39-16BC-D141-6774667FE25E}"/>
              </a:ext>
            </a:extLst>
          </p:cNvPr>
          <p:cNvSpPr txBox="1"/>
          <p:nvPr/>
        </p:nvSpPr>
        <p:spPr>
          <a:xfrm>
            <a:off x="6690200" y="6304692"/>
            <a:ext cx="2229372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1000" b="1" err="1">
                <a:highlight>
                  <a:srgbClr val="FFFF00"/>
                </a:highlight>
              </a:rPr>
              <a:t>실링팬</a:t>
            </a:r>
            <a:r>
              <a:rPr lang="ko-KR" altLang="en-US" sz="1000" b="1">
                <a:highlight>
                  <a:srgbClr val="FFFF00"/>
                </a:highlight>
              </a:rPr>
              <a:t> </a:t>
            </a:r>
            <a:r>
              <a:rPr lang="ko-KR" altLang="en-US" sz="1000" b="1" err="1">
                <a:highlight>
                  <a:srgbClr val="FFFF00"/>
                </a:highlight>
              </a:rPr>
              <a:t>루씨에어</a:t>
            </a:r>
            <a:endParaRPr lang="en-US" altLang="ko-KR" sz="1000" b="1">
              <a:highlight>
                <a:srgbClr val="FFFF00"/>
              </a:highlight>
            </a:endParaRPr>
          </a:p>
          <a:p>
            <a:r>
              <a:rPr lang="ko-KR" altLang="en-US" sz="1000" b="1">
                <a:highlight>
                  <a:srgbClr val="FFFF00"/>
                </a:highlight>
              </a:rPr>
              <a:t>설치</a:t>
            </a:r>
            <a:r>
              <a:rPr lang="en-US" altLang="ko-KR" sz="1000" b="1">
                <a:highlight>
                  <a:srgbClr val="FFFF00"/>
                </a:highlight>
              </a:rPr>
              <a:t>+</a:t>
            </a:r>
            <a:r>
              <a:rPr lang="ko-KR" altLang="en-US" sz="1000" b="1">
                <a:highlight>
                  <a:srgbClr val="FFFF00"/>
                </a:highlight>
              </a:rPr>
              <a:t>보강</a:t>
            </a:r>
            <a:endParaRPr lang="en-US" altLang="ko-KR" sz="1000" b="1">
              <a:highlight>
                <a:srgbClr val="FFFF00"/>
              </a:highlight>
            </a:endParaRPr>
          </a:p>
        </p:txBody>
      </p:sp>
      <p:pic>
        <p:nvPicPr>
          <p:cNvPr id="18" name="그림 17">
            <a:extLst>
              <a:ext uri="{FF2B5EF4-FFF2-40B4-BE49-F238E27FC236}">
                <a16:creationId xmlns:a16="http://schemas.microsoft.com/office/drawing/2014/main" id="{15ED2396-4673-7110-3EB4-EECF8A452EB9}"/>
              </a:ext>
            </a:extLst>
          </p:cNvPr>
          <p:cNvPicPr>
            <a:picLocks noChangeAspect="1"/>
          </p:cNvPicPr>
          <p:nvPr/>
        </p:nvPicPr>
        <p:blipFill>
          <a:blip r:embed="rId6"/>
          <a:srcRect t="2320" b="-1"/>
          <a:stretch>
            <a:fillRect/>
          </a:stretch>
        </p:blipFill>
        <p:spPr>
          <a:xfrm>
            <a:off x="10322869" y="4505234"/>
            <a:ext cx="2236971" cy="1554480"/>
          </a:xfrm>
          <a:prstGeom prst="rect">
            <a:avLst/>
          </a:prstGeom>
        </p:spPr>
      </p:pic>
      <p:grpSp>
        <p:nvGrpSpPr>
          <p:cNvPr id="19" name="그룹 18">
            <a:extLst>
              <a:ext uri="{FF2B5EF4-FFF2-40B4-BE49-F238E27FC236}">
                <a16:creationId xmlns:a16="http://schemas.microsoft.com/office/drawing/2014/main" id="{BBC5C161-3C92-3295-B991-771FFF450B6C}"/>
              </a:ext>
            </a:extLst>
          </p:cNvPr>
          <p:cNvGrpSpPr/>
          <p:nvPr/>
        </p:nvGrpSpPr>
        <p:grpSpPr>
          <a:xfrm>
            <a:off x="3468434" y="3849178"/>
            <a:ext cx="764953" cy="255923"/>
            <a:chOff x="1981437" y="651871"/>
            <a:chExt cx="764953" cy="255923"/>
          </a:xfrm>
        </p:grpSpPr>
        <p:sp>
          <p:nvSpPr>
            <p:cNvPr id="20" name="TextBox 19">
              <a:extLst>
                <a:ext uri="{FF2B5EF4-FFF2-40B4-BE49-F238E27FC236}">
                  <a16:creationId xmlns:a16="http://schemas.microsoft.com/office/drawing/2014/main" id="{5023636F-E1D4-A708-E22B-92AFDE69DA98}"/>
                </a:ext>
              </a:extLst>
            </p:cNvPr>
            <p:cNvSpPr txBox="1"/>
            <p:nvPr/>
          </p:nvSpPr>
          <p:spPr>
            <a:xfrm>
              <a:off x="1981437" y="651871"/>
              <a:ext cx="764953" cy="184666"/>
            </a:xfrm>
            <a:prstGeom prst="rect">
              <a:avLst/>
            </a:prstGeom>
            <a:solidFill>
              <a:schemeClr val="bg1">
                <a:lumMod val="95000"/>
              </a:schemeClr>
            </a:solidFill>
          </p:spPr>
          <p:txBody>
            <a:bodyPr wrap="none" rtlCol="0">
              <a:spAutoFit/>
            </a:bodyPr>
            <a:lstStyle/>
            <a:p>
              <a:r>
                <a:rPr lang="ko-KR" altLang="en-US" sz="600" b="1"/>
                <a:t>서비스 조명 </a:t>
              </a:r>
              <a:r>
                <a:rPr lang="en-US" altLang="ko-KR" sz="600" b="1"/>
                <a:t>2EA</a:t>
              </a:r>
              <a:endParaRPr lang="ko-KR" altLang="en-US" sz="600" b="1"/>
            </a:p>
          </p:txBody>
        </p:sp>
        <p:grpSp>
          <p:nvGrpSpPr>
            <p:cNvPr id="21" name="그룹 20">
              <a:extLst>
                <a:ext uri="{FF2B5EF4-FFF2-40B4-BE49-F238E27FC236}">
                  <a16:creationId xmlns:a16="http://schemas.microsoft.com/office/drawing/2014/main" id="{4636FD50-99B0-CD01-DF57-E282FF51A50D}"/>
                </a:ext>
              </a:extLst>
            </p:cNvPr>
            <p:cNvGrpSpPr/>
            <p:nvPr/>
          </p:nvGrpSpPr>
          <p:grpSpPr>
            <a:xfrm rot="5400000">
              <a:off x="2314488" y="559720"/>
              <a:ext cx="98814" cy="597334"/>
              <a:chOff x="4737834" y="5014427"/>
              <a:chExt cx="98814" cy="597334"/>
            </a:xfrm>
            <a:solidFill>
              <a:srgbClr val="FF00FF"/>
            </a:solidFill>
          </p:grpSpPr>
          <p:sp>
            <p:nvSpPr>
              <p:cNvPr id="22" name="타원 21">
                <a:extLst>
                  <a:ext uri="{FF2B5EF4-FFF2-40B4-BE49-F238E27FC236}">
                    <a16:creationId xmlns:a16="http://schemas.microsoft.com/office/drawing/2014/main" id="{99E3CE9A-BF70-8359-04C1-23E89EC97DD2}"/>
                  </a:ext>
                </a:extLst>
              </p:cNvPr>
              <p:cNvSpPr/>
              <p:nvPr/>
            </p:nvSpPr>
            <p:spPr>
              <a:xfrm>
                <a:off x="4737834" y="5014427"/>
                <a:ext cx="98385" cy="98385"/>
              </a:xfrm>
              <a:prstGeom prst="ellipse">
                <a:avLst/>
              </a:prstGeom>
              <a:grpFill/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>
                  <a:solidFill>
                    <a:schemeClr val="tx1"/>
                  </a:solidFill>
                </a:endParaRPr>
              </a:p>
            </p:txBody>
          </p:sp>
          <p:sp>
            <p:nvSpPr>
              <p:cNvPr id="23" name="타원 22">
                <a:extLst>
                  <a:ext uri="{FF2B5EF4-FFF2-40B4-BE49-F238E27FC236}">
                    <a16:creationId xmlns:a16="http://schemas.microsoft.com/office/drawing/2014/main" id="{1EBBFB92-C06A-895E-32BE-8F6F8F024D50}"/>
                  </a:ext>
                </a:extLst>
              </p:cNvPr>
              <p:cNvSpPr/>
              <p:nvPr/>
            </p:nvSpPr>
            <p:spPr>
              <a:xfrm>
                <a:off x="4738263" y="5513376"/>
                <a:ext cx="98385" cy="98385"/>
              </a:xfrm>
              <a:prstGeom prst="ellipse">
                <a:avLst/>
              </a:prstGeom>
              <a:grpFill/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>
                  <a:solidFill>
                    <a:schemeClr val="tx1"/>
                  </a:solidFill>
                </a:endParaRPr>
              </a:p>
            </p:txBody>
          </p:sp>
        </p:grpSp>
      </p:grpSp>
      <p:sp>
        <p:nvSpPr>
          <p:cNvPr id="2" name="TextBox 1">
            <a:extLst>
              <a:ext uri="{FF2B5EF4-FFF2-40B4-BE49-F238E27FC236}">
                <a16:creationId xmlns:a16="http://schemas.microsoft.com/office/drawing/2014/main" id="{9DF2CABB-9ECC-EF77-9354-0FF9A67CADC5}"/>
              </a:ext>
            </a:extLst>
          </p:cNvPr>
          <p:cNvSpPr txBox="1"/>
          <p:nvPr/>
        </p:nvSpPr>
        <p:spPr>
          <a:xfrm>
            <a:off x="7058350" y="4134528"/>
            <a:ext cx="479618" cy="2462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1000" b="1">
                <a:solidFill>
                  <a:srgbClr val="FF0000"/>
                </a:solidFill>
              </a:rPr>
              <a:t>3100</a:t>
            </a:r>
            <a:endParaRPr lang="ko-KR" altLang="en-US" sz="1000" b="1">
              <a:solidFill>
                <a:srgbClr val="FF0000"/>
              </a:solidFill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577E7345-A5C5-A496-90AC-2B313328362A}"/>
              </a:ext>
            </a:extLst>
          </p:cNvPr>
          <p:cNvSpPr txBox="1"/>
          <p:nvPr/>
        </p:nvSpPr>
        <p:spPr>
          <a:xfrm>
            <a:off x="6292067" y="4627588"/>
            <a:ext cx="479618" cy="2462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1000" b="1">
                <a:solidFill>
                  <a:srgbClr val="FF0000"/>
                </a:solidFill>
              </a:rPr>
              <a:t>2500</a:t>
            </a:r>
            <a:endParaRPr lang="ko-KR" altLang="en-US" sz="1000" b="1">
              <a:solidFill>
                <a:srgbClr val="FF0000"/>
              </a:solidFill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DB994BCE-528F-C33A-2908-12518E9C4024}"/>
              </a:ext>
            </a:extLst>
          </p:cNvPr>
          <p:cNvSpPr txBox="1"/>
          <p:nvPr/>
        </p:nvSpPr>
        <p:spPr>
          <a:xfrm>
            <a:off x="7110154" y="6076702"/>
            <a:ext cx="479618" cy="2462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1000" b="1">
                <a:solidFill>
                  <a:srgbClr val="FF0000"/>
                </a:solidFill>
              </a:rPr>
              <a:t>4500</a:t>
            </a:r>
            <a:endParaRPr lang="ko-KR" altLang="en-US" sz="1000" b="1">
              <a:solidFill>
                <a:srgbClr val="FF0000"/>
              </a:solidFill>
            </a:endParaRP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DB3564E2-8F33-9A61-F682-09DE80D9AD45}"/>
              </a:ext>
            </a:extLst>
          </p:cNvPr>
          <p:cNvSpPr txBox="1"/>
          <p:nvPr/>
        </p:nvSpPr>
        <p:spPr>
          <a:xfrm>
            <a:off x="9341233" y="5739498"/>
            <a:ext cx="479618" cy="2462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1000" b="1">
                <a:solidFill>
                  <a:srgbClr val="FF0000"/>
                </a:solidFill>
              </a:rPr>
              <a:t>3500</a:t>
            </a:r>
            <a:endParaRPr lang="ko-KR" altLang="en-US" sz="1000" b="1">
              <a:solidFill>
                <a:srgbClr val="FF0000"/>
              </a:solidFill>
            </a:endParaRP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79C86536-44AE-39FC-49E7-21F70A4C1A08}"/>
              </a:ext>
            </a:extLst>
          </p:cNvPr>
          <p:cNvSpPr txBox="1"/>
          <p:nvPr/>
        </p:nvSpPr>
        <p:spPr>
          <a:xfrm>
            <a:off x="3818393" y="6070705"/>
            <a:ext cx="479618" cy="2462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1000" b="1">
                <a:solidFill>
                  <a:srgbClr val="FF0000"/>
                </a:solidFill>
              </a:rPr>
              <a:t>2900</a:t>
            </a:r>
            <a:endParaRPr lang="ko-KR" altLang="en-US" sz="1000" b="1">
              <a:solidFill>
                <a:srgbClr val="FF0000"/>
              </a:solidFill>
            </a:endParaRP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9FC5A59E-EF1F-A8C7-32DA-79D3D51F993D}"/>
              </a:ext>
            </a:extLst>
          </p:cNvPr>
          <p:cNvSpPr txBox="1"/>
          <p:nvPr/>
        </p:nvSpPr>
        <p:spPr>
          <a:xfrm>
            <a:off x="2112619" y="6069702"/>
            <a:ext cx="479618" cy="2462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1000" b="1">
                <a:solidFill>
                  <a:srgbClr val="FF0000"/>
                </a:solidFill>
              </a:rPr>
              <a:t>2800</a:t>
            </a:r>
            <a:endParaRPr lang="ko-KR" altLang="en-US" sz="1000" b="1">
              <a:solidFill>
                <a:srgbClr val="FF0000"/>
              </a:solidFill>
            </a:endParaRP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336BD530-B52D-1CD9-E10F-116A99E76F2F}"/>
              </a:ext>
            </a:extLst>
          </p:cNvPr>
          <p:cNvSpPr txBox="1"/>
          <p:nvPr/>
        </p:nvSpPr>
        <p:spPr>
          <a:xfrm>
            <a:off x="10338926" y="4014128"/>
            <a:ext cx="405880" cy="2462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1000" b="1">
                <a:solidFill>
                  <a:srgbClr val="FF0000"/>
                </a:solidFill>
              </a:rPr>
              <a:t>900</a:t>
            </a:r>
            <a:endParaRPr lang="ko-KR" altLang="en-US" sz="1000" b="1">
              <a:solidFill>
                <a:srgbClr val="FF0000"/>
              </a:solidFill>
            </a:endParaRP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74DB0B50-12A9-C34D-4266-CE3ECF45E2EE}"/>
              </a:ext>
            </a:extLst>
          </p:cNvPr>
          <p:cNvSpPr txBox="1"/>
          <p:nvPr/>
        </p:nvSpPr>
        <p:spPr>
          <a:xfrm>
            <a:off x="4328259" y="2810961"/>
            <a:ext cx="405880" cy="2462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1000" b="1">
                <a:solidFill>
                  <a:srgbClr val="FF0000"/>
                </a:solidFill>
              </a:rPr>
              <a:t>800</a:t>
            </a:r>
            <a:endParaRPr lang="ko-KR" altLang="en-US" sz="1000" b="1">
              <a:solidFill>
                <a:srgbClr val="FF0000"/>
              </a:solidFill>
            </a:endParaRP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DBA0397E-01FF-DE32-FE28-D53A587E1406}"/>
              </a:ext>
            </a:extLst>
          </p:cNvPr>
          <p:cNvSpPr txBox="1"/>
          <p:nvPr/>
        </p:nvSpPr>
        <p:spPr>
          <a:xfrm>
            <a:off x="3611505" y="3040160"/>
            <a:ext cx="479618" cy="2462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1000" b="1">
                <a:solidFill>
                  <a:srgbClr val="FF0000"/>
                </a:solidFill>
              </a:rPr>
              <a:t>1300</a:t>
            </a:r>
            <a:endParaRPr lang="ko-KR" altLang="en-US" sz="1000" b="1">
              <a:solidFill>
                <a:srgbClr val="FF0000"/>
              </a:solidFill>
            </a:endParaRPr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06FAFBA4-C08F-695C-EC66-DA9372185FEB}"/>
              </a:ext>
            </a:extLst>
          </p:cNvPr>
          <p:cNvSpPr txBox="1"/>
          <p:nvPr/>
        </p:nvSpPr>
        <p:spPr>
          <a:xfrm>
            <a:off x="6424461" y="1044478"/>
            <a:ext cx="479618" cy="2462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1000" b="1">
                <a:solidFill>
                  <a:srgbClr val="FF0000"/>
                </a:solidFill>
              </a:rPr>
              <a:t>1100</a:t>
            </a:r>
            <a:endParaRPr lang="ko-KR" altLang="en-US" sz="1000" b="1">
              <a:solidFill>
                <a:srgbClr val="FF0000"/>
              </a:solidFill>
            </a:endParaRPr>
          </a:p>
        </p:txBody>
      </p:sp>
      <p:cxnSp>
        <p:nvCxnSpPr>
          <p:cNvPr id="28" name="직선 화살표 연결선 27">
            <a:extLst>
              <a:ext uri="{FF2B5EF4-FFF2-40B4-BE49-F238E27FC236}">
                <a16:creationId xmlns:a16="http://schemas.microsoft.com/office/drawing/2014/main" id="{6131A6B9-2C45-B711-F711-E3AE4896D848}"/>
              </a:ext>
            </a:extLst>
          </p:cNvPr>
          <p:cNvCxnSpPr>
            <a:cxnSpLocks/>
          </p:cNvCxnSpPr>
          <p:nvPr/>
        </p:nvCxnSpPr>
        <p:spPr>
          <a:xfrm>
            <a:off x="10233498" y="3607663"/>
            <a:ext cx="0" cy="653823"/>
          </a:xfrm>
          <a:prstGeom prst="straightConnector1">
            <a:avLst/>
          </a:prstGeom>
          <a:ln w="57150">
            <a:solidFill>
              <a:srgbClr val="00B050"/>
            </a:solidFill>
            <a:headEnd type="triangle"/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9" name="직선 화살표 연결선 28">
            <a:extLst>
              <a:ext uri="{FF2B5EF4-FFF2-40B4-BE49-F238E27FC236}">
                <a16:creationId xmlns:a16="http://schemas.microsoft.com/office/drawing/2014/main" id="{0A367EA7-9592-B983-5B49-DA9CF257FE01}"/>
              </a:ext>
            </a:extLst>
          </p:cNvPr>
          <p:cNvCxnSpPr>
            <a:cxnSpLocks/>
          </p:cNvCxnSpPr>
          <p:nvPr/>
        </p:nvCxnSpPr>
        <p:spPr>
          <a:xfrm flipH="1">
            <a:off x="6219801" y="1491409"/>
            <a:ext cx="902431" cy="0"/>
          </a:xfrm>
          <a:prstGeom prst="straightConnector1">
            <a:avLst/>
          </a:prstGeom>
          <a:ln w="57150">
            <a:solidFill>
              <a:srgbClr val="00B050"/>
            </a:solidFill>
            <a:headEnd type="triangle"/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810490892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03CD3DC-C6A0-4099-6F5B-C56166C0B17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그림 4">
            <a:extLst>
              <a:ext uri="{FF2B5EF4-FFF2-40B4-BE49-F238E27FC236}">
                <a16:creationId xmlns:a16="http://schemas.microsoft.com/office/drawing/2014/main" id="{E0CDC872-26F0-65AD-E16E-F25C32A037CD}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/>
        </p:nvPicPr>
        <p:blipFill>
          <a:blip r:embed="rId2">
            <a:alphaModFix amt="70000"/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saturation sat="0"/>
                    </a14:imgEffect>
                  </a14:imgLayer>
                </a14:imgProps>
              </a:ext>
            </a:extLst>
          </a:blip>
          <a:stretch>
            <a:fillRect/>
          </a:stretch>
        </p:blipFill>
        <p:spPr>
          <a:xfrm>
            <a:off x="1761061" y="946662"/>
            <a:ext cx="8995839" cy="5276338"/>
          </a:xfrm>
          <a:prstGeom prst="rect">
            <a:avLst/>
          </a:prstGeom>
        </p:spPr>
      </p:pic>
      <mc:AlternateContent xmlns:mc="http://schemas.openxmlformats.org/markup-compatibility/2006">
        <mc:Choice xmlns:a14="http://schemas.microsoft.com/office/drawing/2010/main" Requires="a14">
          <p:sp>
            <p:nvSpPr>
              <p:cNvPr id="6" name="TextBox 5">
                <a:extLst>
                  <a:ext uri="{FF2B5EF4-FFF2-40B4-BE49-F238E27FC236}">
                    <a16:creationId xmlns:a16="http://schemas.microsoft.com/office/drawing/2014/main" id="{17F1386B-1D74-41D8-D14E-969A28C7274A}"/>
                  </a:ext>
                </a:extLst>
              </p:cNvPr>
              <p:cNvSpPr txBox="1"/>
              <p:nvPr/>
            </p:nvSpPr>
            <p:spPr>
              <a:xfrm>
                <a:off x="10152689" y="1075737"/>
                <a:ext cx="1762781" cy="407099"/>
              </a:xfrm>
              <a:prstGeom prst="rect">
                <a:avLst/>
              </a:prstGeom>
              <a:noFill/>
            </p:spPr>
            <p:txBody>
              <a:bodyPr wrap="square">
                <a:spAutoFit/>
                <a:scene3d>
                  <a:camera prst="orthographicFront"/>
                  <a:lightRig rig="harsh" dir="t"/>
                </a:scene3d>
                <a:sp3d extrusionH="57150" prstMaterial="matte">
                  <a:bevelT w="63500" h="12700" prst="angle"/>
                  <a:contourClr>
                    <a:schemeClr val="bg1">
                      <a:lumMod val="65000"/>
                    </a:schemeClr>
                  </a:contourClr>
                </a:sp3d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right"/>
                    </m:oMathParaPr>
                    <m:oMath xmlns:m="http://schemas.openxmlformats.org/officeDocument/2006/math">
                      <m:sSup>
                        <m:sSupPr>
                          <m:ctrlPr>
                            <a:rPr lang="en-US" altLang="ko-KR" sz="2000" b="1" i="1" u="none" strike="noStrike" smtClean="0">
                              <a:ln/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altLang="ko-KR" sz="2000" b="1" i="1" u="none" strike="noStrike" smtClean="0">
                              <a:ln/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𝟖𝟒</m:t>
                          </m:r>
                          <m:r>
                            <a:rPr lang="en-US" altLang="ko-KR" sz="2000" b="1" i="1" u="none" strike="noStrike" smtClean="0">
                              <a:ln/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𝑨𝒎</m:t>
                          </m:r>
                        </m:e>
                        <m:sup>
                          <m:r>
                            <a:rPr lang="en-US" altLang="ko-KR" sz="2000" b="1" i="1" u="none" strike="noStrike" smtClean="0">
                              <a:ln/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𝟐</m:t>
                          </m:r>
                        </m:sup>
                      </m:sSup>
                    </m:oMath>
                  </m:oMathPara>
                </a14:m>
                <a:endParaRPr lang="ko-KR" altLang="en-US" sz="2000" b="1">
                  <a:ln/>
                  <a:solidFill>
                    <a:schemeClr val="tx1"/>
                  </a:solidFill>
                </a:endParaRPr>
              </a:p>
            </p:txBody>
          </p:sp>
        </mc:Choice>
        <mc:Fallback>
          <p:sp>
            <p:nvSpPr>
              <p:cNvPr id="6" name="TextBox 5">
                <a:extLst>
                  <a:ext uri="{FF2B5EF4-FFF2-40B4-BE49-F238E27FC236}">
                    <a16:creationId xmlns:a16="http://schemas.microsoft.com/office/drawing/2014/main" id="{17F1386B-1D74-41D8-D14E-969A28C7274A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0152689" y="1075737"/>
                <a:ext cx="1762781" cy="407099"/>
              </a:xfrm>
              <a:prstGeom prst="rect">
                <a:avLst/>
              </a:prstGeom>
              <a:blipFill>
                <a:blip r:embed="rId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7" name="TextBox 6">
            <a:extLst>
              <a:ext uri="{FF2B5EF4-FFF2-40B4-BE49-F238E27FC236}">
                <a16:creationId xmlns:a16="http://schemas.microsoft.com/office/drawing/2014/main" id="{80049561-027F-688E-788F-6AB62FA7EFB7}"/>
              </a:ext>
            </a:extLst>
          </p:cNvPr>
          <p:cNvSpPr txBox="1"/>
          <p:nvPr/>
        </p:nvSpPr>
        <p:spPr>
          <a:xfrm>
            <a:off x="1870318" y="353253"/>
            <a:ext cx="8452551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 sz="2000" b="1"/>
              <a:t>84A</a:t>
            </a:r>
            <a:r>
              <a:rPr lang="ko-KR" altLang="en-US" sz="2000" b="1"/>
              <a:t>타입 간접</a:t>
            </a:r>
            <a:r>
              <a:rPr lang="en-US" altLang="ko-KR" sz="2000" b="1"/>
              <a:t>A /</a:t>
            </a:r>
            <a:r>
              <a:rPr lang="ko-KR" altLang="en-US" sz="2000" b="1"/>
              <a:t>간접</a:t>
            </a:r>
            <a:r>
              <a:rPr lang="en-US" altLang="ko-KR" sz="2000" b="1"/>
              <a:t> </a:t>
            </a:r>
            <a:r>
              <a:rPr lang="ko-KR" altLang="en-US" sz="2000" b="1"/>
              <a:t>센서 </a:t>
            </a:r>
            <a:r>
              <a:rPr lang="en-US" altLang="ko-KR" sz="2000" b="1"/>
              <a:t>SET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18AF70EA-968F-8C35-8273-19B9AE416C44}"/>
              </a:ext>
            </a:extLst>
          </p:cNvPr>
          <p:cNvSpPr txBox="1"/>
          <p:nvPr/>
        </p:nvSpPr>
        <p:spPr>
          <a:xfrm>
            <a:off x="112365" y="770606"/>
            <a:ext cx="3264447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800">
                <a:solidFill>
                  <a:srgbClr val="FF0000"/>
                </a:solidFill>
              </a:rPr>
              <a:t>**</a:t>
            </a:r>
            <a:r>
              <a:rPr lang="ko-KR" altLang="en-US" sz="800">
                <a:solidFill>
                  <a:srgbClr val="FF0000"/>
                </a:solidFill>
              </a:rPr>
              <a:t>스위치 연결을 위해 별도의 </a:t>
            </a:r>
            <a:r>
              <a:rPr lang="ko-KR" altLang="en-US" sz="800" err="1">
                <a:solidFill>
                  <a:srgbClr val="FF0000"/>
                </a:solidFill>
              </a:rPr>
              <a:t>타공이</a:t>
            </a:r>
            <a:r>
              <a:rPr lang="ko-KR" altLang="en-US" sz="800">
                <a:solidFill>
                  <a:srgbClr val="FF0000"/>
                </a:solidFill>
              </a:rPr>
              <a:t> 필요할 수 </a:t>
            </a:r>
            <a:endParaRPr lang="en-US" altLang="ko-KR" sz="800">
              <a:solidFill>
                <a:srgbClr val="FF0000"/>
              </a:solidFill>
            </a:endParaRPr>
          </a:p>
          <a:p>
            <a:r>
              <a:rPr lang="ko-KR" altLang="en-US" sz="800">
                <a:solidFill>
                  <a:srgbClr val="FF0000"/>
                </a:solidFill>
              </a:rPr>
              <a:t>있으며</a:t>
            </a:r>
            <a:r>
              <a:rPr lang="en-US" altLang="ko-KR" sz="800">
                <a:solidFill>
                  <a:srgbClr val="FF0000"/>
                </a:solidFill>
              </a:rPr>
              <a:t> </a:t>
            </a:r>
            <a:r>
              <a:rPr lang="ko-KR" altLang="en-US" sz="800">
                <a:solidFill>
                  <a:srgbClr val="FF0000"/>
                </a:solidFill>
              </a:rPr>
              <a:t>공스피커로 마감 될 수도 있음</a:t>
            </a:r>
            <a:endParaRPr lang="en-US" altLang="ko-KR" sz="800">
              <a:solidFill>
                <a:srgbClr val="FF0000"/>
              </a:solidFill>
            </a:endParaRPr>
          </a:p>
        </p:txBody>
      </p:sp>
      <p:sp>
        <p:nvSpPr>
          <p:cNvPr id="35" name="TextBox 13">
            <a:extLst>
              <a:ext uri="{FF2B5EF4-FFF2-40B4-BE49-F238E27FC236}">
                <a16:creationId xmlns:a16="http://schemas.microsoft.com/office/drawing/2014/main" id="{D517A311-5FE0-84F9-F42E-A1F2059E6399}"/>
              </a:ext>
            </a:extLst>
          </p:cNvPr>
          <p:cNvSpPr txBox="1"/>
          <p:nvPr/>
        </p:nvSpPr>
        <p:spPr>
          <a:xfrm>
            <a:off x="142074" y="1128948"/>
            <a:ext cx="1489510" cy="461665"/>
          </a:xfrm>
          <a:prstGeom prst="rect">
            <a:avLst/>
          </a:prstGeom>
          <a:solidFill>
            <a:schemeClr val="accent6">
              <a:lumMod val="20000"/>
              <a:lumOff val="80000"/>
            </a:schemeClr>
          </a:solidFill>
        </p:spPr>
        <p:txBody>
          <a:bodyPr wrap="none" rtlCol="0">
            <a:spAutoFit/>
          </a:bodyPr>
          <a:lstStyle>
            <a:defPPr>
              <a:defRPr lang="ko-KR"/>
            </a:defPPr>
            <a:lvl1pPr marL="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ko-KR" altLang="en-US" sz="800" b="1"/>
              <a:t>욕실 </a:t>
            </a:r>
            <a:r>
              <a:rPr lang="ko-KR" altLang="en-US" sz="800" b="1" err="1"/>
              <a:t>휴젠트여부에</a:t>
            </a:r>
            <a:r>
              <a:rPr lang="ko-KR" altLang="en-US" sz="800" b="1"/>
              <a:t> 대하여</a:t>
            </a:r>
            <a:endParaRPr lang="en-US" altLang="ko-KR" sz="800" b="1"/>
          </a:p>
          <a:p>
            <a:r>
              <a:rPr lang="ko-KR" altLang="en-US" sz="800" b="1"/>
              <a:t>기사분이 현장에서 파악하여</a:t>
            </a:r>
            <a:endParaRPr lang="en-US" altLang="ko-KR" sz="800" b="1"/>
          </a:p>
          <a:p>
            <a:r>
              <a:rPr lang="ko-KR" altLang="en-US" sz="800" b="1"/>
              <a:t>센서위치를 적용해드립니다</a:t>
            </a:r>
            <a:r>
              <a:rPr lang="en-US" altLang="ko-KR" sz="800" b="1"/>
              <a:t>.</a:t>
            </a:r>
            <a:endParaRPr lang="ko-KR" altLang="en-US" sz="800" b="1"/>
          </a:p>
        </p:txBody>
      </p:sp>
      <p:grpSp>
        <p:nvGrpSpPr>
          <p:cNvPr id="36" name="그룹 35">
            <a:extLst>
              <a:ext uri="{FF2B5EF4-FFF2-40B4-BE49-F238E27FC236}">
                <a16:creationId xmlns:a16="http://schemas.microsoft.com/office/drawing/2014/main" id="{8C04318F-55F1-9E08-F22C-BDB96889502F}"/>
              </a:ext>
            </a:extLst>
          </p:cNvPr>
          <p:cNvGrpSpPr/>
          <p:nvPr/>
        </p:nvGrpSpPr>
        <p:grpSpPr>
          <a:xfrm>
            <a:off x="166864" y="137559"/>
            <a:ext cx="2166761" cy="738664"/>
            <a:chOff x="209306" y="114311"/>
            <a:chExt cx="2166761" cy="742666"/>
          </a:xfrm>
        </p:grpSpPr>
        <p:sp>
          <p:nvSpPr>
            <p:cNvPr id="37" name="타원 36">
              <a:extLst>
                <a:ext uri="{FF2B5EF4-FFF2-40B4-BE49-F238E27FC236}">
                  <a16:creationId xmlns:a16="http://schemas.microsoft.com/office/drawing/2014/main" id="{0EACBF6A-F27A-F743-8319-167755958410}"/>
                </a:ext>
              </a:extLst>
            </p:cNvPr>
            <p:cNvSpPr/>
            <p:nvPr/>
          </p:nvSpPr>
          <p:spPr>
            <a:xfrm>
              <a:off x="209307" y="168341"/>
              <a:ext cx="98385" cy="98385"/>
            </a:xfrm>
            <a:prstGeom prst="ellipse">
              <a:avLst/>
            </a:prstGeom>
            <a:solidFill>
              <a:srgbClr val="FF0000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ko-KR"/>
              </a:defPPr>
              <a:lvl1pPr marL="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ko-KR" altLang="en-US">
                <a:solidFill>
                  <a:schemeClr val="tx1"/>
                </a:solidFill>
              </a:endParaRPr>
            </a:p>
          </p:txBody>
        </p:sp>
        <p:sp>
          <p:nvSpPr>
            <p:cNvPr id="38" name="타원 37">
              <a:extLst>
                <a:ext uri="{FF2B5EF4-FFF2-40B4-BE49-F238E27FC236}">
                  <a16:creationId xmlns:a16="http://schemas.microsoft.com/office/drawing/2014/main" id="{9EA6308F-0CD6-4F99-ADAD-630189B69A35}"/>
                </a:ext>
              </a:extLst>
            </p:cNvPr>
            <p:cNvSpPr/>
            <p:nvPr/>
          </p:nvSpPr>
          <p:spPr>
            <a:xfrm>
              <a:off x="209307" y="347436"/>
              <a:ext cx="98385" cy="98385"/>
            </a:xfrm>
            <a:prstGeom prst="ellipse">
              <a:avLst/>
            </a:prstGeom>
            <a:solidFill>
              <a:srgbClr val="FFFF00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ko-KR"/>
              </a:defPPr>
              <a:lvl1pPr marL="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ko-KR" altLang="en-US">
                <a:solidFill>
                  <a:schemeClr val="tx1"/>
                </a:solidFill>
              </a:endParaRPr>
            </a:p>
          </p:txBody>
        </p:sp>
        <p:sp>
          <p:nvSpPr>
            <p:cNvPr id="39" name="타원 38">
              <a:extLst>
                <a:ext uri="{FF2B5EF4-FFF2-40B4-BE49-F238E27FC236}">
                  <a16:creationId xmlns:a16="http://schemas.microsoft.com/office/drawing/2014/main" id="{A0BBA1A8-6CA8-8530-F4FC-730C0243B7C1}"/>
                </a:ext>
              </a:extLst>
            </p:cNvPr>
            <p:cNvSpPr/>
            <p:nvPr/>
          </p:nvSpPr>
          <p:spPr>
            <a:xfrm>
              <a:off x="209306" y="573831"/>
              <a:ext cx="98385" cy="98385"/>
            </a:xfrm>
            <a:prstGeom prst="ellipse">
              <a:avLst/>
            </a:prstGeom>
            <a:solidFill>
              <a:srgbClr val="FFC000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ko-KR"/>
              </a:defPPr>
              <a:lvl1pPr marL="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ko-KR" altLang="en-US">
                <a:solidFill>
                  <a:schemeClr val="tx1"/>
                </a:solidFill>
              </a:endParaRPr>
            </a:p>
          </p:txBody>
        </p:sp>
        <p:sp>
          <p:nvSpPr>
            <p:cNvPr id="40" name="TextBox 11">
              <a:extLst>
                <a:ext uri="{FF2B5EF4-FFF2-40B4-BE49-F238E27FC236}">
                  <a16:creationId xmlns:a16="http://schemas.microsoft.com/office/drawing/2014/main" id="{4050ABC5-6D50-E66C-BBC3-938BD4BD9E00}"/>
                </a:ext>
              </a:extLst>
            </p:cNvPr>
            <p:cNvSpPr txBox="1"/>
            <p:nvPr/>
          </p:nvSpPr>
          <p:spPr>
            <a:xfrm>
              <a:off x="318304" y="114311"/>
              <a:ext cx="2057763" cy="742666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>
              <a:defPPr>
                <a:defRPr lang="ko-KR"/>
              </a:defPPr>
              <a:lvl1pPr marL="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r>
                <a:rPr lang="ko-KR" altLang="en-US" sz="700"/>
                <a:t>간접조명 </a:t>
              </a:r>
              <a:r>
                <a:rPr lang="en-US" altLang="ko-KR" sz="700"/>
                <a:t>A SET</a:t>
              </a:r>
            </a:p>
            <a:p>
              <a:endParaRPr lang="en-US" altLang="ko-KR" sz="700"/>
            </a:p>
            <a:p>
              <a:r>
                <a:rPr lang="ko-KR" altLang="en-US" sz="700"/>
                <a:t>간접조명 센서 </a:t>
              </a:r>
              <a:r>
                <a:rPr lang="en-US" altLang="ko-KR" sz="700"/>
                <a:t>SET</a:t>
              </a:r>
            </a:p>
            <a:p>
              <a:endParaRPr lang="en-US" altLang="ko-KR" sz="700"/>
            </a:p>
            <a:p>
              <a:r>
                <a:rPr lang="ko-KR" altLang="en-US" sz="700"/>
                <a:t>우물천장간접조명 및 커튼박수 추가</a:t>
              </a:r>
              <a:r>
                <a:rPr lang="en-US" altLang="ko-KR" sz="700"/>
                <a:t>(</a:t>
              </a:r>
              <a:r>
                <a:rPr lang="ko-KR" altLang="en-US" sz="700"/>
                <a:t>별도 추가</a:t>
              </a:r>
              <a:r>
                <a:rPr lang="en-US" altLang="ko-KR" sz="700"/>
                <a:t>)</a:t>
              </a:r>
            </a:p>
            <a:p>
              <a:endParaRPr lang="en-US" altLang="ko-KR" sz="700"/>
            </a:p>
          </p:txBody>
        </p:sp>
      </p:grpSp>
      <p:sp>
        <p:nvSpPr>
          <p:cNvPr id="9" name="별: 꼭짓점 4개 8">
            <a:extLst>
              <a:ext uri="{FF2B5EF4-FFF2-40B4-BE49-F238E27FC236}">
                <a16:creationId xmlns:a16="http://schemas.microsoft.com/office/drawing/2014/main" id="{A40C581D-9AC3-0330-D89B-0E9818F7C309}"/>
              </a:ext>
            </a:extLst>
          </p:cNvPr>
          <p:cNvSpPr/>
          <p:nvPr/>
        </p:nvSpPr>
        <p:spPr>
          <a:xfrm>
            <a:off x="6954372" y="4875285"/>
            <a:ext cx="557315" cy="559233"/>
          </a:xfrm>
          <a:prstGeom prst="star4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2645">
              <a:solidFill>
                <a:schemeClr val="tx1"/>
              </a:solidFill>
            </a:endParaRP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90EAD70D-B39F-7A12-EEF7-A8642D243244}"/>
              </a:ext>
            </a:extLst>
          </p:cNvPr>
          <p:cNvSpPr txBox="1"/>
          <p:nvPr/>
        </p:nvSpPr>
        <p:spPr>
          <a:xfrm>
            <a:off x="6690200" y="6304692"/>
            <a:ext cx="2229372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1000" b="1" err="1">
                <a:highlight>
                  <a:srgbClr val="FFFF00"/>
                </a:highlight>
              </a:rPr>
              <a:t>실링팬</a:t>
            </a:r>
            <a:r>
              <a:rPr lang="ko-KR" altLang="en-US" sz="1000" b="1">
                <a:highlight>
                  <a:srgbClr val="FFFF00"/>
                </a:highlight>
              </a:rPr>
              <a:t> </a:t>
            </a:r>
            <a:r>
              <a:rPr lang="ko-KR" altLang="en-US" sz="1000" b="1" err="1">
                <a:highlight>
                  <a:srgbClr val="FFFF00"/>
                </a:highlight>
              </a:rPr>
              <a:t>루씨에어</a:t>
            </a:r>
            <a:r>
              <a:rPr lang="en-US" altLang="ko-KR" sz="1000" b="1">
                <a:highlight>
                  <a:srgbClr val="FFFF00"/>
                </a:highlight>
              </a:rPr>
              <a:t>-</a:t>
            </a:r>
            <a:r>
              <a:rPr lang="ko-KR" altLang="en-US" sz="1000" b="1" err="1">
                <a:highlight>
                  <a:srgbClr val="FFFF00"/>
                </a:highlight>
              </a:rPr>
              <a:t>코타라</a:t>
            </a:r>
            <a:endParaRPr lang="en-US" altLang="ko-KR" sz="1000" b="1">
              <a:highlight>
                <a:srgbClr val="FFFF00"/>
              </a:highlight>
            </a:endParaRPr>
          </a:p>
          <a:p>
            <a:r>
              <a:rPr lang="ko-KR" altLang="en-US" sz="1000" b="1">
                <a:highlight>
                  <a:srgbClr val="FFFF00"/>
                </a:highlight>
              </a:rPr>
              <a:t>설치</a:t>
            </a:r>
            <a:r>
              <a:rPr lang="en-US" altLang="ko-KR" sz="1000" b="1">
                <a:highlight>
                  <a:srgbClr val="FFFF00"/>
                </a:highlight>
              </a:rPr>
              <a:t>+</a:t>
            </a:r>
            <a:r>
              <a:rPr lang="ko-KR" altLang="en-US" sz="1000" b="1">
                <a:highlight>
                  <a:srgbClr val="FFFF00"/>
                </a:highlight>
              </a:rPr>
              <a:t>보강</a:t>
            </a:r>
            <a:endParaRPr lang="en-US" altLang="ko-KR" sz="1000" b="1">
              <a:highlight>
                <a:srgbClr val="FFFF00"/>
              </a:highlight>
            </a:endParaRPr>
          </a:p>
        </p:txBody>
      </p:sp>
      <p:grpSp>
        <p:nvGrpSpPr>
          <p:cNvPr id="22" name="그룹 21">
            <a:extLst>
              <a:ext uri="{FF2B5EF4-FFF2-40B4-BE49-F238E27FC236}">
                <a16:creationId xmlns:a16="http://schemas.microsoft.com/office/drawing/2014/main" id="{0E8FD956-E22E-9440-D1DD-B1C7A20B607F}"/>
              </a:ext>
            </a:extLst>
          </p:cNvPr>
          <p:cNvGrpSpPr/>
          <p:nvPr/>
        </p:nvGrpSpPr>
        <p:grpSpPr>
          <a:xfrm>
            <a:off x="3468434" y="3849178"/>
            <a:ext cx="764953" cy="255923"/>
            <a:chOff x="1981437" y="651871"/>
            <a:chExt cx="764953" cy="255923"/>
          </a:xfrm>
        </p:grpSpPr>
        <p:sp>
          <p:nvSpPr>
            <p:cNvPr id="23" name="TextBox 22">
              <a:extLst>
                <a:ext uri="{FF2B5EF4-FFF2-40B4-BE49-F238E27FC236}">
                  <a16:creationId xmlns:a16="http://schemas.microsoft.com/office/drawing/2014/main" id="{74A0DFCE-7DF4-5971-6BA8-11773C296B20}"/>
                </a:ext>
              </a:extLst>
            </p:cNvPr>
            <p:cNvSpPr txBox="1"/>
            <p:nvPr/>
          </p:nvSpPr>
          <p:spPr>
            <a:xfrm>
              <a:off x="1981437" y="651871"/>
              <a:ext cx="764953" cy="184666"/>
            </a:xfrm>
            <a:prstGeom prst="rect">
              <a:avLst/>
            </a:prstGeom>
            <a:solidFill>
              <a:schemeClr val="bg1">
                <a:lumMod val="95000"/>
              </a:schemeClr>
            </a:solidFill>
          </p:spPr>
          <p:txBody>
            <a:bodyPr wrap="none" rtlCol="0">
              <a:spAutoFit/>
            </a:bodyPr>
            <a:lstStyle/>
            <a:p>
              <a:r>
                <a:rPr lang="ko-KR" altLang="en-US" sz="600" b="1"/>
                <a:t>서비스 조명 </a:t>
              </a:r>
              <a:r>
                <a:rPr lang="en-US" altLang="ko-KR" sz="600" b="1"/>
                <a:t>2EA</a:t>
              </a:r>
              <a:endParaRPr lang="ko-KR" altLang="en-US" sz="600" b="1"/>
            </a:p>
          </p:txBody>
        </p:sp>
        <p:grpSp>
          <p:nvGrpSpPr>
            <p:cNvPr id="24" name="그룹 23">
              <a:extLst>
                <a:ext uri="{FF2B5EF4-FFF2-40B4-BE49-F238E27FC236}">
                  <a16:creationId xmlns:a16="http://schemas.microsoft.com/office/drawing/2014/main" id="{2BCCE7F7-08C6-A030-0DED-4B30B2028F6C}"/>
                </a:ext>
              </a:extLst>
            </p:cNvPr>
            <p:cNvGrpSpPr/>
            <p:nvPr/>
          </p:nvGrpSpPr>
          <p:grpSpPr>
            <a:xfrm rot="5400000">
              <a:off x="2314488" y="559720"/>
              <a:ext cx="98814" cy="597334"/>
              <a:chOff x="4737834" y="5014427"/>
              <a:chExt cx="98814" cy="597334"/>
            </a:xfrm>
            <a:solidFill>
              <a:srgbClr val="FF00FF"/>
            </a:solidFill>
          </p:grpSpPr>
          <p:sp>
            <p:nvSpPr>
              <p:cNvPr id="25" name="타원 24">
                <a:extLst>
                  <a:ext uri="{FF2B5EF4-FFF2-40B4-BE49-F238E27FC236}">
                    <a16:creationId xmlns:a16="http://schemas.microsoft.com/office/drawing/2014/main" id="{91ABF167-8A57-D88C-02EE-96CA53D0AAF0}"/>
                  </a:ext>
                </a:extLst>
              </p:cNvPr>
              <p:cNvSpPr/>
              <p:nvPr/>
            </p:nvSpPr>
            <p:spPr>
              <a:xfrm>
                <a:off x="4737834" y="5014427"/>
                <a:ext cx="98385" cy="98385"/>
              </a:xfrm>
              <a:prstGeom prst="ellipse">
                <a:avLst/>
              </a:prstGeom>
              <a:grpFill/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>
                  <a:solidFill>
                    <a:schemeClr val="tx1"/>
                  </a:solidFill>
                </a:endParaRPr>
              </a:p>
            </p:txBody>
          </p:sp>
          <p:sp>
            <p:nvSpPr>
              <p:cNvPr id="26" name="타원 25">
                <a:extLst>
                  <a:ext uri="{FF2B5EF4-FFF2-40B4-BE49-F238E27FC236}">
                    <a16:creationId xmlns:a16="http://schemas.microsoft.com/office/drawing/2014/main" id="{F5E8470D-11CC-0341-CECA-2CFD7EB1E77B}"/>
                  </a:ext>
                </a:extLst>
              </p:cNvPr>
              <p:cNvSpPr/>
              <p:nvPr/>
            </p:nvSpPr>
            <p:spPr>
              <a:xfrm>
                <a:off x="4738263" y="5513376"/>
                <a:ext cx="98385" cy="98385"/>
              </a:xfrm>
              <a:prstGeom prst="ellipse">
                <a:avLst/>
              </a:prstGeom>
              <a:grpFill/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>
                  <a:solidFill>
                    <a:schemeClr val="tx1"/>
                  </a:solidFill>
                </a:endParaRPr>
              </a:p>
            </p:txBody>
          </p:sp>
        </p:grpSp>
      </p:grpSp>
      <p:pic>
        <p:nvPicPr>
          <p:cNvPr id="27" name="그림 26">
            <a:extLst>
              <a:ext uri="{FF2B5EF4-FFF2-40B4-BE49-F238E27FC236}">
                <a16:creationId xmlns:a16="http://schemas.microsoft.com/office/drawing/2014/main" id="{B29B347D-53FD-E290-8939-354509E08C6D}"/>
              </a:ext>
            </a:extLst>
          </p:cNvPr>
          <p:cNvPicPr>
            <a:picLocks noChangeAspect="1"/>
          </p:cNvPicPr>
          <p:nvPr/>
        </p:nvPicPr>
        <p:blipFill>
          <a:blip r:embed="rId5"/>
          <a:srcRect t="2320" b="-1"/>
          <a:stretch>
            <a:fillRect/>
          </a:stretch>
        </p:blipFill>
        <p:spPr>
          <a:xfrm>
            <a:off x="10322869" y="5303520"/>
            <a:ext cx="2236971" cy="1554480"/>
          </a:xfrm>
          <a:prstGeom prst="rect">
            <a:avLst/>
          </a:prstGeom>
        </p:spPr>
      </p:pic>
      <p:grpSp>
        <p:nvGrpSpPr>
          <p:cNvPr id="34" name="그룹 33">
            <a:extLst>
              <a:ext uri="{FF2B5EF4-FFF2-40B4-BE49-F238E27FC236}">
                <a16:creationId xmlns:a16="http://schemas.microsoft.com/office/drawing/2014/main" id="{2B670566-4187-28F8-8D9A-D3AA6DE8FAA7}"/>
              </a:ext>
            </a:extLst>
          </p:cNvPr>
          <p:cNvGrpSpPr/>
          <p:nvPr/>
        </p:nvGrpSpPr>
        <p:grpSpPr>
          <a:xfrm>
            <a:off x="10423809" y="4051671"/>
            <a:ext cx="2153752" cy="1204197"/>
            <a:chOff x="149488" y="3169907"/>
            <a:chExt cx="2153752" cy="1204197"/>
          </a:xfrm>
        </p:grpSpPr>
        <p:pic>
          <p:nvPicPr>
            <p:cNvPr id="50" name="그림 49">
              <a:extLst>
                <a:ext uri="{FF2B5EF4-FFF2-40B4-BE49-F238E27FC236}">
                  <a16:creationId xmlns:a16="http://schemas.microsoft.com/office/drawing/2014/main" id="{2AF610B1-26B0-100E-1143-317582C0FB1E}"/>
                </a:ext>
              </a:extLst>
            </p:cNvPr>
            <p:cNvPicPr>
              <a:picLocks noChangeAspect="1"/>
            </p:cNvPicPr>
            <p:nvPr/>
          </p:nvPicPr>
          <p:blipFill>
            <a:blip r:embed="rId6"/>
            <a:stretch>
              <a:fillRect/>
            </a:stretch>
          </p:blipFill>
          <p:spPr>
            <a:xfrm>
              <a:off x="149488" y="3169907"/>
              <a:ext cx="2153752" cy="1203311"/>
            </a:xfrm>
            <a:prstGeom prst="rect">
              <a:avLst/>
            </a:prstGeom>
          </p:spPr>
        </p:pic>
        <p:sp>
          <p:nvSpPr>
            <p:cNvPr id="51" name="TextBox 50">
              <a:extLst>
                <a:ext uri="{FF2B5EF4-FFF2-40B4-BE49-F238E27FC236}">
                  <a16:creationId xmlns:a16="http://schemas.microsoft.com/office/drawing/2014/main" id="{323636D5-BCDD-9401-B601-A686F3A1B441}"/>
                </a:ext>
              </a:extLst>
            </p:cNvPr>
            <p:cNvSpPr txBox="1">
              <a:spLocks/>
            </p:cNvSpPr>
            <p:nvPr/>
          </p:nvSpPr>
          <p:spPr>
            <a:xfrm>
              <a:off x="243433" y="4066327"/>
              <a:ext cx="723275" cy="307777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ko-KR" altLang="en-US" sz="1400" b="1" err="1"/>
                <a:t>코타라</a:t>
              </a:r>
              <a:endParaRPr lang="ko-KR" altLang="en-US" sz="1400" b="1"/>
            </a:p>
          </p:txBody>
        </p:sp>
      </p:grpSp>
      <p:sp>
        <p:nvSpPr>
          <p:cNvPr id="2" name="TextBox 1">
            <a:extLst>
              <a:ext uri="{FF2B5EF4-FFF2-40B4-BE49-F238E27FC236}">
                <a16:creationId xmlns:a16="http://schemas.microsoft.com/office/drawing/2014/main" id="{10EBC5B1-3C65-99C9-D59B-44F99842D08C}"/>
              </a:ext>
            </a:extLst>
          </p:cNvPr>
          <p:cNvSpPr txBox="1"/>
          <p:nvPr/>
        </p:nvSpPr>
        <p:spPr>
          <a:xfrm>
            <a:off x="7058350" y="4134528"/>
            <a:ext cx="479618" cy="2462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1000" b="1">
                <a:solidFill>
                  <a:srgbClr val="FF0000"/>
                </a:solidFill>
              </a:rPr>
              <a:t>3100</a:t>
            </a:r>
            <a:endParaRPr lang="ko-KR" altLang="en-US" sz="1000" b="1">
              <a:solidFill>
                <a:srgbClr val="FF0000"/>
              </a:solidFill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322A8A9A-3A74-5405-D0ED-68458D6FA336}"/>
              </a:ext>
            </a:extLst>
          </p:cNvPr>
          <p:cNvSpPr txBox="1"/>
          <p:nvPr/>
        </p:nvSpPr>
        <p:spPr>
          <a:xfrm>
            <a:off x="6292067" y="4627588"/>
            <a:ext cx="479618" cy="2462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1000" b="1">
                <a:solidFill>
                  <a:srgbClr val="FF0000"/>
                </a:solidFill>
              </a:rPr>
              <a:t>2500</a:t>
            </a:r>
            <a:endParaRPr lang="ko-KR" altLang="en-US" sz="1000" b="1">
              <a:solidFill>
                <a:srgbClr val="FF0000"/>
              </a:solidFill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D2198A6F-F2F3-FF61-9B64-1A55EEC63C6A}"/>
              </a:ext>
            </a:extLst>
          </p:cNvPr>
          <p:cNvSpPr txBox="1"/>
          <p:nvPr/>
        </p:nvSpPr>
        <p:spPr>
          <a:xfrm>
            <a:off x="7110154" y="6076702"/>
            <a:ext cx="479618" cy="2462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1000" b="1">
                <a:solidFill>
                  <a:srgbClr val="FF0000"/>
                </a:solidFill>
              </a:rPr>
              <a:t>4500</a:t>
            </a:r>
            <a:endParaRPr lang="ko-KR" altLang="en-US" sz="1000" b="1">
              <a:solidFill>
                <a:srgbClr val="FF0000"/>
              </a:solidFill>
            </a:endParaRP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D56A5881-5DE4-7E3B-9A09-771BF7556059}"/>
              </a:ext>
            </a:extLst>
          </p:cNvPr>
          <p:cNvSpPr txBox="1"/>
          <p:nvPr/>
        </p:nvSpPr>
        <p:spPr>
          <a:xfrm>
            <a:off x="9341233" y="5739498"/>
            <a:ext cx="479618" cy="2462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1000" b="1">
                <a:solidFill>
                  <a:srgbClr val="FF0000"/>
                </a:solidFill>
              </a:rPr>
              <a:t>3500</a:t>
            </a:r>
            <a:endParaRPr lang="ko-KR" altLang="en-US" sz="1000" b="1">
              <a:solidFill>
                <a:srgbClr val="FF0000"/>
              </a:solidFill>
            </a:endParaRP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44FF0072-E67E-BDDC-2D4D-3DEE6BFD2925}"/>
              </a:ext>
            </a:extLst>
          </p:cNvPr>
          <p:cNvSpPr txBox="1"/>
          <p:nvPr/>
        </p:nvSpPr>
        <p:spPr>
          <a:xfrm>
            <a:off x="3818393" y="6070705"/>
            <a:ext cx="479618" cy="2462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1000" b="1">
                <a:solidFill>
                  <a:srgbClr val="FF0000"/>
                </a:solidFill>
              </a:rPr>
              <a:t>2900</a:t>
            </a:r>
            <a:endParaRPr lang="ko-KR" altLang="en-US" sz="1000" b="1">
              <a:solidFill>
                <a:srgbClr val="FF0000"/>
              </a:solidFill>
            </a:endParaRP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4ED46AD3-2D18-89CD-7608-3581F673A3F6}"/>
              </a:ext>
            </a:extLst>
          </p:cNvPr>
          <p:cNvSpPr txBox="1"/>
          <p:nvPr/>
        </p:nvSpPr>
        <p:spPr>
          <a:xfrm>
            <a:off x="2112619" y="6069702"/>
            <a:ext cx="479618" cy="2462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1000" b="1">
                <a:solidFill>
                  <a:srgbClr val="FF0000"/>
                </a:solidFill>
              </a:rPr>
              <a:t>2800</a:t>
            </a:r>
            <a:endParaRPr lang="ko-KR" altLang="en-US" sz="1000" b="1">
              <a:solidFill>
                <a:srgbClr val="FF0000"/>
              </a:solidFill>
            </a:endParaRPr>
          </a:p>
        </p:txBody>
      </p:sp>
      <p:cxnSp>
        <p:nvCxnSpPr>
          <p:cNvPr id="12" name="직선 화살표 연결선 11">
            <a:extLst>
              <a:ext uri="{FF2B5EF4-FFF2-40B4-BE49-F238E27FC236}">
                <a16:creationId xmlns:a16="http://schemas.microsoft.com/office/drawing/2014/main" id="{F9A52081-377A-FC37-F6FF-5C4514B25AB9}"/>
              </a:ext>
            </a:extLst>
          </p:cNvPr>
          <p:cNvCxnSpPr>
            <a:cxnSpLocks/>
          </p:cNvCxnSpPr>
          <p:nvPr/>
        </p:nvCxnSpPr>
        <p:spPr>
          <a:xfrm>
            <a:off x="10233498" y="3607663"/>
            <a:ext cx="0" cy="653823"/>
          </a:xfrm>
          <a:prstGeom prst="straightConnector1">
            <a:avLst/>
          </a:prstGeom>
          <a:ln w="57150">
            <a:solidFill>
              <a:srgbClr val="00B050"/>
            </a:solidFill>
            <a:headEnd type="triangle"/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3" name="TextBox 12">
            <a:extLst>
              <a:ext uri="{FF2B5EF4-FFF2-40B4-BE49-F238E27FC236}">
                <a16:creationId xmlns:a16="http://schemas.microsoft.com/office/drawing/2014/main" id="{4E9CF54D-F73B-D086-9F04-BD4243BADE09}"/>
              </a:ext>
            </a:extLst>
          </p:cNvPr>
          <p:cNvSpPr txBox="1"/>
          <p:nvPr/>
        </p:nvSpPr>
        <p:spPr>
          <a:xfrm>
            <a:off x="10338926" y="4014128"/>
            <a:ext cx="405880" cy="2462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1000" b="1">
                <a:solidFill>
                  <a:srgbClr val="FF0000"/>
                </a:solidFill>
              </a:rPr>
              <a:t>900</a:t>
            </a:r>
            <a:endParaRPr lang="ko-KR" altLang="en-US" sz="1000" b="1">
              <a:solidFill>
                <a:srgbClr val="FF0000"/>
              </a:solidFill>
            </a:endParaRP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439DC5A2-B341-8E41-DCEF-982E7889C995}"/>
              </a:ext>
            </a:extLst>
          </p:cNvPr>
          <p:cNvSpPr txBox="1"/>
          <p:nvPr/>
        </p:nvSpPr>
        <p:spPr>
          <a:xfrm>
            <a:off x="4328259" y="2810961"/>
            <a:ext cx="405880" cy="2462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1000" b="1">
                <a:solidFill>
                  <a:srgbClr val="FF0000"/>
                </a:solidFill>
              </a:rPr>
              <a:t>800</a:t>
            </a:r>
            <a:endParaRPr lang="ko-KR" altLang="en-US" sz="1000" b="1">
              <a:solidFill>
                <a:srgbClr val="FF0000"/>
              </a:solidFill>
            </a:endParaRP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2F96753C-A155-06A5-34CD-23EC86C4CDCE}"/>
              </a:ext>
            </a:extLst>
          </p:cNvPr>
          <p:cNvSpPr txBox="1"/>
          <p:nvPr/>
        </p:nvSpPr>
        <p:spPr>
          <a:xfrm>
            <a:off x="3611505" y="3040160"/>
            <a:ext cx="479618" cy="2462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1000" b="1">
                <a:solidFill>
                  <a:srgbClr val="FF0000"/>
                </a:solidFill>
              </a:rPr>
              <a:t>1300</a:t>
            </a:r>
            <a:endParaRPr lang="ko-KR" altLang="en-US" sz="1000" b="1">
              <a:solidFill>
                <a:srgbClr val="FF0000"/>
              </a:solidFill>
            </a:endParaRPr>
          </a:p>
        </p:txBody>
      </p:sp>
      <p:cxnSp>
        <p:nvCxnSpPr>
          <p:cNvPr id="18" name="직선 화살표 연결선 17">
            <a:extLst>
              <a:ext uri="{FF2B5EF4-FFF2-40B4-BE49-F238E27FC236}">
                <a16:creationId xmlns:a16="http://schemas.microsoft.com/office/drawing/2014/main" id="{145A37A9-E3D1-BDC7-0D36-E3CB4D2E92D3}"/>
              </a:ext>
            </a:extLst>
          </p:cNvPr>
          <p:cNvCxnSpPr>
            <a:cxnSpLocks/>
          </p:cNvCxnSpPr>
          <p:nvPr/>
        </p:nvCxnSpPr>
        <p:spPr>
          <a:xfrm flipH="1">
            <a:off x="6219801" y="1491409"/>
            <a:ext cx="902431" cy="0"/>
          </a:xfrm>
          <a:prstGeom prst="straightConnector1">
            <a:avLst/>
          </a:prstGeom>
          <a:ln w="57150">
            <a:solidFill>
              <a:srgbClr val="00B050"/>
            </a:solidFill>
            <a:headEnd type="triangle"/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9" name="TextBox 18">
            <a:extLst>
              <a:ext uri="{FF2B5EF4-FFF2-40B4-BE49-F238E27FC236}">
                <a16:creationId xmlns:a16="http://schemas.microsoft.com/office/drawing/2014/main" id="{3C4AE762-EF5C-E411-660B-80FF24CAA844}"/>
              </a:ext>
            </a:extLst>
          </p:cNvPr>
          <p:cNvSpPr txBox="1"/>
          <p:nvPr/>
        </p:nvSpPr>
        <p:spPr>
          <a:xfrm>
            <a:off x="6424461" y="1044478"/>
            <a:ext cx="479618" cy="2462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1000" b="1">
                <a:solidFill>
                  <a:srgbClr val="FF0000"/>
                </a:solidFill>
              </a:rPr>
              <a:t>1100</a:t>
            </a:r>
            <a:endParaRPr lang="ko-KR" altLang="en-US" sz="1000" b="1">
              <a:solidFill>
                <a:srgbClr val="FF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463690989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9C12F8E-434A-C19D-BFBB-E00B9F33DE1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그림 2">
            <a:extLst>
              <a:ext uri="{FF2B5EF4-FFF2-40B4-BE49-F238E27FC236}">
                <a16:creationId xmlns:a16="http://schemas.microsoft.com/office/drawing/2014/main" id="{AF5602D4-22F7-51CF-2573-C4DBBFE0F49D}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/>
        </p:nvPicPr>
        <p:blipFill>
          <a:blip r:embed="rId2">
            <a:alphaModFix amt="70000"/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saturation sat="0"/>
                    </a14:imgEffect>
                  </a14:imgLayer>
                </a14:imgProps>
              </a:ext>
            </a:extLst>
          </a:blip>
          <a:stretch>
            <a:fillRect/>
          </a:stretch>
        </p:blipFill>
        <p:spPr>
          <a:xfrm>
            <a:off x="1836279" y="590334"/>
            <a:ext cx="8819021" cy="5677332"/>
          </a:xfrm>
          <a:prstGeom prst="rect">
            <a:avLst/>
          </a:prstGeom>
        </p:spPr>
      </p:pic>
      <mc:AlternateContent xmlns:mc="http://schemas.openxmlformats.org/markup-compatibility/2006">
        <mc:Choice xmlns:a14="http://schemas.microsoft.com/office/drawing/2010/main" Requires="a14">
          <p:sp>
            <p:nvSpPr>
              <p:cNvPr id="4" name="TextBox 3">
                <a:extLst>
                  <a:ext uri="{FF2B5EF4-FFF2-40B4-BE49-F238E27FC236}">
                    <a16:creationId xmlns:a16="http://schemas.microsoft.com/office/drawing/2014/main" id="{F1161727-2804-E8A5-4D10-51EDF5F05169}"/>
                  </a:ext>
                </a:extLst>
              </p:cNvPr>
              <p:cNvSpPr txBox="1"/>
              <p:nvPr/>
            </p:nvSpPr>
            <p:spPr>
              <a:xfrm>
                <a:off x="10152689" y="1075737"/>
                <a:ext cx="1762781" cy="407099"/>
              </a:xfrm>
              <a:prstGeom prst="rect">
                <a:avLst/>
              </a:prstGeom>
              <a:noFill/>
            </p:spPr>
            <p:txBody>
              <a:bodyPr wrap="square">
                <a:spAutoFit/>
                <a:scene3d>
                  <a:camera prst="orthographicFront"/>
                  <a:lightRig rig="harsh" dir="t"/>
                </a:scene3d>
                <a:sp3d extrusionH="57150" prstMaterial="matte">
                  <a:bevelT w="63500" h="12700" prst="angle"/>
                  <a:contourClr>
                    <a:schemeClr val="bg1">
                      <a:lumMod val="65000"/>
                    </a:schemeClr>
                  </a:contourClr>
                </a:sp3d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right"/>
                    </m:oMathParaPr>
                    <m:oMath xmlns:m="http://schemas.openxmlformats.org/officeDocument/2006/math">
                      <m:sSup>
                        <m:sSupPr>
                          <m:ctrlPr>
                            <a:rPr lang="en-US" altLang="ko-KR" sz="2000" b="1" i="1" u="none" strike="noStrike" smtClean="0">
                              <a:ln/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altLang="ko-KR" sz="2000" b="1" i="1" u="none" strike="noStrike" smtClean="0">
                              <a:ln/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𝟖𝟒</m:t>
                          </m:r>
                          <m:r>
                            <a:rPr lang="en-US" altLang="ko-KR" sz="2000" b="1" i="1" u="none" strike="noStrike" smtClean="0">
                              <a:ln/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𝑩𝒎</m:t>
                          </m:r>
                        </m:e>
                        <m:sup>
                          <m:r>
                            <a:rPr lang="en-US" altLang="ko-KR" sz="2000" b="1" i="1" u="none" strike="noStrike" smtClean="0">
                              <a:ln/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𝟐</m:t>
                          </m:r>
                        </m:sup>
                      </m:sSup>
                    </m:oMath>
                  </m:oMathPara>
                </a14:m>
                <a:endParaRPr lang="ko-KR" altLang="en-US" sz="2000" b="1">
                  <a:ln/>
                  <a:solidFill>
                    <a:schemeClr val="tx1"/>
                  </a:solidFill>
                </a:endParaRPr>
              </a:p>
            </p:txBody>
          </p:sp>
        </mc:Choice>
        <mc:Fallback>
          <p:sp>
            <p:nvSpPr>
              <p:cNvPr id="4" name="TextBox 3">
                <a:extLst>
                  <a:ext uri="{FF2B5EF4-FFF2-40B4-BE49-F238E27FC236}">
                    <a16:creationId xmlns:a16="http://schemas.microsoft.com/office/drawing/2014/main" id="{F1161727-2804-E8A5-4D10-51EDF5F05169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0152689" y="1075737"/>
                <a:ext cx="1762781" cy="407099"/>
              </a:xfrm>
              <a:prstGeom prst="rect">
                <a:avLst/>
              </a:prstGeom>
              <a:blipFill>
                <a:blip r:embed="rId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8" name="직사각형 7">
            <a:extLst>
              <a:ext uri="{FF2B5EF4-FFF2-40B4-BE49-F238E27FC236}">
                <a16:creationId xmlns:a16="http://schemas.microsoft.com/office/drawing/2014/main" id="{5BFC8EC2-4B1A-5FC3-CA7A-53130C0D16C9}"/>
              </a:ext>
            </a:extLst>
          </p:cNvPr>
          <p:cNvSpPr/>
          <p:nvPr/>
        </p:nvSpPr>
        <p:spPr>
          <a:xfrm rot="5400000">
            <a:off x="7180821" y="5029738"/>
            <a:ext cx="102820" cy="1630245"/>
          </a:xfrm>
          <a:prstGeom prst="rect">
            <a:avLst/>
          </a:prstGeom>
          <a:solidFill>
            <a:srgbClr val="FF000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>
              <a:solidFill>
                <a:schemeClr val="tx1"/>
              </a:solidFill>
            </a:endParaRPr>
          </a:p>
        </p:txBody>
      </p:sp>
      <p:sp>
        <p:nvSpPr>
          <p:cNvPr id="9" name="사각형: 둥근 모서리 8">
            <a:extLst>
              <a:ext uri="{FF2B5EF4-FFF2-40B4-BE49-F238E27FC236}">
                <a16:creationId xmlns:a16="http://schemas.microsoft.com/office/drawing/2014/main" id="{218CB636-1866-7D8E-93C0-3F05ACCEADE0}"/>
              </a:ext>
            </a:extLst>
          </p:cNvPr>
          <p:cNvSpPr/>
          <p:nvPr/>
        </p:nvSpPr>
        <p:spPr>
          <a:xfrm>
            <a:off x="6710006" y="4436635"/>
            <a:ext cx="1092978" cy="1103860"/>
          </a:xfrm>
          <a:prstGeom prst="roundRect">
            <a:avLst>
              <a:gd name="adj" fmla="val 15666"/>
            </a:avLst>
          </a:prstGeom>
          <a:noFill/>
          <a:ln w="38100">
            <a:solidFill>
              <a:schemeClr val="accent2">
                <a:lumMod val="60000"/>
                <a:lumOff val="4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>
              <a:solidFill>
                <a:schemeClr val="tx1"/>
              </a:solidFill>
            </a:endParaRPr>
          </a:p>
        </p:txBody>
      </p:sp>
      <p:sp>
        <p:nvSpPr>
          <p:cNvPr id="10" name="사각형: 둥근 모서리 9">
            <a:extLst>
              <a:ext uri="{FF2B5EF4-FFF2-40B4-BE49-F238E27FC236}">
                <a16:creationId xmlns:a16="http://schemas.microsoft.com/office/drawing/2014/main" id="{FFBC5DA2-3C93-7F25-CBF2-D76E35A99396}"/>
              </a:ext>
            </a:extLst>
          </p:cNvPr>
          <p:cNvSpPr/>
          <p:nvPr/>
        </p:nvSpPr>
        <p:spPr>
          <a:xfrm>
            <a:off x="6854969" y="4575228"/>
            <a:ext cx="801043" cy="840103"/>
          </a:xfrm>
          <a:prstGeom prst="roundRect">
            <a:avLst>
              <a:gd name="adj" fmla="val 0"/>
            </a:avLst>
          </a:prstGeom>
          <a:noFill/>
          <a:ln w="38100">
            <a:solidFill>
              <a:srgbClr val="FFC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>
              <a:solidFill>
                <a:schemeClr val="tx1"/>
              </a:solidFill>
            </a:endParaRP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FEF55AC0-7D0A-5A7E-FC00-46B842A3B18F}"/>
              </a:ext>
            </a:extLst>
          </p:cNvPr>
          <p:cNvSpPr txBox="1"/>
          <p:nvPr/>
        </p:nvSpPr>
        <p:spPr>
          <a:xfrm>
            <a:off x="6284639" y="3871467"/>
            <a:ext cx="1891732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ko-KR" altLang="en-US" sz="1000" b="1"/>
              <a:t>전자식스위치</a:t>
            </a:r>
            <a:r>
              <a:rPr lang="en-US" altLang="ko-KR" sz="1000" b="1"/>
              <a:t>+</a:t>
            </a:r>
            <a:r>
              <a:rPr lang="ko-KR" altLang="en-US" sz="1000" b="1"/>
              <a:t>리모컨</a:t>
            </a:r>
          </a:p>
        </p:txBody>
      </p:sp>
      <p:grpSp>
        <p:nvGrpSpPr>
          <p:cNvPr id="26" name="그룹 25">
            <a:extLst>
              <a:ext uri="{FF2B5EF4-FFF2-40B4-BE49-F238E27FC236}">
                <a16:creationId xmlns:a16="http://schemas.microsoft.com/office/drawing/2014/main" id="{0E4A2921-BDE2-6EBA-B584-0919AC681CD6}"/>
              </a:ext>
            </a:extLst>
          </p:cNvPr>
          <p:cNvGrpSpPr/>
          <p:nvPr/>
        </p:nvGrpSpPr>
        <p:grpSpPr>
          <a:xfrm rot="5400000">
            <a:off x="3884810" y="3871479"/>
            <a:ext cx="99451" cy="545492"/>
            <a:chOff x="5324822" y="4538198"/>
            <a:chExt cx="99451" cy="545492"/>
          </a:xfrm>
        </p:grpSpPr>
        <p:sp>
          <p:nvSpPr>
            <p:cNvPr id="27" name="타원 26">
              <a:extLst>
                <a:ext uri="{FF2B5EF4-FFF2-40B4-BE49-F238E27FC236}">
                  <a16:creationId xmlns:a16="http://schemas.microsoft.com/office/drawing/2014/main" id="{F8F8A39F-4C5C-F79E-DB20-DF087981FCE3}"/>
                </a:ext>
              </a:extLst>
            </p:cNvPr>
            <p:cNvSpPr/>
            <p:nvPr/>
          </p:nvSpPr>
          <p:spPr>
            <a:xfrm>
              <a:off x="5325888" y="4538198"/>
              <a:ext cx="98385" cy="98385"/>
            </a:xfrm>
            <a:prstGeom prst="ellipse">
              <a:avLst/>
            </a:prstGeom>
            <a:solidFill>
              <a:srgbClr val="FF0000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>
                <a:solidFill>
                  <a:schemeClr val="tx1"/>
                </a:solidFill>
              </a:endParaRPr>
            </a:p>
          </p:txBody>
        </p:sp>
        <p:sp>
          <p:nvSpPr>
            <p:cNvPr id="28" name="타원 27">
              <a:extLst>
                <a:ext uri="{FF2B5EF4-FFF2-40B4-BE49-F238E27FC236}">
                  <a16:creationId xmlns:a16="http://schemas.microsoft.com/office/drawing/2014/main" id="{9D062106-5314-F1B6-F9A9-E79EFE858E61}"/>
                </a:ext>
              </a:extLst>
            </p:cNvPr>
            <p:cNvSpPr/>
            <p:nvPr/>
          </p:nvSpPr>
          <p:spPr>
            <a:xfrm>
              <a:off x="5324822" y="4985305"/>
              <a:ext cx="98385" cy="98385"/>
            </a:xfrm>
            <a:prstGeom prst="ellipse">
              <a:avLst/>
            </a:prstGeom>
            <a:solidFill>
              <a:srgbClr val="FF0000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>
                <a:solidFill>
                  <a:schemeClr val="tx1"/>
                </a:solidFill>
              </a:endParaRPr>
            </a:p>
          </p:txBody>
        </p:sp>
      </p:grpSp>
      <p:sp>
        <p:nvSpPr>
          <p:cNvPr id="29" name="직사각형 28">
            <a:extLst>
              <a:ext uri="{FF2B5EF4-FFF2-40B4-BE49-F238E27FC236}">
                <a16:creationId xmlns:a16="http://schemas.microsoft.com/office/drawing/2014/main" id="{1D4AEE6D-5C1B-778F-2EC7-52942ABFF027}"/>
              </a:ext>
            </a:extLst>
          </p:cNvPr>
          <p:cNvSpPr/>
          <p:nvPr/>
        </p:nvSpPr>
        <p:spPr>
          <a:xfrm flipV="1">
            <a:off x="4122422" y="2864481"/>
            <a:ext cx="98385" cy="777243"/>
          </a:xfrm>
          <a:prstGeom prst="rect">
            <a:avLst/>
          </a:prstGeom>
          <a:solidFill>
            <a:srgbClr val="FFFF0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>
              <a:solidFill>
                <a:schemeClr val="tx1"/>
              </a:solidFill>
            </a:endParaRPr>
          </a:p>
        </p:txBody>
      </p:sp>
      <p:sp>
        <p:nvSpPr>
          <p:cNvPr id="30" name="TextBox 29">
            <a:extLst>
              <a:ext uri="{FF2B5EF4-FFF2-40B4-BE49-F238E27FC236}">
                <a16:creationId xmlns:a16="http://schemas.microsoft.com/office/drawing/2014/main" id="{45BAFA18-87C1-791E-3D68-A7FABF00E604}"/>
              </a:ext>
            </a:extLst>
          </p:cNvPr>
          <p:cNvSpPr txBox="1"/>
          <p:nvPr/>
        </p:nvSpPr>
        <p:spPr>
          <a:xfrm>
            <a:off x="7554213" y="6352723"/>
            <a:ext cx="2444900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sz="1000">
                <a:highlight>
                  <a:srgbClr val="FFFF00"/>
                </a:highlight>
              </a:rPr>
              <a:t>우물은 두가지 </a:t>
            </a:r>
            <a:r>
              <a:rPr lang="ko-KR" altLang="en-US" sz="1000" err="1">
                <a:highlight>
                  <a:srgbClr val="FFFF00"/>
                </a:highlight>
              </a:rPr>
              <a:t>타입중</a:t>
            </a:r>
            <a:r>
              <a:rPr lang="ko-KR" altLang="en-US" sz="1000">
                <a:highlight>
                  <a:srgbClr val="FFFF00"/>
                </a:highlight>
              </a:rPr>
              <a:t> 선택 가능합니다</a:t>
            </a:r>
            <a:r>
              <a:rPr lang="en-US" altLang="ko-KR" sz="1000">
                <a:highlight>
                  <a:srgbClr val="FFFF00"/>
                </a:highlight>
              </a:rPr>
              <a:t>.</a:t>
            </a:r>
          </a:p>
          <a:p>
            <a:r>
              <a:rPr lang="ko-KR" altLang="en-US" sz="1000">
                <a:highlight>
                  <a:srgbClr val="FFFF00"/>
                </a:highlight>
              </a:rPr>
              <a:t>라운드우물은 추가금액 발생 됩니다</a:t>
            </a:r>
            <a:r>
              <a:rPr lang="en-US" altLang="ko-KR" sz="1000">
                <a:highlight>
                  <a:srgbClr val="FFFF00"/>
                </a:highlight>
              </a:rPr>
              <a:t>. </a:t>
            </a:r>
            <a:endParaRPr lang="ko-KR" altLang="en-US" sz="1000">
              <a:highlight>
                <a:srgbClr val="FFFF00"/>
              </a:highlight>
            </a:endParaRPr>
          </a:p>
        </p:txBody>
      </p:sp>
      <p:cxnSp>
        <p:nvCxnSpPr>
          <p:cNvPr id="31" name="직선 화살표 연결선 30">
            <a:extLst>
              <a:ext uri="{FF2B5EF4-FFF2-40B4-BE49-F238E27FC236}">
                <a16:creationId xmlns:a16="http://schemas.microsoft.com/office/drawing/2014/main" id="{DDE81572-63A6-DDD2-B5B8-CCD4DB969CBA}"/>
              </a:ext>
            </a:extLst>
          </p:cNvPr>
          <p:cNvCxnSpPr>
            <a:cxnSpLocks/>
          </p:cNvCxnSpPr>
          <p:nvPr/>
        </p:nvCxnSpPr>
        <p:spPr>
          <a:xfrm flipV="1">
            <a:off x="7702331" y="5522079"/>
            <a:ext cx="1772" cy="854906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9" name="직사각형 38">
            <a:extLst>
              <a:ext uri="{FF2B5EF4-FFF2-40B4-BE49-F238E27FC236}">
                <a16:creationId xmlns:a16="http://schemas.microsoft.com/office/drawing/2014/main" id="{55172D89-5BAF-3CBD-047A-0E60209EDDE8}"/>
              </a:ext>
            </a:extLst>
          </p:cNvPr>
          <p:cNvSpPr/>
          <p:nvPr/>
        </p:nvSpPr>
        <p:spPr>
          <a:xfrm rot="16200000" flipV="1">
            <a:off x="4510162" y="2741912"/>
            <a:ext cx="98385" cy="343522"/>
          </a:xfrm>
          <a:prstGeom prst="rect">
            <a:avLst/>
          </a:prstGeom>
          <a:solidFill>
            <a:srgbClr val="FFFF0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>
              <a:solidFill>
                <a:schemeClr val="tx1"/>
              </a:solidFill>
            </a:endParaRPr>
          </a:p>
        </p:txBody>
      </p:sp>
      <p:grpSp>
        <p:nvGrpSpPr>
          <p:cNvPr id="40" name="그룹 39">
            <a:extLst>
              <a:ext uri="{FF2B5EF4-FFF2-40B4-BE49-F238E27FC236}">
                <a16:creationId xmlns:a16="http://schemas.microsoft.com/office/drawing/2014/main" id="{8DE0A1D0-B0A1-A8C3-F8E0-E8C55F048545}"/>
              </a:ext>
            </a:extLst>
          </p:cNvPr>
          <p:cNvGrpSpPr/>
          <p:nvPr/>
        </p:nvGrpSpPr>
        <p:grpSpPr>
          <a:xfrm>
            <a:off x="8134154" y="4328434"/>
            <a:ext cx="100923" cy="1356633"/>
            <a:chOff x="4735802" y="4662002"/>
            <a:chExt cx="100923" cy="1356633"/>
          </a:xfrm>
        </p:grpSpPr>
        <p:sp>
          <p:nvSpPr>
            <p:cNvPr id="41" name="타원 40">
              <a:extLst>
                <a:ext uri="{FF2B5EF4-FFF2-40B4-BE49-F238E27FC236}">
                  <a16:creationId xmlns:a16="http://schemas.microsoft.com/office/drawing/2014/main" id="{550E717B-8CFF-37DC-C4D9-FFE662B449DF}"/>
                </a:ext>
              </a:extLst>
            </p:cNvPr>
            <p:cNvSpPr/>
            <p:nvPr/>
          </p:nvSpPr>
          <p:spPr>
            <a:xfrm>
              <a:off x="4737834" y="4662002"/>
              <a:ext cx="98385" cy="98385"/>
            </a:xfrm>
            <a:prstGeom prst="ellipse">
              <a:avLst/>
            </a:prstGeom>
            <a:solidFill>
              <a:srgbClr val="FF0000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>
                <a:solidFill>
                  <a:schemeClr val="tx1"/>
                </a:solidFill>
              </a:endParaRPr>
            </a:p>
          </p:txBody>
        </p:sp>
        <p:sp>
          <p:nvSpPr>
            <p:cNvPr id="42" name="타원 41">
              <a:extLst>
                <a:ext uri="{FF2B5EF4-FFF2-40B4-BE49-F238E27FC236}">
                  <a16:creationId xmlns:a16="http://schemas.microsoft.com/office/drawing/2014/main" id="{88F41EE4-8B01-706F-DC57-B83DE10725E6}"/>
                </a:ext>
              </a:extLst>
            </p:cNvPr>
            <p:cNvSpPr/>
            <p:nvPr/>
          </p:nvSpPr>
          <p:spPr>
            <a:xfrm>
              <a:off x="4735802" y="5291218"/>
              <a:ext cx="98385" cy="98385"/>
            </a:xfrm>
            <a:prstGeom prst="ellipse">
              <a:avLst/>
            </a:prstGeom>
            <a:solidFill>
              <a:srgbClr val="FF0000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>
                <a:solidFill>
                  <a:schemeClr val="tx1"/>
                </a:solidFill>
              </a:endParaRPr>
            </a:p>
          </p:txBody>
        </p:sp>
        <p:sp>
          <p:nvSpPr>
            <p:cNvPr id="43" name="타원 42">
              <a:extLst>
                <a:ext uri="{FF2B5EF4-FFF2-40B4-BE49-F238E27FC236}">
                  <a16:creationId xmlns:a16="http://schemas.microsoft.com/office/drawing/2014/main" id="{03BDC3F5-F5C7-2339-0BD5-4D9BF846100F}"/>
                </a:ext>
              </a:extLst>
            </p:cNvPr>
            <p:cNvSpPr/>
            <p:nvPr/>
          </p:nvSpPr>
          <p:spPr>
            <a:xfrm>
              <a:off x="4738340" y="5920250"/>
              <a:ext cx="98385" cy="98385"/>
            </a:xfrm>
            <a:prstGeom prst="ellipse">
              <a:avLst/>
            </a:prstGeom>
            <a:solidFill>
              <a:srgbClr val="FF0000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>
                <a:solidFill>
                  <a:schemeClr val="tx1"/>
                </a:solidFill>
              </a:endParaRPr>
            </a:p>
          </p:txBody>
        </p:sp>
      </p:grpSp>
      <p:grpSp>
        <p:nvGrpSpPr>
          <p:cNvPr id="44" name="그룹 43">
            <a:extLst>
              <a:ext uri="{FF2B5EF4-FFF2-40B4-BE49-F238E27FC236}">
                <a16:creationId xmlns:a16="http://schemas.microsoft.com/office/drawing/2014/main" id="{8285165D-1CCC-9C9E-8035-20095746933B}"/>
              </a:ext>
            </a:extLst>
          </p:cNvPr>
          <p:cNvGrpSpPr/>
          <p:nvPr/>
        </p:nvGrpSpPr>
        <p:grpSpPr>
          <a:xfrm>
            <a:off x="6186254" y="4345865"/>
            <a:ext cx="100923" cy="1356633"/>
            <a:chOff x="4735802" y="4662002"/>
            <a:chExt cx="100923" cy="1356633"/>
          </a:xfrm>
        </p:grpSpPr>
        <p:sp>
          <p:nvSpPr>
            <p:cNvPr id="45" name="타원 44">
              <a:extLst>
                <a:ext uri="{FF2B5EF4-FFF2-40B4-BE49-F238E27FC236}">
                  <a16:creationId xmlns:a16="http://schemas.microsoft.com/office/drawing/2014/main" id="{BC8E88C3-FB89-6CB1-0380-7F5389AAA3AF}"/>
                </a:ext>
              </a:extLst>
            </p:cNvPr>
            <p:cNvSpPr/>
            <p:nvPr/>
          </p:nvSpPr>
          <p:spPr>
            <a:xfrm>
              <a:off x="4737834" y="4662002"/>
              <a:ext cx="98385" cy="98385"/>
            </a:xfrm>
            <a:prstGeom prst="ellipse">
              <a:avLst/>
            </a:prstGeom>
            <a:solidFill>
              <a:srgbClr val="FF0000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>
                <a:solidFill>
                  <a:schemeClr val="tx1"/>
                </a:solidFill>
              </a:endParaRPr>
            </a:p>
          </p:txBody>
        </p:sp>
        <p:sp>
          <p:nvSpPr>
            <p:cNvPr id="46" name="타원 45">
              <a:extLst>
                <a:ext uri="{FF2B5EF4-FFF2-40B4-BE49-F238E27FC236}">
                  <a16:creationId xmlns:a16="http://schemas.microsoft.com/office/drawing/2014/main" id="{FC9539D3-28CB-BD28-5EE9-AB809F2E3CF8}"/>
                </a:ext>
              </a:extLst>
            </p:cNvPr>
            <p:cNvSpPr/>
            <p:nvPr/>
          </p:nvSpPr>
          <p:spPr>
            <a:xfrm>
              <a:off x="4735802" y="5291218"/>
              <a:ext cx="98385" cy="98385"/>
            </a:xfrm>
            <a:prstGeom prst="ellipse">
              <a:avLst/>
            </a:prstGeom>
            <a:solidFill>
              <a:srgbClr val="FF0000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>
                <a:solidFill>
                  <a:schemeClr val="tx1"/>
                </a:solidFill>
              </a:endParaRPr>
            </a:p>
          </p:txBody>
        </p:sp>
        <p:sp>
          <p:nvSpPr>
            <p:cNvPr id="47" name="타원 46">
              <a:extLst>
                <a:ext uri="{FF2B5EF4-FFF2-40B4-BE49-F238E27FC236}">
                  <a16:creationId xmlns:a16="http://schemas.microsoft.com/office/drawing/2014/main" id="{9093FFEF-07B4-0C68-03F1-AC593BA084D4}"/>
                </a:ext>
              </a:extLst>
            </p:cNvPr>
            <p:cNvSpPr/>
            <p:nvPr/>
          </p:nvSpPr>
          <p:spPr>
            <a:xfrm>
              <a:off x="4738340" y="5920250"/>
              <a:ext cx="98385" cy="98385"/>
            </a:xfrm>
            <a:prstGeom prst="ellipse">
              <a:avLst/>
            </a:prstGeom>
            <a:solidFill>
              <a:srgbClr val="FF0000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>
                <a:solidFill>
                  <a:schemeClr val="tx1"/>
                </a:solidFill>
              </a:endParaRPr>
            </a:p>
          </p:txBody>
        </p:sp>
      </p:grpSp>
      <p:sp>
        <p:nvSpPr>
          <p:cNvPr id="49" name="직사각형 48">
            <a:extLst>
              <a:ext uri="{FF2B5EF4-FFF2-40B4-BE49-F238E27FC236}">
                <a16:creationId xmlns:a16="http://schemas.microsoft.com/office/drawing/2014/main" id="{FDDE4B0E-8EC7-AB38-EC16-1128947D179F}"/>
              </a:ext>
            </a:extLst>
          </p:cNvPr>
          <p:cNvSpPr/>
          <p:nvPr/>
        </p:nvSpPr>
        <p:spPr>
          <a:xfrm rot="16200000" flipV="1">
            <a:off x="9869564" y="2394957"/>
            <a:ext cx="98385" cy="343522"/>
          </a:xfrm>
          <a:prstGeom prst="rect">
            <a:avLst/>
          </a:prstGeom>
          <a:solidFill>
            <a:srgbClr val="FFFF0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>
              <a:solidFill>
                <a:schemeClr val="tx1"/>
              </a:solidFill>
            </a:endParaRP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A6082F77-BD2D-C743-B871-96ABFAF072BC}"/>
              </a:ext>
            </a:extLst>
          </p:cNvPr>
          <p:cNvSpPr txBox="1"/>
          <p:nvPr/>
        </p:nvSpPr>
        <p:spPr>
          <a:xfrm>
            <a:off x="3661790" y="3055627"/>
            <a:ext cx="479618" cy="2462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1000" b="1">
                <a:solidFill>
                  <a:srgbClr val="FF0000"/>
                </a:solidFill>
              </a:rPr>
              <a:t>1300</a:t>
            </a:r>
            <a:endParaRPr lang="ko-KR" altLang="en-US" sz="1000" b="1">
              <a:solidFill>
                <a:srgbClr val="FF0000"/>
              </a:solidFill>
            </a:endParaRP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E387B2EC-3D46-502A-EBFE-E7717481D199}"/>
              </a:ext>
            </a:extLst>
          </p:cNvPr>
          <p:cNvSpPr txBox="1"/>
          <p:nvPr/>
        </p:nvSpPr>
        <p:spPr>
          <a:xfrm>
            <a:off x="2192887" y="6154450"/>
            <a:ext cx="479618" cy="2462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1000" b="1">
                <a:solidFill>
                  <a:srgbClr val="FF0000"/>
                </a:solidFill>
              </a:rPr>
              <a:t>2800</a:t>
            </a:r>
            <a:endParaRPr lang="ko-KR" altLang="en-US" sz="1000" b="1">
              <a:solidFill>
                <a:srgbClr val="FF0000"/>
              </a:solidFill>
            </a:endParaRP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DF41552B-C91D-F98A-D02F-FE2009BF4BF4}"/>
              </a:ext>
            </a:extLst>
          </p:cNvPr>
          <p:cNvSpPr txBox="1"/>
          <p:nvPr/>
        </p:nvSpPr>
        <p:spPr>
          <a:xfrm>
            <a:off x="3865606" y="6143722"/>
            <a:ext cx="479618" cy="2462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1000" b="1">
                <a:solidFill>
                  <a:srgbClr val="FF0000"/>
                </a:solidFill>
              </a:rPr>
              <a:t>2900</a:t>
            </a:r>
            <a:endParaRPr lang="ko-KR" altLang="en-US" sz="1000" b="1">
              <a:solidFill>
                <a:srgbClr val="FF0000"/>
              </a:solidFill>
            </a:endParaRP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07B53431-B997-B0C9-10F5-08CBBF2C85B8}"/>
              </a:ext>
            </a:extLst>
          </p:cNvPr>
          <p:cNvSpPr txBox="1"/>
          <p:nvPr/>
        </p:nvSpPr>
        <p:spPr>
          <a:xfrm>
            <a:off x="6486742" y="6260772"/>
            <a:ext cx="479618" cy="2462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1000" b="1">
                <a:solidFill>
                  <a:srgbClr val="FF0000"/>
                </a:solidFill>
              </a:rPr>
              <a:t>6700</a:t>
            </a:r>
            <a:endParaRPr lang="ko-KR" altLang="en-US" sz="1000" b="1">
              <a:solidFill>
                <a:srgbClr val="FF0000"/>
              </a:solidFill>
            </a:endParaRPr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A9A7F11D-85DC-89D2-0D36-3326AF5EE3B5}"/>
              </a:ext>
            </a:extLst>
          </p:cNvPr>
          <p:cNvSpPr txBox="1"/>
          <p:nvPr/>
        </p:nvSpPr>
        <p:spPr>
          <a:xfrm>
            <a:off x="7022838" y="4205552"/>
            <a:ext cx="479618" cy="2462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1000" b="1">
                <a:solidFill>
                  <a:srgbClr val="FF0000"/>
                </a:solidFill>
              </a:rPr>
              <a:t>3100</a:t>
            </a:r>
            <a:endParaRPr lang="ko-KR" altLang="en-US" sz="1000" b="1">
              <a:solidFill>
                <a:srgbClr val="FF0000"/>
              </a:solidFill>
            </a:endParaRPr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AF846D28-AACF-3196-96A0-D190BB43329E}"/>
              </a:ext>
            </a:extLst>
          </p:cNvPr>
          <p:cNvSpPr txBox="1"/>
          <p:nvPr/>
        </p:nvSpPr>
        <p:spPr>
          <a:xfrm>
            <a:off x="6262283" y="4718965"/>
            <a:ext cx="479618" cy="2462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1000" b="1">
                <a:solidFill>
                  <a:srgbClr val="FF0000"/>
                </a:solidFill>
              </a:rPr>
              <a:t>2400</a:t>
            </a:r>
            <a:endParaRPr lang="ko-KR" altLang="en-US" sz="1000" b="1">
              <a:solidFill>
                <a:srgbClr val="FF0000"/>
              </a:solidFill>
            </a:endParaRPr>
          </a:p>
        </p:txBody>
      </p:sp>
      <p:cxnSp>
        <p:nvCxnSpPr>
          <p:cNvPr id="32" name="직선 화살표 연결선 31">
            <a:extLst>
              <a:ext uri="{FF2B5EF4-FFF2-40B4-BE49-F238E27FC236}">
                <a16:creationId xmlns:a16="http://schemas.microsoft.com/office/drawing/2014/main" id="{30ADEC2C-F8CA-E022-19D6-E009D8B4FFBA}"/>
              </a:ext>
            </a:extLst>
          </p:cNvPr>
          <p:cNvCxnSpPr>
            <a:cxnSpLocks/>
          </p:cNvCxnSpPr>
          <p:nvPr/>
        </p:nvCxnSpPr>
        <p:spPr>
          <a:xfrm flipH="1" flipV="1">
            <a:off x="4985806" y="6223267"/>
            <a:ext cx="3350326" cy="9"/>
          </a:xfrm>
          <a:prstGeom prst="straightConnector1">
            <a:avLst/>
          </a:prstGeom>
          <a:ln w="57150">
            <a:solidFill>
              <a:srgbClr val="00B050"/>
            </a:solidFill>
            <a:headEnd type="triangle"/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1" name="TextBox 50">
            <a:extLst>
              <a:ext uri="{FF2B5EF4-FFF2-40B4-BE49-F238E27FC236}">
                <a16:creationId xmlns:a16="http://schemas.microsoft.com/office/drawing/2014/main" id="{1D77DA1E-498E-330B-7B9D-4AB31DDF0433}"/>
              </a:ext>
            </a:extLst>
          </p:cNvPr>
          <p:cNvSpPr txBox="1"/>
          <p:nvPr/>
        </p:nvSpPr>
        <p:spPr>
          <a:xfrm>
            <a:off x="9240455" y="5817543"/>
            <a:ext cx="479618" cy="2462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1000" b="1">
                <a:solidFill>
                  <a:srgbClr val="FF0000"/>
                </a:solidFill>
              </a:rPr>
              <a:t>3500</a:t>
            </a:r>
            <a:endParaRPr lang="ko-KR" altLang="en-US" sz="1000" b="1">
              <a:solidFill>
                <a:srgbClr val="FF0000"/>
              </a:solidFill>
            </a:endParaRPr>
          </a:p>
        </p:txBody>
      </p:sp>
      <p:sp>
        <p:nvSpPr>
          <p:cNvPr id="55" name="TextBox 54">
            <a:extLst>
              <a:ext uri="{FF2B5EF4-FFF2-40B4-BE49-F238E27FC236}">
                <a16:creationId xmlns:a16="http://schemas.microsoft.com/office/drawing/2014/main" id="{FF8E9090-1598-0601-3ED0-2EA8E0F62148}"/>
              </a:ext>
            </a:extLst>
          </p:cNvPr>
          <p:cNvSpPr txBox="1"/>
          <p:nvPr/>
        </p:nvSpPr>
        <p:spPr>
          <a:xfrm>
            <a:off x="10175682" y="4211291"/>
            <a:ext cx="479618" cy="2462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1000" b="1">
                <a:solidFill>
                  <a:srgbClr val="FF0000"/>
                </a:solidFill>
              </a:rPr>
              <a:t>1100</a:t>
            </a:r>
            <a:endParaRPr lang="ko-KR" altLang="en-US" sz="1000" b="1">
              <a:solidFill>
                <a:srgbClr val="FF0000"/>
              </a:solidFill>
            </a:endParaRPr>
          </a:p>
        </p:txBody>
      </p:sp>
      <p:cxnSp>
        <p:nvCxnSpPr>
          <p:cNvPr id="56" name="직선 화살표 연결선 55">
            <a:extLst>
              <a:ext uri="{FF2B5EF4-FFF2-40B4-BE49-F238E27FC236}">
                <a16:creationId xmlns:a16="http://schemas.microsoft.com/office/drawing/2014/main" id="{159C8B29-5E75-85BA-CA4A-D4CE81AB3ECE}"/>
              </a:ext>
            </a:extLst>
          </p:cNvPr>
          <p:cNvCxnSpPr>
            <a:cxnSpLocks/>
          </p:cNvCxnSpPr>
          <p:nvPr/>
        </p:nvCxnSpPr>
        <p:spPr>
          <a:xfrm>
            <a:off x="10105818" y="3692042"/>
            <a:ext cx="0" cy="653823"/>
          </a:xfrm>
          <a:prstGeom prst="straightConnector1">
            <a:avLst/>
          </a:prstGeom>
          <a:ln w="57150">
            <a:solidFill>
              <a:srgbClr val="00B050"/>
            </a:solidFill>
            <a:headEnd type="triangle"/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8" name="TextBox 57">
            <a:extLst>
              <a:ext uri="{FF2B5EF4-FFF2-40B4-BE49-F238E27FC236}">
                <a16:creationId xmlns:a16="http://schemas.microsoft.com/office/drawing/2014/main" id="{620B7DE3-573D-70EB-BB3D-09AA27CAA8A5}"/>
              </a:ext>
            </a:extLst>
          </p:cNvPr>
          <p:cNvSpPr txBox="1"/>
          <p:nvPr/>
        </p:nvSpPr>
        <p:spPr>
          <a:xfrm>
            <a:off x="339187" y="158354"/>
            <a:ext cx="3464410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sz="3600" b="1">
                <a:highlight>
                  <a:srgbClr val="FFFF00"/>
                </a:highlight>
              </a:rPr>
              <a:t>    실측 사이즈 </a:t>
            </a:r>
            <a:endParaRPr lang="en-US" altLang="ko-KR" sz="3600" b="1">
              <a:highlight>
                <a:srgbClr val="FFFF00"/>
              </a:highlight>
            </a:endParaRPr>
          </a:p>
        </p:txBody>
      </p:sp>
    </p:spTree>
    <p:extLst>
      <p:ext uri="{BB962C8B-B14F-4D97-AF65-F5344CB8AC3E}">
        <p14:creationId xmlns:p14="http://schemas.microsoft.com/office/powerpoint/2010/main" val="3642082135"/>
      </p:ext>
    </p:extLst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27A86B2-9E29-1901-6BA8-90AC1552E15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그림 2">
            <a:extLst>
              <a:ext uri="{FF2B5EF4-FFF2-40B4-BE49-F238E27FC236}">
                <a16:creationId xmlns:a16="http://schemas.microsoft.com/office/drawing/2014/main" id="{1856AA56-F77B-AB1A-9296-88F05C05E066}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/>
        </p:nvPicPr>
        <p:blipFill>
          <a:blip r:embed="rId2">
            <a:alphaModFix amt="70000"/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saturation sat="0"/>
                    </a14:imgEffect>
                  </a14:imgLayer>
                </a14:imgProps>
              </a:ext>
            </a:extLst>
          </a:blip>
          <a:stretch>
            <a:fillRect/>
          </a:stretch>
        </p:blipFill>
        <p:spPr>
          <a:xfrm>
            <a:off x="1836279" y="590334"/>
            <a:ext cx="8819021" cy="5677332"/>
          </a:xfrm>
          <a:prstGeom prst="rect">
            <a:avLst/>
          </a:prstGeom>
        </p:spPr>
      </p:pic>
      <mc:AlternateContent xmlns:mc="http://schemas.openxmlformats.org/markup-compatibility/2006">
        <mc:Choice xmlns:a14="http://schemas.microsoft.com/office/drawing/2010/main" Requires="a14">
          <p:sp>
            <p:nvSpPr>
              <p:cNvPr id="4" name="TextBox 3">
                <a:extLst>
                  <a:ext uri="{FF2B5EF4-FFF2-40B4-BE49-F238E27FC236}">
                    <a16:creationId xmlns:a16="http://schemas.microsoft.com/office/drawing/2014/main" id="{31BDB98A-6D8B-0B3B-1096-7A02D43866BD}"/>
                  </a:ext>
                </a:extLst>
              </p:cNvPr>
              <p:cNvSpPr txBox="1"/>
              <p:nvPr/>
            </p:nvSpPr>
            <p:spPr>
              <a:xfrm>
                <a:off x="10152689" y="1075737"/>
                <a:ext cx="1762781" cy="407099"/>
              </a:xfrm>
              <a:prstGeom prst="rect">
                <a:avLst/>
              </a:prstGeom>
              <a:noFill/>
            </p:spPr>
            <p:txBody>
              <a:bodyPr wrap="square">
                <a:spAutoFit/>
                <a:scene3d>
                  <a:camera prst="orthographicFront"/>
                  <a:lightRig rig="harsh" dir="t"/>
                </a:scene3d>
                <a:sp3d extrusionH="57150" prstMaterial="matte">
                  <a:bevelT w="63500" h="12700" prst="angle"/>
                  <a:contourClr>
                    <a:schemeClr val="bg1">
                      <a:lumMod val="65000"/>
                    </a:schemeClr>
                  </a:contourClr>
                </a:sp3d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right"/>
                    </m:oMathParaPr>
                    <m:oMath xmlns:m="http://schemas.openxmlformats.org/officeDocument/2006/math">
                      <m:sSup>
                        <m:sSupPr>
                          <m:ctrlPr>
                            <a:rPr lang="en-US" altLang="ko-KR" sz="2000" b="1" i="1" u="none" strike="noStrike" smtClean="0">
                              <a:ln/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altLang="ko-KR" sz="2000" b="1" i="1" u="none" strike="noStrike" smtClean="0">
                              <a:ln/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𝟖𝟒</m:t>
                          </m:r>
                          <m:r>
                            <a:rPr lang="en-US" altLang="ko-KR" sz="2000" b="1" i="1" u="none" strike="noStrike" smtClean="0">
                              <a:ln/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𝑩𝒎</m:t>
                          </m:r>
                        </m:e>
                        <m:sup>
                          <m:r>
                            <a:rPr lang="en-US" altLang="ko-KR" sz="2000" b="1" i="1" u="none" strike="noStrike" smtClean="0">
                              <a:ln/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𝟐</m:t>
                          </m:r>
                        </m:sup>
                      </m:sSup>
                    </m:oMath>
                  </m:oMathPara>
                </a14:m>
                <a:endParaRPr lang="ko-KR" altLang="en-US" sz="2000" b="1">
                  <a:ln/>
                  <a:solidFill>
                    <a:schemeClr val="tx1"/>
                  </a:solidFill>
                </a:endParaRPr>
              </a:p>
            </p:txBody>
          </p:sp>
        </mc:Choice>
        <mc:Fallback>
          <p:sp>
            <p:nvSpPr>
              <p:cNvPr id="4" name="TextBox 3">
                <a:extLst>
                  <a:ext uri="{FF2B5EF4-FFF2-40B4-BE49-F238E27FC236}">
                    <a16:creationId xmlns:a16="http://schemas.microsoft.com/office/drawing/2014/main" id="{31BDB98A-6D8B-0B3B-1096-7A02D43866BD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0152689" y="1075737"/>
                <a:ext cx="1762781" cy="407099"/>
              </a:xfrm>
              <a:prstGeom prst="rect">
                <a:avLst/>
              </a:prstGeom>
              <a:blipFill>
                <a:blip r:embed="rId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5" name="TextBox 4">
            <a:extLst>
              <a:ext uri="{FF2B5EF4-FFF2-40B4-BE49-F238E27FC236}">
                <a16:creationId xmlns:a16="http://schemas.microsoft.com/office/drawing/2014/main" id="{7F72B762-9F96-9D30-39AF-3E387157BDA5}"/>
              </a:ext>
            </a:extLst>
          </p:cNvPr>
          <p:cNvSpPr txBox="1"/>
          <p:nvPr/>
        </p:nvSpPr>
        <p:spPr>
          <a:xfrm>
            <a:off x="1870318" y="353253"/>
            <a:ext cx="8452551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 sz="2000" b="1"/>
              <a:t>84B</a:t>
            </a:r>
            <a:r>
              <a:rPr lang="ko-KR" altLang="en-US" sz="2000" b="1"/>
              <a:t>타입 간접</a:t>
            </a:r>
            <a:r>
              <a:rPr lang="en-US" altLang="ko-KR" sz="2000" b="1"/>
              <a:t>A /</a:t>
            </a:r>
            <a:r>
              <a:rPr lang="ko-KR" altLang="en-US" sz="2000" b="1"/>
              <a:t>간접</a:t>
            </a:r>
            <a:r>
              <a:rPr lang="en-US" altLang="ko-KR" sz="2000" b="1"/>
              <a:t> </a:t>
            </a:r>
            <a:r>
              <a:rPr lang="ko-KR" altLang="en-US" sz="2000" b="1"/>
              <a:t>센서 </a:t>
            </a:r>
            <a:r>
              <a:rPr lang="en-US" altLang="ko-KR" sz="2000" b="1"/>
              <a:t>SET</a:t>
            </a:r>
          </a:p>
        </p:txBody>
      </p:sp>
      <p:sp>
        <p:nvSpPr>
          <p:cNvPr id="8" name="직사각형 7">
            <a:extLst>
              <a:ext uri="{FF2B5EF4-FFF2-40B4-BE49-F238E27FC236}">
                <a16:creationId xmlns:a16="http://schemas.microsoft.com/office/drawing/2014/main" id="{E2C350C7-7E7B-3D53-BBD2-9F476E3E82AC}"/>
              </a:ext>
            </a:extLst>
          </p:cNvPr>
          <p:cNvSpPr/>
          <p:nvPr/>
        </p:nvSpPr>
        <p:spPr>
          <a:xfrm rot="5400000">
            <a:off x="7180821" y="5029738"/>
            <a:ext cx="102820" cy="1630245"/>
          </a:xfrm>
          <a:prstGeom prst="rect">
            <a:avLst/>
          </a:prstGeom>
          <a:solidFill>
            <a:srgbClr val="FF000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>
              <a:solidFill>
                <a:schemeClr val="tx1"/>
              </a:solidFill>
            </a:endParaRPr>
          </a:p>
        </p:txBody>
      </p:sp>
      <p:sp>
        <p:nvSpPr>
          <p:cNvPr id="9" name="사각형: 둥근 모서리 8">
            <a:extLst>
              <a:ext uri="{FF2B5EF4-FFF2-40B4-BE49-F238E27FC236}">
                <a16:creationId xmlns:a16="http://schemas.microsoft.com/office/drawing/2014/main" id="{06505627-2E76-AB67-B78D-EB7C866B713D}"/>
              </a:ext>
            </a:extLst>
          </p:cNvPr>
          <p:cNvSpPr/>
          <p:nvPr/>
        </p:nvSpPr>
        <p:spPr>
          <a:xfrm>
            <a:off x="6710006" y="4436635"/>
            <a:ext cx="1092978" cy="1103860"/>
          </a:xfrm>
          <a:prstGeom prst="roundRect">
            <a:avLst>
              <a:gd name="adj" fmla="val 15666"/>
            </a:avLst>
          </a:prstGeom>
          <a:noFill/>
          <a:ln w="38100">
            <a:solidFill>
              <a:schemeClr val="accent2">
                <a:lumMod val="60000"/>
                <a:lumOff val="4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>
              <a:solidFill>
                <a:schemeClr val="tx1"/>
              </a:solidFill>
            </a:endParaRPr>
          </a:p>
        </p:txBody>
      </p:sp>
      <p:sp>
        <p:nvSpPr>
          <p:cNvPr id="10" name="사각형: 둥근 모서리 9">
            <a:extLst>
              <a:ext uri="{FF2B5EF4-FFF2-40B4-BE49-F238E27FC236}">
                <a16:creationId xmlns:a16="http://schemas.microsoft.com/office/drawing/2014/main" id="{2DC01897-FF46-26FC-D9D8-610D3836E72F}"/>
              </a:ext>
            </a:extLst>
          </p:cNvPr>
          <p:cNvSpPr/>
          <p:nvPr/>
        </p:nvSpPr>
        <p:spPr>
          <a:xfrm>
            <a:off x="6854969" y="4575228"/>
            <a:ext cx="801043" cy="840103"/>
          </a:xfrm>
          <a:prstGeom prst="roundRect">
            <a:avLst>
              <a:gd name="adj" fmla="val 0"/>
            </a:avLst>
          </a:prstGeom>
          <a:noFill/>
          <a:ln w="38100">
            <a:solidFill>
              <a:srgbClr val="FFC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>
              <a:solidFill>
                <a:schemeClr val="tx1"/>
              </a:solidFill>
            </a:endParaRP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6514D7BA-2C09-72DB-D605-5F4624B2BC56}"/>
              </a:ext>
            </a:extLst>
          </p:cNvPr>
          <p:cNvSpPr txBox="1"/>
          <p:nvPr/>
        </p:nvSpPr>
        <p:spPr>
          <a:xfrm>
            <a:off x="6284639" y="3871467"/>
            <a:ext cx="1891732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ko-KR" altLang="en-US" sz="1000" b="1"/>
              <a:t>전자식스위치</a:t>
            </a:r>
            <a:r>
              <a:rPr lang="en-US" altLang="ko-KR" sz="1000" b="1"/>
              <a:t>+</a:t>
            </a:r>
            <a:r>
              <a:rPr lang="ko-KR" altLang="en-US" sz="1000" b="1"/>
              <a:t>리모컨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4FF0FCF3-4B8A-000C-C07F-16F6A1122B9A}"/>
              </a:ext>
            </a:extLst>
          </p:cNvPr>
          <p:cNvSpPr txBox="1"/>
          <p:nvPr/>
        </p:nvSpPr>
        <p:spPr>
          <a:xfrm>
            <a:off x="112365" y="770606"/>
            <a:ext cx="3264447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800">
                <a:solidFill>
                  <a:srgbClr val="FF0000"/>
                </a:solidFill>
              </a:rPr>
              <a:t>**</a:t>
            </a:r>
            <a:r>
              <a:rPr lang="ko-KR" altLang="en-US" sz="800">
                <a:solidFill>
                  <a:srgbClr val="FF0000"/>
                </a:solidFill>
              </a:rPr>
              <a:t>스위치 연결을 위해 별도의 </a:t>
            </a:r>
            <a:r>
              <a:rPr lang="ko-KR" altLang="en-US" sz="800" err="1">
                <a:solidFill>
                  <a:srgbClr val="FF0000"/>
                </a:solidFill>
              </a:rPr>
              <a:t>타공이</a:t>
            </a:r>
            <a:r>
              <a:rPr lang="ko-KR" altLang="en-US" sz="800">
                <a:solidFill>
                  <a:srgbClr val="FF0000"/>
                </a:solidFill>
              </a:rPr>
              <a:t> 필요할 수 </a:t>
            </a:r>
            <a:endParaRPr lang="en-US" altLang="ko-KR" sz="800">
              <a:solidFill>
                <a:srgbClr val="FF0000"/>
              </a:solidFill>
            </a:endParaRPr>
          </a:p>
          <a:p>
            <a:r>
              <a:rPr lang="ko-KR" altLang="en-US" sz="800">
                <a:solidFill>
                  <a:srgbClr val="FF0000"/>
                </a:solidFill>
              </a:rPr>
              <a:t>있으며</a:t>
            </a:r>
            <a:r>
              <a:rPr lang="en-US" altLang="ko-KR" sz="800">
                <a:solidFill>
                  <a:srgbClr val="FF0000"/>
                </a:solidFill>
              </a:rPr>
              <a:t> </a:t>
            </a:r>
            <a:r>
              <a:rPr lang="ko-KR" altLang="en-US" sz="800">
                <a:solidFill>
                  <a:srgbClr val="FF0000"/>
                </a:solidFill>
              </a:rPr>
              <a:t>공스피커로 마감 될 수도 있음</a:t>
            </a:r>
            <a:endParaRPr lang="en-US" altLang="ko-KR" sz="800">
              <a:solidFill>
                <a:srgbClr val="FF0000"/>
              </a:solidFill>
            </a:endParaRPr>
          </a:p>
        </p:txBody>
      </p:sp>
      <p:grpSp>
        <p:nvGrpSpPr>
          <p:cNvPr id="26" name="그룹 25">
            <a:extLst>
              <a:ext uri="{FF2B5EF4-FFF2-40B4-BE49-F238E27FC236}">
                <a16:creationId xmlns:a16="http://schemas.microsoft.com/office/drawing/2014/main" id="{7C686095-A762-5ED6-E65F-76E38C50A9FD}"/>
              </a:ext>
            </a:extLst>
          </p:cNvPr>
          <p:cNvGrpSpPr/>
          <p:nvPr/>
        </p:nvGrpSpPr>
        <p:grpSpPr>
          <a:xfrm rot="5400000">
            <a:off x="3884810" y="3871479"/>
            <a:ext cx="99451" cy="545492"/>
            <a:chOff x="5324822" y="4538198"/>
            <a:chExt cx="99451" cy="545492"/>
          </a:xfrm>
        </p:grpSpPr>
        <p:sp>
          <p:nvSpPr>
            <p:cNvPr id="27" name="타원 26">
              <a:extLst>
                <a:ext uri="{FF2B5EF4-FFF2-40B4-BE49-F238E27FC236}">
                  <a16:creationId xmlns:a16="http://schemas.microsoft.com/office/drawing/2014/main" id="{62F9875F-7924-C96A-6B0E-1BB571456AF5}"/>
                </a:ext>
              </a:extLst>
            </p:cNvPr>
            <p:cNvSpPr/>
            <p:nvPr/>
          </p:nvSpPr>
          <p:spPr>
            <a:xfrm>
              <a:off x="5325888" y="4538198"/>
              <a:ext cx="98385" cy="98385"/>
            </a:xfrm>
            <a:prstGeom prst="ellipse">
              <a:avLst/>
            </a:prstGeom>
            <a:solidFill>
              <a:srgbClr val="FF0000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>
                <a:solidFill>
                  <a:schemeClr val="tx1"/>
                </a:solidFill>
              </a:endParaRPr>
            </a:p>
          </p:txBody>
        </p:sp>
        <p:sp>
          <p:nvSpPr>
            <p:cNvPr id="28" name="타원 27">
              <a:extLst>
                <a:ext uri="{FF2B5EF4-FFF2-40B4-BE49-F238E27FC236}">
                  <a16:creationId xmlns:a16="http://schemas.microsoft.com/office/drawing/2014/main" id="{20542D91-F0E6-A9EC-D49B-63FCA52338B5}"/>
                </a:ext>
              </a:extLst>
            </p:cNvPr>
            <p:cNvSpPr/>
            <p:nvPr/>
          </p:nvSpPr>
          <p:spPr>
            <a:xfrm>
              <a:off x="5324822" y="4985305"/>
              <a:ext cx="98385" cy="98385"/>
            </a:xfrm>
            <a:prstGeom prst="ellipse">
              <a:avLst/>
            </a:prstGeom>
            <a:solidFill>
              <a:srgbClr val="FF0000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>
                <a:solidFill>
                  <a:schemeClr val="tx1"/>
                </a:solidFill>
              </a:endParaRPr>
            </a:p>
          </p:txBody>
        </p:sp>
      </p:grpSp>
      <p:sp>
        <p:nvSpPr>
          <p:cNvPr id="29" name="직사각형 28">
            <a:extLst>
              <a:ext uri="{FF2B5EF4-FFF2-40B4-BE49-F238E27FC236}">
                <a16:creationId xmlns:a16="http://schemas.microsoft.com/office/drawing/2014/main" id="{C4D7F96D-6103-B5A5-4A89-A9F1B193C6EF}"/>
              </a:ext>
            </a:extLst>
          </p:cNvPr>
          <p:cNvSpPr/>
          <p:nvPr/>
        </p:nvSpPr>
        <p:spPr>
          <a:xfrm flipV="1">
            <a:off x="4122422" y="2864481"/>
            <a:ext cx="98385" cy="777243"/>
          </a:xfrm>
          <a:prstGeom prst="rect">
            <a:avLst/>
          </a:prstGeom>
          <a:solidFill>
            <a:srgbClr val="FFFF0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>
              <a:solidFill>
                <a:schemeClr val="tx1"/>
              </a:solidFill>
            </a:endParaRPr>
          </a:p>
        </p:txBody>
      </p:sp>
      <p:sp>
        <p:nvSpPr>
          <p:cNvPr id="30" name="TextBox 29">
            <a:extLst>
              <a:ext uri="{FF2B5EF4-FFF2-40B4-BE49-F238E27FC236}">
                <a16:creationId xmlns:a16="http://schemas.microsoft.com/office/drawing/2014/main" id="{02F6D1F5-3CF4-FD14-5593-C53158A0F27C}"/>
              </a:ext>
            </a:extLst>
          </p:cNvPr>
          <p:cNvSpPr txBox="1"/>
          <p:nvPr/>
        </p:nvSpPr>
        <p:spPr>
          <a:xfrm>
            <a:off x="7554213" y="6352723"/>
            <a:ext cx="2444900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sz="1000">
                <a:highlight>
                  <a:srgbClr val="FFFF00"/>
                </a:highlight>
              </a:rPr>
              <a:t>우물은 두가지 </a:t>
            </a:r>
            <a:r>
              <a:rPr lang="ko-KR" altLang="en-US" sz="1000" err="1">
                <a:highlight>
                  <a:srgbClr val="FFFF00"/>
                </a:highlight>
              </a:rPr>
              <a:t>타입중</a:t>
            </a:r>
            <a:r>
              <a:rPr lang="ko-KR" altLang="en-US" sz="1000">
                <a:highlight>
                  <a:srgbClr val="FFFF00"/>
                </a:highlight>
              </a:rPr>
              <a:t> 선택 가능합니다</a:t>
            </a:r>
            <a:r>
              <a:rPr lang="en-US" altLang="ko-KR" sz="1000">
                <a:highlight>
                  <a:srgbClr val="FFFF00"/>
                </a:highlight>
              </a:rPr>
              <a:t>.</a:t>
            </a:r>
          </a:p>
          <a:p>
            <a:r>
              <a:rPr lang="ko-KR" altLang="en-US" sz="1000">
                <a:highlight>
                  <a:srgbClr val="FFFF00"/>
                </a:highlight>
              </a:rPr>
              <a:t>라운드우물은 추가금액 발생 됩니다</a:t>
            </a:r>
            <a:r>
              <a:rPr lang="en-US" altLang="ko-KR" sz="1000">
                <a:highlight>
                  <a:srgbClr val="FFFF00"/>
                </a:highlight>
              </a:rPr>
              <a:t>. </a:t>
            </a:r>
            <a:endParaRPr lang="ko-KR" altLang="en-US" sz="1000">
              <a:highlight>
                <a:srgbClr val="FFFF00"/>
              </a:highlight>
            </a:endParaRPr>
          </a:p>
        </p:txBody>
      </p:sp>
      <p:cxnSp>
        <p:nvCxnSpPr>
          <p:cNvPr id="31" name="직선 화살표 연결선 30">
            <a:extLst>
              <a:ext uri="{FF2B5EF4-FFF2-40B4-BE49-F238E27FC236}">
                <a16:creationId xmlns:a16="http://schemas.microsoft.com/office/drawing/2014/main" id="{FBB63DF6-E2D6-7CE4-F71B-3072C26B5F97}"/>
              </a:ext>
            </a:extLst>
          </p:cNvPr>
          <p:cNvCxnSpPr>
            <a:cxnSpLocks/>
          </p:cNvCxnSpPr>
          <p:nvPr/>
        </p:nvCxnSpPr>
        <p:spPr>
          <a:xfrm flipV="1">
            <a:off x="7702331" y="5522079"/>
            <a:ext cx="1772" cy="854906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3" name="TextBox 13">
            <a:extLst>
              <a:ext uri="{FF2B5EF4-FFF2-40B4-BE49-F238E27FC236}">
                <a16:creationId xmlns:a16="http://schemas.microsoft.com/office/drawing/2014/main" id="{97559204-8B8C-34E6-A7FF-917A9A87EBBB}"/>
              </a:ext>
            </a:extLst>
          </p:cNvPr>
          <p:cNvSpPr txBox="1"/>
          <p:nvPr/>
        </p:nvSpPr>
        <p:spPr>
          <a:xfrm>
            <a:off x="142074" y="1128948"/>
            <a:ext cx="1489510" cy="461665"/>
          </a:xfrm>
          <a:prstGeom prst="rect">
            <a:avLst/>
          </a:prstGeom>
          <a:solidFill>
            <a:schemeClr val="accent6">
              <a:lumMod val="20000"/>
              <a:lumOff val="80000"/>
            </a:schemeClr>
          </a:solidFill>
        </p:spPr>
        <p:txBody>
          <a:bodyPr wrap="none" rtlCol="0">
            <a:spAutoFit/>
          </a:bodyPr>
          <a:lstStyle>
            <a:defPPr>
              <a:defRPr lang="ko-KR"/>
            </a:defPPr>
            <a:lvl1pPr marL="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ko-KR" altLang="en-US" sz="800" b="1"/>
              <a:t>욕실 </a:t>
            </a:r>
            <a:r>
              <a:rPr lang="ko-KR" altLang="en-US" sz="800" b="1" err="1"/>
              <a:t>휴젠트여부에</a:t>
            </a:r>
            <a:r>
              <a:rPr lang="ko-KR" altLang="en-US" sz="800" b="1"/>
              <a:t> 대하여</a:t>
            </a:r>
            <a:endParaRPr lang="en-US" altLang="ko-KR" sz="800" b="1"/>
          </a:p>
          <a:p>
            <a:r>
              <a:rPr lang="ko-KR" altLang="en-US" sz="800" b="1"/>
              <a:t>기사분이 현장에서 파악하여</a:t>
            </a:r>
            <a:endParaRPr lang="en-US" altLang="ko-KR" sz="800" b="1"/>
          </a:p>
          <a:p>
            <a:r>
              <a:rPr lang="ko-KR" altLang="en-US" sz="800" b="1"/>
              <a:t>센서위치를 적용해드립니다</a:t>
            </a:r>
            <a:r>
              <a:rPr lang="en-US" altLang="ko-KR" sz="800" b="1"/>
              <a:t>.</a:t>
            </a:r>
            <a:endParaRPr lang="ko-KR" altLang="en-US" sz="800" b="1"/>
          </a:p>
        </p:txBody>
      </p:sp>
      <p:grpSp>
        <p:nvGrpSpPr>
          <p:cNvPr id="34" name="그룹 33">
            <a:extLst>
              <a:ext uri="{FF2B5EF4-FFF2-40B4-BE49-F238E27FC236}">
                <a16:creationId xmlns:a16="http://schemas.microsoft.com/office/drawing/2014/main" id="{47C76B64-1A0F-4E5A-1172-718740417622}"/>
              </a:ext>
            </a:extLst>
          </p:cNvPr>
          <p:cNvGrpSpPr/>
          <p:nvPr/>
        </p:nvGrpSpPr>
        <p:grpSpPr>
          <a:xfrm>
            <a:off x="166864" y="137559"/>
            <a:ext cx="2166761" cy="738664"/>
            <a:chOff x="209306" y="114311"/>
            <a:chExt cx="2166761" cy="742666"/>
          </a:xfrm>
        </p:grpSpPr>
        <p:sp>
          <p:nvSpPr>
            <p:cNvPr id="35" name="타원 34">
              <a:extLst>
                <a:ext uri="{FF2B5EF4-FFF2-40B4-BE49-F238E27FC236}">
                  <a16:creationId xmlns:a16="http://schemas.microsoft.com/office/drawing/2014/main" id="{472F82E1-0D34-3685-D0F9-CB1CD8D16678}"/>
                </a:ext>
              </a:extLst>
            </p:cNvPr>
            <p:cNvSpPr/>
            <p:nvPr/>
          </p:nvSpPr>
          <p:spPr>
            <a:xfrm>
              <a:off x="209307" y="168341"/>
              <a:ext cx="98385" cy="98385"/>
            </a:xfrm>
            <a:prstGeom prst="ellipse">
              <a:avLst/>
            </a:prstGeom>
            <a:solidFill>
              <a:srgbClr val="FF0000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ko-KR"/>
              </a:defPPr>
              <a:lvl1pPr marL="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ko-KR" altLang="en-US">
                <a:solidFill>
                  <a:schemeClr val="tx1"/>
                </a:solidFill>
              </a:endParaRPr>
            </a:p>
          </p:txBody>
        </p:sp>
        <p:sp>
          <p:nvSpPr>
            <p:cNvPr id="36" name="타원 35">
              <a:extLst>
                <a:ext uri="{FF2B5EF4-FFF2-40B4-BE49-F238E27FC236}">
                  <a16:creationId xmlns:a16="http://schemas.microsoft.com/office/drawing/2014/main" id="{343B4568-CFE2-78A8-8556-F5AA938C2219}"/>
                </a:ext>
              </a:extLst>
            </p:cNvPr>
            <p:cNvSpPr/>
            <p:nvPr/>
          </p:nvSpPr>
          <p:spPr>
            <a:xfrm>
              <a:off x="209307" y="347436"/>
              <a:ext cx="98385" cy="98385"/>
            </a:xfrm>
            <a:prstGeom prst="ellipse">
              <a:avLst/>
            </a:prstGeom>
            <a:solidFill>
              <a:srgbClr val="FFFF00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ko-KR"/>
              </a:defPPr>
              <a:lvl1pPr marL="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ko-KR" altLang="en-US">
                <a:solidFill>
                  <a:schemeClr val="tx1"/>
                </a:solidFill>
              </a:endParaRPr>
            </a:p>
          </p:txBody>
        </p:sp>
        <p:sp>
          <p:nvSpPr>
            <p:cNvPr id="37" name="타원 36">
              <a:extLst>
                <a:ext uri="{FF2B5EF4-FFF2-40B4-BE49-F238E27FC236}">
                  <a16:creationId xmlns:a16="http://schemas.microsoft.com/office/drawing/2014/main" id="{AC60622F-4941-6951-7026-891B9D296939}"/>
                </a:ext>
              </a:extLst>
            </p:cNvPr>
            <p:cNvSpPr/>
            <p:nvPr/>
          </p:nvSpPr>
          <p:spPr>
            <a:xfrm>
              <a:off x="209306" y="573831"/>
              <a:ext cx="98385" cy="98385"/>
            </a:xfrm>
            <a:prstGeom prst="ellipse">
              <a:avLst/>
            </a:prstGeom>
            <a:solidFill>
              <a:srgbClr val="FFC000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ko-KR"/>
              </a:defPPr>
              <a:lvl1pPr marL="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ko-KR" altLang="en-US">
                <a:solidFill>
                  <a:schemeClr val="tx1"/>
                </a:solidFill>
              </a:endParaRPr>
            </a:p>
          </p:txBody>
        </p:sp>
        <p:sp>
          <p:nvSpPr>
            <p:cNvPr id="38" name="TextBox 11">
              <a:extLst>
                <a:ext uri="{FF2B5EF4-FFF2-40B4-BE49-F238E27FC236}">
                  <a16:creationId xmlns:a16="http://schemas.microsoft.com/office/drawing/2014/main" id="{46EF8596-9047-216D-C7B2-15F9A16A07C3}"/>
                </a:ext>
              </a:extLst>
            </p:cNvPr>
            <p:cNvSpPr txBox="1"/>
            <p:nvPr/>
          </p:nvSpPr>
          <p:spPr>
            <a:xfrm>
              <a:off x="318304" y="114311"/>
              <a:ext cx="2057763" cy="742666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>
              <a:defPPr>
                <a:defRPr lang="ko-KR"/>
              </a:defPPr>
              <a:lvl1pPr marL="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r>
                <a:rPr lang="ko-KR" altLang="en-US" sz="700"/>
                <a:t>간접조명 </a:t>
              </a:r>
              <a:r>
                <a:rPr lang="en-US" altLang="ko-KR" sz="700"/>
                <a:t>A SET</a:t>
              </a:r>
            </a:p>
            <a:p>
              <a:endParaRPr lang="en-US" altLang="ko-KR" sz="700"/>
            </a:p>
            <a:p>
              <a:r>
                <a:rPr lang="ko-KR" altLang="en-US" sz="700"/>
                <a:t>간접조명 센서 </a:t>
              </a:r>
              <a:r>
                <a:rPr lang="en-US" altLang="ko-KR" sz="700"/>
                <a:t>SET</a:t>
              </a:r>
            </a:p>
            <a:p>
              <a:endParaRPr lang="en-US" altLang="ko-KR" sz="700"/>
            </a:p>
            <a:p>
              <a:r>
                <a:rPr lang="ko-KR" altLang="en-US" sz="700"/>
                <a:t>우물천장간접조명 및 커튼박수 추가</a:t>
              </a:r>
              <a:r>
                <a:rPr lang="en-US" altLang="ko-KR" sz="700"/>
                <a:t>(</a:t>
              </a:r>
              <a:r>
                <a:rPr lang="ko-KR" altLang="en-US" sz="700"/>
                <a:t>별도 추가</a:t>
              </a:r>
              <a:r>
                <a:rPr lang="en-US" altLang="ko-KR" sz="700"/>
                <a:t>)</a:t>
              </a:r>
            </a:p>
            <a:p>
              <a:endParaRPr lang="en-US" altLang="ko-KR" sz="700"/>
            </a:p>
          </p:txBody>
        </p:sp>
      </p:grpSp>
      <p:sp>
        <p:nvSpPr>
          <p:cNvPr id="39" name="직사각형 38">
            <a:extLst>
              <a:ext uri="{FF2B5EF4-FFF2-40B4-BE49-F238E27FC236}">
                <a16:creationId xmlns:a16="http://schemas.microsoft.com/office/drawing/2014/main" id="{741C311C-A3D6-4CD9-B601-39CEFF98483C}"/>
              </a:ext>
            </a:extLst>
          </p:cNvPr>
          <p:cNvSpPr/>
          <p:nvPr/>
        </p:nvSpPr>
        <p:spPr>
          <a:xfrm rot="16200000" flipV="1">
            <a:off x="4510162" y="2741912"/>
            <a:ext cx="98385" cy="343522"/>
          </a:xfrm>
          <a:prstGeom prst="rect">
            <a:avLst/>
          </a:prstGeom>
          <a:solidFill>
            <a:srgbClr val="FFFF0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>
              <a:solidFill>
                <a:schemeClr val="tx1"/>
              </a:solidFill>
            </a:endParaRPr>
          </a:p>
        </p:txBody>
      </p:sp>
      <p:grpSp>
        <p:nvGrpSpPr>
          <p:cNvPr id="40" name="그룹 39">
            <a:extLst>
              <a:ext uri="{FF2B5EF4-FFF2-40B4-BE49-F238E27FC236}">
                <a16:creationId xmlns:a16="http://schemas.microsoft.com/office/drawing/2014/main" id="{44DA89D4-6AA1-29AC-7FA8-6CFA9C60019B}"/>
              </a:ext>
            </a:extLst>
          </p:cNvPr>
          <p:cNvGrpSpPr/>
          <p:nvPr/>
        </p:nvGrpSpPr>
        <p:grpSpPr>
          <a:xfrm>
            <a:off x="8134154" y="4328434"/>
            <a:ext cx="100923" cy="1356633"/>
            <a:chOff x="4735802" y="4662002"/>
            <a:chExt cx="100923" cy="1356633"/>
          </a:xfrm>
        </p:grpSpPr>
        <p:sp>
          <p:nvSpPr>
            <p:cNvPr id="41" name="타원 40">
              <a:extLst>
                <a:ext uri="{FF2B5EF4-FFF2-40B4-BE49-F238E27FC236}">
                  <a16:creationId xmlns:a16="http://schemas.microsoft.com/office/drawing/2014/main" id="{C34EFB64-ACAE-86AE-6459-8369AA99D4CD}"/>
                </a:ext>
              </a:extLst>
            </p:cNvPr>
            <p:cNvSpPr/>
            <p:nvPr/>
          </p:nvSpPr>
          <p:spPr>
            <a:xfrm>
              <a:off x="4737834" y="4662002"/>
              <a:ext cx="98385" cy="98385"/>
            </a:xfrm>
            <a:prstGeom prst="ellipse">
              <a:avLst/>
            </a:prstGeom>
            <a:solidFill>
              <a:srgbClr val="FF0000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>
                <a:solidFill>
                  <a:schemeClr val="tx1"/>
                </a:solidFill>
              </a:endParaRPr>
            </a:p>
          </p:txBody>
        </p:sp>
        <p:sp>
          <p:nvSpPr>
            <p:cNvPr id="42" name="타원 41">
              <a:extLst>
                <a:ext uri="{FF2B5EF4-FFF2-40B4-BE49-F238E27FC236}">
                  <a16:creationId xmlns:a16="http://schemas.microsoft.com/office/drawing/2014/main" id="{A6904E76-3E48-9471-1C1A-165B8E4B3988}"/>
                </a:ext>
              </a:extLst>
            </p:cNvPr>
            <p:cNvSpPr/>
            <p:nvPr/>
          </p:nvSpPr>
          <p:spPr>
            <a:xfrm>
              <a:off x="4735802" y="5291218"/>
              <a:ext cx="98385" cy="98385"/>
            </a:xfrm>
            <a:prstGeom prst="ellipse">
              <a:avLst/>
            </a:prstGeom>
            <a:solidFill>
              <a:srgbClr val="FF0000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>
                <a:solidFill>
                  <a:schemeClr val="tx1"/>
                </a:solidFill>
              </a:endParaRPr>
            </a:p>
          </p:txBody>
        </p:sp>
        <p:sp>
          <p:nvSpPr>
            <p:cNvPr id="43" name="타원 42">
              <a:extLst>
                <a:ext uri="{FF2B5EF4-FFF2-40B4-BE49-F238E27FC236}">
                  <a16:creationId xmlns:a16="http://schemas.microsoft.com/office/drawing/2014/main" id="{921CC408-4195-6EBF-FD13-77201069E331}"/>
                </a:ext>
              </a:extLst>
            </p:cNvPr>
            <p:cNvSpPr/>
            <p:nvPr/>
          </p:nvSpPr>
          <p:spPr>
            <a:xfrm>
              <a:off x="4738340" y="5920250"/>
              <a:ext cx="98385" cy="98385"/>
            </a:xfrm>
            <a:prstGeom prst="ellipse">
              <a:avLst/>
            </a:prstGeom>
            <a:solidFill>
              <a:srgbClr val="FF0000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>
                <a:solidFill>
                  <a:schemeClr val="tx1"/>
                </a:solidFill>
              </a:endParaRPr>
            </a:p>
          </p:txBody>
        </p:sp>
      </p:grpSp>
      <p:grpSp>
        <p:nvGrpSpPr>
          <p:cNvPr id="44" name="그룹 43">
            <a:extLst>
              <a:ext uri="{FF2B5EF4-FFF2-40B4-BE49-F238E27FC236}">
                <a16:creationId xmlns:a16="http://schemas.microsoft.com/office/drawing/2014/main" id="{FB1D93BD-AA73-1E63-947F-A41430DC15E0}"/>
              </a:ext>
            </a:extLst>
          </p:cNvPr>
          <p:cNvGrpSpPr/>
          <p:nvPr/>
        </p:nvGrpSpPr>
        <p:grpSpPr>
          <a:xfrm>
            <a:off x="6186254" y="4345865"/>
            <a:ext cx="100923" cy="1356633"/>
            <a:chOff x="4735802" y="4662002"/>
            <a:chExt cx="100923" cy="1356633"/>
          </a:xfrm>
        </p:grpSpPr>
        <p:sp>
          <p:nvSpPr>
            <p:cNvPr id="45" name="타원 44">
              <a:extLst>
                <a:ext uri="{FF2B5EF4-FFF2-40B4-BE49-F238E27FC236}">
                  <a16:creationId xmlns:a16="http://schemas.microsoft.com/office/drawing/2014/main" id="{8B779EF4-55EC-5B0B-2603-419231BAE32E}"/>
                </a:ext>
              </a:extLst>
            </p:cNvPr>
            <p:cNvSpPr/>
            <p:nvPr/>
          </p:nvSpPr>
          <p:spPr>
            <a:xfrm>
              <a:off x="4737834" y="4662002"/>
              <a:ext cx="98385" cy="98385"/>
            </a:xfrm>
            <a:prstGeom prst="ellipse">
              <a:avLst/>
            </a:prstGeom>
            <a:solidFill>
              <a:srgbClr val="FF0000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>
                <a:solidFill>
                  <a:schemeClr val="tx1"/>
                </a:solidFill>
              </a:endParaRPr>
            </a:p>
          </p:txBody>
        </p:sp>
        <p:sp>
          <p:nvSpPr>
            <p:cNvPr id="46" name="타원 45">
              <a:extLst>
                <a:ext uri="{FF2B5EF4-FFF2-40B4-BE49-F238E27FC236}">
                  <a16:creationId xmlns:a16="http://schemas.microsoft.com/office/drawing/2014/main" id="{11B92197-0346-54C7-DCA4-29228303BCEF}"/>
                </a:ext>
              </a:extLst>
            </p:cNvPr>
            <p:cNvSpPr/>
            <p:nvPr/>
          </p:nvSpPr>
          <p:spPr>
            <a:xfrm>
              <a:off x="4735802" y="5291218"/>
              <a:ext cx="98385" cy="98385"/>
            </a:xfrm>
            <a:prstGeom prst="ellipse">
              <a:avLst/>
            </a:prstGeom>
            <a:solidFill>
              <a:srgbClr val="FF0000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>
                <a:solidFill>
                  <a:schemeClr val="tx1"/>
                </a:solidFill>
              </a:endParaRPr>
            </a:p>
          </p:txBody>
        </p:sp>
        <p:sp>
          <p:nvSpPr>
            <p:cNvPr id="47" name="타원 46">
              <a:extLst>
                <a:ext uri="{FF2B5EF4-FFF2-40B4-BE49-F238E27FC236}">
                  <a16:creationId xmlns:a16="http://schemas.microsoft.com/office/drawing/2014/main" id="{AFB5C1AA-5895-6500-B527-2E35F4BD3E7C}"/>
                </a:ext>
              </a:extLst>
            </p:cNvPr>
            <p:cNvSpPr/>
            <p:nvPr/>
          </p:nvSpPr>
          <p:spPr>
            <a:xfrm>
              <a:off x="4738340" y="5920250"/>
              <a:ext cx="98385" cy="98385"/>
            </a:xfrm>
            <a:prstGeom prst="ellipse">
              <a:avLst/>
            </a:prstGeom>
            <a:solidFill>
              <a:srgbClr val="FF0000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>
                <a:solidFill>
                  <a:schemeClr val="tx1"/>
                </a:solidFill>
              </a:endParaRPr>
            </a:p>
          </p:txBody>
        </p:sp>
      </p:grpSp>
      <p:sp>
        <p:nvSpPr>
          <p:cNvPr id="49" name="직사각형 48">
            <a:extLst>
              <a:ext uri="{FF2B5EF4-FFF2-40B4-BE49-F238E27FC236}">
                <a16:creationId xmlns:a16="http://schemas.microsoft.com/office/drawing/2014/main" id="{BBB275B6-27C7-7BCA-C58A-C8C56B1A06FC}"/>
              </a:ext>
            </a:extLst>
          </p:cNvPr>
          <p:cNvSpPr/>
          <p:nvPr/>
        </p:nvSpPr>
        <p:spPr>
          <a:xfrm rot="16200000" flipV="1">
            <a:off x="9869564" y="2394957"/>
            <a:ext cx="98385" cy="343522"/>
          </a:xfrm>
          <a:prstGeom prst="rect">
            <a:avLst/>
          </a:prstGeom>
          <a:solidFill>
            <a:srgbClr val="FFFF0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>
              <a:solidFill>
                <a:schemeClr val="tx1"/>
              </a:solidFill>
            </a:endParaRP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105EA25B-5C41-A149-1A4A-FA743A8196F8}"/>
              </a:ext>
            </a:extLst>
          </p:cNvPr>
          <p:cNvSpPr txBox="1"/>
          <p:nvPr/>
        </p:nvSpPr>
        <p:spPr>
          <a:xfrm>
            <a:off x="3661790" y="3055627"/>
            <a:ext cx="479618" cy="2462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1000" b="1">
                <a:solidFill>
                  <a:srgbClr val="FF0000"/>
                </a:solidFill>
              </a:rPr>
              <a:t>1300</a:t>
            </a:r>
            <a:endParaRPr lang="ko-KR" altLang="en-US" sz="1000" b="1">
              <a:solidFill>
                <a:srgbClr val="FF0000"/>
              </a:solidFill>
            </a:endParaRP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8A91CC6C-F1DA-911C-1D1D-4DDB98232AD8}"/>
              </a:ext>
            </a:extLst>
          </p:cNvPr>
          <p:cNvSpPr txBox="1"/>
          <p:nvPr/>
        </p:nvSpPr>
        <p:spPr>
          <a:xfrm>
            <a:off x="2192887" y="6154450"/>
            <a:ext cx="479618" cy="2462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1000" b="1">
                <a:solidFill>
                  <a:srgbClr val="FF0000"/>
                </a:solidFill>
              </a:rPr>
              <a:t>2800</a:t>
            </a:r>
            <a:endParaRPr lang="ko-KR" altLang="en-US" sz="1000" b="1">
              <a:solidFill>
                <a:srgbClr val="FF0000"/>
              </a:solidFill>
            </a:endParaRP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8E5CBBDE-712B-6223-ACF1-419197B331F0}"/>
              </a:ext>
            </a:extLst>
          </p:cNvPr>
          <p:cNvSpPr txBox="1"/>
          <p:nvPr/>
        </p:nvSpPr>
        <p:spPr>
          <a:xfrm>
            <a:off x="3865606" y="6143722"/>
            <a:ext cx="479618" cy="2462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1000" b="1">
                <a:solidFill>
                  <a:srgbClr val="FF0000"/>
                </a:solidFill>
              </a:rPr>
              <a:t>2900</a:t>
            </a:r>
            <a:endParaRPr lang="ko-KR" altLang="en-US" sz="1000" b="1">
              <a:solidFill>
                <a:srgbClr val="FF0000"/>
              </a:solidFill>
            </a:endParaRP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FB9B4EF4-002E-1134-1346-0BADABAE0649}"/>
              </a:ext>
            </a:extLst>
          </p:cNvPr>
          <p:cNvSpPr txBox="1"/>
          <p:nvPr/>
        </p:nvSpPr>
        <p:spPr>
          <a:xfrm>
            <a:off x="6486742" y="6260772"/>
            <a:ext cx="479618" cy="2462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1000" b="1">
                <a:solidFill>
                  <a:srgbClr val="FF0000"/>
                </a:solidFill>
              </a:rPr>
              <a:t>6700</a:t>
            </a:r>
            <a:endParaRPr lang="ko-KR" altLang="en-US" sz="1000" b="1">
              <a:solidFill>
                <a:srgbClr val="FF0000"/>
              </a:solidFill>
            </a:endParaRP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14F42C20-A0C2-31B5-B118-D203AFCC5905}"/>
              </a:ext>
            </a:extLst>
          </p:cNvPr>
          <p:cNvSpPr txBox="1"/>
          <p:nvPr/>
        </p:nvSpPr>
        <p:spPr>
          <a:xfrm>
            <a:off x="7022838" y="4205552"/>
            <a:ext cx="479618" cy="2462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1000" b="1">
                <a:solidFill>
                  <a:srgbClr val="FF0000"/>
                </a:solidFill>
              </a:rPr>
              <a:t>3100</a:t>
            </a:r>
            <a:endParaRPr lang="ko-KR" altLang="en-US" sz="1000" b="1">
              <a:solidFill>
                <a:srgbClr val="FF0000"/>
              </a:solidFill>
            </a:endParaRP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F1669376-F4AF-C980-BC36-6B1D283EA0EE}"/>
              </a:ext>
            </a:extLst>
          </p:cNvPr>
          <p:cNvSpPr txBox="1"/>
          <p:nvPr/>
        </p:nvSpPr>
        <p:spPr>
          <a:xfrm>
            <a:off x="6262283" y="4718965"/>
            <a:ext cx="479618" cy="2462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1000" b="1">
                <a:solidFill>
                  <a:srgbClr val="FF0000"/>
                </a:solidFill>
              </a:rPr>
              <a:t>2400</a:t>
            </a:r>
            <a:endParaRPr lang="ko-KR" altLang="en-US" sz="1000" b="1">
              <a:solidFill>
                <a:srgbClr val="FF0000"/>
              </a:solidFill>
            </a:endParaRPr>
          </a:p>
        </p:txBody>
      </p:sp>
      <p:cxnSp>
        <p:nvCxnSpPr>
          <p:cNvPr id="19" name="직선 화살표 연결선 18">
            <a:extLst>
              <a:ext uri="{FF2B5EF4-FFF2-40B4-BE49-F238E27FC236}">
                <a16:creationId xmlns:a16="http://schemas.microsoft.com/office/drawing/2014/main" id="{560CDB2D-2074-4570-3A2C-D62695ABC42C}"/>
              </a:ext>
            </a:extLst>
          </p:cNvPr>
          <p:cNvCxnSpPr>
            <a:cxnSpLocks/>
          </p:cNvCxnSpPr>
          <p:nvPr/>
        </p:nvCxnSpPr>
        <p:spPr>
          <a:xfrm flipH="1" flipV="1">
            <a:off x="4985806" y="6223267"/>
            <a:ext cx="3350326" cy="9"/>
          </a:xfrm>
          <a:prstGeom prst="straightConnector1">
            <a:avLst/>
          </a:prstGeom>
          <a:ln w="57150">
            <a:solidFill>
              <a:srgbClr val="00B050"/>
            </a:solidFill>
            <a:headEnd type="triangle"/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0" name="TextBox 19">
            <a:extLst>
              <a:ext uri="{FF2B5EF4-FFF2-40B4-BE49-F238E27FC236}">
                <a16:creationId xmlns:a16="http://schemas.microsoft.com/office/drawing/2014/main" id="{E3097CEB-E0AF-DCB4-BA59-645D0D723530}"/>
              </a:ext>
            </a:extLst>
          </p:cNvPr>
          <p:cNvSpPr txBox="1"/>
          <p:nvPr/>
        </p:nvSpPr>
        <p:spPr>
          <a:xfrm>
            <a:off x="9240455" y="5817543"/>
            <a:ext cx="479618" cy="2462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1000" b="1">
                <a:solidFill>
                  <a:srgbClr val="FF0000"/>
                </a:solidFill>
              </a:rPr>
              <a:t>3500</a:t>
            </a:r>
            <a:endParaRPr lang="ko-KR" altLang="en-US" sz="1000" b="1">
              <a:solidFill>
                <a:srgbClr val="FF0000"/>
              </a:solidFill>
            </a:endParaRPr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AFE74F4D-A768-7833-4409-B7D07B1A8B6E}"/>
              </a:ext>
            </a:extLst>
          </p:cNvPr>
          <p:cNvSpPr txBox="1"/>
          <p:nvPr/>
        </p:nvSpPr>
        <p:spPr>
          <a:xfrm>
            <a:off x="10175682" y="4211291"/>
            <a:ext cx="479618" cy="2462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1000" b="1">
                <a:solidFill>
                  <a:srgbClr val="FF0000"/>
                </a:solidFill>
              </a:rPr>
              <a:t>1100</a:t>
            </a:r>
            <a:endParaRPr lang="ko-KR" altLang="en-US" sz="1000" b="1">
              <a:solidFill>
                <a:srgbClr val="FF0000"/>
              </a:solidFill>
            </a:endParaRPr>
          </a:p>
        </p:txBody>
      </p:sp>
      <p:cxnSp>
        <p:nvCxnSpPr>
          <p:cNvPr id="22" name="직선 화살표 연결선 21">
            <a:extLst>
              <a:ext uri="{FF2B5EF4-FFF2-40B4-BE49-F238E27FC236}">
                <a16:creationId xmlns:a16="http://schemas.microsoft.com/office/drawing/2014/main" id="{C3DB483D-BF57-19C0-2F5E-42B7C4FBBD69}"/>
              </a:ext>
            </a:extLst>
          </p:cNvPr>
          <p:cNvCxnSpPr>
            <a:cxnSpLocks/>
          </p:cNvCxnSpPr>
          <p:nvPr/>
        </p:nvCxnSpPr>
        <p:spPr>
          <a:xfrm>
            <a:off x="10105818" y="3692042"/>
            <a:ext cx="0" cy="653823"/>
          </a:xfrm>
          <a:prstGeom prst="straightConnector1">
            <a:avLst/>
          </a:prstGeom>
          <a:ln w="57150">
            <a:solidFill>
              <a:srgbClr val="00B050"/>
            </a:solidFill>
            <a:headEnd type="triangle"/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004163816"/>
      </p:ext>
    </p:extLst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8646226-8855-B292-2E11-DD0A561C388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그림 2">
            <a:extLst>
              <a:ext uri="{FF2B5EF4-FFF2-40B4-BE49-F238E27FC236}">
                <a16:creationId xmlns:a16="http://schemas.microsoft.com/office/drawing/2014/main" id="{7CEE9A61-C517-88DC-818C-49DDAE74E486}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/>
        </p:nvPicPr>
        <p:blipFill>
          <a:blip r:embed="rId2">
            <a:alphaModFix amt="70000"/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saturation sat="0"/>
                    </a14:imgEffect>
                  </a14:imgLayer>
                </a14:imgProps>
              </a:ext>
            </a:extLst>
          </a:blip>
          <a:stretch>
            <a:fillRect/>
          </a:stretch>
        </p:blipFill>
        <p:spPr>
          <a:xfrm>
            <a:off x="1836279" y="590334"/>
            <a:ext cx="8819021" cy="5677332"/>
          </a:xfrm>
          <a:prstGeom prst="rect">
            <a:avLst/>
          </a:prstGeom>
        </p:spPr>
      </p:pic>
      <mc:AlternateContent xmlns:mc="http://schemas.openxmlformats.org/markup-compatibility/2006">
        <mc:Choice xmlns:a14="http://schemas.microsoft.com/office/drawing/2010/main" Requires="a14">
          <p:sp>
            <p:nvSpPr>
              <p:cNvPr id="4" name="TextBox 3">
                <a:extLst>
                  <a:ext uri="{FF2B5EF4-FFF2-40B4-BE49-F238E27FC236}">
                    <a16:creationId xmlns:a16="http://schemas.microsoft.com/office/drawing/2014/main" id="{EE39C3A5-27CD-D3C0-6DF8-40AA37ADD890}"/>
                  </a:ext>
                </a:extLst>
              </p:cNvPr>
              <p:cNvSpPr txBox="1"/>
              <p:nvPr/>
            </p:nvSpPr>
            <p:spPr>
              <a:xfrm>
                <a:off x="10152689" y="1075737"/>
                <a:ext cx="1762781" cy="407099"/>
              </a:xfrm>
              <a:prstGeom prst="rect">
                <a:avLst/>
              </a:prstGeom>
              <a:noFill/>
            </p:spPr>
            <p:txBody>
              <a:bodyPr wrap="square">
                <a:spAutoFit/>
                <a:scene3d>
                  <a:camera prst="orthographicFront"/>
                  <a:lightRig rig="harsh" dir="t"/>
                </a:scene3d>
                <a:sp3d extrusionH="57150" prstMaterial="matte">
                  <a:bevelT w="63500" h="12700" prst="angle"/>
                  <a:contourClr>
                    <a:schemeClr val="bg1">
                      <a:lumMod val="65000"/>
                    </a:schemeClr>
                  </a:contourClr>
                </a:sp3d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right"/>
                    </m:oMathParaPr>
                    <m:oMath xmlns:m="http://schemas.openxmlformats.org/officeDocument/2006/math">
                      <m:sSup>
                        <m:sSupPr>
                          <m:ctrlPr>
                            <a:rPr lang="en-US" altLang="ko-KR" sz="2000" b="1" i="1" u="none" strike="noStrike" smtClean="0">
                              <a:ln/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altLang="ko-KR" sz="2000" b="1" i="1" u="none" strike="noStrike" smtClean="0">
                              <a:ln/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𝟖𝟒</m:t>
                          </m:r>
                          <m:r>
                            <a:rPr lang="en-US" altLang="ko-KR" sz="2000" b="1" i="1" u="none" strike="noStrike" smtClean="0">
                              <a:ln/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𝑩𝒎</m:t>
                          </m:r>
                        </m:e>
                        <m:sup>
                          <m:r>
                            <a:rPr lang="en-US" altLang="ko-KR" sz="2000" b="1" i="1" u="none" strike="noStrike" smtClean="0">
                              <a:ln/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𝟐</m:t>
                          </m:r>
                        </m:sup>
                      </m:sSup>
                    </m:oMath>
                  </m:oMathPara>
                </a14:m>
                <a:endParaRPr lang="ko-KR" altLang="en-US" sz="2000" b="1">
                  <a:ln/>
                  <a:solidFill>
                    <a:schemeClr val="tx1"/>
                  </a:solidFill>
                </a:endParaRPr>
              </a:p>
            </p:txBody>
          </p:sp>
        </mc:Choice>
        <mc:Fallback>
          <p:sp>
            <p:nvSpPr>
              <p:cNvPr id="4" name="TextBox 3">
                <a:extLst>
                  <a:ext uri="{FF2B5EF4-FFF2-40B4-BE49-F238E27FC236}">
                    <a16:creationId xmlns:a16="http://schemas.microsoft.com/office/drawing/2014/main" id="{EE39C3A5-27CD-D3C0-6DF8-40AA37ADD890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0152689" y="1075737"/>
                <a:ext cx="1762781" cy="407099"/>
              </a:xfrm>
              <a:prstGeom prst="rect">
                <a:avLst/>
              </a:prstGeom>
              <a:blipFill>
                <a:blip r:embed="rId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5" name="TextBox 4">
            <a:extLst>
              <a:ext uri="{FF2B5EF4-FFF2-40B4-BE49-F238E27FC236}">
                <a16:creationId xmlns:a16="http://schemas.microsoft.com/office/drawing/2014/main" id="{42A9051B-5B05-F024-352F-C732B79946E3}"/>
              </a:ext>
            </a:extLst>
          </p:cNvPr>
          <p:cNvSpPr txBox="1"/>
          <p:nvPr/>
        </p:nvSpPr>
        <p:spPr>
          <a:xfrm>
            <a:off x="1870318" y="353253"/>
            <a:ext cx="8452551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 sz="2000" b="1"/>
              <a:t>84B</a:t>
            </a:r>
            <a:r>
              <a:rPr lang="ko-KR" altLang="en-US" sz="2000" b="1"/>
              <a:t>타입 간접 프리미엄 </a:t>
            </a:r>
            <a:r>
              <a:rPr lang="en-US" altLang="ko-KR" sz="2000" b="1"/>
              <a:t>SET</a:t>
            </a:r>
          </a:p>
        </p:txBody>
      </p:sp>
      <p:sp>
        <p:nvSpPr>
          <p:cNvPr id="6" name="직사각형 5">
            <a:extLst>
              <a:ext uri="{FF2B5EF4-FFF2-40B4-BE49-F238E27FC236}">
                <a16:creationId xmlns:a16="http://schemas.microsoft.com/office/drawing/2014/main" id="{38CE14C6-CD84-8DAA-42AB-37F425BF88F6}"/>
              </a:ext>
            </a:extLst>
          </p:cNvPr>
          <p:cNvSpPr/>
          <p:nvPr/>
        </p:nvSpPr>
        <p:spPr>
          <a:xfrm>
            <a:off x="8661176" y="5491918"/>
            <a:ext cx="1178149" cy="103264"/>
          </a:xfrm>
          <a:prstGeom prst="rect">
            <a:avLst/>
          </a:prstGeom>
          <a:solidFill>
            <a:srgbClr val="00B0F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127947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ko-KR" altLang="en-US" sz="135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맑은 고딕"/>
              <a:ea typeface="맑은 고딕" panose="020B0503020000020004" pitchFamily="50" charset="-127"/>
              <a:cs typeface="+mn-cs"/>
            </a:endParaRPr>
          </a:p>
        </p:txBody>
      </p:sp>
      <p:sp>
        <p:nvSpPr>
          <p:cNvPr id="8" name="직사각형 7">
            <a:extLst>
              <a:ext uri="{FF2B5EF4-FFF2-40B4-BE49-F238E27FC236}">
                <a16:creationId xmlns:a16="http://schemas.microsoft.com/office/drawing/2014/main" id="{D5544577-A0A0-E910-5B66-C6A8A6273536}"/>
              </a:ext>
            </a:extLst>
          </p:cNvPr>
          <p:cNvSpPr/>
          <p:nvPr/>
        </p:nvSpPr>
        <p:spPr>
          <a:xfrm rot="5400000">
            <a:off x="7180821" y="5029738"/>
            <a:ext cx="102820" cy="1630245"/>
          </a:xfrm>
          <a:prstGeom prst="rect">
            <a:avLst/>
          </a:prstGeom>
          <a:solidFill>
            <a:srgbClr val="FF000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>
              <a:solidFill>
                <a:schemeClr val="tx1"/>
              </a:solidFill>
            </a:endParaRPr>
          </a:p>
        </p:txBody>
      </p:sp>
      <p:sp>
        <p:nvSpPr>
          <p:cNvPr id="9" name="사각형: 둥근 모서리 8">
            <a:extLst>
              <a:ext uri="{FF2B5EF4-FFF2-40B4-BE49-F238E27FC236}">
                <a16:creationId xmlns:a16="http://schemas.microsoft.com/office/drawing/2014/main" id="{9611B273-3DF0-688B-D11C-BF4F4CC91E63}"/>
              </a:ext>
            </a:extLst>
          </p:cNvPr>
          <p:cNvSpPr/>
          <p:nvPr/>
        </p:nvSpPr>
        <p:spPr>
          <a:xfrm>
            <a:off x="6710006" y="4436635"/>
            <a:ext cx="1092978" cy="1103860"/>
          </a:xfrm>
          <a:prstGeom prst="roundRect">
            <a:avLst>
              <a:gd name="adj" fmla="val 15666"/>
            </a:avLst>
          </a:prstGeom>
          <a:noFill/>
          <a:ln w="38100">
            <a:solidFill>
              <a:schemeClr val="accent2">
                <a:lumMod val="60000"/>
                <a:lumOff val="4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>
              <a:solidFill>
                <a:schemeClr val="tx1"/>
              </a:solidFill>
            </a:endParaRPr>
          </a:p>
        </p:txBody>
      </p:sp>
      <p:sp>
        <p:nvSpPr>
          <p:cNvPr id="10" name="사각형: 둥근 모서리 9">
            <a:extLst>
              <a:ext uri="{FF2B5EF4-FFF2-40B4-BE49-F238E27FC236}">
                <a16:creationId xmlns:a16="http://schemas.microsoft.com/office/drawing/2014/main" id="{047C8725-0E71-321A-CA12-FF95896EDFB0}"/>
              </a:ext>
            </a:extLst>
          </p:cNvPr>
          <p:cNvSpPr/>
          <p:nvPr/>
        </p:nvSpPr>
        <p:spPr>
          <a:xfrm>
            <a:off x="6854969" y="4575228"/>
            <a:ext cx="801043" cy="840103"/>
          </a:xfrm>
          <a:prstGeom prst="roundRect">
            <a:avLst>
              <a:gd name="adj" fmla="val 0"/>
            </a:avLst>
          </a:prstGeom>
          <a:noFill/>
          <a:ln w="38100">
            <a:solidFill>
              <a:srgbClr val="FFC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>
              <a:solidFill>
                <a:schemeClr val="tx1"/>
              </a:solidFill>
            </a:endParaRP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A9BC7EA2-D19A-7A33-35FA-C221C8244577}"/>
              </a:ext>
            </a:extLst>
          </p:cNvPr>
          <p:cNvSpPr txBox="1"/>
          <p:nvPr/>
        </p:nvSpPr>
        <p:spPr>
          <a:xfrm>
            <a:off x="6284639" y="3871467"/>
            <a:ext cx="1891732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ko-KR" altLang="en-US" sz="1000" b="1"/>
              <a:t>전자식스위치</a:t>
            </a:r>
            <a:r>
              <a:rPr lang="en-US" altLang="ko-KR" sz="1000" b="1"/>
              <a:t>+</a:t>
            </a:r>
            <a:r>
              <a:rPr lang="ko-KR" altLang="en-US" sz="1000" b="1"/>
              <a:t>리모컨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C345DE99-0CBD-F314-AB9D-C4ADC195B8D4}"/>
              </a:ext>
            </a:extLst>
          </p:cNvPr>
          <p:cNvSpPr txBox="1"/>
          <p:nvPr/>
        </p:nvSpPr>
        <p:spPr>
          <a:xfrm>
            <a:off x="112365" y="770606"/>
            <a:ext cx="3264447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800">
                <a:solidFill>
                  <a:srgbClr val="FF0000"/>
                </a:solidFill>
              </a:rPr>
              <a:t>**</a:t>
            </a:r>
            <a:r>
              <a:rPr lang="ko-KR" altLang="en-US" sz="800">
                <a:solidFill>
                  <a:srgbClr val="FF0000"/>
                </a:solidFill>
              </a:rPr>
              <a:t>스위치 연결을 위해 별도의 </a:t>
            </a:r>
            <a:r>
              <a:rPr lang="ko-KR" altLang="en-US" sz="800" err="1">
                <a:solidFill>
                  <a:srgbClr val="FF0000"/>
                </a:solidFill>
              </a:rPr>
              <a:t>타공이</a:t>
            </a:r>
            <a:r>
              <a:rPr lang="ko-KR" altLang="en-US" sz="800">
                <a:solidFill>
                  <a:srgbClr val="FF0000"/>
                </a:solidFill>
              </a:rPr>
              <a:t> 필요할 수 </a:t>
            </a:r>
            <a:endParaRPr lang="en-US" altLang="ko-KR" sz="800">
              <a:solidFill>
                <a:srgbClr val="FF0000"/>
              </a:solidFill>
            </a:endParaRPr>
          </a:p>
          <a:p>
            <a:r>
              <a:rPr lang="ko-KR" altLang="en-US" sz="800">
                <a:solidFill>
                  <a:srgbClr val="FF0000"/>
                </a:solidFill>
              </a:rPr>
              <a:t>있으며</a:t>
            </a:r>
            <a:r>
              <a:rPr lang="en-US" altLang="ko-KR" sz="800">
                <a:solidFill>
                  <a:srgbClr val="FF0000"/>
                </a:solidFill>
              </a:rPr>
              <a:t> </a:t>
            </a:r>
            <a:r>
              <a:rPr lang="ko-KR" altLang="en-US" sz="800">
                <a:solidFill>
                  <a:srgbClr val="FF0000"/>
                </a:solidFill>
              </a:rPr>
              <a:t>공스피커로 마감 될 수도 있음</a:t>
            </a:r>
            <a:endParaRPr lang="en-US" altLang="ko-KR" sz="800">
              <a:solidFill>
                <a:srgbClr val="FF0000"/>
              </a:solidFill>
            </a:endParaRPr>
          </a:p>
        </p:txBody>
      </p:sp>
      <p:grpSp>
        <p:nvGrpSpPr>
          <p:cNvPr id="14" name="그룹 13">
            <a:extLst>
              <a:ext uri="{FF2B5EF4-FFF2-40B4-BE49-F238E27FC236}">
                <a16:creationId xmlns:a16="http://schemas.microsoft.com/office/drawing/2014/main" id="{7D635964-1C1A-4011-A5A2-96DC4D469167}"/>
              </a:ext>
            </a:extLst>
          </p:cNvPr>
          <p:cNvGrpSpPr/>
          <p:nvPr/>
        </p:nvGrpSpPr>
        <p:grpSpPr>
          <a:xfrm>
            <a:off x="9985354" y="4510716"/>
            <a:ext cx="98814" cy="650518"/>
            <a:chOff x="4737834" y="4900127"/>
            <a:chExt cx="98814" cy="650518"/>
          </a:xfrm>
          <a:solidFill>
            <a:srgbClr val="00B0F0"/>
          </a:solidFill>
        </p:grpSpPr>
        <p:sp>
          <p:nvSpPr>
            <p:cNvPr id="15" name="타원 14">
              <a:extLst>
                <a:ext uri="{FF2B5EF4-FFF2-40B4-BE49-F238E27FC236}">
                  <a16:creationId xmlns:a16="http://schemas.microsoft.com/office/drawing/2014/main" id="{E8539ABB-5E1D-4BAB-C385-61882BB650FF}"/>
                </a:ext>
              </a:extLst>
            </p:cNvPr>
            <p:cNvSpPr/>
            <p:nvPr/>
          </p:nvSpPr>
          <p:spPr>
            <a:xfrm>
              <a:off x="4737834" y="4900127"/>
              <a:ext cx="98385" cy="98385"/>
            </a:xfrm>
            <a:prstGeom prst="ellipse">
              <a:avLst/>
            </a:prstGeom>
            <a:grpFill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>
                <a:solidFill>
                  <a:schemeClr val="tx1"/>
                </a:solidFill>
              </a:endParaRPr>
            </a:p>
          </p:txBody>
        </p:sp>
        <p:sp>
          <p:nvSpPr>
            <p:cNvPr id="16" name="타원 15">
              <a:extLst>
                <a:ext uri="{FF2B5EF4-FFF2-40B4-BE49-F238E27FC236}">
                  <a16:creationId xmlns:a16="http://schemas.microsoft.com/office/drawing/2014/main" id="{63E28BE3-FDCF-B8AE-4891-EEEEE4F385F0}"/>
                </a:ext>
              </a:extLst>
            </p:cNvPr>
            <p:cNvSpPr/>
            <p:nvPr/>
          </p:nvSpPr>
          <p:spPr>
            <a:xfrm>
              <a:off x="4738263" y="5452260"/>
              <a:ext cx="98385" cy="98385"/>
            </a:xfrm>
            <a:prstGeom prst="ellipse">
              <a:avLst/>
            </a:prstGeom>
            <a:grpFill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>
                <a:solidFill>
                  <a:schemeClr val="tx1"/>
                </a:solidFill>
              </a:endParaRPr>
            </a:p>
          </p:txBody>
        </p:sp>
      </p:grpSp>
      <p:grpSp>
        <p:nvGrpSpPr>
          <p:cNvPr id="17" name="그룹 16">
            <a:extLst>
              <a:ext uri="{FF2B5EF4-FFF2-40B4-BE49-F238E27FC236}">
                <a16:creationId xmlns:a16="http://schemas.microsoft.com/office/drawing/2014/main" id="{2BE07F80-E30D-7C06-B9C5-C7BD872DE9FD}"/>
              </a:ext>
            </a:extLst>
          </p:cNvPr>
          <p:cNvGrpSpPr/>
          <p:nvPr/>
        </p:nvGrpSpPr>
        <p:grpSpPr>
          <a:xfrm>
            <a:off x="3575875" y="3012768"/>
            <a:ext cx="444200" cy="497746"/>
            <a:chOff x="9191246" y="3797098"/>
            <a:chExt cx="444200" cy="497746"/>
          </a:xfrm>
          <a:solidFill>
            <a:srgbClr val="CC0000"/>
          </a:solidFill>
        </p:grpSpPr>
        <p:grpSp>
          <p:nvGrpSpPr>
            <p:cNvPr id="18" name="그룹 17">
              <a:extLst>
                <a:ext uri="{FF2B5EF4-FFF2-40B4-BE49-F238E27FC236}">
                  <a16:creationId xmlns:a16="http://schemas.microsoft.com/office/drawing/2014/main" id="{1DC09B5F-27E0-6572-B71E-20B118EFB9BB}"/>
                </a:ext>
              </a:extLst>
            </p:cNvPr>
            <p:cNvGrpSpPr/>
            <p:nvPr/>
          </p:nvGrpSpPr>
          <p:grpSpPr>
            <a:xfrm>
              <a:off x="9536632" y="3799905"/>
              <a:ext cx="98814" cy="494939"/>
              <a:chOff x="4650521" y="4900127"/>
              <a:chExt cx="98814" cy="494939"/>
            </a:xfrm>
            <a:grpFill/>
            <a:effectLst>
              <a:glow rad="127000">
                <a:srgbClr val="FFFF00">
                  <a:alpha val="31000"/>
                </a:srgbClr>
              </a:glow>
            </a:effectLst>
          </p:grpSpPr>
          <p:sp>
            <p:nvSpPr>
              <p:cNvPr id="23" name="타원 22">
                <a:extLst>
                  <a:ext uri="{FF2B5EF4-FFF2-40B4-BE49-F238E27FC236}">
                    <a16:creationId xmlns:a16="http://schemas.microsoft.com/office/drawing/2014/main" id="{84063BB6-0A3A-AC9B-6DA0-25BA2E85C353}"/>
                  </a:ext>
                </a:extLst>
              </p:cNvPr>
              <p:cNvSpPr/>
              <p:nvPr/>
            </p:nvSpPr>
            <p:spPr>
              <a:xfrm>
                <a:off x="4650521" y="4900127"/>
                <a:ext cx="98385" cy="98385"/>
              </a:xfrm>
              <a:prstGeom prst="ellipse">
                <a:avLst/>
              </a:prstGeom>
              <a:grpFill/>
              <a:ln w="9525">
                <a:solidFill>
                  <a:srgbClr val="FFFF00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>
                  <a:solidFill>
                    <a:schemeClr val="tx1"/>
                  </a:solidFill>
                </a:endParaRPr>
              </a:p>
            </p:txBody>
          </p:sp>
          <p:sp>
            <p:nvSpPr>
              <p:cNvPr id="24" name="타원 23">
                <a:extLst>
                  <a:ext uri="{FF2B5EF4-FFF2-40B4-BE49-F238E27FC236}">
                    <a16:creationId xmlns:a16="http://schemas.microsoft.com/office/drawing/2014/main" id="{FBEB124F-C18E-5607-236E-196FEEB9E8D3}"/>
                  </a:ext>
                </a:extLst>
              </p:cNvPr>
              <p:cNvSpPr/>
              <p:nvPr/>
            </p:nvSpPr>
            <p:spPr>
              <a:xfrm>
                <a:off x="4650950" y="5296681"/>
                <a:ext cx="98385" cy="98385"/>
              </a:xfrm>
              <a:prstGeom prst="ellipse">
                <a:avLst/>
              </a:prstGeom>
              <a:grpFill/>
              <a:ln w="9525">
                <a:solidFill>
                  <a:srgbClr val="FFFF00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>
                  <a:solidFill>
                    <a:schemeClr val="tx1"/>
                  </a:solidFill>
                </a:endParaRPr>
              </a:p>
            </p:txBody>
          </p:sp>
        </p:grpSp>
        <p:sp>
          <p:nvSpPr>
            <p:cNvPr id="19" name="별: 꼭짓점 7개 18">
              <a:extLst>
                <a:ext uri="{FF2B5EF4-FFF2-40B4-BE49-F238E27FC236}">
                  <a16:creationId xmlns:a16="http://schemas.microsoft.com/office/drawing/2014/main" id="{9B98BAEB-0F8A-6EDA-B728-4FEEF9EE3DBE}"/>
                </a:ext>
              </a:extLst>
            </p:cNvPr>
            <p:cNvSpPr/>
            <p:nvPr/>
          </p:nvSpPr>
          <p:spPr>
            <a:xfrm rot="5400000">
              <a:off x="9291865" y="3924297"/>
              <a:ext cx="244351" cy="235659"/>
            </a:xfrm>
            <a:prstGeom prst="star7">
              <a:avLst/>
            </a:prstGeom>
            <a:grpFill/>
            <a:ln>
              <a:solidFill>
                <a:srgbClr val="FFFF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sz="1286" b="1">
                <a:ln w="22225">
                  <a:solidFill>
                    <a:srgbClr val="FFFF00"/>
                  </a:solidFill>
                  <a:prstDash val="solid"/>
                </a:ln>
                <a:solidFill>
                  <a:srgbClr val="C00000"/>
                </a:solidFill>
                <a:effectLst>
                  <a:glow rad="63500">
                    <a:schemeClr val="accent2">
                      <a:satMod val="175000"/>
                      <a:alpha val="40000"/>
                    </a:schemeClr>
                  </a:glow>
                </a:effectLst>
              </a:endParaRPr>
            </a:p>
          </p:txBody>
        </p:sp>
        <p:grpSp>
          <p:nvGrpSpPr>
            <p:cNvPr id="20" name="그룹 19">
              <a:extLst>
                <a:ext uri="{FF2B5EF4-FFF2-40B4-BE49-F238E27FC236}">
                  <a16:creationId xmlns:a16="http://schemas.microsoft.com/office/drawing/2014/main" id="{8BE097D4-A443-FA4B-7580-C6D05F06E6A6}"/>
                </a:ext>
              </a:extLst>
            </p:cNvPr>
            <p:cNvGrpSpPr/>
            <p:nvPr/>
          </p:nvGrpSpPr>
          <p:grpSpPr>
            <a:xfrm>
              <a:off x="9191246" y="3797098"/>
              <a:ext cx="98814" cy="494939"/>
              <a:chOff x="4737834" y="4900127"/>
              <a:chExt cx="98814" cy="494939"/>
            </a:xfrm>
            <a:grpFill/>
            <a:effectLst>
              <a:glow rad="127000">
                <a:srgbClr val="FFFF00">
                  <a:alpha val="31000"/>
                </a:srgbClr>
              </a:glow>
            </a:effectLst>
          </p:grpSpPr>
          <p:sp>
            <p:nvSpPr>
              <p:cNvPr id="21" name="타원 20">
                <a:extLst>
                  <a:ext uri="{FF2B5EF4-FFF2-40B4-BE49-F238E27FC236}">
                    <a16:creationId xmlns:a16="http://schemas.microsoft.com/office/drawing/2014/main" id="{037A4253-98CF-0ACC-DDD7-72223431BF7A}"/>
                  </a:ext>
                </a:extLst>
              </p:cNvPr>
              <p:cNvSpPr/>
              <p:nvPr/>
            </p:nvSpPr>
            <p:spPr>
              <a:xfrm>
                <a:off x="4737834" y="4900127"/>
                <a:ext cx="98385" cy="98385"/>
              </a:xfrm>
              <a:prstGeom prst="ellipse">
                <a:avLst/>
              </a:prstGeom>
              <a:grpFill/>
              <a:ln w="9525">
                <a:solidFill>
                  <a:srgbClr val="FFFF00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>
                  <a:solidFill>
                    <a:schemeClr val="tx1"/>
                  </a:solidFill>
                </a:endParaRPr>
              </a:p>
            </p:txBody>
          </p:sp>
          <p:sp>
            <p:nvSpPr>
              <p:cNvPr id="22" name="타원 21">
                <a:extLst>
                  <a:ext uri="{FF2B5EF4-FFF2-40B4-BE49-F238E27FC236}">
                    <a16:creationId xmlns:a16="http://schemas.microsoft.com/office/drawing/2014/main" id="{6417EA09-2D15-DCC9-2B31-2EA6E69E5BD0}"/>
                  </a:ext>
                </a:extLst>
              </p:cNvPr>
              <p:cNvSpPr/>
              <p:nvPr/>
            </p:nvSpPr>
            <p:spPr>
              <a:xfrm>
                <a:off x="4738263" y="5296681"/>
                <a:ext cx="98385" cy="98385"/>
              </a:xfrm>
              <a:prstGeom prst="ellipse">
                <a:avLst/>
              </a:prstGeom>
              <a:grpFill/>
              <a:ln w="9525">
                <a:solidFill>
                  <a:srgbClr val="FFFF00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>
                  <a:solidFill>
                    <a:schemeClr val="tx1"/>
                  </a:solidFill>
                </a:endParaRPr>
              </a:p>
            </p:txBody>
          </p:sp>
        </p:grpSp>
      </p:grpSp>
      <p:grpSp>
        <p:nvGrpSpPr>
          <p:cNvPr id="26" name="그룹 25">
            <a:extLst>
              <a:ext uri="{FF2B5EF4-FFF2-40B4-BE49-F238E27FC236}">
                <a16:creationId xmlns:a16="http://schemas.microsoft.com/office/drawing/2014/main" id="{3F422F74-71CB-9EF2-ABBA-5F7F352554C2}"/>
              </a:ext>
            </a:extLst>
          </p:cNvPr>
          <p:cNvGrpSpPr/>
          <p:nvPr/>
        </p:nvGrpSpPr>
        <p:grpSpPr>
          <a:xfrm rot="5400000">
            <a:off x="3884810" y="3871479"/>
            <a:ext cx="99451" cy="545492"/>
            <a:chOff x="5324822" y="4538198"/>
            <a:chExt cx="99451" cy="545492"/>
          </a:xfrm>
        </p:grpSpPr>
        <p:sp>
          <p:nvSpPr>
            <p:cNvPr id="27" name="타원 26">
              <a:extLst>
                <a:ext uri="{FF2B5EF4-FFF2-40B4-BE49-F238E27FC236}">
                  <a16:creationId xmlns:a16="http://schemas.microsoft.com/office/drawing/2014/main" id="{81021F13-28ED-2268-E930-1FBF6AAF8B1E}"/>
                </a:ext>
              </a:extLst>
            </p:cNvPr>
            <p:cNvSpPr/>
            <p:nvPr/>
          </p:nvSpPr>
          <p:spPr>
            <a:xfrm>
              <a:off x="5325888" y="4538198"/>
              <a:ext cx="98385" cy="98385"/>
            </a:xfrm>
            <a:prstGeom prst="ellipse">
              <a:avLst/>
            </a:prstGeom>
            <a:solidFill>
              <a:srgbClr val="FF0000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>
                <a:solidFill>
                  <a:schemeClr val="tx1"/>
                </a:solidFill>
              </a:endParaRPr>
            </a:p>
          </p:txBody>
        </p:sp>
        <p:sp>
          <p:nvSpPr>
            <p:cNvPr id="28" name="타원 27">
              <a:extLst>
                <a:ext uri="{FF2B5EF4-FFF2-40B4-BE49-F238E27FC236}">
                  <a16:creationId xmlns:a16="http://schemas.microsoft.com/office/drawing/2014/main" id="{B616D288-AA2F-E62C-8DAE-D2B4CE642955}"/>
                </a:ext>
              </a:extLst>
            </p:cNvPr>
            <p:cNvSpPr/>
            <p:nvPr/>
          </p:nvSpPr>
          <p:spPr>
            <a:xfrm>
              <a:off x="5324822" y="4985305"/>
              <a:ext cx="98385" cy="98385"/>
            </a:xfrm>
            <a:prstGeom prst="ellipse">
              <a:avLst/>
            </a:prstGeom>
            <a:solidFill>
              <a:srgbClr val="FF0000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>
                <a:solidFill>
                  <a:schemeClr val="tx1"/>
                </a:solidFill>
              </a:endParaRPr>
            </a:p>
          </p:txBody>
        </p:sp>
      </p:grpSp>
      <p:sp>
        <p:nvSpPr>
          <p:cNvPr id="29" name="직사각형 28">
            <a:extLst>
              <a:ext uri="{FF2B5EF4-FFF2-40B4-BE49-F238E27FC236}">
                <a16:creationId xmlns:a16="http://schemas.microsoft.com/office/drawing/2014/main" id="{73BD469B-47FF-5711-E4B1-43E6DF0D9480}"/>
              </a:ext>
            </a:extLst>
          </p:cNvPr>
          <p:cNvSpPr/>
          <p:nvPr/>
        </p:nvSpPr>
        <p:spPr>
          <a:xfrm flipV="1">
            <a:off x="4122422" y="2864481"/>
            <a:ext cx="98385" cy="777243"/>
          </a:xfrm>
          <a:prstGeom prst="rect">
            <a:avLst/>
          </a:prstGeom>
          <a:solidFill>
            <a:srgbClr val="FFFF0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>
              <a:solidFill>
                <a:schemeClr val="tx1"/>
              </a:solidFill>
            </a:endParaRPr>
          </a:p>
        </p:txBody>
      </p:sp>
      <p:sp>
        <p:nvSpPr>
          <p:cNvPr id="30" name="TextBox 29">
            <a:extLst>
              <a:ext uri="{FF2B5EF4-FFF2-40B4-BE49-F238E27FC236}">
                <a16:creationId xmlns:a16="http://schemas.microsoft.com/office/drawing/2014/main" id="{B718F0F2-090E-48C8-04C0-FDC89DF84FCB}"/>
              </a:ext>
            </a:extLst>
          </p:cNvPr>
          <p:cNvSpPr txBox="1"/>
          <p:nvPr/>
        </p:nvSpPr>
        <p:spPr>
          <a:xfrm>
            <a:off x="7554213" y="6352723"/>
            <a:ext cx="2444900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sz="1000">
                <a:highlight>
                  <a:srgbClr val="FFFF00"/>
                </a:highlight>
              </a:rPr>
              <a:t>우물은 두가지 </a:t>
            </a:r>
            <a:r>
              <a:rPr lang="ko-KR" altLang="en-US" sz="1000" err="1">
                <a:highlight>
                  <a:srgbClr val="FFFF00"/>
                </a:highlight>
              </a:rPr>
              <a:t>타입중</a:t>
            </a:r>
            <a:r>
              <a:rPr lang="ko-KR" altLang="en-US" sz="1000">
                <a:highlight>
                  <a:srgbClr val="FFFF00"/>
                </a:highlight>
              </a:rPr>
              <a:t> 선택 가능합니다</a:t>
            </a:r>
            <a:r>
              <a:rPr lang="en-US" altLang="ko-KR" sz="1000">
                <a:highlight>
                  <a:srgbClr val="FFFF00"/>
                </a:highlight>
              </a:rPr>
              <a:t>.</a:t>
            </a:r>
          </a:p>
          <a:p>
            <a:r>
              <a:rPr lang="ko-KR" altLang="en-US" sz="1000">
                <a:highlight>
                  <a:srgbClr val="FFFF00"/>
                </a:highlight>
              </a:rPr>
              <a:t>라운드우물은 추가금액 발생 됩니다</a:t>
            </a:r>
            <a:r>
              <a:rPr lang="en-US" altLang="ko-KR" sz="1000">
                <a:highlight>
                  <a:srgbClr val="FFFF00"/>
                </a:highlight>
              </a:rPr>
              <a:t>. </a:t>
            </a:r>
            <a:endParaRPr lang="ko-KR" altLang="en-US" sz="1000">
              <a:highlight>
                <a:srgbClr val="FFFF00"/>
              </a:highlight>
            </a:endParaRPr>
          </a:p>
        </p:txBody>
      </p:sp>
      <p:cxnSp>
        <p:nvCxnSpPr>
          <p:cNvPr id="31" name="직선 화살표 연결선 30">
            <a:extLst>
              <a:ext uri="{FF2B5EF4-FFF2-40B4-BE49-F238E27FC236}">
                <a16:creationId xmlns:a16="http://schemas.microsoft.com/office/drawing/2014/main" id="{FFD6D1AF-68BB-94C5-4153-59A3EA3C777D}"/>
              </a:ext>
            </a:extLst>
          </p:cNvPr>
          <p:cNvCxnSpPr>
            <a:cxnSpLocks/>
          </p:cNvCxnSpPr>
          <p:nvPr/>
        </p:nvCxnSpPr>
        <p:spPr>
          <a:xfrm flipV="1">
            <a:off x="7702331" y="5522079"/>
            <a:ext cx="1772" cy="854906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3" name="TextBox 13">
            <a:extLst>
              <a:ext uri="{FF2B5EF4-FFF2-40B4-BE49-F238E27FC236}">
                <a16:creationId xmlns:a16="http://schemas.microsoft.com/office/drawing/2014/main" id="{32D037D2-CD03-0907-1BED-C1DB860E2B46}"/>
              </a:ext>
            </a:extLst>
          </p:cNvPr>
          <p:cNvSpPr txBox="1"/>
          <p:nvPr/>
        </p:nvSpPr>
        <p:spPr>
          <a:xfrm>
            <a:off x="142074" y="1128948"/>
            <a:ext cx="1489510" cy="461665"/>
          </a:xfrm>
          <a:prstGeom prst="rect">
            <a:avLst/>
          </a:prstGeom>
          <a:solidFill>
            <a:schemeClr val="accent6">
              <a:lumMod val="20000"/>
              <a:lumOff val="80000"/>
            </a:schemeClr>
          </a:solidFill>
        </p:spPr>
        <p:txBody>
          <a:bodyPr wrap="none" rtlCol="0">
            <a:spAutoFit/>
          </a:bodyPr>
          <a:lstStyle>
            <a:defPPr>
              <a:defRPr lang="ko-KR"/>
            </a:defPPr>
            <a:lvl1pPr marL="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ko-KR" altLang="en-US" sz="800" b="1"/>
              <a:t>욕실 </a:t>
            </a:r>
            <a:r>
              <a:rPr lang="ko-KR" altLang="en-US" sz="800" b="1" err="1"/>
              <a:t>휴젠트여부에</a:t>
            </a:r>
            <a:r>
              <a:rPr lang="ko-KR" altLang="en-US" sz="800" b="1"/>
              <a:t> 대하여</a:t>
            </a:r>
            <a:endParaRPr lang="en-US" altLang="ko-KR" sz="800" b="1"/>
          </a:p>
          <a:p>
            <a:r>
              <a:rPr lang="ko-KR" altLang="en-US" sz="800" b="1"/>
              <a:t>기사분이 현장에서 파악하여</a:t>
            </a:r>
            <a:endParaRPr lang="en-US" altLang="ko-KR" sz="800" b="1"/>
          </a:p>
          <a:p>
            <a:r>
              <a:rPr lang="ko-KR" altLang="en-US" sz="800" b="1"/>
              <a:t>센서위치를 적용해드립니다</a:t>
            </a:r>
            <a:r>
              <a:rPr lang="en-US" altLang="ko-KR" sz="800" b="1"/>
              <a:t>.</a:t>
            </a:r>
            <a:endParaRPr lang="ko-KR" altLang="en-US" sz="800" b="1"/>
          </a:p>
        </p:txBody>
      </p:sp>
      <p:grpSp>
        <p:nvGrpSpPr>
          <p:cNvPr id="34" name="그룹 33">
            <a:extLst>
              <a:ext uri="{FF2B5EF4-FFF2-40B4-BE49-F238E27FC236}">
                <a16:creationId xmlns:a16="http://schemas.microsoft.com/office/drawing/2014/main" id="{A2B0B6A3-6285-7FC0-8D2F-A2A385924C74}"/>
              </a:ext>
            </a:extLst>
          </p:cNvPr>
          <p:cNvGrpSpPr/>
          <p:nvPr/>
        </p:nvGrpSpPr>
        <p:grpSpPr>
          <a:xfrm>
            <a:off x="166864" y="137559"/>
            <a:ext cx="2166761" cy="738664"/>
            <a:chOff x="209306" y="114311"/>
            <a:chExt cx="2166761" cy="742666"/>
          </a:xfrm>
        </p:grpSpPr>
        <p:sp>
          <p:nvSpPr>
            <p:cNvPr id="35" name="타원 34">
              <a:extLst>
                <a:ext uri="{FF2B5EF4-FFF2-40B4-BE49-F238E27FC236}">
                  <a16:creationId xmlns:a16="http://schemas.microsoft.com/office/drawing/2014/main" id="{10DDF39C-BD11-274C-8AED-6D6270AD5FFB}"/>
                </a:ext>
              </a:extLst>
            </p:cNvPr>
            <p:cNvSpPr/>
            <p:nvPr/>
          </p:nvSpPr>
          <p:spPr>
            <a:xfrm>
              <a:off x="209307" y="168341"/>
              <a:ext cx="98385" cy="98385"/>
            </a:xfrm>
            <a:prstGeom prst="ellipse">
              <a:avLst/>
            </a:prstGeom>
            <a:solidFill>
              <a:srgbClr val="FF0000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ko-KR"/>
              </a:defPPr>
              <a:lvl1pPr marL="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ko-KR" altLang="en-US">
                <a:solidFill>
                  <a:schemeClr val="tx1"/>
                </a:solidFill>
              </a:endParaRPr>
            </a:p>
          </p:txBody>
        </p:sp>
        <p:sp>
          <p:nvSpPr>
            <p:cNvPr id="36" name="타원 35">
              <a:extLst>
                <a:ext uri="{FF2B5EF4-FFF2-40B4-BE49-F238E27FC236}">
                  <a16:creationId xmlns:a16="http://schemas.microsoft.com/office/drawing/2014/main" id="{8B157BE0-D009-B269-EE06-571A7D5FF023}"/>
                </a:ext>
              </a:extLst>
            </p:cNvPr>
            <p:cNvSpPr/>
            <p:nvPr/>
          </p:nvSpPr>
          <p:spPr>
            <a:xfrm>
              <a:off x="209307" y="347436"/>
              <a:ext cx="98385" cy="98385"/>
            </a:xfrm>
            <a:prstGeom prst="ellipse">
              <a:avLst/>
            </a:prstGeom>
            <a:solidFill>
              <a:srgbClr val="FFFF00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ko-KR"/>
              </a:defPPr>
              <a:lvl1pPr marL="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ko-KR" altLang="en-US">
                <a:solidFill>
                  <a:schemeClr val="tx1"/>
                </a:solidFill>
              </a:endParaRPr>
            </a:p>
          </p:txBody>
        </p:sp>
        <p:sp>
          <p:nvSpPr>
            <p:cNvPr id="37" name="타원 36">
              <a:extLst>
                <a:ext uri="{FF2B5EF4-FFF2-40B4-BE49-F238E27FC236}">
                  <a16:creationId xmlns:a16="http://schemas.microsoft.com/office/drawing/2014/main" id="{DA8A2D0A-088D-E8D4-B7D8-FD6BD3A65A47}"/>
                </a:ext>
              </a:extLst>
            </p:cNvPr>
            <p:cNvSpPr/>
            <p:nvPr/>
          </p:nvSpPr>
          <p:spPr>
            <a:xfrm>
              <a:off x="209306" y="573831"/>
              <a:ext cx="98385" cy="98385"/>
            </a:xfrm>
            <a:prstGeom prst="ellipse">
              <a:avLst/>
            </a:prstGeom>
            <a:solidFill>
              <a:srgbClr val="FFC000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ko-KR"/>
              </a:defPPr>
              <a:lvl1pPr marL="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ko-KR" altLang="en-US">
                <a:solidFill>
                  <a:schemeClr val="tx1"/>
                </a:solidFill>
              </a:endParaRPr>
            </a:p>
          </p:txBody>
        </p:sp>
        <p:sp>
          <p:nvSpPr>
            <p:cNvPr id="38" name="TextBox 11">
              <a:extLst>
                <a:ext uri="{FF2B5EF4-FFF2-40B4-BE49-F238E27FC236}">
                  <a16:creationId xmlns:a16="http://schemas.microsoft.com/office/drawing/2014/main" id="{E0A828CF-2E7F-CD24-923C-52C5D089AEE8}"/>
                </a:ext>
              </a:extLst>
            </p:cNvPr>
            <p:cNvSpPr txBox="1"/>
            <p:nvPr/>
          </p:nvSpPr>
          <p:spPr>
            <a:xfrm>
              <a:off x="318304" y="114311"/>
              <a:ext cx="2057763" cy="742666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>
              <a:defPPr>
                <a:defRPr lang="ko-KR"/>
              </a:defPPr>
              <a:lvl1pPr marL="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r>
                <a:rPr lang="ko-KR" altLang="en-US" sz="700"/>
                <a:t>간접조명 </a:t>
              </a:r>
              <a:r>
                <a:rPr lang="en-US" altLang="ko-KR" sz="700"/>
                <a:t>A SET</a:t>
              </a:r>
            </a:p>
            <a:p>
              <a:endParaRPr lang="en-US" altLang="ko-KR" sz="700"/>
            </a:p>
            <a:p>
              <a:r>
                <a:rPr lang="ko-KR" altLang="en-US" sz="700"/>
                <a:t>간접조명 센서 </a:t>
              </a:r>
              <a:r>
                <a:rPr lang="en-US" altLang="ko-KR" sz="700"/>
                <a:t>SET</a:t>
              </a:r>
            </a:p>
            <a:p>
              <a:endParaRPr lang="en-US" altLang="ko-KR" sz="700"/>
            </a:p>
            <a:p>
              <a:r>
                <a:rPr lang="ko-KR" altLang="en-US" sz="700"/>
                <a:t>우물천장간접조명 및 커튼박수 추가</a:t>
              </a:r>
              <a:r>
                <a:rPr lang="en-US" altLang="ko-KR" sz="700"/>
                <a:t>(</a:t>
              </a:r>
              <a:r>
                <a:rPr lang="ko-KR" altLang="en-US" sz="700"/>
                <a:t>별도 추가</a:t>
              </a:r>
              <a:r>
                <a:rPr lang="en-US" altLang="ko-KR" sz="700"/>
                <a:t>)</a:t>
              </a:r>
            </a:p>
            <a:p>
              <a:endParaRPr lang="en-US" altLang="ko-KR" sz="700"/>
            </a:p>
          </p:txBody>
        </p:sp>
      </p:grpSp>
      <p:sp>
        <p:nvSpPr>
          <p:cNvPr id="39" name="직사각형 38">
            <a:extLst>
              <a:ext uri="{FF2B5EF4-FFF2-40B4-BE49-F238E27FC236}">
                <a16:creationId xmlns:a16="http://schemas.microsoft.com/office/drawing/2014/main" id="{D74C908B-1B87-954D-3E30-00875DAA54B5}"/>
              </a:ext>
            </a:extLst>
          </p:cNvPr>
          <p:cNvSpPr/>
          <p:nvPr/>
        </p:nvSpPr>
        <p:spPr>
          <a:xfrm rot="16200000" flipV="1">
            <a:off x="4510162" y="2741912"/>
            <a:ext cx="98385" cy="343522"/>
          </a:xfrm>
          <a:prstGeom prst="rect">
            <a:avLst/>
          </a:prstGeom>
          <a:solidFill>
            <a:srgbClr val="FFFF0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>
              <a:solidFill>
                <a:schemeClr val="tx1"/>
              </a:solidFill>
            </a:endParaRPr>
          </a:p>
        </p:txBody>
      </p:sp>
      <p:grpSp>
        <p:nvGrpSpPr>
          <p:cNvPr id="40" name="그룹 39">
            <a:extLst>
              <a:ext uri="{FF2B5EF4-FFF2-40B4-BE49-F238E27FC236}">
                <a16:creationId xmlns:a16="http://schemas.microsoft.com/office/drawing/2014/main" id="{E3E8C297-0783-5D0E-0731-AD3A9634D5BE}"/>
              </a:ext>
            </a:extLst>
          </p:cNvPr>
          <p:cNvGrpSpPr/>
          <p:nvPr/>
        </p:nvGrpSpPr>
        <p:grpSpPr>
          <a:xfrm>
            <a:off x="8134154" y="4328434"/>
            <a:ext cx="100923" cy="1356633"/>
            <a:chOff x="4735802" y="4662002"/>
            <a:chExt cx="100923" cy="1356633"/>
          </a:xfrm>
        </p:grpSpPr>
        <p:sp>
          <p:nvSpPr>
            <p:cNvPr id="41" name="타원 40">
              <a:extLst>
                <a:ext uri="{FF2B5EF4-FFF2-40B4-BE49-F238E27FC236}">
                  <a16:creationId xmlns:a16="http://schemas.microsoft.com/office/drawing/2014/main" id="{C84A1FC2-7F1F-182B-1D14-4E67E021657D}"/>
                </a:ext>
              </a:extLst>
            </p:cNvPr>
            <p:cNvSpPr/>
            <p:nvPr/>
          </p:nvSpPr>
          <p:spPr>
            <a:xfrm>
              <a:off x="4737834" y="4662002"/>
              <a:ext cx="98385" cy="98385"/>
            </a:xfrm>
            <a:prstGeom prst="ellipse">
              <a:avLst/>
            </a:prstGeom>
            <a:solidFill>
              <a:srgbClr val="FF0000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>
                <a:solidFill>
                  <a:schemeClr val="tx1"/>
                </a:solidFill>
              </a:endParaRPr>
            </a:p>
          </p:txBody>
        </p:sp>
        <p:sp>
          <p:nvSpPr>
            <p:cNvPr id="42" name="타원 41">
              <a:extLst>
                <a:ext uri="{FF2B5EF4-FFF2-40B4-BE49-F238E27FC236}">
                  <a16:creationId xmlns:a16="http://schemas.microsoft.com/office/drawing/2014/main" id="{B09BD9E3-334F-2477-20B4-E4682371886C}"/>
                </a:ext>
              </a:extLst>
            </p:cNvPr>
            <p:cNvSpPr/>
            <p:nvPr/>
          </p:nvSpPr>
          <p:spPr>
            <a:xfrm>
              <a:off x="4735802" y="5291218"/>
              <a:ext cx="98385" cy="98385"/>
            </a:xfrm>
            <a:prstGeom prst="ellipse">
              <a:avLst/>
            </a:prstGeom>
            <a:solidFill>
              <a:srgbClr val="FF0000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>
                <a:solidFill>
                  <a:schemeClr val="tx1"/>
                </a:solidFill>
              </a:endParaRPr>
            </a:p>
          </p:txBody>
        </p:sp>
        <p:sp>
          <p:nvSpPr>
            <p:cNvPr id="43" name="타원 42">
              <a:extLst>
                <a:ext uri="{FF2B5EF4-FFF2-40B4-BE49-F238E27FC236}">
                  <a16:creationId xmlns:a16="http://schemas.microsoft.com/office/drawing/2014/main" id="{CF4905B9-9091-F717-56D8-2D6F32CEAF9F}"/>
                </a:ext>
              </a:extLst>
            </p:cNvPr>
            <p:cNvSpPr/>
            <p:nvPr/>
          </p:nvSpPr>
          <p:spPr>
            <a:xfrm>
              <a:off x="4738340" y="5920250"/>
              <a:ext cx="98385" cy="98385"/>
            </a:xfrm>
            <a:prstGeom prst="ellipse">
              <a:avLst/>
            </a:prstGeom>
            <a:solidFill>
              <a:srgbClr val="FF0000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>
                <a:solidFill>
                  <a:schemeClr val="tx1"/>
                </a:solidFill>
              </a:endParaRPr>
            </a:p>
          </p:txBody>
        </p:sp>
      </p:grpSp>
      <p:grpSp>
        <p:nvGrpSpPr>
          <p:cNvPr id="44" name="그룹 43">
            <a:extLst>
              <a:ext uri="{FF2B5EF4-FFF2-40B4-BE49-F238E27FC236}">
                <a16:creationId xmlns:a16="http://schemas.microsoft.com/office/drawing/2014/main" id="{4F72F929-889E-0AC4-E06E-587DC4C31A9C}"/>
              </a:ext>
            </a:extLst>
          </p:cNvPr>
          <p:cNvGrpSpPr/>
          <p:nvPr/>
        </p:nvGrpSpPr>
        <p:grpSpPr>
          <a:xfrm>
            <a:off x="6186254" y="4345865"/>
            <a:ext cx="100923" cy="1356633"/>
            <a:chOff x="4735802" y="4662002"/>
            <a:chExt cx="100923" cy="1356633"/>
          </a:xfrm>
        </p:grpSpPr>
        <p:sp>
          <p:nvSpPr>
            <p:cNvPr id="45" name="타원 44">
              <a:extLst>
                <a:ext uri="{FF2B5EF4-FFF2-40B4-BE49-F238E27FC236}">
                  <a16:creationId xmlns:a16="http://schemas.microsoft.com/office/drawing/2014/main" id="{BBD7343A-F104-675D-16A8-6BE38186C523}"/>
                </a:ext>
              </a:extLst>
            </p:cNvPr>
            <p:cNvSpPr/>
            <p:nvPr/>
          </p:nvSpPr>
          <p:spPr>
            <a:xfrm>
              <a:off x="4737834" y="4662002"/>
              <a:ext cx="98385" cy="98385"/>
            </a:xfrm>
            <a:prstGeom prst="ellipse">
              <a:avLst/>
            </a:prstGeom>
            <a:solidFill>
              <a:srgbClr val="FF0000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>
                <a:solidFill>
                  <a:schemeClr val="tx1"/>
                </a:solidFill>
              </a:endParaRPr>
            </a:p>
          </p:txBody>
        </p:sp>
        <p:sp>
          <p:nvSpPr>
            <p:cNvPr id="46" name="타원 45">
              <a:extLst>
                <a:ext uri="{FF2B5EF4-FFF2-40B4-BE49-F238E27FC236}">
                  <a16:creationId xmlns:a16="http://schemas.microsoft.com/office/drawing/2014/main" id="{E72EFB7E-24B2-7F53-E7FE-74210EE32A65}"/>
                </a:ext>
              </a:extLst>
            </p:cNvPr>
            <p:cNvSpPr/>
            <p:nvPr/>
          </p:nvSpPr>
          <p:spPr>
            <a:xfrm>
              <a:off x="4735802" y="5291218"/>
              <a:ext cx="98385" cy="98385"/>
            </a:xfrm>
            <a:prstGeom prst="ellipse">
              <a:avLst/>
            </a:prstGeom>
            <a:solidFill>
              <a:srgbClr val="FF0000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>
                <a:solidFill>
                  <a:schemeClr val="tx1"/>
                </a:solidFill>
              </a:endParaRPr>
            </a:p>
          </p:txBody>
        </p:sp>
        <p:sp>
          <p:nvSpPr>
            <p:cNvPr id="47" name="타원 46">
              <a:extLst>
                <a:ext uri="{FF2B5EF4-FFF2-40B4-BE49-F238E27FC236}">
                  <a16:creationId xmlns:a16="http://schemas.microsoft.com/office/drawing/2014/main" id="{275B1C58-A8EF-56B7-334A-BFC5C1CC5B4C}"/>
                </a:ext>
              </a:extLst>
            </p:cNvPr>
            <p:cNvSpPr/>
            <p:nvPr/>
          </p:nvSpPr>
          <p:spPr>
            <a:xfrm>
              <a:off x="4738340" y="5920250"/>
              <a:ext cx="98385" cy="98385"/>
            </a:xfrm>
            <a:prstGeom prst="ellipse">
              <a:avLst/>
            </a:prstGeom>
            <a:solidFill>
              <a:srgbClr val="FF0000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>
                <a:solidFill>
                  <a:schemeClr val="tx1"/>
                </a:solidFill>
              </a:endParaRPr>
            </a:p>
          </p:txBody>
        </p:sp>
      </p:grpSp>
      <p:sp>
        <p:nvSpPr>
          <p:cNvPr id="48" name="TextBox 47">
            <a:extLst>
              <a:ext uri="{FF2B5EF4-FFF2-40B4-BE49-F238E27FC236}">
                <a16:creationId xmlns:a16="http://schemas.microsoft.com/office/drawing/2014/main" id="{16E3D460-BFE2-BAA6-4116-4DB9A68A814A}"/>
              </a:ext>
            </a:extLst>
          </p:cNvPr>
          <p:cNvSpPr txBox="1"/>
          <p:nvPr/>
        </p:nvSpPr>
        <p:spPr>
          <a:xfrm>
            <a:off x="8349828" y="4606641"/>
            <a:ext cx="841797" cy="400110"/>
          </a:xfrm>
          <a:prstGeom prst="rect">
            <a:avLst/>
          </a:prstGeom>
          <a:solidFill>
            <a:schemeClr val="bg2">
              <a:lumMod val="90000"/>
            </a:schemeClr>
          </a:solidFill>
        </p:spPr>
        <p:txBody>
          <a:bodyPr wrap="square" rtlCol="0">
            <a:spAutoFit/>
          </a:bodyPr>
          <a:lstStyle/>
          <a:p>
            <a:pPr algn="ctr"/>
            <a:r>
              <a:rPr lang="ko-KR" altLang="en-US" sz="1000" b="1" err="1"/>
              <a:t>무선리모컨</a:t>
            </a:r>
            <a:endParaRPr lang="en-US" altLang="ko-KR" sz="1000" b="1"/>
          </a:p>
          <a:p>
            <a:pPr algn="ctr"/>
            <a:r>
              <a:rPr lang="en-US" altLang="ko-KR" sz="1000" b="1"/>
              <a:t>1</a:t>
            </a:r>
            <a:r>
              <a:rPr lang="ko-KR" altLang="en-US" sz="1000" b="1"/>
              <a:t>구</a:t>
            </a:r>
            <a:r>
              <a:rPr lang="en-US" altLang="ko-KR" sz="1000" b="1"/>
              <a:t>(3</a:t>
            </a:r>
            <a:r>
              <a:rPr lang="ko-KR" altLang="en-US" sz="1000" b="1"/>
              <a:t>채널</a:t>
            </a:r>
            <a:r>
              <a:rPr lang="en-US" altLang="ko-KR" sz="1000" b="1"/>
              <a:t>)</a:t>
            </a:r>
            <a:endParaRPr lang="ko-KR" altLang="en-US" sz="1000" b="1"/>
          </a:p>
        </p:txBody>
      </p:sp>
      <p:sp>
        <p:nvSpPr>
          <p:cNvPr id="49" name="직사각형 48">
            <a:extLst>
              <a:ext uri="{FF2B5EF4-FFF2-40B4-BE49-F238E27FC236}">
                <a16:creationId xmlns:a16="http://schemas.microsoft.com/office/drawing/2014/main" id="{3614036F-EA04-75E1-2DDD-CA9BA78236B4}"/>
              </a:ext>
            </a:extLst>
          </p:cNvPr>
          <p:cNvSpPr/>
          <p:nvPr/>
        </p:nvSpPr>
        <p:spPr>
          <a:xfrm rot="16200000" flipV="1">
            <a:off x="9869564" y="2394957"/>
            <a:ext cx="98385" cy="343522"/>
          </a:xfrm>
          <a:prstGeom prst="rect">
            <a:avLst/>
          </a:prstGeom>
          <a:solidFill>
            <a:srgbClr val="FFFF0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>
              <a:solidFill>
                <a:schemeClr val="tx1"/>
              </a:solidFill>
            </a:endParaRP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049FB39E-0058-B7B9-FC4B-2920F7B0602F}"/>
              </a:ext>
            </a:extLst>
          </p:cNvPr>
          <p:cNvSpPr txBox="1"/>
          <p:nvPr/>
        </p:nvSpPr>
        <p:spPr>
          <a:xfrm>
            <a:off x="3661790" y="3055627"/>
            <a:ext cx="479618" cy="2462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1000" b="1">
                <a:solidFill>
                  <a:srgbClr val="FF0000"/>
                </a:solidFill>
              </a:rPr>
              <a:t>1300</a:t>
            </a:r>
            <a:endParaRPr lang="ko-KR" altLang="en-US" sz="1000" b="1">
              <a:solidFill>
                <a:srgbClr val="FF0000"/>
              </a:solidFill>
            </a:endParaRP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F1C62B9B-F969-F7A3-1CD6-1B547C0BBE8A}"/>
              </a:ext>
            </a:extLst>
          </p:cNvPr>
          <p:cNvSpPr txBox="1"/>
          <p:nvPr/>
        </p:nvSpPr>
        <p:spPr>
          <a:xfrm>
            <a:off x="2192887" y="6154450"/>
            <a:ext cx="479618" cy="2462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1000" b="1">
                <a:solidFill>
                  <a:srgbClr val="FF0000"/>
                </a:solidFill>
              </a:rPr>
              <a:t>2800</a:t>
            </a:r>
            <a:endParaRPr lang="ko-KR" altLang="en-US" sz="1000" b="1">
              <a:solidFill>
                <a:srgbClr val="FF0000"/>
              </a:solidFill>
            </a:endParaRPr>
          </a:p>
        </p:txBody>
      </p:sp>
      <p:sp>
        <p:nvSpPr>
          <p:cNvPr id="32" name="TextBox 31">
            <a:extLst>
              <a:ext uri="{FF2B5EF4-FFF2-40B4-BE49-F238E27FC236}">
                <a16:creationId xmlns:a16="http://schemas.microsoft.com/office/drawing/2014/main" id="{103ADD9F-C9A0-EF1A-C662-9FDE8A48BBE9}"/>
              </a:ext>
            </a:extLst>
          </p:cNvPr>
          <p:cNvSpPr txBox="1"/>
          <p:nvPr/>
        </p:nvSpPr>
        <p:spPr>
          <a:xfrm>
            <a:off x="3865606" y="6143722"/>
            <a:ext cx="479618" cy="2462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1000" b="1">
                <a:solidFill>
                  <a:srgbClr val="FF0000"/>
                </a:solidFill>
              </a:rPr>
              <a:t>2900</a:t>
            </a:r>
            <a:endParaRPr lang="ko-KR" altLang="en-US" sz="1000" b="1">
              <a:solidFill>
                <a:srgbClr val="FF0000"/>
              </a:solidFill>
            </a:endParaRPr>
          </a:p>
        </p:txBody>
      </p:sp>
      <p:sp>
        <p:nvSpPr>
          <p:cNvPr id="51" name="TextBox 50">
            <a:extLst>
              <a:ext uri="{FF2B5EF4-FFF2-40B4-BE49-F238E27FC236}">
                <a16:creationId xmlns:a16="http://schemas.microsoft.com/office/drawing/2014/main" id="{57D5EF1F-BDCB-2849-91AA-AEC06E6EBBC1}"/>
              </a:ext>
            </a:extLst>
          </p:cNvPr>
          <p:cNvSpPr txBox="1"/>
          <p:nvPr/>
        </p:nvSpPr>
        <p:spPr>
          <a:xfrm>
            <a:off x="6486742" y="6260772"/>
            <a:ext cx="479618" cy="2462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1000" b="1">
                <a:solidFill>
                  <a:srgbClr val="FF0000"/>
                </a:solidFill>
              </a:rPr>
              <a:t>6700</a:t>
            </a:r>
            <a:endParaRPr lang="ko-KR" altLang="en-US" sz="1000" b="1">
              <a:solidFill>
                <a:srgbClr val="FF0000"/>
              </a:solidFill>
            </a:endParaRPr>
          </a:p>
        </p:txBody>
      </p:sp>
      <p:sp>
        <p:nvSpPr>
          <p:cNvPr id="52" name="TextBox 51">
            <a:extLst>
              <a:ext uri="{FF2B5EF4-FFF2-40B4-BE49-F238E27FC236}">
                <a16:creationId xmlns:a16="http://schemas.microsoft.com/office/drawing/2014/main" id="{EB2B0052-EC1A-49B8-4334-30FB86E0D52D}"/>
              </a:ext>
            </a:extLst>
          </p:cNvPr>
          <p:cNvSpPr txBox="1"/>
          <p:nvPr/>
        </p:nvSpPr>
        <p:spPr>
          <a:xfrm>
            <a:off x="7022838" y="4205552"/>
            <a:ext cx="479618" cy="2462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1000" b="1">
                <a:solidFill>
                  <a:srgbClr val="FF0000"/>
                </a:solidFill>
              </a:rPr>
              <a:t>3100</a:t>
            </a:r>
            <a:endParaRPr lang="ko-KR" altLang="en-US" sz="1000" b="1">
              <a:solidFill>
                <a:srgbClr val="FF0000"/>
              </a:solidFill>
            </a:endParaRPr>
          </a:p>
        </p:txBody>
      </p:sp>
      <p:sp>
        <p:nvSpPr>
          <p:cNvPr id="53" name="TextBox 52">
            <a:extLst>
              <a:ext uri="{FF2B5EF4-FFF2-40B4-BE49-F238E27FC236}">
                <a16:creationId xmlns:a16="http://schemas.microsoft.com/office/drawing/2014/main" id="{D1889BD2-A376-126E-4C10-BA6F66F7F7AC}"/>
              </a:ext>
            </a:extLst>
          </p:cNvPr>
          <p:cNvSpPr txBox="1"/>
          <p:nvPr/>
        </p:nvSpPr>
        <p:spPr>
          <a:xfrm>
            <a:off x="6262283" y="4718965"/>
            <a:ext cx="479618" cy="2462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1000" b="1">
                <a:solidFill>
                  <a:srgbClr val="FF0000"/>
                </a:solidFill>
              </a:rPr>
              <a:t>2400</a:t>
            </a:r>
            <a:endParaRPr lang="ko-KR" altLang="en-US" sz="1000" b="1">
              <a:solidFill>
                <a:srgbClr val="FF0000"/>
              </a:solidFill>
            </a:endParaRPr>
          </a:p>
        </p:txBody>
      </p:sp>
      <p:cxnSp>
        <p:nvCxnSpPr>
          <p:cNvPr id="54" name="직선 화살표 연결선 53">
            <a:extLst>
              <a:ext uri="{FF2B5EF4-FFF2-40B4-BE49-F238E27FC236}">
                <a16:creationId xmlns:a16="http://schemas.microsoft.com/office/drawing/2014/main" id="{CFE72295-9B7B-16CD-A32E-D4EB4D1FA68E}"/>
              </a:ext>
            </a:extLst>
          </p:cNvPr>
          <p:cNvCxnSpPr>
            <a:cxnSpLocks/>
          </p:cNvCxnSpPr>
          <p:nvPr/>
        </p:nvCxnSpPr>
        <p:spPr>
          <a:xfrm flipH="1" flipV="1">
            <a:off x="4985806" y="6223267"/>
            <a:ext cx="3350326" cy="9"/>
          </a:xfrm>
          <a:prstGeom prst="straightConnector1">
            <a:avLst/>
          </a:prstGeom>
          <a:ln w="57150">
            <a:solidFill>
              <a:srgbClr val="00B050"/>
            </a:solidFill>
            <a:headEnd type="triangle"/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5" name="TextBox 54">
            <a:extLst>
              <a:ext uri="{FF2B5EF4-FFF2-40B4-BE49-F238E27FC236}">
                <a16:creationId xmlns:a16="http://schemas.microsoft.com/office/drawing/2014/main" id="{63B3218A-72A4-1F50-9292-F26CBEC311EE}"/>
              </a:ext>
            </a:extLst>
          </p:cNvPr>
          <p:cNvSpPr txBox="1"/>
          <p:nvPr/>
        </p:nvSpPr>
        <p:spPr>
          <a:xfrm>
            <a:off x="9240455" y="5817543"/>
            <a:ext cx="479618" cy="2462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1000" b="1">
                <a:solidFill>
                  <a:srgbClr val="FF0000"/>
                </a:solidFill>
              </a:rPr>
              <a:t>3500</a:t>
            </a:r>
            <a:endParaRPr lang="ko-KR" altLang="en-US" sz="1000" b="1">
              <a:solidFill>
                <a:srgbClr val="FF0000"/>
              </a:solidFill>
            </a:endParaRPr>
          </a:p>
        </p:txBody>
      </p:sp>
      <p:sp>
        <p:nvSpPr>
          <p:cNvPr id="56" name="TextBox 55">
            <a:extLst>
              <a:ext uri="{FF2B5EF4-FFF2-40B4-BE49-F238E27FC236}">
                <a16:creationId xmlns:a16="http://schemas.microsoft.com/office/drawing/2014/main" id="{B7446852-FBF7-A0C5-D716-39648DD72BD7}"/>
              </a:ext>
            </a:extLst>
          </p:cNvPr>
          <p:cNvSpPr txBox="1"/>
          <p:nvPr/>
        </p:nvSpPr>
        <p:spPr>
          <a:xfrm>
            <a:off x="10175682" y="4211291"/>
            <a:ext cx="479618" cy="2462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1000" b="1">
                <a:solidFill>
                  <a:srgbClr val="FF0000"/>
                </a:solidFill>
              </a:rPr>
              <a:t>1100</a:t>
            </a:r>
            <a:endParaRPr lang="ko-KR" altLang="en-US" sz="1000" b="1">
              <a:solidFill>
                <a:srgbClr val="FF0000"/>
              </a:solidFill>
            </a:endParaRPr>
          </a:p>
        </p:txBody>
      </p:sp>
      <p:cxnSp>
        <p:nvCxnSpPr>
          <p:cNvPr id="57" name="직선 화살표 연결선 56">
            <a:extLst>
              <a:ext uri="{FF2B5EF4-FFF2-40B4-BE49-F238E27FC236}">
                <a16:creationId xmlns:a16="http://schemas.microsoft.com/office/drawing/2014/main" id="{432F3349-5406-8F9D-0F6B-B91302662A11}"/>
              </a:ext>
            </a:extLst>
          </p:cNvPr>
          <p:cNvCxnSpPr>
            <a:cxnSpLocks/>
          </p:cNvCxnSpPr>
          <p:nvPr/>
        </p:nvCxnSpPr>
        <p:spPr>
          <a:xfrm>
            <a:off x="10105818" y="3692042"/>
            <a:ext cx="0" cy="653823"/>
          </a:xfrm>
          <a:prstGeom prst="straightConnector1">
            <a:avLst/>
          </a:prstGeom>
          <a:ln w="57150">
            <a:solidFill>
              <a:srgbClr val="00B050"/>
            </a:solidFill>
            <a:headEnd type="triangle"/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898791084"/>
      </p:ext>
    </p:extLst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CEE614E-FA9A-A0FC-54F7-C285CF47D2C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그림 2">
            <a:extLst>
              <a:ext uri="{FF2B5EF4-FFF2-40B4-BE49-F238E27FC236}">
                <a16:creationId xmlns:a16="http://schemas.microsoft.com/office/drawing/2014/main" id="{DE993443-A6BA-184E-B95C-ED1F5F7293AA}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/>
        </p:nvPicPr>
        <p:blipFill>
          <a:blip r:embed="rId2">
            <a:alphaModFix amt="70000"/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saturation sat="0"/>
                    </a14:imgEffect>
                  </a14:imgLayer>
                </a14:imgProps>
              </a:ext>
            </a:extLst>
          </a:blip>
          <a:stretch>
            <a:fillRect/>
          </a:stretch>
        </p:blipFill>
        <p:spPr>
          <a:xfrm>
            <a:off x="1836279" y="590334"/>
            <a:ext cx="8819021" cy="5677332"/>
          </a:xfrm>
          <a:prstGeom prst="rect">
            <a:avLst/>
          </a:prstGeom>
        </p:spPr>
      </p:pic>
      <mc:AlternateContent xmlns:mc="http://schemas.openxmlformats.org/markup-compatibility/2006">
        <mc:Choice xmlns:a14="http://schemas.microsoft.com/office/drawing/2010/main" Requires="a14">
          <p:sp>
            <p:nvSpPr>
              <p:cNvPr id="4" name="TextBox 3">
                <a:extLst>
                  <a:ext uri="{FF2B5EF4-FFF2-40B4-BE49-F238E27FC236}">
                    <a16:creationId xmlns:a16="http://schemas.microsoft.com/office/drawing/2014/main" id="{13BC8B70-FB44-1A98-DFFD-5EDB00E26666}"/>
                  </a:ext>
                </a:extLst>
              </p:cNvPr>
              <p:cNvSpPr txBox="1"/>
              <p:nvPr/>
            </p:nvSpPr>
            <p:spPr>
              <a:xfrm>
                <a:off x="10152689" y="1075737"/>
                <a:ext cx="1762781" cy="407099"/>
              </a:xfrm>
              <a:prstGeom prst="rect">
                <a:avLst/>
              </a:prstGeom>
              <a:noFill/>
            </p:spPr>
            <p:txBody>
              <a:bodyPr wrap="square">
                <a:spAutoFit/>
                <a:scene3d>
                  <a:camera prst="orthographicFront"/>
                  <a:lightRig rig="harsh" dir="t"/>
                </a:scene3d>
                <a:sp3d extrusionH="57150" prstMaterial="matte">
                  <a:bevelT w="63500" h="12700" prst="angle"/>
                  <a:contourClr>
                    <a:schemeClr val="bg1">
                      <a:lumMod val="65000"/>
                    </a:schemeClr>
                  </a:contourClr>
                </a:sp3d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right"/>
                    </m:oMathParaPr>
                    <m:oMath xmlns:m="http://schemas.openxmlformats.org/officeDocument/2006/math">
                      <m:sSup>
                        <m:sSupPr>
                          <m:ctrlPr>
                            <a:rPr lang="en-US" altLang="ko-KR" sz="2000" b="1" i="1" u="none" strike="noStrike" smtClean="0">
                              <a:ln/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altLang="ko-KR" sz="2000" b="1" i="1" u="none" strike="noStrike" smtClean="0">
                              <a:ln/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𝟖𝟒</m:t>
                          </m:r>
                          <m:r>
                            <a:rPr lang="en-US" altLang="ko-KR" sz="2000" b="1" i="1" u="none" strike="noStrike" smtClean="0">
                              <a:ln/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𝑩𝒎</m:t>
                          </m:r>
                        </m:e>
                        <m:sup>
                          <m:r>
                            <a:rPr lang="en-US" altLang="ko-KR" sz="2000" b="1" i="1" u="none" strike="noStrike" smtClean="0">
                              <a:ln/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𝟐</m:t>
                          </m:r>
                        </m:sup>
                      </m:sSup>
                    </m:oMath>
                  </m:oMathPara>
                </a14:m>
                <a:endParaRPr lang="ko-KR" altLang="en-US" sz="2000" b="1">
                  <a:ln/>
                  <a:solidFill>
                    <a:schemeClr val="tx1"/>
                  </a:solidFill>
                </a:endParaRPr>
              </a:p>
            </p:txBody>
          </p:sp>
        </mc:Choice>
        <mc:Fallback>
          <p:sp>
            <p:nvSpPr>
              <p:cNvPr id="4" name="TextBox 3">
                <a:extLst>
                  <a:ext uri="{FF2B5EF4-FFF2-40B4-BE49-F238E27FC236}">
                    <a16:creationId xmlns:a16="http://schemas.microsoft.com/office/drawing/2014/main" id="{13BC8B70-FB44-1A98-DFFD-5EDB00E26666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0152689" y="1075737"/>
                <a:ext cx="1762781" cy="407099"/>
              </a:xfrm>
              <a:prstGeom prst="rect">
                <a:avLst/>
              </a:prstGeom>
              <a:blipFill>
                <a:blip r:embed="rId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5" name="TextBox 4">
            <a:extLst>
              <a:ext uri="{FF2B5EF4-FFF2-40B4-BE49-F238E27FC236}">
                <a16:creationId xmlns:a16="http://schemas.microsoft.com/office/drawing/2014/main" id="{83672731-26DF-CD23-05F4-87B354DE0419}"/>
              </a:ext>
            </a:extLst>
          </p:cNvPr>
          <p:cNvSpPr txBox="1"/>
          <p:nvPr/>
        </p:nvSpPr>
        <p:spPr>
          <a:xfrm>
            <a:off x="1870318" y="353253"/>
            <a:ext cx="8452551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 sz="2000" b="1"/>
              <a:t>84B</a:t>
            </a:r>
            <a:r>
              <a:rPr lang="ko-KR" altLang="en-US" sz="2000" b="1"/>
              <a:t>타입 간접 프리미엄 </a:t>
            </a:r>
            <a:r>
              <a:rPr lang="en-US" altLang="ko-KR" sz="2000" b="1"/>
              <a:t>SET + </a:t>
            </a:r>
            <a:r>
              <a:rPr lang="ko-KR" altLang="en-US" sz="2000" b="1" err="1"/>
              <a:t>실링팬</a:t>
            </a:r>
            <a:r>
              <a:rPr lang="ko-KR" altLang="en-US" sz="2000" b="1"/>
              <a:t> 우물두줄</a:t>
            </a:r>
            <a:endParaRPr lang="en-US" altLang="ko-KR" sz="2000" b="1"/>
          </a:p>
        </p:txBody>
      </p:sp>
      <p:sp>
        <p:nvSpPr>
          <p:cNvPr id="6" name="직사각형 5">
            <a:extLst>
              <a:ext uri="{FF2B5EF4-FFF2-40B4-BE49-F238E27FC236}">
                <a16:creationId xmlns:a16="http://schemas.microsoft.com/office/drawing/2014/main" id="{9C08DED8-CB5C-F9E3-31F6-235F63C1CCD7}"/>
              </a:ext>
            </a:extLst>
          </p:cNvPr>
          <p:cNvSpPr/>
          <p:nvPr/>
        </p:nvSpPr>
        <p:spPr>
          <a:xfrm>
            <a:off x="8661176" y="5491918"/>
            <a:ext cx="1178149" cy="103264"/>
          </a:xfrm>
          <a:prstGeom prst="rect">
            <a:avLst/>
          </a:prstGeom>
          <a:solidFill>
            <a:srgbClr val="00B0F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127947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ko-KR" altLang="en-US" sz="135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맑은 고딕"/>
              <a:ea typeface="맑은 고딕" panose="020B0503020000020004" pitchFamily="50" charset="-127"/>
              <a:cs typeface="+mn-cs"/>
            </a:endParaRPr>
          </a:p>
        </p:txBody>
      </p:sp>
      <p:sp>
        <p:nvSpPr>
          <p:cNvPr id="8" name="직사각형 7">
            <a:extLst>
              <a:ext uri="{FF2B5EF4-FFF2-40B4-BE49-F238E27FC236}">
                <a16:creationId xmlns:a16="http://schemas.microsoft.com/office/drawing/2014/main" id="{25125C5A-41D1-702D-1EBD-F64D331E2324}"/>
              </a:ext>
            </a:extLst>
          </p:cNvPr>
          <p:cNvSpPr/>
          <p:nvPr/>
        </p:nvSpPr>
        <p:spPr>
          <a:xfrm rot="5400000">
            <a:off x="7180821" y="5029738"/>
            <a:ext cx="102820" cy="1630245"/>
          </a:xfrm>
          <a:prstGeom prst="rect">
            <a:avLst/>
          </a:prstGeom>
          <a:solidFill>
            <a:srgbClr val="FF000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>
              <a:solidFill>
                <a:schemeClr val="tx1"/>
              </a:solidFill>
            </a:endParaRPr>
          </a:p>
        </p:txBody>
      </p:sp>
      <p:sp>
        <p:nvSpPr>
          <p:cNvPr id="9" name="사각형: 둥근 모서리 8">
            <a:extLst>
              <a:ext uri="{FF2B5EF4-FFF2-40B4-BE49-F238E27FC236}">
                <a16:creationId xmlns:a16="http://schemas.microsoft.com/office/drawing/2014/main" id="{9FD12E9A-5C04-9D42-8348-4006A023695F}"/>
              </a:ext>
            </a:extLst>
          </p:cNvPr>
          <p:cNvSpPr/>
          <p:nvPr/>
        </p:nvSpPr>
        <p:spPr>
          <a:xfrm>
            <a:off x="6710006" y="4436635"/>
            <a:ext cx="1092978" cy="1103860"/>
          </a:xfrm>
          <a:prstGeom prst="roundRect">
            <a:avLst>
              <a:gd name="adj" fmla="val 15666"/>
            </a:avLst>
          </a:prstGeom>
          <a:noFill/>
          <a:ln w="38100">
            <a:solidFill>
              <a:schemeClr val="accent2">
                <a:lumMod val="60000"/>
                <a:lumOff val="4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>
              <a:solidFill>
                <a:schemeClr val="tx1"/>
              </a:solidFill>
            </a:endParaRPr>
          </a:p>
        </p:txBody>
      </p:sp>
      <p:sp>
        <p:nvSpPr>
          <p:cNvPr id="10" name="사각형: 둥근 모서리 9">
            <a:extLst>
              <a:ext uri="{FF2B5EF4-FFF2-40B4-BE49-F238E27FC236}">
                <a16:creationId xmlns:a16="http://schemas.microsoft.com/office/drawing/2014/main" id="{319FC961-45C6-E4D2-CB33-CA352BB875F1}"/>
              </a:ext>
            </a:extLst>
          </p:cNvPr>
          <p:cNvSpPr/>
          <p:nvPr/>
        </p:nvSpPr>
        <p:spPr>
          <a:xfrm>
            <a:off x="6854969" y="4575228"/>
            <a:ext cx="801043" cy="840103"/>
          </a:xfrm>
          <a:prstGeom prst="roundRect">
            <a:avLst>
              <a:gd name="adj" fmla="val 0"/>
            </a:avLst>
          </a:prstGeom>
          <a:noFill/>
          <a:ln w="38100">
            <a:solidFill>
              <a:srgbClr val="FFC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>
              <a:solidFill>
                <a:schemeClr val="tx1"/>
              </a:solidFill>
            </a:endParaRP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2C4C59BB-281C-FAF4-6D20-BD4B8607A6E9}"/>
              </a:ext>
            </a:extLst>
          </p:cNvPr>
          <p:cNvSpPr txBox="1"/>
          <p:nvPr/>
        </p:nvSpPr>
        <p:spPr>
          <a:xfrm>
            <a:off x="6284639" y="3871467"/>
            <a:ext cx="1891732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ko-KR" altLang="en-US" sz="1000" b="1"/>
              <a:t>전자식스위치</a:t>
            </a:r>
            <a:r>
              <a:rPr lang="en-US" altLang="ko-KR" sz="1000" b="1"/>
              <a:t>+</a:t>
            </a:r>
            <a:r>
              <a:rPr lang="ko-KR" altLang="en-US" sz="1000" b="1"/>
              <a:t>리모컨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1633C2E4-51C3-35F1-B843-ACE7669AE311}"/>
              </a:ext>
            </a:extLst>
          </p:cNvPr>
          <p:cNvSpPr txBox="1"/>
          <p:nvPr/>
        </p:nvSpPr>
        <p:spPr>
          <a:xfrm>
            <a:off x="112365" y="770606"/>
            <a:ext cx="3264447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800">
                <a:solidFill>
                  <a:srgbClr val="FF0000"/>
                </a:solidFill>
              </a:rPr>
              <a:t>**</a:t>
            </a:r>
            <a:r>
              <a:rPr lang="ko-KR" altLang="en-US" sz="800">
                <a:solidFill>
                  <a:srgbClr val="FF0000"/>
                </a:solidFill>
              </a:rPr>
              <a:t>스위치 연결을 위해 별도의 </a:t>
            </a:r>
            <a:r>
              <a:rPr lang="ko-KR" altLang="en-US" sz="800" err="1">
                <a:solidFill>
                  <a:srgbClr val="FF0000"/>
                </a:solidFill>
              </a:rPr>
              <a:t>타공이</a:t>
            </a:r>
            <a:r>
              <a:rPr lang="ko-KR" altLang="en-US" sz="800">
                <a:solidFill>
                  <a:srgbClr val="FF0000"/>
                </a:solidFill>
              </a:rPr>
              <a:t> 필요할 수 </a:t>
            </a:r>
            <a:endParaRPr lang="en-US" altLang="ko-KR" sz="800">
              <a:solidFill>
                <a:srgbClr val="FF0000"/>
              </a:solidFill>
            </a:endParaRPr>
          </a:p>
          <a:p>
            <a:r>
              <a:rPr lang="ko-KR" altLang="en-US" sz="800">
                <a:solidFill>
                  <a:srgbClr val="FF0000"/>
                </a:solidFill>
              </a:rPr>
              <a:t>있으며</a:t>
            </a:r>
            <a:r>
              <a:rPr lang="en-US" altLang="ko-KR" sz="800">
                <a:solidFill>
                  <a:srgbClr val="FF0000"/>
                </a:solidFill>
              </a:rPr>
              <a:t> </a:t>
            </a:r>
            <a:r>
              <a:rPr lang="ko-KR" altLang="en-US" sz="800">
                <a:solidFill>
                  <a:srgbClr val="FF0000"/>
                </a:solidFill>
              </a:rPr>
              <a:t>공스피커로 마감 될 수도 있음</a:t>
            </a:r>
            <a:endParaRPr lang="en-US" altLang="ko-KR" sz="800">
              <a:solidFill>
                <a:srgbClr val="FF0000"/>
              </a:solidFill>
            </a:endParaRPr>
          </a:p>
        </p:txBody>
      </p:sp>
      <p:sp>
        <p:nvSpPr>
          <p:cNvPr id="13" name="별: 꼭짓점 4개 12">
            <a:extLst>
              <a:ext uri="{FF2B5EF4-FFF2-40B4-BE49-F238E27FC236}">
                <a16:creationId xmlns:a16="http://schemas.microsoft.com/office/drawing/2014/main" id="{27171B05-2D3D-F828-7418-3245BFFF96EB}"/>
              </a:ext>
            </a:extLst>
          </p:cNvPr>
          <p:cNvSpPr/>
          <p:nvPr/>
        </p:nvSpPr>
        <p:spPr>
          <a:xfrm>
            <a:off x="6974072" y="4717281"/>
            <a:ext cx="557315" cy="559233"/>
          </a:xfrm>
          <a:prstGeom prst="star4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2645">
              <a:solidFill>
                <a:schemeClr val="tx1"/>
              </a:solidFill>
            </a:endParaRPr>
          </a:p>
        </p:txBody>
      </p:sp>
      <p:grpSp>
        <p:nvGrpSpPr>
          <p:cNvPr id="14" name="그룹 13">
            <a:extLst>
              <a:ext uri="{FF2B5EF4-FFF2-40B4-BE49-F238E27FC236}">
                <a16:creationId xmlns:a16="http://schemas.microsoft.com/office/drawing/2014/main" id="{54C37984-37F9-B89E-DCC2-707C7A162B63}"/>
              </a:ext>
            </a:extLst>
          </p:cNvPr>
          <p:cNvGrpSpPr/>
          <p:nvPr/>
        </p:nvGrpSpPr>
        <p:grpSpPr>
          <a:xfrm>
            <a:off x="9985354" y="4510716"/>
            <a:ext cx="98814" cy="650518"/>
            <a:chOff x="4737834" y="4900127"/>
            <a:chExt cx="98814" cy="650518"/>
          </a:xfrm>
          <a:solidFill>
            <a:srgbClr val="00B0F0"/>
          </a:solidFill>
        </p:grpSpPr>
        <p:sp>
          <p:nvSpPr>
            <p:cNvPr id="15" name="타원 14">
              <a:extLst>
                <a:ext uri="{FF2B5EF4-FFF2-40B4-BE49-F238E27FC236}">
                  <a16:creationId xmlns:a16="http://schemas.microsoft.com/office/drawing/2014/main" id="{4D03C2B8-29B2-3050-1EEA-445812592A75}"/>
                </a:ext>
              </a:extLst>
            </p:cNvPr>
            <p:cNvSpPr/>
            <p:nvPr/>
          </p:nvSpPr>
          <p:spPr>
            <a:xfrm>
              <a:off x="4737834" y="4900127"/>
              <a:ext cx="98385" cy="98385"/>
            </a:xfrm>
            <a:prstGeom prst="ellipse">
              <a:avLst/>
            </a:prstGeom>
            <a:grpFill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>
                <a:solidFill>
                  <a:schemeClr val="tx1"/>
                </a:solidFill>
              </a:endParaRPr>
            </a:p>
          </p:txBody>
        </p:sp>
        <p:sp>
          <p:nvSpPr>
            <p:cNvPr id="16" name="타원 15">
              <a:extLst>
                <a:ext uri="{FF2B5EF4-FFF2-40B4-BE49-F238E27FC236}">
                  <a16:creationId xmlns:a16="http://schemas.microsoft.com/office/drawing/2014/main" id="{AA55C4FB-41C3-598B-B299-BB16E0C41E6A}"/>
                </a:ext>
              </a:extLst>
            </p:cNvPr>
            <p:cNvSpPr/>
            <p:nvPr/>
          </p:nvSpPr>
          <p:spPr>
            <a:xfrm>
              <a:off x="4738263" y="5452260"/>
              <a:ext cx="98385" cy="98385"/>
            </a:xfrm>
            <a:prstGeom prst="ellipse">
              <a:avLst/>
            </a:prstGeom>
            <a:grpFill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>
                <a:solidFill>
                  <a:schemeClr val="tx1"/>
                </a:solidFill>
              </a:endParaRPr>
            </a:p>
          </p:txBody>
        </p:sp>
      </p:grpSp>
      <p:grpSp>
        <p:nvGrpSpPr>
          <p:cNvPr id="17" name="그룹 16">
            <a:extLst>
              <a:ext uri="{FF2B5EF4-FFF2-40B4-BE49-F238E27FC236}">
                <a16:creationId xmlns:a16="http://schemas.microsoft.com/office/drawing/2014/main" id="{A46A9B58-3992-9A09-669E-BC550B4138EE}"/>
              </a:ext>
            </a:extLst>
          </p:cNvPr>
          <p:cNvGrpSpPr/>
          <p:nvPr/>
        </p:nvGrpSpPr>
        <p:grpSpPr>
          <a:xfrm>
            <a:off x="3575875" y="3012768"/>
            <a:ext cx="444200" cy="497746"/>
            <a:chOff x="9191246" y="3797098"/>
            <a:chExt cx="444200" cy="497746"/>
          </a:xfrm>
          <a:solidFill>
            <a:srgbClr val="CC0000"/>
          </a:solidFill>
        </p:grpSpPr>
        <p:grpSp>
          <p:nvGrpSpPr>
            <p:cNvPr id="18" name="그룹 17">
              <a:extLst>
                <a:ext uri="{FF2B5EF4-FFF2-40B4-BE49-F238E27FC236}">
                  <a16:creationId xmlns:a16="http://schemas.microsoft.com/office/drawing/2014/main" id="{15AF903A-0E27-1C56-5B9E-5280804A01AE}"/>
                </a:ext>
              </a:extLst>
            </p:cNvPr>
            <p:cNvGrpSpPr/>
            <p:nvPr/>
          </p:nvGrpSpPr>
          <p:grpSpPr>
            <a:xfrm>
              <a:off x="9536632" y="3799905"/>
              <a:ext cx="98814" cy="494939"/>
              <a:chOff x="4650521" y="4900127"/>
              <a:chExt cx="98814" cy="494939"/>
            </a:xfrm>
            <a:grpFill/>
            <a:effectLst>
              <a:glow rad="127000">
                <a:srgbClr val="FFFF00">
                  <a:alpha val="31000"/>
                </a:srgbClr>
              </a:glow>
            </a:effectLst>
          </p:grpSpPr>
          <p:sp>
            <p:nvSpPr>
              <p:cNvPr id="23" name="타원 22">
                <a:extLst>
                  <a:ext uri="{FF2B5EF4-FFF2-40B4-BE49-F238E27FC236}">
                    <a16:creationId xmlns:a16="http://schemas.microsoft.com/office/drawing/2014/main" id="{AA3343E6-FA9C-06B6-A34F-97305437ECCB}"/>
                  </a:ext>
                </a:extLst>
              </p:cNvPr>
              <p:cNvSpPr/>
              <p:nvPr/>
            </p:nvSpPr>
            <p:spPr>
              <a:xfrm>
                <a:off x="4650521" y="4900127"/>
                <a:ext cx="98385" cy="98385"/>
              </a:xfrm>
              <a:prstGeom prst="ellipse">
                <a:avLst/>
              </a:prstGeom>
              <a:grpFill/>
              <a:ln w="9525">
                <a:solidFill>
                  <a:srgbClr val="FFFF00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>
                  <a:solidFill>
                    <a:schemeClr val="tx1"/>
                  </a:solidFill>
                </a:endParaRPr>
              </a:p>
            </p:txBody>
          </p:sp>
          <p:sp>
            <p:nvSpPr>
              <p:cNvPr id="24" name="타원 23">
                <a:extLst>
                  <a:ext uri="{FF2B5EF4-FFF2-40B4-BE49-F238E27FC236}">
                    <a16:creationId xmlns:a16="http://schemas.microsoft.com/office/drawing/2014/main" id="{505BE3CE-C9FB-F160-777A-8FBB18AFB56F}"/>
                  </a:ext>
                </a:extLst>
              </p:cNvPr>
              <p:cNvSpPr/>
              <p:nvPr/>
            </p:nvSpPr>
            <p:spPr>
              <a:xfrm>
                <a:off x="4650950" y="5296681"/>
                <a:ext cx="98385" cy="98385"/>
              </a:xfrm>
              <a:prstGeom prst="ellipse">
                <a:avLst/>
              </a:prstGeom>
              <a:grpFill/>
              <a:ln w="9525">
                <a:solidFill>
                  <a:srgbClr val="FFFF00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>
                  <a:solidFill>
                    <a:schemeClr val="tx1"/>
                  </a:solidFill>
                </a:endParaRPr>
              </a:p>
            </p:txBody>
          </p:sp>
        </p:grpSp>
        <p:sp>
          <p:nvSpPr>
            <p:cNvPr id="19" name="별: 꼭짓점 7개 18">
              <a:extLst>
                <a:ext uri="{FF2B5EF4-FFF2-40B4-BE49-F238E27FC236}">
                  <a16:creationId xmlns:a16="http://schemas.microsoft.com/office/drawing/2014/main" id="{EAAC9F01-BD50-74A9-2051-E0928F327B0C}"/>
                </a:ext>
              </a:extLst>
            </p:cNvPr>
            <p:cNvSpPr/>
            <p:nvPr/>
          </p:nvSpPr>
          <p:spPr>
            <a:xfrm rot="5400000">
              <a:off x="9291865" y="3924297"/>
              <a:ext cx="244351" cy="235659"/>
            </a:xfrm>
            <a:prstGeom prst="star7">
              <a:avLst/>
            </a:prstGeom>
            <a:grpFill/>
            <a:ln>
              <a:solidFill>
                <a:srgbClr val="FFFF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sz="1286" b="1">
                <a:ln w="22225">
                  <a:solidFill>
                    <a:srgbClr val="FFFF00"/>
                  </a:solidFill>
                  <a:prstDash val="solid"/>
                </a:ln>
                <a:solidFill>
                  <a:srgbClr val="C00000"/>
                </a:solidFill>
                <a:effectLst>
                  <a:glow rad="63500">
                    <a:schemeClr val="accent2">
                      <a:satMod val="175000"/>
                      <a:alpha val="40000"/>
                    </a:schemeClr>
                  </a:glow>
                </a:effectLst>
              </a:endParaRPr>
            </a:p>
          </p:txBody>
        </p:sp>
        <p:grpSp>
          <p:nvGrpSpPr>
            <p:cNvPr id="20" name="그룹 19">
              <a:extLst>
                <a:ext uri="{FF2B5EF4-FFF2-40B4-BE49-F238E27FC236}">
                  <a16:creationId xmlns:a16="http://schemas.microsoft.com/office/drawing/2014/main" id="{8B15C892-F28A-6D9C-5871-64493009DEDC}"/>
                </a:ext>
              </a:extLst>
            </p:cNvPr>
            <p:cNvGrpSpPr/>
            <p:nvPr/>
          </p:nvGrpSpPr>
          <p:grpSpPr>
            <a:xfrm>
              <a:off x="9191246" y="3797098"/>
              <a:ext cx="98814" cy="494939"/>
              <a:chOff x="4737834" y="4900127"/>
              <a:chExt cx="98814" cy="494939"/>
            </a:xfrm>
            <a:grpFill/>
            <a:effectLst>
              <a:glow rad="127000">
                <a:srgbClr val="FFFF00">
                  <a:alpha val="31000"/>
                </a:srgbClr>
              </a:glow>
            </a:effectLst>
          </p:grpSpPr>
          <p:sp>
            <p:nvSpPr>
              <p:cNvPr id="21" name="타원 20">
                <a:extLst>
                  <a:ext uri="{FF2B5EF4-FFF2-40B4-BE49-F238E27FC236}">
                    <a16:creationId xmlns:a16="http://schemas.microsoft.com/office/drawing/2014/main" id="{1E8550A6-15E8-7EE1-7A2E-F07668ED121C}"/>
                  </a:ext>
                </a:extLst>
              </p:cNvPr>
              <p:cNvSpPr/>
              <p:nvPr/>
            </p:nvSpPr>
            <p:spPr>
              <a:xfrm>
                <a:off x="4737834" y="4900127"/>
                <a:ext cx="98385" cy="98385"/>
              </a:xfrm>
              <a:prstGeom prst="ellipse">
                <a:avLst/>
              </a:prstGeom>
              <a:grpFill/>
              <a:ln w="9525">
                <a:solidFill>
                  <a:srgbClr val="FFFF00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>
                  <a:solidFill>
                    <a:schemeClr val="tx1"/>
                  </a:solidFill>
                </a:endParaRPr>
              </a:p>
            </p:txBody>
          </p:sp>
          <p:sp>
            <p:nvSpPr>
              <p:cNvPr id="22" name="타원 21">
                <a:extLst>
                  <a:ext uri="{FF2B5EF4-FFF2-40B4-BE49-F238E27FC236}">
                    <a16:creationId xmlns:a16="http://schemas.microsoft.com/office/drawing/2014/main" id="{D9CCA290-36AA-9791-9E58-BEC01EFA762A}"/>
                  </a:ext>
                </a:extLst>
              </p:cNvPr>
              <p:cNvSpPr/>
              <p:nvPr/>
            </p:nvSpPr>
            <p:spPr>
              <a:xfrm>
                <a:off x="4738263" y="5296681"/>
                <a:ext cx="98385" cy="98385"/>
              </a:xfrm>
              <a:prstGeom prst="ellipse">
                <a:avLst/>
              </a:prstGeom>
              <a:grpFill/>
              <a:ln w="9525">
                <a:solidFill>
                  <a:srgbClr val="FFFF00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>
                  <a:solidFill>
                    <a:schemeClr val="tx1"/>
                  </a:solidFill>
                </a:endParaRPr>
              </a:p>
            </p:txBody>
          </p:sp>
        </p:grpSp>
      </p:grpSp>
      <p:grpSp>
        <p:nvGrpSpPr>
          <p:cNvPr id="26" name="그룹 25">
            <a:extLst>
              <a:ext uri="{FF2B5EF4-FFF2-40B4-BE49-F238E27FC236}">
                <a16:creationId xmlns:a16="http://schemas.microsoft.com/office/drawing/2014/main" id="{5FEEEBF6-1FBE-B189-E519-D2C4592BC3AF}"/>
              </a:ext>
            </a:extLst>
          </p:cNvPr>
          <p:cNvGrpSpPr/>
          <p:nvPr/>
        </p:nvGrpSpPr>
        <p:grpSpPr>
          <a:xfrm rot="5400000">
            <a:off x="3884810" y="3871479"/>
            <a:ext cx="99451" cy="545492"/>
            <a:chOff x="5324822" y="4538198"/>
            <a:chExt cx="99451" cy="545492"/>
          </a:xfrm>
        </p:grpSpPr>
        <p:sp>
          <p:nvSpPr>
            <p:cNvPr id="27" name="타원 26">
              <a:extLst>
                <a:ext uri="{FF2B5EF4-FFF2-40B4-BE49-F238E27FC236}">
                  <a16:creationId xmlns:a16="http://schemas.microsoft.com/office/drawing/2014/main" id="{14F353A2-B55E-2202-CA3A-7DD3AD24654F}"/>
                </a:ext>
              </a:extLst>
            </p:cNvPr>
            <p:cNvSpPr/>
            <p:nvPr/>
          </p:nvSpPr>
          <p:spPr>
            <a:xfrm>
              <a:off x="5325888" y="4538198"/>
              <a:ext cx="98385" cy="98385"/>
            </a:xfrm>
            <a:prstGeom prst="ellipse">
              <a:avLst/>
            </a:prstGeom>
            <a:solidFill>
              <a:srgbClr val="FF0000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>
                <a:solidFill>
                  <a:schemeClr val="tx1"/>
                </a:solidFill>
              </a:endParaRPr>
            </a:p>
          </p:txBody>
        </p:sp>
        <p:sp>
          <p:nvSpPr>
            <p:cNvPr id="28" name="타원 27">
              <a:extLst>
                <a:ext uri="{FF2B5EF4-FFF2-40B4-BE49-F238E27FC236}">
                  <a16:creationId xmlns:a16="http://schemas.microsoft.com/office/drawing/2014/main" id="{608927B0-ABF3-0ED7-055D-79C9A4AAA83E}"/>
                </a:ext>
              </a:extLst>
            </p:cNvPr>
            <p:cNvSpPr/>
            <p:nvPr/>
          </p:nvSpPr>
          <p:spPr>
            <a:xfrm>
              <a:off x="5324822" y="4985305"/>
              <a:ext cx="98385" cy="98385"/>
            </a:xfrm>
            <a:prstGeom prst="ellipse">
              <a:avLst/>
            </a:prstGeom>
            <a:solidFill>
              <a:srgbClr val="FF0000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>
                <a:solidFill>
                  <a:schemeClr val="tx1"/>
                </a:solidFill>
              </a:endParaRPr>
            </a:p>
          </p:txBody>
        </p:sp>
      </p:grpSp>
      <p:sp>
        <p:nvSpPr>
          <p:cNvPr id="29" name="직사각형 28">
            <a:extLst>
              <a:ext uri="{FF2B5EF4-FFF2-40B4-BE49-F238E27FC236}">
                <a16:creationId xmlns:a16="http://schemas.microsoft.com/office/drawing/2014/main" id="{B66E6ED7-5966-E4D8-9F34-065162E6903A}"/>
              </a:ext>
            </a:extLst>
          </p:cNvPr>
          <p:cNvSpPr/>
          <p:nvPr/>
        </p:nvSpPr>
        <p:spPr>
          <a:xfrm flipV="1">
            <a:off x="4122422" y="2864481"/>
            <a:ext cx="98385" cy="777243"/>
          </a:xfrm>
          <a:prstGeom prst="rect">
            <a:avLst/>
          </a:prstGeom>
          <a:solidFill>
            <a:srgbClr val="FFFF0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>
              <a:solidFill>
                <a:schemeClr val="tx1"/>
              </a:solidFill>
            </a:endParaRPr>
          </a:p>
        </p:txBody>
      </p:sp>
      <p:sp>
        <p:nvSpPr>
          <p:cNvPr id="30" name="TextBox 29">
            <a:extLst>
              <a:ext uri="{FF2B5EF4-FFF2-40B4-BE49-F238E27FC236}">
                <a16:creationId xmlns:a16="http://schemas.microsoft.com/office/drawing/2014/main" id="{9A12C4CB-25A5-24CE-E20B-C84C5BD85BCA}"/>
              </a:ext>
            </a:extLst>
          </p:cNvPr>
          <p:cNvSpPr txBox="1"/>
          <p:nvPr/>
        </p:nvSpPr>
        <p:spPr>
          <a:xfrm>
            <a:off x="7554213" y="6352723"/>
            <a:ext cx="2444900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sz="1000">
                <a:highlight>
                  <a:srgbClr val="FFFF00"/>
                </a:highlight>
              </a:rPr>
              <a:t>우물은 두가지 </a:t>
            </a:r>
            <a:r>
              <a:rPr lang="ko-KR" altLang="en-US" sz="1000" err="1">
                <a:highlight>
                  <a:srgbClr val="FFFF00"/>
                </a:highlight>
              </a:rPr>
              <a:t>타입중</a:t>
            </a:r>
            <a:r>
              <a:rPr lang="ko-KR" altLang="en-US" sz="1000">
                <a:highlight>
                  <a:srgbClr val="FFFF00"/>
                </a:highlight>
              </a:rPr>
              <a:t> 선택 가능합니다</a:t>
            </a:r>
            <a:r>
              <a:rPr lang="en-US" altLang="ko-KR" sz="1000">
                <a:highlight>
                  <a:srgbClr val="FFFF00"/>
                </a:highlight>
              </a:rPr>
              <a:t>.</a:t>
            </a:r>
          </a:p>
          <a:p>
            <a:r>
              <a:rPr lang="ko-KR" altLang="en-US" sz="1000">
                <a:highlight>
                  <a:srgbClr val="FFFF00"/>
                </a:highlight>
              </a:rPr>
              <a:t>라운드우물은 추가금액 발생 됩니다</a:t>
            </a:r>
            <a:r>
              <a:rPr lang="en-US" altLang="ko-KR" sz="1000">
                <a:highlight>
                  <a:srgbClr val="FFFF00"/>
                </a:highlight>
              </a:rPr>
              <a:t>. </a:t>
            </a:r>
            <a:endParaRPr lang="ko-KR" altLang="en-US" sz="1000">
              <a:highlight>
                <a:srgbClr val="FFFF00"/>
              </a:highlight>
            </a:endParaRPr>
          </a:p>
        </p:txBody>
      </p:sp>
      <p:cxnSp>
        <p:nvCxnSpPr>
          <p:cNvPr id="31" name="직선 화살표 연결선 30">
            <a:extLst>
              <a:ext uri="{FF2B5EF4-FFF2-40B4-BE49-F238E27FC236}">
                <a16:creationId xmlns:a16="http://schemas.microsoft.com/office/drawing/2014/main" id="{BC000E2A-32C3-A30E-769D-83D0FA2D1280}"/>
              </a:ext>
            </a:extLst>
          </p:cNvPr>
          <p:cNvCxnSpPr>
            <a:cxnSpLocks/>
          </p:cNvCxnSpPr>
          <p:nvPr/>
        </p:nvCxnSpPr>
        <p:spPr>
          <a:xfrm flipV="1">
            <a:off x="7702331" y="5522079"/>
            <a:ext cx="1772" cy="854906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2" name="TextBox 31">
            <a:extLst>
              <a:ext uri="{FF2B5EF4-FFF2-40B4-BE49-F238E27FC236}">
                <a16:creationId xmlns:a16="http://schemas.microsoft.com/office/drawing/2014/main" id="{6144A174-8C8D-A62E-D989-CB0CA0DDE912}"/>
              </a:ext>
            </a:extLst>
          </p:cNvPr>
          <p:cNvSpPr txBox="1"/>
          <p:nvPr/>
        </p:nvSpPr>
        <p:spPr>
          <a:xfrm>
            <a:off x="5274623" y="6277177"/>
            <a:ext cx="2229372" cy="55399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1000" b="1" err="1">
                <a:highlight>
                  <a:srgbClr val="FFFF00"/>
                </a:highlight>
              </a:rPr>
              <a:t>실링팬</a:t>
            </a:r>
            <a:r>
              <a:rPr lang="ko-KR" altLang="en-US" sz="1000" b="1">
                <a:highlight>
                  <a:srgbClr val="FFFF00"/>
                </a:highlight>
              </a:rPr>
              <a:t> </a:t>
            </a:r>
            <a:r>
              <a:rPr lang="ko-KR" altLang="en-US" sz="1000" b="1" err="1">
                <a:highlight>
                  <a:srgbClr val="FFFF00"/>
                </a:highlight>
              </a:rPr>
              <a:t>루씨에어</a:t>
            </a:r>
            <a:endParaRPr lang="en-US" altLang="ko-KR" sz="1000" b="1">
              <a:highlight>
                <a:srgbClr val="FFFF00"/>
              </a:highlight>
            </a:endParaRPr>
          </a:p>
          <a:p>
            <a:r>
              <a:rPr lang="ko-KR" altLang="en-US" sz="1000" b="1">
                <a:highlight>
                  <a:srgbClr val="FFFF00"/>
                </a:highlight>
              </a:rPr>
              <a:t>설치</a:t>
            </a:r>
            <a:r>
              <a:rPr lang="en-US" altLang="ko-KR" sz="1000" b="1">
                <a:highlight>
                  <a:srgbClr val="FFFF00"/>
                </a:highlight>
              </a:rPr>
              <a:t>+</a:t>
            </a:r>
            <a:r>
              <a:rPr lang="ko-KR" altLang="en-US" sz="1000" b="1">
                <a:highlight>
                  <a:srgbClr val="FFFF00"/>
                </a:highlight>
              </a:rPr>
              <a:t>보강</a:t>
            </a:r>
            <a:r>
              <a:rPr lang="en-US" altLang="ko-KR" sz="1000" b="1">
                <a:highlight>
                  <a:srgbClr val="FFFF00"/>
                </a:highlight>
              </a:rPr>
              <a:t>+</a:t>
            </a:r>
            <a:r>
              <a:rPr lang="ko-KR" altLang="en-US" sz="1000" b="1">
                <a:highlight>
                  <a:srgbClr val="FFFF00"/>
                </a:highlight>
              </a:rPr>
              <a:t>우물 천장 안 실크 도배</a:t>
            </a:r>
            <a:br>
              <a:rPr lang="en-US" altLang="ko-KR" sz="1000" b="1">
                <a:highlight>
                  <a:srgbClr val="FFFF00"/>
                </a:highlight>
              </a:rPr>
            </a:br>
            <a:r>
              <a:rPr lang="ko-KR" altLang="en-US" sz="1000" b="1">
                <a:highlight>
                  <a:srgbClr val="FFFF00"/>
                </a:highlight>
              </a:rPr>
              <a:t>우물조명 </a:t>
            </a:r>
            <a:r>
              <a:rPr lang="en-US" altLang="ko-KR" sz="1000" b="1">
                <a:highlight>
                  <a:srgbClr val="FFFF00"/>
                </a:highlight>
              </a:rPr>
              <a:t>2</a:t>
            </a:r>
            <a:r>
              <a:rPr lang="ko-KR" altLang="en-US" sz="1000" b="1">
                <a:highlight>
                  <a:srgbClr val="FFFF00"/>
                </a:highlight>
              </a:rPr>
              <a:t>줄 </a:t>
            </a:r>
            <a:r>
              <a:rPr lang="ko-KR" altLang="en-US" sz="1000" b="1" err="1">
                <a:highlight>
                  <a:srgbClr val="FFFF00"/>
                </a:highlight>
              </a:rPr>
              <a:t>전구색</a:t>
            </a:r>
            <a:r>
              <a:rPr lang="en-US" altLang="ko-KR" sz="1000" b="1">
                <a:highlight>
                  <a:srgbClr val="FFFF00"/>
                </a:highlight>
              </a:rPr>
              <a:t>+</a:t>
            </a:r>
            <a:r>
              <a:rPr lang="ko-KR" altLang="en-US" sz="1000" b="1" err="1">
                <a:highlight>
                  <a:srgbClr val="FFFF00"/>
                </a:highlight>
              </a:rPr>
              <a:t>주백색</a:t>
            </a:r>
            <a:endParaRPr lang="en-US" altLang="ko-KR" sz="1000" b="1">
              <a:highlight>
                <a:srgbClr val="FFFF00"/>
              </a:highlight>
            </a:endParaRPr>
          </a:p>
        </p:txBody>
      </p:sp>
      <p:sp>
        <p:nvSpPr>
          <p:cNvPr id="33" name="TextBox 13">
            <a:extLst>
              <a:ext uri="{FF2B5EF4-FFF2-40B4-BE49-F238E27FC236}">
                <a16:creationId xmlns:a16="http://schemas.microsoft.com/office/drawing/2014/main" id="{64E23484-1C71-9A78-F436-B9A078FEF563}"/>
              </a:ext>
            </a:extLst>
          </p:cNvPr>
          <p:cNvSpPr txBox="1"/>
          <p:nvPr/>
        </p:nvSpPr>
        <p:spPr>
          <a:xfrm>
            <a:off x="142074" y="1128948"/>
            <a:ext cx="1489510" cy="461665"/>
          </a:xfrm>
          <a:prstGeom prst="rect">
            <a:avLst/>
          </a:prstGeom>
          <a:solidFill>
            <a:schemeClr val="accent6">
              <a:lumMod val="20000"/>
              <a:lumOff val="80000"/>
            </a:schemeClr>
          </a:solidFill>
        </p:spPr>
        <p:txBody>
          <a:bodyPr wrap="none" rtlCol="0">
            <a:spAutoFit/>
          </a:bodyPr>
          <a:lstStyle>
            <a:defPPr>
              <a:defRPr lang="ko-KR"/>
            </a:defPPr>
            <a:lvl1pPr marL="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ko-KR" altLang="en-US" sz="800" b="1"/>
              <a:t>욕실 </a:t>
            </a:r>
            <a:r>
              <a:rPr lang="ko-KR" altLang="en-US" sz="800" b="1" err="1"/>
              <a:t>휴젠트여부에</a:t>
            </a:r>
            <a:r>
              <a:rPr lang="ko-KR" altLang="en-US" sz="800" b="1"/>
              <a:t> 대하여</a:t>
            </a:r>
            <a:endParaRPr lang="en-US" altLang="ko-KR" sz="800" b="1"/>
          </a:p>
          <a:p>
            <a:r>
              <a:rPr lang="ko-KR" altLang="en-US" sz="800" b="1"/>
              <a:t>기사분이 현장에서 파악하여</a:t>
            </a:r>
            <a:endParaRPr lang="en-US" altLang="ko-KR" sz="800" b="1"/>
          </a:p>
          <a:p>
            <a:r>
              <a:rPr lang="ko-KR" altLang="en-US" sz="800" b="1"/>
              <a:t>센서위치를 적용해드립니다</a:t>
            </a:r>
            <a:r>
              <a:rPr lang="en-US" altLang="ko-KR" sz="800" b="1"/>
              <a:t>.</a:t>
            </a:r>
            <a:endParaRPr lang="ko-KR" altLang="en-US" sz="800" b="1"/>
          </a:p>
        </p:txBody>
      </p:sp>
      <p:grpSp>
        <p:nvGrpSpPr>
          <p:cNvPr id="34" name="그룹 33">
            <a:extLst>
              <a:ext uri="{FF2B5EF4-FFF2-40B4-BE49-F238E27FC236}">
                <a16:creationId xmlns:a16="http://schemas.microsoft.com/office/drawing/2014/main" id="{A67DDD46-C521-83A7-39CE-4F7093A1D122}"/>
              </a:ext>
            </a:extLst>
          </p:cNvPr>
          <p:cNvGrpSpPr/>
          <p:nvPr/>
        </p:nvGrpSpPr>
        <p:grpSpPr>
          <a:xfrm>
            <a:off x="166864" y="137559"/>
            <a:ext cx="2166761" cy="738664"/>
            <a:chOff x="209306" y="114311"/>
            <a:chExt cx="2166761" cy="742666"/>
          </a:xfrm>
        </p:grpSpPr>
        <p:sp>
          <p:nvSpPr>
            <p:cNvPr id="35" name="타원 34">
              <a:extLst>
                <a:ext uri="{FF2B5EF4-FFF2-40B4-BE49-F238E27FC236}">
                  <a16:creationId xmlns:a16="http://schemas.microsoft.com/office/drawing/2014/main" id="{4F30EC02-B223-446A-184F-2DCD9299522D}"/>
                </a:ext>
              </a:extLst>
            </p:cNvPr>
            <p:cNvSpPr/>
            <p:nvPr/>
          </p:nvSpPr>
          <p:spPr>
            <a:xfrm>
              <a:off x="209307" y="168341"/>
              <a:ext cx="98385" cy="98385"/>
            </a:xfrm>
            <a:prstGeom prst="ellipse">
              <a:avLst/>
            </a:prstGeom>
            <a:solidFill>
              <a:srgbClr val="FF0000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ko-KR"/>
              </a:defPPr>
              <a:lvl1pPr marL="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ko-KR" altLang="en-US">
                <a:solidFill>
                  <a:schemeClr val="tx1"/>
                </a:solidFill>
              </a:endParaRPr>
            </a:p>
          </p:txBody>
        </p:sp>
        <p:sp>
          <p:nvSpPr>
            <p:cNvPr id="36" name="타원 35">
              <a:extLst>
                <a:ext uri="{FF2B5EF4-FFF2-40B4-BE49-F238E27FC236}">
                  <a16:creationId xmlns:a16="http://schemas.microsoft.com/office/drawing/2014/main" id="{68FD90BC-9E02-4685-4425-DF328300224A}"/>
                </a:ext>
              </a:extLst>
            </p:cNvPr>
            <p:cNvSpPr/>
            <p:nvPr/>
          </p:nvSpPr>
          <p:spPr>
            <a:xfrm>
              <a:off x="209307" y="347436"/>
              <a:ext cx="98385" cy="98385"/>
            </a:xfrm>
            <a:prstGeom prst="ellipse">
              <a:avLst/>
            </a:prstGeom>
            <a:solidFill>
              <a:srgbClr val="FFFF00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ko-KR"/>
              </a:defPPr>
              <a:lvl1pPr marL="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ko-KR" altLang="en-US">
                <a:solidFill>
                  <a:schemeClr val="tx1"/>
                </a:solidFill>
              </a:endParaRPr>
            </a:p>
          </p:txBody>
        </p:sp>
        <p:sp>
          <p:nvSpPr>
            <p:cNvPr id="37" name="타원 36">
              <a:extLst>
                <a:ext uri="{FF2B5EF4-FFF2-40B4-BE49-F238E27FC236}">
                  <a16:creationId xmlns:a16="http://schemas.microsoft.com/office/drawing/2014/main" id="{59EEDE8A-9ACE-CFD6-CA13-838FD3692DD3}"/>
                </a:ext>
              </a:extLst>
            </p:cNvPr>
            <p:cNvSpPr/>
            <p:nvPr/>
          </p:nvSpPr>
          <p:spPr>
            <a:xfrm>
              <a:off x="209306" y="573831"/>
              <a:ext cx="98385" cy="98385"/>
            </a:xfrm>
            <a:prstGeom prst="ellipse">
              <a:avLst/>
            </a:prstGeom>
            <a:solidFill>
              <a:srgbClr val="FFC000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ko-KR"/>
              </a:defPPr>
              <a:lvl1pPr marL="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ko-KR" altLang="en-US">
                <a:solidFill>
                  <a:schemeClr val="tx1"/>
                </a:solidFill>
              </a:endParaRPr>
            </a:p>
          </p:txBody>
        </p:sp>
        <p:sp>
          <p:nvSpPr>
            <p:cNvPr id="38" name="TextBox 11">
              <a:extLst>
                <a:ext uri="{FF2B5EF4-FFF2-40B4-BE49-F238E27FC236}">
                  <a16:creationId xmlns:a16="http://schemas.microsoft.com/office/drawing/2014/main" id="{95473C2E-CEA3-933F-8D8C-5ED7FA4C2C4F}"/>
                </a:ext>
              </a:extLst>
            </p:cNvPr>
            <p:cNvSpPr txBox="1"/>
            <p:nvPr/>
          </p:nvSpPr>
          <p:spPr>
            <a:xfrm>
              <a:off x="318304" y="114311"/>
              <a:ext cx="2057763" cy="742666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>
              <a:defPPr>
                <a:defRPr lang="ko-KR"/>
              </a:defPPr>
              <a:lvl1pPr marL="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r>
                <a:rPr lang="ko-KR" altLang="en-US" sz="700"/>
                <a:t>간접조명 </a:t>
              </a:r>
              <a:r>
                <a:rPr lang="en-US" altLang="ko-KR" sz="700"/>
                <a:t>A SET</a:t>
              </a:r>
            </a:p>
            <a:p>
              <a:endParaRPr lang="en-US" altLang="ko-KR" sz="700"/>
            </a:p>
            <a:p>
              <a:r>
                <a:rPr lang="ko-KR" altLang="en-US" sz="700"/>
                <a:t>간접조명 센서 </a:t>
              </a:r>
              <a:r>
                <a:rPr lang="en-US" altLang="ko-KR" sz="700"/>
                <a:t>SET</a:t>
              </a:r>
            </a:p>
            <a:p>
              <a:endParaRPr lang="en-US" altLang="ko-KR" sz="700"/>
            </a:p>
            <a:p>
              <a:r>
                <a:rPr lang="ko-KR" altLang="en-US" sz="700"/>
                <a:t>우물천장간접조명 및 커튼박수 추가</a:t>
              </a:r>
              <a:r>
                <a:rPr lang="en-US" altLang="ko-KR" sz="700"/>
                <a:t>(</a:t>
              </a:r>
              <a:r>
                <a:rPr lang="ko-KR" altLang="en-US" sz="700"/>
                <a:t>별도 추가</a:t>
              </a:r>
              <a:r>
                <a:rPr lang="en-US" altLang="ko-KR" sz="700"/>
                <a:t>)</a:t>
              </a:r>
            </a:p>
            <a:p>
              <a:endParaRPr lang="en-US" altLang="ko-KR" sz="700"/>
            </a:p>
          </p:txBody>
        </p:sp>
      </p:grpSp>
      <p:sp>
        <p:nvSpPr>
          <p:cNvPr id="39" name="직사각형 38">
            <a:extLst>
              <a:ext uri="{FF2B5EF4-FFF2-40B4-BE49-F238E27FC236}">
                <a16:creationId xmlns:a16="http://schemas.microsoft.com/office/drawing/2014/main" id="{43DFB293-8438-5835-D779-DE40E11FBE80}"/>
              </a:ext>
            </a:extLst>
          </p:cNvPr>
          <p:cNvSpPr/>
          <p:nvPr/>
        </p:nvSpPr>
        <p:spPr>
          <a:xfrm rot="16200000" flipV="1">
            <a:off x="4510162" y="2741912"/>
            <a:ext cx="98385" cy="343522"/>
          </a:xfrm>
          <a:prstGeom prst="rect">
            <a:avLst/>
          </a:prstGeom>
          <a:solidFill>
            <a:srgbClr val="FFFF0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>
              <a:solidFill>
                <a:schemeClr val="tx1"/>
              </a:solidFill>
            </a:endParaRPr>
          </a:p>
        </p:txBody>
      </p:sp>
      <p:grpSp>
        <p:nvGrpSpPr>
          <p:cNvPr id="40" name="그룹 39">
            <a:extLst>
              <a:ext uri="{FF2B5EF4-FFF2-40B4-BE49-F238E27FC236}">
                <a16:creationId xmlns:a16="http://schemas.microsoft.com/office/drawing/2014/main" id="{12F88C81-020C-CD92-1D2B-A5B9140FA4FE}"/>
              </a:ext>
            </a:extLst>
          </p:cNvPr>
          <p:cNvGrpSpPr/>
          <p:nvPr/>
        </p:nvGrpSpPr>
        <p:grpSpPr>
          <a:xfrm>
            <a:off x="8134154" y="4328434"/>
            <a:ext cx="100923" cy="1356633"/>
            <a:chOff x="4735802" y="4662002"/>
            <a:chExt cx="100923" cy="1356633"/>
          </a:xfrm>
        </p:grpSpPr>
        <p:sp>
          <p:nvSpPr>
            <p:cNvPr id="41" name="타원 40">
              <a:extLst>
                <a:ext uri="{FF2B5EF4-FFF2-40B4-BE49-F238E27FC236}">
                  <a16:creationId xmlns:a16="http://schemas.microsoft.com/office/drawing/2014/main" id="{9C77D2AD-3D31-B16E-9ED5-45CD8D93D41B}"/>
                </a:ext>
              </a:extLst>
            </p:cNvPr>
            <p:cNvSpPr/>
            <p:nvPr/>
          </p:nvSpPr>
          <p:spPr>
            <a:xfrm>
              <a:off x="4737834" y="4662002"/>
              <a:ext cx="98385" cy="98385"/>
            </a:xfrm>
            <a:prstGeom prst="ellipse">
              <a:avLst/>
            </a:prstGeom>
            <a:solidFill>
              <a:srgbClr val="FF0000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>
                <a:solidFill>
                  <a:schemeClr val="tx1"/>
                </a:solidFill>
              </a:endParaRPr>
            </a:p>
          </p:txBody>
        </p:sp>
        <p:sp>
          <p:nvSpPr>
            <p:cNvPr id="42" name="타원 41">
              <a:extLst>
                <a:ext uri="{FF2B5EF4-FFF2-40B4-BE49-F238E27FC236}">
                  <a16:creationId xmlns:a16="http://schemas.microsoft.com/office/drawing/2014/main" id="{99A12D94-F383-AA44-D6C5-0FA356347EE7}"/>
                </a:ext>
              </a:extLst>
            </p:cNvPr>
            <p:cNvSpPr/>
            <p:nvPr/>
          </p:nvSpPr>
          <p:spPr>
            <a:xfrm>
              <a:off x="4735802" y="5291218"/>
              <a:ext cx="98385" cy="98385"/>
            </a:xfrm>
            <a:prstGeom prst="ellipse">
              <a:avLst/>
            </a:prstGeom>
            <a:solidFill>
              <a:srgbClr val="FF0000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>
                <a:solidFill>
                  <a:schemeClr val="tx1"/>
                </a:solidFill>
              </a:endParaRPr>
            </a:p>
          </p:txBody>
        </p:sp>
        <p:sp>
          <p:nvSpPr>
            <p:cNvPr id="43" name="타원 42">
              <a:extLst>
                <a:ext uri="{FF2B5EF4-FFF2-40B4-BE49-F238E27FC236}">
                  <a16:creationId xmlns:a16="http://schemas.microsoft.com/office/drawing/2014/main" id="{4297851F-8EDA-133C-50E2-714EDF0616D9}"/>
                </a:ext>
              </a:extLst>
            </p:cNvPr>
            <p:cNvSpPr/>
            <p:nvPr/>
          </p:nvSpPr>
          <p:spPr>
            <a:xfrm>
              <a:off x="4738340" y="5920250"/>
              <a:ext cx="98385" cy="98385"/>
            </a:xfrm>
            <a:prstGeom prst="ellipse">
              <a:avLst/>
            </a:prstGeom>
            <a:solidFill>
              <a:srgbClr val="FF0000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>
                <a:solidFill>
                  <a:schemeClr val="tx1"/>
                </a:solidFill>
              </a:endParaRPr>
            </a:p>
          </p:txBody>
        </p:sp>
      </p:grpSp>
      <p:grpSp>
        <p:nvGrpSpPr>
          <p:cNvPr id="44" name="그룹 43">
            <a:extLst>
              <a:ext uri="{FF2B5EF4-FFF2-40B4-BE49-F238E27FC236}">
                <a16:creationId xmlns:a16="http://schemas.microsoft.com/office/drawing/2014/main" id="{6AB7B4DC-4E35-4BCD-FC68-5C6E58C6FF76}"/>
              </a:ext>
            </a:extLst>
          </p:cNvPr>
          <p:cNvGrpSpPr/>
          <p:nvPr/>
        </p:nvGrpSpPr>
        <p:grpSpPr>
          <a:xfrm>
            <a:off x="6186254" y="4345865"/>
            <a:ext cx="100923" cy="1356633"/>
            <a:chOff x="4735802" y="4662002"/>
            <a:chExt cx="100923" cy="1356633"/>
          </a:xfrm>
        </p:grpSpPr>
        <p:sp>
          <p:nvSpPr>
            <p:cNvPr id="45" name="타원 44">
              <a:extLst>
                <a:ext uri="{FF2B5EF4-FFF2-40B4-BE49-F238E27FC236}">
                  <a16:creationId xmlns:a16="http://schemas.microsoft.com/office/drawing/2014/main" id="{5CFC6E0A-B37C-F315-8927-429B58584119}"/>
                </a:ext>
              </a:extLst>
            </p:cNvPr>
            <p:cNvSpPr/>
            <p:nvPr/>
          </p:nvSpPr>
          <p:spPr>
            <a:xfrm>
              <a:off x="4737834" y="4662002"/>
              <a:ext cx="98385" cy="98385"/>
            </a:xfrm>
            <a:prstGeom prst="ellipse">
              <a:avLst/>
            </a:prstGeom>
            <a:solidFill>
              <a:srgbClr val="FF0000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>
                <a:solidFill>
                  <a:schemeClr val="tx1"/>
                </a:solidFill>
              </a:endParaRPr>
            </a:p>
          </p:txBody>
        </p:sp>
        <p:sp>
          <p:nvSpPr>
            <p:cNvPr id="46" name="타원 45">
              <a:extLst>
                <a:ext uri="{FF2B5EF4-FFF2-40B4-BE49-F238E27FC236}">
                  <a16:creationId xmlns:a16="http://schemas.microsoft.com/office/drawing/2014/main" id="{CE9150FF-79CA-53E4-47D8-2B214D14BBC4}"/>
                </a:ext>
              </a:extLst>
            </p:cNvPr>
            <p:cNvSpPr/>
            <p:nvPr/>
          </p:nvSpPr>
          <p:spPr>
            <a:xfrm>
              <a:off x="4735802" y="5291218"/>
              <a:ext cx="98385" cy="98385"/>
            </a:xfrm>
            <a:prstGeom prst="ellipse">
              <a:avLst/>
            </a:prstGeom>
            <a:solidFill>
              <a:srgbClr val="FF0000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>
                <a:solidFill>
                  <a:schemeClr val="tx1"/>
                </a:solidFill>
              </a:endParaRPr>
            </a:p>
          </p:txBody>
        </p:sp>
        <p:sp>
          <p:nvSpPr>
            <p:cNvPr id="47" name="타원 46">
              <a:extLst>
                <a:ext uri="{FF2B5EF4-FFF2-40B4-BE49-F238E27FC236}">
                  <a16:creationId xmlns:a16="http://schemas.microsoft.com/office/drawing/2014/main" id="{1D2A43AC-FDE0-EFA2-EB4D-6BBBB15E1B45}"/>
                </a:ext>
              </a:extLst>
            </p:cNvPr>
            <p:cNvSpPr/>
            <p:nvPr/>
          </p:nvSpPr>
          <p:spPr>
            <a:xfrm>
              <a:off x="4738340" y="5920250"/>
              <a:ext cx="98385" cy="98385"/>
            </a:xfrm>
            <a:prstGeom prst="ellipse">
              <a:avLst/>
            </a:prstGeom>
            <a:solidFill>
              <a:srgbClr val="FF0000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>
                <a:solidFill>
                  <a:schemeClr val="tx1"/>
                </a:solidFill>
              </a:endParaRPr>
            </a:p>
          </p:txBody>
        </p:sp>
      </p:grpSp>
      <p:sp>
        <p:nvSpPr>
          <p:cNvPr id="48" name="TextBox 47">
            <a:extLst>
              <a:ext uri="{FF2B5EF4-FFF2-40B4-BE49-F238E27FC236}">
                <a16:creationId xmlns:a16="http://schemas.microsoft.com/office/drawing/2014/main" id="{2E9C8FDC-5BD3-8A52-7ED6-6258D080381D}"/>
              </a:ext>
            </a:extLst>
          </p:cNvPr>
          <p:cNvSpPr txBox="1"/>
          <p:nvPr/>
        </p:nvSpPr>
        <p:spPr>
          <a:xfrm>
            <a:off x="8349828" y="4606641"/>
            <a:ext cx="841797" cy="400110"/>
          </a:xfrm>
          <a:prstGeom prst="rect">
            <a:avLst/>
          </a:prstGeom>
          <a:solidFill>
            <a:schemeClr val="bg2">
              <a:lumMod val="90000"/>
            </a:schemeClr>
          </a:solidFill>
        </p:spPr>
        <p:txBody>
          <a:bodyPr wrap="square" rtlCol="0">
            <a:spAutoFit/>
          </a:bodyPr>
          <a:lstStyle/>
          <a:p>
            <a:pPr algn="ctr"/>
            <a:r>
              <a:rPr lang="ko-KR" altLang="en-US" sz="1000" b="1" err="1"/>
              <a:t>무선리모컨</a:t>
            </a:r>
            <a:endParaRPr lang="en-US" altLang="ko-KR" sz="1000" b="1"/>
          </a:p>
          <a:p>
            <a:pPr algn="ctr"/>
            <a:r>
              <a:rPr lang="en-US" altLang="ko-KR" sz="1000" b="1"/>
              <a:t>1</a:t>
            </a:r>
            <a:r>
              <a:rPr lang="ko-KR" altLang="en-US" sz="1000" b="1"/>
              <a:t>구</a:t>
            </a:r>
            <a:r>
              <a:rPr lang="en-US" altLang="ko-KR" sz="1000" b="1"/>
              <a:t>(3</a:t>
            </a:r>
            <a:r>
              <a:rPr lang="ko-KR" altLang="en-US" sz="1000" b="1"/>
              <a:t>채널</a:t>
            </a:r>
            <a:r>
              <a:rPr lang="en-US" altLang="ko-KR" sz="1000" b="1"/>
              <a:t>)</a:t>
            </a:r>
            <a:endParaRPr lang="ko-KR" altLang="en-US" sz="1000" b="1"/>
          </a:p>
        </p:txBody>
      </p:sp>
      <p:sp>
        <p:nvSpPr>
          <p:cNvPr id="49" name="직사각형 48">
            <a:extLst>
              <a:ext uri="{FF2B5EF4-FFF2-40B4-BE49-F238E27FC236}">
                <a16:creationId xmlns:a16="http://schemas.microsoft.com/office/drawing/2014/main" id="{AECE382F-5C26-4E56-6B54-1EA62926869C}"/>
              </a:ext>
            </a:extLst>
          </p:cNvPr>
          <p:cNvSpPr/>
          <p:nvPr/>
        </p:nvSpPr>
        <p:spPr>
          <a:xfrm rot="16200000" flipV="1">
            <a:off x="9869564" y="2394957"/>
            <a:ext cx="98385" cy="343522"/>
          </a:xfrm>
          <a:prstGeom prst="rect">
            <a:avLst/>
          </a:prstGeom>
          <a:solidFill>
            <a:srgbClr val="FFFF0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>
              <a:solidFill>
                <a:schemeClr val="tx1"/>
              </a:solidFill>
            </a:endParaRPr>
          </a:p>
        </p:txBody>
      </p:sp>
      <p:grpSp>
        <p:nvGrpSpPr>
          <p:cNvPr id="54" name="그룹 53">
            <a:extLst>
              <a:ext uri="{FF2B5EF4-FFF2-40B4-BE49-F238E27FC236}">
                <a16:creationId xmlns:a16="http://schemas.microsoft.com/office/drawing/2014/main" id="{9CFDA26B-8292-4ED2-CA6B-E9CFF5E8864D}"/>
              </a:ext>
            </a:extLst>
          </p:cNvPr>
          <p:cNvGrpSpPr/>
          <p:nvPr/>
        </p:nvGrpSpPr>
        <p:grpSpPr>
          <a:xfrm>
            <a:off x="4795876" y="3756293"/>
            <a:ext cx="764953" cy="273636"/>
            <a:chOff x="2052531" y="808997"/>
            <a:chExt cx="764953" cy="273636"/>
          </a:xfrm>
        </p:grpSpPr>
        <p:sp>
          <p:nvSpPr>
            <p:cNvPr id="55" name="TextBox 54">
              <a:extLst>
                <a:ext uri="{FF2B5EF4-FFF2-40B4-BE49-F238E27FC236}">
                  <a16:creationId xmlns:a16="http://schemas.microsoft.com/office/drawing/2014/main" id="{4D7CD77D-9D15-8BFF-EB90-F3815389C4EE}"/>
                </a:ext>
              </a:extLst>
            </p:cNvPr>
            <p:cNvSpPr txBox="1"/>
            <p:nvPr/>
          </p:nvSpPr>
          <p:spPr>
            <a:xfrm>
              <a:off x="2052531" y="897967"/>
              <a:ext cx="764953" cy="184666"/>
            </a:xfrm>
            <a:prstGeom prst="rect">
              <a:avLst/>
            </a:prstGeom>
            <a:solidFill>
              <a:schemeClr val="bg1">
                <a:lumMod val="95000"/>
              </a:schemeClr>
            </a:solidFill>
          </p:spPr>
          <p:txBody>
            <a:bodyPr wrap="none" rtlCol="0">
              <a:spAutoFit/>
            </a:bodyPr>
            <a:lstStyle/>
            <a:p>
              <a:r>
                <a:rPr lang="ko-KR" altLang="en-US" sz="600" b="1"/>
                <a:t>서비스 조명 </a:t>
              </a:r>
              <a:r>
                <a:rPr lang="en-US" altLang="ko-KR" sz="600" b="1"/>
                <a:t>2EA</a:t>
              </a:r>
              <a:endParaRPr lang="ko-KR" altLang="en-US" sz="600" b="1"/>
            </a:p>
          </p:txBody>
        </p:sp>
        <p:grpSp>
          <p:nvGrpSpPr>
            <p:cNvPr id="56" name="그룹 55">
              <a:extLst>
                <a:ext uri="{FF2B5EF4-FFF2-40B4-BE49-F238E27FC236}">
                  <a16:creationId xmlns:a16="http://schemas.microsoft.com/office/drawing/2014/main" id="{8AA0948D-C16C-5BD5-3EF6-B864F421515A}"/>
                </a:ext>
              </a:extLst>
            </p:cNvPr>
            <p:cNvGrpSpPr/>
            <p:nvPr/>
          </p:nvGrpSpPr>
          <p:grpSpPr>
            <a:xfrm rot="5400000">
              <a:off x="2382760" y="491467"/>
              <a:ext cx="98800" cy="733859"/>
              <a:chOff x="4737848" y="4877902"/>
              <a:chExt cx="98800" cy="733859"/>
            </a:xfrm>
            <a:solidFill>
              <a:srgbClr val="FF00FF"/>
            </a:solidFill>
          </p:grpSpPr>
          <p:sp>
            <p:nvSpPr>
              <p:cNvPr id="57" name="타원 56">
                <a:extLst>
                  <a:ext uri="{FF2B5EF4-FFF2-40B4-BE49-F238E27FC236}">
                    <a16:creationId xmlns:a16="http://schemas.microsoft.com/office/drawing/2014/main" id="{A013E18B-CDA3-FC83-D7D1-BB0E343847B4}"/>
                  </a:ext>
                </a:extLst>
              </p:cNvPr>
              <p:cNvSpPr/>
              <p:nvPr/>
            </p:nvSpPr>
            <p:spPr>
              <a:xfrm>
                <a:off x="4737848" y="4877902"/>
                <a:ext cx="98385" cy="98385"/>
              </a:xfrm>
              <a:prstGeom prst="ellipse">
                <a:avLst/>
              </a:prstGeom>
              <a:grpFill/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>
                  <a:solidFill>
                    <a:schemeClr val="tx1"/>
                  </a:solidFill>
                </a:endParaRPr>
              </a:p>
            </p:txBody>
          </p:sp>
          <p:sp>
            <p:nvSpPr>
              <p:cNvPr id="58" name="타원 57">
                <a:extLst>
                  <a:ext uri="{FF2B5EF4-FFF2-40B4-BE49-F238E27FC236}">
                    <a16:creationId xmlns:a16="http://schemas.microsoft.com/office/drawing/2014/main" id="{9CFE9845-D712-8A78-1045-D463144C4A37}"/>
                  </a:ext>
                </a:extLst>
              </p:cNvPr>
              <p:cNvSpPr/>
              <p:nvPr/>
            </p:nvSpPr>
            <p:spPr>
              <a:xfrm>
                <a:off x="4738263" y="5513376"/>
                <a:ext cx="98385" cy="98385"/>
              </a:xfrm>
              <a:prstGeom prst="ellipse">
                <a:avLst/>
              </a:prstGeom>
              <a:grpFill/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>
                  <a:solidFill>
                    <a:schemeClr val="tx1"/>
                  </a:solidFill>
                </a:endParaRPr>
              </a:p>
            </p:txBody>
          </p:sp>
        </p:grpSp>
      </p:grpSp>
      <p:grpSp>
        <p:nvGrpSpPr>
          <p:cNvPr id="59" name="그룹 58">
            <a:extLst>
              <a:ext uri="{FF2B5EF4-FFF2-40B4-BE49-F238E27FC236}">
                <a16:creationId xmlns:a16="http://schemas.microsoft.com/office/drawing/2014/main" id="{6C018880-F5F4-FF48-E66F-27769CB5A632}"/>
              </a:ext>
            </a:extLst>
          </p:cNvPr>
          <p:cNvGrpSpPr/>
          <p:nvPr/>
        </p:nvGrpSpPr>
        <p:grpSpPr>
          <a:xfrm>
            <a:off x="5801941" y="1089745"/>
            <a:ext cx="2087004" cy="879931"/>
            <a:chOff x="4807567" y="3887595"/>
            <a:chExt cx="2087004" cy="879931"/>
          </a:xfrm>
        </p:grpSpPr>
        <p:sp>
          <p:nvSpPr>
            <p:cNvPr id="60" name="직사각형 59">
              <a:extLst>
                <a:ext uri="{FF2B5EF4-FFF2-40B4-BE49-F238E27FC236}">
                  <a16:creationId xmlns:a16="http://schemas.microsoft.com/office/drawing/2014/main" id="{F4AFC7EA-880E-E392-7AD3-2B752EE6281A}"/>
                </a:ext>
              </a:extLst>
            </p:cNvPr>
            <p:cNvSpPr/>
            <p:nvPr/>
          </p:nvSpPr>
          <p:spPr>
            <a:xfrm rot="16200000" flipV="1">
              <a:off x="5982270" y="3855224"/>
              <a:ext cx="52664" cy="1771939"/>
            </a:xfrm>
            <a:prstGeom prst="rect">
              <a:avLst/>
            </a:prstGeom>
            <a:solidFill>
              <a:srgbClr val="FF00FF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61" name="TextBox 60">
              <a:extLst>
                <a:ext uri="{FF2B5EF4-FFF2-40B4-BE49-F238E27FC236}">
                  <a16:creationId xmlns:a16="http://schemas.microsoft.com/office/drawing/2014/main" id="{4F9D59D4-D83A-7A4E-9F1D-97685B71AD2A}"/>
                </a:ext>
              </a:extLst>
            </p:cNvPr>
            <p:cNvSpPr txBox="1"/>
            <p:nvPr/>
          </p:nvSpPr>
          <p:spPr>
            <a:xfrm>
              <a:off x="4807567" y="3887595"/>
              <a:ext cx="1303562" cy="230832"/>
            </a:xfrm>
            <a:prstGeom prst="rect">
              <a:avLst/>
            </a:prstGeom>
            <a:solidFill>
              <a:srgbClr val="FFC000"/>
            </a:solidFill>
          </p:spPr>
          <p:txBody>
            <a:bodyPr wrap="none" rtlCol="0">
              <a:spAutoFit/>
            </a:bodyPr>
            <a:lstStyle/>
            <a:p>
              <a:r>
                <a:rPr lang="ko-KR" altLang="en-US" sz="900" b="1"/>
                <a:t>싱크대 </a:t>
              </a:r>
              <a:r>
                <a:rPr lang="ko-KR" altLang="en-US" sz="900" b="1" err="1"/>
                <a:t>간접등</a:t>
              </a:r>
              <a:r>
                <a:rPr lang="ko-KR" altLang="en-US" sz="900" b="1"/>
                <a:t> 서비스</a:t>
              </a:r>
            </a:p>
          </p:txBody>
        </p:sp>
        <p:cxnSp>
          <p:nvCxnSpPr>
            <p:cNvPr id="62" name="직선 화살표 연결선 61">
              <a:extLst>
                <a:ext uri="{FF2B5EF4-FFF2-40B4-BE49-F238E27FC236}">
                  <a16:creationId xmlns:a16="http://schemas.microsoft.com/office/drawing/2014/main" id="{099FACD0-3688-444C-AE7F-0C490BC6AA42}"/>
                </a:ext>
              </a:extLst>
            </p:cNvPr>
            <p:cNvCxnSpPr>
              <a:cxnSpLocks/>
              <a:stCxn id="60" idx="2"/>
            </p:cNvCxnSpPr>
            <p:nvPr/>
          </p:nvCxnSpPr>
          <p:spPr>
            <a:xfrm flipV="1">
              <a:off x="5122633" y="4080208"/>
              <a:ext cx="0" cy="660986"/>
            </a:xfrm>
            <a:prstGeom prst="straightConnector1">
              <a:avLst/>
            </a:prstGeom>
            <a:ln>
              <a:tailEnd type="triangle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2" name="TextBox 1">
            <a:extLst>
              <a:ext uri="{FF2B5EF4-FFF2-40B4-BE49-F238E27FC236}">
                <a16:creationId xmlns:a16="http://schemas.microsoft.com/office/drawing/2014/main" id="{F202E19E-F096-AC16-2FEC-687D064364B7}"/>
              </a:ext>
            </a:extLst>
          </p:cNvPr>
          <p:cNvSpPr txBox="1"/>
          <p:nvPr/>
        </p:nvSpPr>
        <p:spPr>
          <a:xfrm>
            <a:off x="3661790" y="3055627"/>
            <a:ext cx="479618" cy="2462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1000" b="1">
                <a:solidFill>
                  <a:srgbClr val="FF0000"/>
                </a:solidFill>
              </a:rPr>
              <a:t>1300</a:t>
            </a:r>
            <a:endParaRPr lang="ko-KR" altLang="en-US" sz="1000" b="1">
              <a:solidFill>
                <a:srgbClr val="FF0000"/>
              </a:solidFill>
            </a:endParaRPr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C31357B1-85A1-F1E4-EBAC-A0658FBF93F2}"/>
              </a:ext>
            </a:extLst>
          </p:cNvPr>
          <p:cNvSpPr txBox="1"/>
          <p:nvPr/>
        </p:nvSpPr>
        <p:spPr>
          <a:xfrm>
            <a:off x="2192887" y="6154450"/>
            <a:ext cx="479618" cy="2462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1000" b="1">
                <a:solidFill>
                  <a:srgbClr val="FF0000"/>
                </a:solidFill>
              </a:rPr>
              <a:t>2800</a:t>
            </a:r>
            <a:endParaRPr lang="ko-KR" altLang="en-US" sz="1000" b="1">
              <a:solidFill>
                <a:srgbClr val="FF0000"/>
              </a:solidFill>
            </a:endParaRPr>
          </a:p>
        </p:txBody>
      </p:sp>
      <p:sp>
        <p:nvSpPr>
          <p:cNvPr id="51" name="TextBox 50">
            <a:extLst>
              <a:ext uri="{FF2B5EF4-FFF2-40B4-BE49-F238E27FC236}">
                <a16:creationId xmlns:a16="http://schemas.microsoft.com/office/drawing/2014/main" id="{1802AFD8-73E0-023E-1B11-CEADDA7855AB}"/>
              </a:ext>
            </a:extLst>
          </p:cNvPr>
          <p:cNvSpPr txBox="1"/>
          <p:nvPr/>
        </p:nvSpPr>
        <p:spPr>
          <a:xfrm>
            <a:off x="3865606" y="6143722"/>
            <a:ext cx="479618" cy="2462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1000" b="1">
                <a:solidFill>
                  <a:srgbClr val="FF0000"/>
                </a:solidFill>
              </a:rPr>
              <a:t>2900</a:t>
            </a:r>
            <a:endParaRPr lang="ko-KR" altLang="en-US" sz="1000" b="1">
              <a:solidFill>
                <a:srgbClr val="FF0000"/>
              </a:solidFill>
            </a:endParaRPr>
          </a:p>
        </p:txBody>
      </p:sp>
      <p:sp>
        <p:nvSpPr>
          <p:cNvPr id="53" name="TextBox 52">
            <a:extLst>
              <a:ext uri="{FF2B5EF4-FFF2-40B4-BE49-F238E27FC236}">
                <a16:creationId xmlns:a16="http://schemas.microsoft.com/office/drawing/2014/main" id="{19F9F909-66BA-1498-6E53-186D221B6684}"/>
              </a:ext>
            </a:extLst>
          </p:cNvPr>
          <p:cNvSpPr txBox="1"/>
          <p:nvPr/>
        </p:nvSpPr>
        <p:spPr>
          <a:xfrm>
            <a:off x="6486742" y="6260772"/>
            <a:ext cx="479618" cy="2462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1000" b="1">
                <a:solidFill>
                  <a:srgbClr val="FF0000"/>
                </a:solidFill>
              </a:rPr>
              <a:t>6700</a:t>
            </a:r>
            <a:endParaRPr lang="ko-KR" altLang="en-US" sz="1000" b="1">
              <a:solidFill>
                <a:srgbClr val="FF0000"/>
              </a:solidFill>
            </a:endParaRPr>
          </a:p>
        </p:txBody>
      </p:sp>
      <p:sp>
        <p:nvSpPr>
          <p:cNvPr id="63" name="TextBox 62">
            <a:extLst>
              <a:ext uri="{FF2B5EF4-FFF2-40B4-BE49-F238E27FC236}">
                <a16:creationId xmlns:a16="http://schemas.microsoft.com/office/drawing/2014/main" id="{F793F416-8918-208E-1380-4747D6757920}"/>
              </a:ext>
            </a:extLst>
          </p:cNvPr>
          <p:cNvSpPr txBox="1"/>
          <p:nvPr/>
        </p:nvSpPr>
        <p:spPr>
          <a:xfrm>
            <a:off x="7022838" y="4205552"/>
            <a:ext cx="479618" cy="2462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1000" b="1">
                <a:solidFill>
                  <a:srgbClr val="FF0000"/>
                </a:solidFill>
              </a:rPr>
              <a:t>3100</a:t>
            </a:r>
            <a:endParaRPr lang="ko-KR" altLang="en-US" sz="1000" b="1">
              <a:solidFill>
                <a:srgbClr val="FF0000"/>
              </a:solidFill>
            </a:endParaRPr>
          </a:p>
        </p:txBody>
      </p:sp>
      <p:sp>
        <p:nvSpPr>
          <p:cNvPr id="64" name="TextBox 63">
            <a:extLst>
              <a:ext uri="{FF2B5EF4-FFF2-40B4-BE49-F238E27FC236}">
                <a16:creationId xmlns:a16="http://schemas.microsoft.com/office/drawing/2014/main" id="{C35AB46C-E24A-A479-EEF8-90BFFDDB754D}"/>
              </a:ext>
            </a:extLst>
          </p:cNvPr>
          <p:cNvSpPr txBox="1"/>
          <p:nvPr/>
        </p:nvSpPr>
        <p:spPr>
          <a:xfrm>
            <a:off x="6262283" y="4718965"/>
            <a:ext cx="479618" cy="2462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1000" b="1">
                <a:solidFill>
                  <a:srgbClr val="FF0000"/>
                </a:solidFill>
              </a:rPr>
              <a:t>2400</a:t>
            </a:r>
            <a:endParaRPr lang="ko-KR" altLang="en-US" sz="1000" b="1">
              <a:solidFill>
                <a:srgbClr val="FF0000"/>
              </a:solidFill>
            </a:endParaRPr>
          </a:p>
        </p:txBody>
      </p:sp>
      <p:cxnSp>
        <p:nvCxnSpPr>
          <p:cNvPr id="65" name="직선 화살표 연결선 64">
            <a:extLst>
              <a:ext uri="{FF2B5EF4-FFF2-40B4-BE49-F238E27FC236}">
                <a16:creationId xmlns:a16="http://schemas.microsoft.com/office/drawing/2014/main" id="{55D11BFE-32F5-578C-2AC7-837E0FA04ECE}"/>
              </a:ext>
            </a:extLst>
          </p:cNvPr>
          <p:cNvCxnSpPr>
            <a:cxnSpLocks/>
          </p:cNvCxnSpPr>
          <p:nvPr/>
        </p:nvCxnSpPr>
        <p:spPr>
          <a:xfrm flipH="1" flipV="1">
            <a:off x="4985806" y="6223267"/>
            <a:ext cx="3350326" cy="9"/>
          </a:xfrm>
          <a:prstGeom prst="straightConnector1">
            <a:avLst/>
          </a:prstGeom>
          <a:ln w="57150">
            <a:solidFill>
              <a:srgbClr val="00B050"/>
            </a:solidFill>
            <a:headEnd type="triangle"/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6" name="TextBox 65">
            <a:extLst>
              <a:ext uri="{FF2B5EF4-FFF2-40B4-BE49-F238E27FC236}">
                <a16:creationId xmlns:a16="http://schemas.microsoft.com/office/drawing/2014/main" id="{48BE7E65-71A6-D68C-ED10-259D5CDD7859}"/>
              </a:ext>
            </a:extLst>
          </p:cNvPr>
          <p:cNvSpPr txBox="1"/>
          <p:nvPr/>
        </p:nvSpPr>
        <p:spPr>
          <a:xfrm>
            <a:off x="9240455" y="5817543"/>
            <a:ext cx="479618" cy="2462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1000" b="1">
                <a:solidFill>
                  <a:srgbClr val="FF0000"/>
                </a:solidFill>
              </a:rPr>
              <a:t>3500</a:t>
            </a:r>
            <a:endParaRPr lang="ko-KR" altLang="en-US" sz="1000" b="1">
              <a:solidFill>
                <a:srgbClr val="FF0000"/>
              </a:solidFill>
            </a:endParaRPr>
          </a:p>
        </p:txBody>
      </p:sp>
      <p:sp>
        <p:nvSpPr>
          <p:cNvPr id="67" name="TextBox 66">
            <a:extLst>
              <a:ext uri="{FF2B5EF4-FFF2-40B4-BE49-F238E27FC236}">
                <a16:creationId xmlns:a16="http://schemas.microsoft.com/office/drawing/2014/main" id="{39251CD7-ED58-7802-C8BA-71359D67814A}"/>
              </a:ext>
            </a:extLst>
          </p:cNvPr>
          <p:cNvSpPr txBox="1"/>
          <p:nvPr/>
        </p:nvSpPr>
        <p:spPr>
          <a:xfrm>
            <a:off x="10175682" y="4211291"/>
            <a:ext cx="479618" cy="2462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1000" b="1">
                <a:solidFill>
                  <a:srgbClr val="FF0000"/>
                </a:solidFill>
              </a:rPr>
              <a:t>1100</a:t>
            </a:r>
            <a:endParaRPr lang="ko-KR" altLang="en-US" sz="1000" b="1">
              <a:solidFill>
                <a:srgbClr val="FF0000"/>
              </a:solidFill>
            </a:endParaRPr>
          </a:p>
        </p:txBody>
      </p:sp>
      <p:cxnSp>
        <p:nvCxnSpPr>
          <p:cNvPr id="68" name="직선 화살표 연결선 67">
            <a:extLst>
              <a:ext uri="{FF2B5EF4-FFF2-40B4-BE49-F238E27FC236}">
                <a16:creationId xmlns:a16="http://schemas.microsoft.com/office/drawing/2014/main" id="{B53795C5-2EBF-2D9C-3ADD-FCF538388B99}"/>
              </a:ext>
            </a:extLst>
          </p:cNvPr>
          <p:cNvCxnSpPr>
            <a:cxnSpLocks/>
          </p:cNvCxnSpPr>
          <p:nvPr/>
        </p:nvCxnSpPr>
        <p:spPr>
          <a:xfrm>
            <a:off x="10105818" y="3692042"/>
            <a:ext cx="0" cy="653823"/>
          </a:xfrm>
          <a:prstGeom prst="straightConnector1">
            <a:avLst/>
          </a:prstGeom>
          <a:ln w="57150">
            <a:solidFill>
              <a:srgbClr val="00B050"/>
            </a:solidFill>
            <a:headEnd type="triangle"/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541453792"/>
      </p:ext>
    </p:extLst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9C12F8E-434A-C19D-BFBB-E00B9F33DE1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그림 2">
            <a:extLst>
              <a:ext uri="{FF2B5EF4-FFF2-40B4-BE49-F238E27FC236}">
                <a16:creationId xmlns:a16="http://schemas.microsoft.com/office/drawing/2014/main" id="{AF5602D4-22F7-51CF-2573-C4DBBFE0F49D}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/>
        </p:nvPicPr>
        <p:blipFill>
          <a:blip r:embed="rId2">
            <a:alphaModFix amt="70000"/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saturation sat="0"/>
                    </a14:imgEffect>
                  </a14:imgLayer>
                </a14:imgProps>
              </a:ext>
            </a:extLst>
          </a:blip>
          <a:stretch>
            <a:fillRect/>
          </a:stretch>
        </p:blipFill>
        <p:spPr>
          <a:xfrm>
            <a:off x="1836279" y="590334"/>
            <a:ext cx="8819021" cy="5677332"/>
          </a:xfrm>
          <a:prstGeom prst="rect">
            <a:avLst/>
          </a:prstGeom>
        </p:spPr>
      </p:pic>
      <mc:AlternateContent xmlns:mc="http://schemas.openxmlformats.org/markup-compatibility/2006">
        <mc:Choice xmlns:a14="http://schemas.microsoft.com/office/drawing/2010/main" Requires="a14">
          <p:sp>
            <p:nvSpPr>
              <p:cNvPr id="4" name="TextBox 3">
                <a:extLst>
                  <a:ext uri="{FF2B5EF4-FFF2-40B4-BE49-F238E27FC236}">
                    <a16:creationId xmlns:a16="http://schemas.microsoft.com/office/drawing/2014/main" id="{F1161727-2804-E8A5-4D10-51EDF5F05169}"/>
                  </a:ext>
                </a:extLst>
              </p:cNvPr>
              <p:cNvSpPr txBox="1"/>
              <p:nvPr/>
            </p:nvSpPr>
            <p:spPr>
              <a:xfrm>
                <a:off x="10152689" y="1075737"/>
                <a:ext cx="1762781" cy="407099"/>
              </a:xfrm>
              <a:prstGeom prst="rect">
                <a:avLst/>
              </a:prstGeom>
              <a:noFill/>
            </p:spPr>
            <p:txBody>
              <a:bodyPr wrap="square">
                <a:spAutoFit/>
                <a:scene3d>
                  <a:camera prst="orthographicFront"/>
                  <a:lightRig rig="harsh" dir="t"/>
                </a:scene3d>
                <a:sp3d extrusionH="57150" prstMaterial="matte">
                  <a:bevelT w="63500" h="12700" prst="angle"/>
                  <a:contourClr>
                    <a:schemeClr val="bg1">
                      <a:lumMod val="65000"/>
                    </a:schemeClr>
                  </a:contourClr>
                </a:sp3d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right"/>
                    </m:oMathParaPr>
                    <m:oMath xmlns:m="http://schemas.openxmlformats.org/officeDocument/2006/math">
                      <m:sSup>
                        <m:sSupPr>
                          <m:ctrlPr>
                            <a:rPr lang="en-US" altLang="ko-KR" sz="2000" b="1" i="1" u="none" strike="noStrike" smtClean="0">
                              <a:ln/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altLang="ko-KR" sz="2000" b="1" i="1" u="none" strike="noStrike" smtClean="0">
                              <a:ln/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𝟖𝟒</m:t>
                          </m:r>
                          <m:r>
                            <a:rPr lang="en-US" altLang="ko-KR" sz="2000" b="1" i="1" u="none" strike="noStrike" smtClean="0">
                              <a:ln/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𝑩𝒎</m:t>
                          </m:r>
                        </m:e>
                        <m:sup>
                          <m:r>
                            <a:rPr lang="en-US" altLang="ko-KR" sz="2000" b="1" i="1" u="none" strike="noStrike" smtClean="0">
                              <a:ln/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𝟐</m:t>
                          </m:r>
                        </m:sup>
                      </m:sSup>
                    </m:oMath>
                  </m:oMathPara>
                </a14:m>
                <a:endParaRPr lang="ko-KR" altLang="en-US" sz="2000" b="1">
                  <a:ln/>
                  <a:solidFill>
                    <a:schemeClr val="tx1"/>
                  </a:solidFill>
                </a:endParaRPr>
              </a:p>
            </p:txBody>
          </p:sp>
        </mc:Choice>
        <mc:Fallback>
          <p:sp>
            <p:nvSpPr>
              <p:cNvPr id="4" name="TextBox 3">
                <a:extLst>
                  <a:ext uri="{FF2B5EF4-FFF2-40B4-BE49-F238E27FC236}">
                    <a16:creationId xmlns:a16="http://schemas.microsoft.com/office/drawing/2014/main" id="{F1161727-2804-E8A5-4D10-51EDF5F05169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0152689" y="1075737"/>
                <a:ext cx="1762781" cy="407099"/>
              </a:xfrm>
              <a:prstGeom prst="rect">
                <a:avLst/>
              </a:prstGeom>
              <a:blipFill>
                <a:blip r:embed="rId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5" name="TextBox 4">
            <a:extLst>
              <a:ext uri="{FF2B5EF4-FFF2-40B4-BE49-F238E27FC236}">
                <a16:creationId xmlns:a16="http://schemas.microsoft.com/office/drawing/2014/main" id="{06C6500E-B3CB-BD98-8738-1C8D4E16B14D}"/>
              </a:ext>
            </a:extLst>
          </p:cNvPr>
          <p:cNvSpPr txBox="1"/>
          <p:nvPr/>
        </p:nvSpPr>
        <p:spPr>
          <a:xfrm>
            <a:off x="1870318" y="353253"/>
            <a:ext cx="8452551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 sz="2000" b="1"/>
              <a:t>84B</a:t>
            </a:r>
            <a:r>
              <a:rPr lang="ko-KR" altLang="en-US" sz="2000" b="1"/>
              <a:t>타입 간접</a:t>
            </a:r>
            <a:r>
              <a:rPr lang="en-US" altLang="ko-KR" sz="2000" b="1"/>
              <a:t>A /</a:t>
            </a:r>
            <a:r>
              <a:rPr lang="ko-KR" altLang="en-US" sz="2000" b="1"/>
              <a:t>간접</a:t>
            </a:r>
            <a:r>
              <a:rPr lang="en-US" altLang="ko-KR" sz="2000" b="1"/>
              <a:t> </a:t>
            </a:r>
            <a:r>
              <a:rPr lang="ko-KR" altLang="en-US" sz="2000" b="1"/>
              <a:t>센서 </a:t>
            </a:r>
            <a:r>
              <a:rPr lang="en-US" altLang="ko-KR" sz="2000" b="1"/>
              <a:t>SET</a:t>
            </a:r>
          </a:p>
        </p:txBody>
      </p:sp>
      <p:sp>
        <p:nvSpPr>
          <p:cNvPr id="8" name="직사각형 7">
            <a:extLst>
              <a:ext uri="{FF2B5EF4-FFF2-40B4-BE49-F238E27FC236}">
                <a16:creationId xmlns:a16="http://schemas.microsoft.com/office/drawing/2014/main" id="{5BFC8EC2-4B1A-5FC3-CA7A-53130C0D16C9}"/>
              </a:ext>
            </a:extLst>
          </p:cNvPr>
          <p:cNvSpPr/>
          <p:nvPr/>
        </p:nvSpPr>
        <p:spPr>
          <a:xfrm rot="5400000">
            <a:off x="7180821" y="5029738"/>
            <a:ext cx="102820" cy="1630245"/>
          </a:xfrm>
          <a:prstGeom prst="rect">
            <a:avLst/>
          </a:prstGeom>
          <a:solidFill>
            <a:srgbClr val="FF000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>
              <a:solidFill>
                <a:schemeClr val="tx1"/>
              </a:solidFill>
            </a:endParaRP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FEF55AC0-7D0A-5A7E-FC00-46B842A3B18F}"/>
              </a:ext>
            </a:extLst>
          </p:cNvPr>
          <p:cNvSpPr txBox="1"/>
          <p:nvPr/>
        </p:nvSpPr>
        <p:spPr>
          <a:xfrm>
            <a:off x="6284639" y="3871467"/>
            <a:ext cx="1891732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ko-KR" altLang="en-US" sz="1000" b="1"/>
              <a:t>텀블러스위치 </a:t>
            </a:r>
            <a:r>
              <a:rPr lang="en-US" altLang="ko-KR" sz="1000" b="1"/>
              <a:t>6</a:t>
            </a:r>
            <a:r>
              <a:rPr lang="ko-KR" altLang="en-US" sz="1000" b="1"/>
              <a:t>구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EF21475B-661F-D2D5-B267-B2EC3FAA1284}"/>
              </a:ext>
            </a:extLst>
          </p:cNvPr>
          <p:cNvSpPr txBox="1"/>
          <p:nvPr/>
        </p:nvSpPr>
        <p:spPr>
          <a:xfrm>
            <a:off x="112365" y="770606"/>
            <a:ext cx="3264447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800">
                <a:solidFill>
                  <a:srgbClr val="FF0000"/>
                </a:solidFill>
              </a:rPr>
              <a:t>**</a:t>
            </a:r>
            <a:r>
              <a:rPr lang="ko-KR" altLang="en-US" sz="800">
                <a:solidFill>
                  <a:srgbClr val="FF0000"/>
                </a:solidFill>
              </a:rPr>
              <a:t>스위치 연결을 위해 별도의 </a:t>
            </a:r>
            <a:r>
              <a:rPr lang="ko-KR" altLang="en-US" sz="800" err="1">
                <a:solidFill>
                  <a:srgbClr val="FF0000"/>
                </a:solidFill>
              </a:rPr>
              <a:t>타공이</a:t>
            </a:r>
            <a:r>
              <a:rPr lang="ko-KR" altLang="en-US" sz="800">
                <a:solidFill>
                  <a:srgbClr val="FF0000"/>
                </a:solidFill>
              </a:rPr>
              <a:t> 필요할 수 </a:t>
            </a:r>
            <a:endParaRPr lang="en-US" altLang="ko-KR" sz="800">
              <a:solidFill>
                <a:srgbClr val="FF0000"/>
              </a:solidFill>
            </a:endParaRPr>
          </a:p>
          <a:p>
            <a:r>
              <a:rPr lang="ko-KR" altLang="en-US" sz="800">
                <a:solidFill>
                  <a:srgbClr val="FF0000"/>
                </a:solidFill>
              </a:rPr>
              <a:t>있으며</a:t>
            </a:r>
            <a:r>
              <a:rPr lang="en-US" altLang="ko-KR" sz="800">
                <a:solidFill>
                  <a:srgbClr val="FF0000"/>
                </a:solidFill>
              </a:rPr>
              <a:t> </a:t>
            </a:r>
            <a:r>
              <a:rPr lang="ko-KR" altLang="en-US" sz="800">
                <a:solidFill>
                  <a:srgbClr val="FF0000"/>
                </a:solidFill>
              </a:rPr>
              <a:t>공스피커로 마감 될 수도 있음</a:t>
            </a:r>
            <a:endParaRPr lang="en-US" altLang="ko-KR" sz="800">
              <a:solidFill>
                <a:srgbClr val="FF0000"/>
              </a:solidFill>
            </a:endParaRPr>
          </a:p>
        </p:txBody>
      </p:sp>
      <p:grpSp>
        <p:nvGrpSpPr>
          <p:cNvPr id="26" name="그룹 25">
            <a:extLst>
              <a:ext uri="{FF2B5EF4-FFF2-40B4-BE49-F238E27FC236}">
                <a16:creationId xmlns:a16="http://schemas.microsoft.com/office/drawing/2014/main" id="{0E4A2921-BDE2-6EBA-B584-0919AC681CD6}"/>
              </a:ext>
            </a:extLst>
          </p:cNvPr>
          <p:cNvGrpSpPr/>
          <p:nvPr/>
        </p:nvGrpSpPr>
        <p:grpSpPr>
          <a:xfrm rot="5400000">
            <a:off x="3884810" y="3871479"/>
            <a:ext cx="99451" cy="545492"/>
            <a:chOff x="5324822" y="4538198"/>
            <a:chExt cx="99451" cy="545492"/>
          </a:xfrm>
        </p:grpSpPr>
        <p:sp>
          <p:nvSpPr>
            <p:cNvPr id="27" name="타원 26">
              <a:extLst>
                <a:ext uri="{FF2B5EF4-FFF2-40B4-BE49-F238E27FC236}">
                  <a16:creationId xmlns:a16="http://schemas.microsoft.com/office/drawing/2014/main" id="{F8F8A39F-4C5C-F79E-DB20-DF087981FCE3}"/>
                </a:ext>
              </a:extLst>
            </p:cNvPr>
            <p:cNvSpPr/>
            <p:nvPr/>
          </p:nvSpPr>
          <p:spPr>
            <a:xfrm>
              <a:off x="5325888" y="4538198"/>
              <a:ext cx="98385" cy="98385"/>
            </a:xfrm>
            <a:prstGeom prst="ellipse">
              <a:avLst/>
            </a:prstGeom>
            <a:solidFill>
              <a:srgbClr val="FF0000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>
                <a:solidFill>
                  <a:schemeClr val="tx1"/>
                </a:solidFill>
              </a:endParaRPr>
            </a:p>
          </p:txBody>
        </p:sp>
        <p:sp>
          <p:nvSpPr>
            <p:cNvPr id="28" name="타원 27">
              <a:extLst>
                <a:ext uri="{FF2B5EF4-FFF2-40B4-BE49-F238E27FC236}">
                  <a16:creationId xmlns:a16="http://schemas.microsoft.com/office/drawing/2014/main" id="{9D062106-5314-F1B6-F9A9-E79EFE858E61}"/>
                </a:ext>
              </a:extLst>
            </p:cNvPr>
            <p:cNvSpPr/>
            <p:nvPr/>
          </p:nvSpPr>
          <p:spPr>
            <a:xfrm>
              <a:off x="5324822" y="4985305"/>
              <a:ext cx="98385" cy="98385"/>
            </a:xfrm>
            <a:prstGeom prst="ellipse">
              <a:avLst/>
            </a:prstGeom>
            <a:solidFill>
              <a:srgbClr val="FF0000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>
                <a:solidFill>
                  <a:schemeClr val="tx1"/>
                </a:solidFill>
              </a:endParaRPr>
            </a:p>
          </p:txBody>
        </p:sp>
      </p:grpSp>
      <p:sp>
        <p:nvSpPr>
          <p:cNvPr id="33" name="TextBox 13">
            <a:extLst>
              <a:ext uri="{FF2B5EF4-FFF2-40B4-BE49-F238E27FC236}">
                <a16:creationId xmlns:a16="http://schemas.microsoft.com/office/drawing/2014/main" id="{F95D7ABD-34AF-B8E8-1669-B8FFBA744053}"/>
              </a:ext>
            </a:extLst>
          </p:cNvPr>
          <p:cNvSpPr txBox="1"/>
          <p:nvPr/>
        </p:nvSpPr>
        <p:spPr>
          <a:xfrm>
            <a:off x="142074" y="1128948"/>
            <a:ext cx="1489510" cy="461665"/>
          </a:xfrm>
          <a:prstGeom prst="rect">
            <a:avLst/>
          </a:prstGeom>
          <a:solidFill>
            <a:schemeClr val="accent6">
              <a:lumMod val="20000"/>
              <a:lumOff val="80000"/>
            </a:schemeClr>
          </a:solidFill>
        </p:spPr>
        <p:txBody>
          <a:bodyPr wrap="none" rtlCol="0">
            <a:spAutoFit/>
          </a:bodyPr>
          <a:lstStyle>
            <a:defPPr>
              <a:defRPr lang="ko-KR"/>
            </a:defPPr>
            <a:lvl1pPr marL="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ko-KR" altLang="en-US" sz="800" b="1"/>
              <a:t>욕실 </a:t>
            </a:r>
            <a:r>
              <a:rPr lang="ko-KR" altLang="en-US" sz="800" b="1" err="1"/>
              <a:t>휴젠트여부에</a:t>
            </a:r>
            <a:r>
              <a:rPr lang="ko-KR" altLang="en-US" sz="800" b="1"/>
              <a:t> 대하여</a:t>
            </a:r>
            <a:endParaRPr lang="en-US" altLang="ko-KR" sz="800" b="1"/>
          </a:p>
          <a:p>
            <a:r>
              <a:rPr lang="ko-KR" altLang="en-US" sz="800" b="1"/>
              <a:t>기사분이 현장에서 파악하여</a:t>
            </a:r>
            <a:endParaRPr lang="en-US" altLang="ko-KR" sz="800" b="1"/>
          </a:p>
          <a:p>
            <a:r>
              <a:rPr lang="ko-KR" altLang="en-US" sz="800" b="1"/>
              <a:t>센서위치를 적용해드립니다</a:t>
            </a:r>
            <a:r>
              <a:rPr lang="en-US" altLang="ko-KR" sz="800" b="1"/>
              <a:t>.</a:t>
            </a:r>
            <a:endParaRPr lang="ko-KR" altLang="en-US" sz="800" b="1"/>
          </a:p>
        </p:txBody>
      </p:sp>
      <p:grpSp>
        <p:nvGrpSpPr>
          <p:cNvPr id="34" name="그룹 33">
            <a:extLst>
              <a:ext uri="{FF2B5EF4-FFF2-40B4-BE49-F238E27FC236}">
                <a16:creationId xmlns:a16="http://schemas.microsoft.com/office/drawing/2014/main" id="{B163ECEF-D3B6-F9EF-FD83-903C8F1E7AE3}"/>
              </a:ext>
            </a:extLst>
          </p:cNvPr>
          <p:cNvGrpSpPr/>
          <p:nvPr/>
        </p:nvGrpSpPr>
        <p:grpSpPr>
          <a:xfrm>
            <a:off x="166864" y="137559"/>
            <a:ext cx="2166761" cy="738664"/>
            <a:chOff x="209306" y="114311"/>
            <a:chExt cx="2166761" cy="742666"/>
          </a:xfrm>
        </p:grpSpPr>
        <p:sp>
          <p:nvSpPr>
            <p:cNvPr id="35" name="타원 34">
              <a:extLst>
                <a:ext uri="{FF2B5EF4-FFF2-40B4-BE49-F238E27FC236}">
                  <a16:creationId xmlns:a16="http://schemas.microsoft.com/office/drawing/2014/main" id="{00501A8E-4A1C-D169-32C4-7292857F276C}"/>
                </a:ext>
              </a:extLst>
            </p:cNvPr>
            <p:cNvSpPr/>
            <p:nvPr/>
          </p:nvSpPr>
          <p:spPr>
            <a:xfrm>
              <a:off x="209307" y="168341"/>
              <a:ext cx="98385" cy="98385"/>
            </a:xfrm>
            <a:prstGeom prst="ellipse">
              <a:avLst/>
            </a:prstGeom>
            <a:solidFill>
              <a:srgbClr val="FF0000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ko-KR"/>
              </a:defPPr>
              <a:lvl1pPr marL="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ko-KR" altLang="en-US">
                <a:solidFill>
                  <a:schemeClr val="tx1"/>
                </a:solidFill>
              </a:endParaRPr>
            </a:p>
          </p:txBody>
        </p:sp>
        <p:sp>
          <p:nvSpPr>
            <p:cNvPr id="36" name="타원 35">
              <a:extLst>
                <a:ext uri="{FF2B5EF4-FFF2-40B4-BE49-F238E27FC236}">
                  <a16:creationId xmlns:a16="http://schemas.microsoft.com/office/drawing/2014/main" id="{09311F68-45E0-6029-BC4E-5BB08A83F7F2}"/>
                </a:ext>
              </a:extLst>
            </p:cNvPr>
            <p:cNvSpPr/>
            <p:nvPr/>
          </p:nvSpPr>
          <p:spPr>
            <a:xfrm>
              <a:off x="209307" y="347436"/>
              <a:ext cx="98385" cy="98385"/>
            </a:xfrm>
            <a:prstGeom prst="ellipse">
              <a:avLst/>
            </a:prstGeom>
            <a:solidFill>
              <a:srgbClr val="FFFF00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ko-KR"/>
              </a:defPPr>
              <a:lvl1pPr marL="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ko-KR" altLang="en-US">
                <a:solidFill>
                  <a:schemeClr val="tx1"/>
                </a:solidFill>
              </a:endParaRPr>
            </a:p>
          </p:txBody>
        </p:sp>
        <p:sp>
          <p:nvSpPr>
            <p:cNvPr id="37" name="타원 36">
              <a:extLst>
                <a:ext uri="{FF2B5EF4-FFF2-40B4-BE49-F238E27FC236}">
                  <a16:creationId xmlns:a16="http://schemas.microsoft.com/office/drawing/2014/main" id="{1B38566A-A758-BB63-7F17-7FD0504490F3}"/>
                </a:ext>
              </a:extLst>
            </p:cNvPr>
            <p:cNvSpPr/>
            <p:nvPr/>
          </p:nvSpPr>
          <p:spPr>
            <a:xfrm>
              <a:off x="209306" y="573831"/>
              <a:ext cx="98385" cy="98385"/>
            </a:xfrm>
            <a:prstGeom prst="ellipse">
              <a:avLst/>
            </a:prstGeom>
            <a:solidFill>
              <a:srgbClr val="FFC000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ko-KR"/>
              </a:defPPr>
              <a:lvl1pPr marL="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ko-KR" altLang="en-US">
                <a:solidFill>
                  <a:schemeClr val="tx1"/>
                </a:solidFill>
              </a:endParaRPr>
            </a:p>
          </p:txBody>
        </p:sp>
        <p:sp>
          <p:nvSpPr>
            <p:cNvPr id="38" name="TextBox 11">
              <a:extLst>
                <a:ext uri="{FF2B5EF4-FFF2-40B4-BE49-F238E27FC236}">
                  <a16:creationId xmlns:a16="http://schemas.microsoft.com/office/drawing/2014/main" id="{FB7169BB-6E18-0D0F-4D03-1307CF7736D3}"/>
                </a:ext>
              </a:extLst>
            </p:cNvPr>
            <p:cNvSpPr txBox="1"/>
            <p:nvPr/>
          </p:nvSpPr>
          <p:spPr>
            <a:xfrm>
              <a:off x="318304" y="114311"/>
              <a:ext cx="2057763" cy="742666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>
              <a:defPPr>
                <a:defRPr lang="ko-KR"/>
              </a:defPPr>
              <a:lvl1pPr marL="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r>
                <a:rPr lang="ko-KR" altLang="en-US" sz="700"/>
                <a:t>간접조명 </a:t>
              </a:r>
              <a:r>
                <a:rPr lang="en-US" altLang="ko-KR" sz="700"/>
                <a:t>A SET</a:t>
              </a:r>
            </a:p>
            <a:p>
              <a:endParaRPr lang="en-US" altLang="ko-KR" sz="700"/>
            </a:p>
            <a:p>
              <a:r>
                <a:rPr lang="ko-KR" altLang="en-US" sz="700"/>
                <a:t>간접조명 센서 </a:t>
              </a:r>
              <a:r>
                <a:rPr lang="en-US" altLang="ko-KR" sz="700"/>
                <a:t>SET</a:t>
              </a:r>
            </a:p>
            <a:p>
              <a:endParaRPr lang="en-US" altLang="ko-KR" sz="700"/>
            </a:p>
            <a:p>
              <a:r>
                <a:rPr lang="ko-KR" altLang="en-US" sz="700"/>
                <a:t>우물천장간접조명 및 커튼박수 추가</a:t>
              </a:r>
              <a:r>
                <a:rPr lang="en-US" altLang="ko-KR" sz="700"/>
                <a:t>(</a:t>
              </a:r>
              <a:r>
                <a:rPr lang="ko-KR" altLang="en-US" sz="700"/>
                <a:t>별도 추가</a:t>
              </a:r>
              <a:r>
                <a:rPr lang="en-US" altLang="ko-KR" sz="700"/>
                <a:t>)</a:t>
              </a:r>
            </a:p>
            <a:p>
              <a:endParaRPr lang="en-US" altLang="ko-KR" sz="700"/>
            </a:p>
          </p:txBody>
        </p:sp>
      </p:grpSp>
      <p:grpSp>
        <p:nvGrpSpPr>
          <p:cNvPr id="40" name="그룹 39">
            <a:extLst>
              <a:ext uri="{FF2B5EF4-FFF2-40B4-BE49-F238E27FC236}">
                <a16:creationId xmlns:a16="http://schemas.microsoft.com/office/drawing/2014/main" id="{8DE0A1D0-B0A1-A8C3-F8E0-E8C55F048545}"/>
              </a:ext>
            </a:extLst>
          </p:cNvPr>
          <p:cNvGrpSpPr/>
          <p:nvPr/>
        </p:nvGrpSpPr>
        <p:grpSpPr>
          <a:xfrm>
            <a:off x="8134154" y="4328434"/>
            <a:ext cx="100923" cy="1356633"/>
            <a:chOff x="4735802" y="4662002"/>
            <a:chExt cx="100923" cy="1356633"/>
          </a:xfrm>
        </p:grpSpPr>
        <p:sp>
          <p:nvSpPr>
            <p:cNvPr id="41" name="타원 40">
              <a:extLst>
                <a:ext uri="{FF2B5EF4-FFF2-40B4-BE49-F238E27FC236}">
                  <a16:creationId xmlns:a16="http://schemas.microsoft.com/office/drawing/2014/main" id="{550E717B-8CFF-37DC-C4D9-FFE662B449DF}"/>
                </a:ext>
              </a:extLst>
            </p:cNvPr>
            <p:cNvSpPr/>
            <p:nvPr/>
          </p:nvSpPr>
          <p:spPr>
            <a:xfrm>
              <a:off x="4737834" y="4662002"/>
              <a:ext cx="98385" cy="98385"/>
            </a:xfrm>
            <a:prstGeom prst="ellipse">
              <a:avLst/>
            </a:prstGeom>
            <a:solidFill>
              <a:srgbClr val="FF0000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>
                <a:solidFill>
                  <a:schemeClr val="tx1"/>
                </a:solidFill>
              </a:endParaRPr>
            </a:p>
          </p:txBody>
        </p:sp>
        <p:sp>
          <p:nvSpPr>
            <p:cNvPr id="42" name="타원 41">
              <a:extLst>
                <a:ext uri="{FF2B5EF4-FFF2-40B4-BE49-F238E27FC236}">
                  <a16:creationId xmlns:a16="http://schemas.microsoft.com/office/drawing/2014/main" id="{88F41EE4-8B01-706F-DC57-B83DE10725E6}"/>
                </a:ext>
              </a:extLst>
            </p:cNvPr>
            <p:cNvSpPr/>
            <p:nvPr/>
          </p:nvSpPr>
          <p:spPr>
            <a:xfrm>
              <a:off x="4735802" y="5291218"/>
              <a:ext cx="98385" cy="98385"/>
            </a:xfrm>
            <a:prstGeom prst="ellipse">
              <a:avLst/>
            </a:prstGeom>
            <a:solidFill>
              <a:srgbClr val="FF0000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>
                <a:solidFill>
                  <a:schemeClr val="tx1"/>
                </a:solidFill>
              </a:endParaRPr>
            </a:p>
          </p:txBody>
        </p:sp>
        <p:sp>
          <p:nvSpPr>
            <p:cNvPr id="43" name="타원 42">
              <a:extLst>
                <a:ext uri="{FF2B5EF4-FFF2-40B4-BE49-F238E27FC236}">
                  <a16:creationId xmlns:a16="http://schemas.microsoft.com/office/drawing/2014/main" id="{03BDC3F5-F5C7-2339-0BD5-4D9BF846100F}"/>
                </a:ext>
              </a:extLst>
            </p:cNvPr>
            <p:cNvSpPr/>
            <p:nvPr/>
          </p:nvSpPr>
          <p:spPr>
            <a:xfrm>
              <a:off x="4738340" y="5920250"/>
              <a:ext cx="98385" cy="98385"/>
            </a:xfrm>
            <a:prstGeom prst="ellipse">
              <a:avLst/>
            </a:prstGeom>
            <a:solidFill>
              <a:srgbClr val="FF0000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>
                <a:solidFill>
                  <a:schemeClr val="tx1"/>
                </a:solidFill>
              </a:endParaRPr>
            </a:p>
          </p:txBody>
        </p:sp>
      </p:grpSp>
      <p:grpSp>
        <p:nvGrpSpPr>
          <p:cNvPr id="44" name="그룹 43">
            <a:extLst>
              <a:ext uri="{FF2B5EF4-FFF2-40B4-BE49-F238E27FC236}">
                <a16:creationId xmlns:a16="http://schemas.microsoft.com/office/drawing/2014/main" id="{8285165D-1CCC-9C9E-8035-20095746933B}"/>
              </a:ext>
            </a:extLst>
          </p:cNvPr>
          <p:cNvGrpSpPr/>
          <p:nvPr/>
        </p:nvGrpSpPr>
        <p:grpSpPr>
          <a:xfrm>
            <a:off x="6186254" y="4345865"/>
            <a:ext cx="100923" cy="1356633"/>
            <a:chOff x="4735802" y="4662002"/>
            <a:chExt cx="100923" cy="1356633"/>
          </a:xfrm>
        </p:grpSpPr>
        <p:sp>
          <p:nvSpPr>
            <p:cNvPr id="45" name="타원 44">
              <a:extLst>
                <a:ext uri="{FF2B5EF4-FFF2-40B4-BE49-F238E27FC236}">
                  <a16:creationId xmlns:a16="http://schemas.microsoft.com/office/drawing/2014/main" id="{BC8E88C3-FB89-6CB1-0380-7F5389AAA3AF}"/>
                </a:ext>
              </a:extLst>
            </p:cNvPr>
            <p:cNvSpPr/>
            <p:nvPr/>
          </p:nvSpPr>
          <p:spPr>
            <a:xfrm>
              <a:off x="4737834" y="4662002"/>
              <a:ext cx="98385" cy="98385"/>
            </a:xfrm>
            <a:prstGeom prst="ellipse">
              <a:avLst/>
            </a:prstGeom>
            <a:solidFill>
              <a:srgbClr val="FF0000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>
                <a:solidFill>
                  <a:schemeClr val="tx1"/>
                </a:solidFill>
              </a:endParaRPr>
            </a:p>
          </p:txBody>
        </p:sp>
        <p:sp>
          <p:nvSpPr>
            <p:cNvPr id="46" name="타원 45">
              <a:extLst>
                <a:ext uri="{FF2B5EF4-FFF2-40B4-BE49-F238E27FC236}">
                  <a16:creationId xmlns:a16="http://schemas.microsoft.com/office/drawing/2014/main" id="{FC9539D3-28CB-BD28-5EE9-AB809F2E3CF8}"/>
                </a:ext>
              </a:extLst>
            </p:cNvPr>
            <p:cNvSpPr/>
            <p:nvPr/>
          </p:nvSpPr>
          <p:spPr>
            <a:xfrm>
              <a:off x="4735802" y="5291218"/>
              <a:ext cx="98385" cy="98385"/>
            </a:xfrm>
            <a:prstGeom prst="ellipse">
              <a:avLst/>
            </a:prstGeom>
            <a:solidFill>
              <a:srgbClr val="FF0000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>
                <a:solidFill>
                  <a:schemeClr val="tx1"/>
                </a:solidFill>
              </a:endParaRPr>
            </a:p>
          </p:txBody>
        </p:sp>
        <p:sp>
          <p:nvSpPr>
            <p:cNvPr id="47" name="타원 46">
              <a:extLst>
                <a:ext uri="{FF2B5EF4-FFF2-40B4-BE49-F238E27FC236}">
                  <a16:creationId xmlns:a16="http://schemas.microsoft.com/office/drawing/2014/main" id="{9093FFEF-07B4-0C68-03F1-AC593BA084D4}"/>
                </a:ext>
              </a:extLst>
            </p:cNvPr>
            <p:cNvSpPr/>
            <p:nvPr/>
          </p:nvSpPr>
          <p:spPr>
            <a:xfrm>
              <a:off x="4738340" y="5920250"/>
              <a:ext cx="98385" cy="98385"/>
            </a:xfrm>
            <a:prstGeom prst="ellipse">
              <a:avLst/>
            </a:prstGeom>
            <a:solidFill>
              <a:srgbClr val="FF0000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>
                <a:solidFill>
                  <a:schemeClr val="tx1"/>
                </a:solidFill>
              </a:endParaRPr>
            </a:p>
          </p:txBody>
        </p:sp>
      </p:grpSp>
      <p:grpSp>
        <p:nvGrpSpPr>
          <p:cNvPr id="18" name="그룹 17">
            <a:extLst>
              <a:ext uri="{FF2B5EF4-FFF2-40B4-BE49-F238E27FC236}">
                <a16:creationId xmlns:a16="http://schemas.microsoft.com/office/drawing/2014/main" id="{36776882-ED00-BE8C-747B-FA3EFF4EA914}"/>
              </a:ext>
            </a:extLst>
          </p:cNvPr>
          <p:cNvGrpSpPr/>
          <p:nvPr/>
        </p:nvGrpSpPr>
        <p:grpSpPr>
          <a:xfrm>
            <a:off x="4795876" y="3756293"/>
            <a:ext cx="764953" cy="273636"/>
            <a:chOff x="2052531" y="808997"/>
            <a:chExt cx="764953" cy="273636"/>
          </a:xfrm>
        </p:grpSpPr>
        <p:sp>
          <p:nvSpPr>
            <p:cNvPr id="19" name="TextBox 18">
              <a:extLst>
                <a:ext uri="{FF2B5EF4-FFF2-40B4-BE49-F238E27FC236}">
                  <a16:creationId xmlns:a16="http://schemas.microsoft.com/office/drawing/2014/main" id="{20EE07C2-0C80-8F9B-3F18-72302C3AAA0F}"/>
                </a:ext>
              </a:extLst>
            </p:cNvPr>
            <p:cNvSpPr txBox="1"/>
            <p:nvPr/>
          </p:nvSpPr>
          <p:spPr>
            <a:xfrm>
              <a:off x="2052531" y="897967"/>
              <a:ext cx="764953" cy="184666"/>
            </a:xfrm>
            <a:prstGeom prst="rect">
              <a:avLst/>
            </a:prstGeom>
            <a:solidFill>
              <a:schemeClr val="bg1">
                <a:lumMod val="95000"/>
              </a:schemeClr>
            </a:solidFill>
          </p:spPr>
          <p:txBody>
            <a:bodyPr wrap="none" rtlCol="0">
              <a:spAutoFit/>
            </a:bodyPr>
            <a:lstStyle/>
            <a:p>
              <a:r>
                <a:rPr lang="ko-KR" altLang="en-US" sz="600" b="1"/>
                <a:t>서비스 조명 </a:t>
              </a:r>
              <a:r>
                <a:rPr lang="en-US" altLang="ko-KR" sz="600" b="1"/>
                <a:t>2EA</a:t>
              </a:r>
              <a:endParaRPr lang="ko-KR" altLang="en-US" sz="600" b="1"/>
            </a:p>
          </p:txBody>
        </p:sp>
        <p:grpSp>
          <p:nvGrpSpPr>
            <p:cNvPr id="20" name="그룹 19">
              <a:extLst>
                <a:ext uri="{FF2B5EF4-FFF2-40B4-BE49-F238E27FC236}">
                  <a16:creationId xmlns:a16="http://schemas.microsoft.com/office/drawing/2014/main" id="{97D5D695-23D0-9C36-4BC8-708FF56F5CE2}"/>
                </a:ext>
              </a:extLst>
            </p:cNvPr>
            <p:cNvGrpSpPr/>
            <p:nvPr/>
          </p:nvGrpSpPr>
          <p:grpSpPr>
            <a:xfrm rot="5400000">
              <a:off x="2382760" y="491467"/>
              <a:ext cx="98800" cy="733859"/>
              <a:chOff x="4737848" y="4877902"/>
              <a:chExt cx="98800" cy="733859"/>
            </a:xfrm>
            <a:solidFill>
              <a:srgbClr val="FF00FF"/>
            </a:solidFill>
          </p:grpSpPr>
          <p:sp>
            <p:nvSpPr>
              <p:cNvPr id="21" name="타원 20">
                <a:extLst>
                  <a:ext uri="{FF2B5EF4-FFF2-40B4-BE49-F238E27FC236}">
                    <a16:creationId xmlns:a16="http://schemas.microsoft.com/office/drawing/2014/main" id="{6DB57444-7849-1388-1A3E-10954312E855}"/>
                  </a:ext>
                </a:extLst>
              </p:cNvPr>
              <p:cNvSpPr/>
              <p:nvPr/>
            </p:nvSpPr>
            <p:spPr>
              <a:xfrm>
                <a:off x="4737848" y="4877902"/>
                <a:ext cx="98385" cy="98385"/>
              </a:xfrm>
              <a:prstGeom prst="ellipse">
                <a:avLst/>
              </a:prstGeom>
              <a:grpFill/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>
                  <a:solidFill>
                    <a:schemeClr val="tx1"/>
                  </a:solidFill>
                </a:endParaRPr>
              </a:p>
            </p:txBody>
          </p:sp>
          <p:sp>
            <p:nvSpPr>
              <p:cNvPr id="22" name="타원 21">
                <a:extLst>
                  <a:ext uri="{FF2B5EF4-FFF2-40B4-BE49-F238E27FC236}">
                    <a16:creationId xmlns:a16="http://schemas.microsoft.com/office/drawing/2014/main" id="{770FA9FC-D7B9-BA88-DC26-237144EF3F35}"/>
                  </a:ext>
                </a:extLst>
              </p:cNvPr>
              <p:cNvSpPr/>
              <p:nvPr/>
            </p:nvSpPr>
            <p:spPr>
              <a:xfrm>
                <a:off x="4738263" y="5513376"/>
                <a:ext cx="98385" cy="98385"/>
              </a:xfrm>
              <a:prstGeom prst="ellipse">
                <a:avLst/>
              </a:prstGeom>
              <a:grpFill/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>
                  <a:solidFill>
                    <a:schemeClr val="tx1"/>
                  </a:solidFill>
                </a:endParaRPr>
              </a:p>
            </p:txBody>
          </p:sp>
        </p:grpSp>
      </p:grpSp>
      <p:pic>
        <p:nvPicPr>
          <p:cNvPr id="7" name="그림 6" descr="텍스트, 스크린샷, 직사각형, 디자인이(가) 표시된 사진&#10;&#10;자동 생성된 설명">
            <a:extLst>
              <a:ext uri="{FF2B5EF4-FFF2-40B4-BE49-F238E27FC236}">
                <a16:creationId xmlns:a16="http://schemas.microsoft.com/office/drawing/2014/main" id="{07D3F924-8590-B26D-873F-10204E78BD12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75862" y="2568968"/>
            <a:ext cx="1646484" cy="1646484"/>
          </a:xfrm>
          <a:prstGeom prst="rect">
            <a:avLst/>
          </a:prstGeom>
        </p:spPr>
      </p:pic>
      <p:sp>
        <p:nvSpPr>
          <p:cNvPr id="2" name="TextBox 1">
            <a:extLst>
              <a:ext uri="{FF2B5EF4-FFF2-40B4-BE49-F238E27FC236}">
                <a16:creationId xmlns:a16="http://schemas.microsoft.com/office/drawing/2014/main" id="{2CA29B48-1474-3354-5F4B-7ECD521DBFD6}"/>
              </a:ext>
            </a:extLst>
          </p:cNvPr>
          <p:cNvSpPr txBox="1"/>
          <p:nvPr/>
        </p:nvSpPr>
        <p:spPr>
          <a:xfrm>
            <a:off x="3661790" y="3055627"/>
            <a:ext cx="479618" cy="2462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1000" b="1">
                <a:solidFill>
                  <a:srgbClr val="FF0000"/>
                </a:solidFill>
              </a:rPr>
              <a:t>1300</a:t>
            </a:r>
            <a:endParaRPr lang="ko-KR" altLang="en-US" sz="1000" b="1">
              <a:solidFill>
                <a:srgbClr val="FF0000"/>
              </a:solidFill>
            </a:endParaRP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CA5F385E-2C61-8AB2-818E-EC2073E2E225}"/>
              </a:ext>
            </a:extLst>
          </p:cNvPr>
          <p:cNvSpPr txBox="1"/>
          <p:nvPr/>
        </p:nvSpPr>
        <p:spPr>
          <a:xfrm>
            <a:off x="2192887" y="6154450"/>
            <a:ext cx="479618" cy="2462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1000" b="1">
                <a:solidFill>
                  <a:srgbClr val="FF0000"/>
                </a:solidFill>
              </a:rPr>
              <a:t>2800</a:t>
            </a:r>
            <a:endParaRPr lang="ko-KR" altLang="en-US" sz="1000" b="1">
              <a:solidFill>
                <a:srgbClr val="FF0000"/>
              </a:solidFill>
            </a:endParaRP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6394806E-E79A-A72C-7FB5-76EE15A3EA4C}"/>
              </a:ext>
            </a:extLst>
          </p:cNvPr>
          <p:cNvSpPr txBox="1"/>
          <p:nvPr/>
        </p:nvSpPr>
        <p:spPr>
          <a:xfrm>
            <a:off x="3865606" y="6143722"/>
            <a:ext cx="479618" cy="2462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1000" b="1">
                <a:solidFill>
                  <a:srgbClr val="FF0000"/>
                </a:solidFill>
              </a:rPr>
              <a:t>2900</a:t>
            </a:r>
            <a:endParaRPr lang="ko-KR" altLang="en-US" sz="1000" b="1">
              <a:solidFill>
                <a:srgbClr val="FF0000"/>
              </a:solidFill>
            </a:endParaRP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908A33E4-5E9E-A222-A911-0068DF49C0A5}"/>
              </a:ext>
            </a:extLst>
          </p:cNvPr>
          <p:cNvSpPr txBox="1"/>
          <p:nvPr/>
        </p:nvSpPr>
        <p:spPr>
          <a:xfrm>
            <a:off x="6486742" y="6260772"/>
            <a:ext cx="479618" cy="2462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1000" b="1">
                <a:solidFill>
                  <a:srgbClr val="FF0000"/>
                </a:solidFill>
              </a:rPr>
              <a:t>6700</a:t>
            </a:r>
            <a:endParaRPr lang="ko-KR" altLang="en-US" sz="1000" b="1">
              <a:solidFill>
                <a:srgbClr val="FF0000"/>
              </a:solidFill>
            </a:endParaRP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8F7C48D6-4F3D-4C82-11D5-A6AAF5A75FE3}"/>
              </a:ext>
            </a:extLst>
          </p:cNvPr>
          <p:cNvSpPr txBox="1"/>
          <p:nvPr/>
        </p:nvSpPr>
        <p:spPr>
          <a:xfrm>
            <a:off x="7022838" y="4205552"/>
            <a:ext cx="479618" cy="2462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1000" b="1">
                <a:solidFill>
                  <a:srgbClr val="FF0000"/>
                </a:solidFill>
              </a:rPr>
              <a:t>3100</a:t>
            </a:r>
            <a:endParaRPr lang="ko-KR" altLang="en-US" sz="1000" b="1">
              <a:solidFill>
                <a:srgbClr val="FF0000"/>
              </a:solidFill>
            </a:endParaRP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FF97866E-5016-494A-524F-AD11FEE09E6A}"/>
              </a:ext>
            </a:extLst>
          </p:cNvPr>
          <p:cNvSpPr txBox="1"/>
          <p:nvPr/>
        </p:nvSpPr>
        <p:spPr>
          <a:xfrm>
            <a:off x="6262283" y="4718965"/>
            <a:ext cx="479618" cy="2462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1000" b="1">
                <a:solidFill>
                  <a:srgbClr val="FF0000"/>
                </a:solidFill>
              </a:rPr>
              <a:t>2400</a:t>
            </a:r>
            <a:endParaRPr lang="ko-KR" altLang="en-US" sz="1000" b="1">
              <a:solidFill>
                <a:srgbClr val="FF0000"/>
              </a:solidFill>
            </a:endParaRPr>
          </a:p>
        </p:txBody>
      </p:sp>
      <p:cxnSp>
        <p:nvCxnSpPr>
          <p:cNvPr id="23" name="직선 화살표 연결선 22">
            <a:extLst>
              <a:ext uri="{FF2B5EF4-FFF2-40B4-BE49-F238E27FC236}">
                <a16:creationId xmlns:a16="http://schemas.microsoft.com/office/drawing/2014/main" id="{D6CE8B36-A16E-C516-1D4F-DE6B4458A1C7}"/>
              </a:ext>
            </a:extLst>
          </p:cNvPr>
          <p:cNvCxnSpPr>
            <a:cxnSpLocks/>
          </p:cNvCxnSpPr>
          <p:nvPr/>
        </p:nvCxnSpPr>
        <p:spPr>
          <a:xfrm flipH="1" flipV="1">
            <a:off x="4985806" y="6223267"/>
            <a:ext cx="3350326" cy="9"/>
          </a:xfrm>
          <a:prstGeom prst="straightConnector1">
            <a:avLst/>
          </a:prstGeom>
          <a:ln w="57150">
            <a:solidFill>
              <a:srgbClr val="00B050"/>
            </a:solidFill>
            <a:headEnd type="triangle"/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4" name="TextBox 23">
            <a:extLst>
              <a:ext uri="{FF2B5EF4-FFF2-40B4-BE49-F238E27FC236}">
                <a16:creationId xmlns:a16="http://schemas.microsoft.com/office/drawing/2014/main" id="{309CDFDF-CAB8-CEDD-FEA9-A02CD0E8AEA9}"/>
              </a:ext>
            </a:extLst>
          </p:cNvPr>
          <p:cNvSpPr txBox="1"/>
          <p:nvPr/>
        </p:nvSpPr>
        <p:spPr>
          <a:xfrm>
            <a:off x="9240455" y="5817543"/>
            <a:ext cx="479618" cy="2462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1000" b="1">
                <a:solidFill>
                  <a:srgbClr val="FF0000"/>
                </a:solidFill>
              </a:rPr>
              <a:t>3500</a:t>
            </a:r>
            <a:endParaRPr lang="ko-KR" altLang="en-US" sz="1000" b="1">
              <a:solidFill>
                <a:srgbClr val="FF0000"/>
              </a:solidFill>
            </a:endParaRPr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96E952BA-79D3-EB52-768F-0CF6AB87A6DE}"/>
              </a:ext>
            </a:extLst>
          </p:cNvPr>
          <p:cNvSpPr txBox="1"/>
          <p:nvPr/>
        </p:nvSpPr>
        <p:spPr>
          <a:xfrm>
            <a:off x="10175682" y="4211291"/>
            <a:ext cx="479618" cy="2462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1000" b="1">
                <a:solidFill>
                  <a:srgbClr val="FF0000"/>
                </a:solidFill>
              </a:rPr>
              <a:t>1100</a:t>
            </a:r>
            <a:endParaRPr lang="ko-KR" altLang="en-US" sz="1000" b="1">
              <a:solidFill>
                <a:srgbClr val="FF0000"/>
              </a:solidFill>
            </a:endParaRPr>
          </a:p>
        </p:txBody>
      </p:sp>
      <p:cxnSp>
        <p:nvCxnSpPr>
          <p:cNvPr id="29" name="직선 화살표 연결선 28">
            <a:extLst>
              <a:ext uri="{FF2B5EF4-FFF2-40B4-BE49-F238E27FC236}">
                <a16:creationId xmlns:a16="http://schemas.microsoft.com/office/drawing/2014/main" id="{163312CA-5E5A-D1AA-A85F-CF751E6C80D0}"/>
              </a:ext>
            </a:extLst>
          </p:cNvPr>
          <p:cNvCxnSpPr>
            <a:cxnSpLocks/>
          </p:cNvCxnSpPr>
          <p:nvPr/>
        </p:nvCxnSpPr>
        <p:spPr>
          <a:xfrm>
            <a:off x="10105818" y="3692042"/>
            <a:ext cx="0" cy="653823"/>
          </a:xfrm>
          <a:prstGeom prst="straightConnector1">
            <a:avLst/>
          </a:prstGeom>
          <a:ln w="57150">
            <a:solidFill>
              <a:srgbClr val="00B050"/>
            </a:solidFill>
            <a:headEnd type="triangle"/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130965731"/>
      </p:ext>
    </p:extLst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9C12F8E-434A-C19D-BFBB-E00B9F33DE1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그림 2">
            <a:extLst>
              <a:ext uri="{FF2B5EF4-FFF2-40B4-BE49-F238E27FC236}">
                <a16:creationId xmlns:a16="http://schemas.microsoft.com/office/drawing/2014/main" id="{AF5602D4-22F7-51CF-2573-C4DBBFE0F49D}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/>
        </p:nvPicPr>
        <p:blipFill>
          <a:blip r:embed="rId2">
            <a:alphaModFix amt="70000"/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saturation sat="0"/>
                    </a14:imgEffect>
                  </a14:imgLayer>
                </a14:imgProps>
              </a:ext>
            </a:extLst>
          </a:blip>
          <a:stretch>
            <a:fillRect/>
          </a:stretch>
        </p:blipFill>
        <p:spPr>
          <a:xfrm>
            <a:off x="1836279" y="590334"/>
            <a:ext cx="8819021" cy="5677332"/>
          </a:xfrm>
          <a:prstGeom prst="rect">
            <a:avLst/>
          </a:prstGeom>
        </p:spPr>
      </p:pic>
      <mc:AlternateContent xmlns:mc="http://schemas.openxmlformats.org/markup-compatibility/2006">
        <mc:Choice xmlns:a14="http://schemas.microsoft.com/office/drawing/2010/main" Requires="a14">
          <p:sp>
            <p:nvSpPr>
              <p:cNvPr id="4" name="TextBox 3">
                <a:extLst>
                  <a:ext uri="{FF2B5EF4-FFF2-40B4-BE49-F238E27FC236}">
                    <a16:creationId xmlns:a16="http://schemas.microsoft.com/office/drawing/2014/main" id="{F1161727-2804-E8A5-4D10-51EDF5F05169}"/>
                  </a:ext>
                </a:extLst>
              </p:cNvPr>
              <p:cNvSpPr txBox="1"/>
              <p:nvPr/>
            </p:nvSpPr>
            <p:spPr>
              <a:xfrm>
                <a:off x="10152689" y="1075737"/>
                <a:ext cx="1762781" cy="407099"/>
              </a:xfrm>
              <a:prstGeom prst="rect">
                <a:avLst/>
              </a:prstGeom>
              <a:noFill/>
            </p:spPr>
            <p:txBody>
              <a:bodyPr wrap="square">
                <a:spAutoFit/>
                <a:scene3d>
                  <a:camera prst="orthographicFront"/>
                  <a:lightRig rig="harsh" dir="t"/>
                </a:scene3d>
                <a:sp3d extrusionH="57150" prstMaterial="matte">
                  <a:bevelT w="63500" h="12700" prst="angle"/>
                  <a:contourClr>
                    <a:schemeClr val="bg1">
                      <a:lumMod val="65000"/>
                    </a:schemeClr>
                  </a:contourClr>
                </a:sp3d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right"/>
                    </m:oMathParaPr>
                    <m:oMath xmlns:m="http://schemas.openxmlformats.org/officeDocument/2006/math">
                      <m:sSup>
                        <m:sSupPr>
                          <m:ctrlPr>
                            <a:rPr lang="en-US" altLang="ko-KR" sz="2000" b="1" i="1" u="none" strike="noStrike" smtClean="0">
                              <a:ln/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altLang="ko-KR" sz="2000" b="1" i="1" u="none" strike="noStrike" smtClean="0">
                              <a:ln/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𝟖𝟒</m:t>
                          </m:r>
                          <m:r>
                            <a:rPr lang="en-US" altLang="ko-KR" sz="2000" b="1" i="1" u="none" strike="noStrike" smtClean="0">
                              <a:ln/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𝑩𝒎</m:t>
                          </m:r>
                        </m:e>
                        <m:sup>
                          <m:r>
                            <a:rPr lang="en-US" altLang="ko-KR" sz="2000" b="1" i="1" u="none" strike="noStrike" smtClean="0">
                              <a:ln/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𝟐</m:t>
                          </m:r>
                        </m:sup>
                      </m:sSup>
                    </m:oMath>
                  </m:oMathPara>
                </a14:m>
                <a:endParaRPr lang="ko-KR" altLang="en-US" sz="2000" b="1">
                  <a:ln/>
                  <a:solidFill>
                    <a:schemeClr val="tx1"/>
                  </a:solidFill>
                </a:endParaRPr>
              </a:p>
            </p:txBody>
          </p:sp>
        </mc:Choice>
        <mc:Fallback>
          <p:sp>
            <p:nvSpPr>
              <p:cNvPr id="4" name="TextBox 3">
                <a:extLst>
                  <a:ext uri="{FF2B5EF4-FFF2-40B4-BE49-F238E27FC236}">
                    <a16:creationId xmlns:a16="http://schemas.microsoft.com/office/drawing/2014/main" id="{F1161727-2804-E8A5-4D10-51EDF5F05169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0152689" y="1075737"/>
                <a:ext cx="1762781" cy="407099"/>
              </a:xfrm>
              <a:prstGeom prst="rect">
                <a:avLst/>
              </a:prstGeom>
              <a:blipFill>
                <a:blip r:embed="rId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5" name="TextBox 4">
            <a:extLst>
              <a:ext uri="{FF2B5EF4-FFF2-40B4-BE49-F238E27FC236}">
                <a16:creationId xmlns:a16="http://schemas.microsoft.com/office/drawing/2014/main" id="{06C6500E-B3CB-BD98-8738-1C8D4E16B14D}"/>
              </a:ext>
            </a:extLst>
          </p:cNvPr>
          <p:cNvSpPr txBox="1"/>
          <p:nvPr/>
        </p:nvSpPr>
        <p:spPr>
          <a:xfrm>
            <a:off x="1870318" y="353253"/>
            <a:ext cx="8452551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 sz="2000" b="1"/>
              <a:t>84B</a:t>
            </a:r>
            <a:r>
              <a:rPr lang="ko-KR" altLang="en-US" sz="2000" b="1"/>
              <a:t>타입 간접</a:t>
            </a:r>
            <a:r>
              <a:rPr lang="en-US" altLang="ko-KR" sz="2000" b="1"/>
              <a:t>A /</a:t>
            </a:r>
            <a:r>
              <a:rPr lang="ko-KR" altLang="en-US" sz="2000" b="1"/>
              <a:t>간접</a:t>
            </a:r>
            <a:r>
              <a:rPr lang="en-US" altLang="ko-KR" sz="2000" b="1"/>
              <a:t> </a:t>
            </a:r>
            <a:r>
              <a:rPr lang="ko-KR" altLang="en-US" sz="2000" b="1"/>
              <a:t>센서 </a:t>
            </a:r>
            <a:r>
              <a:rPr lang="en-US" altLang="ko-KR" sz="2000" b="1"/>
              <a:t>SET</a:t>
            </a:r>
          </a:p>
        </p:txBody>
      </p:sp>
      <p:sp>
        <p:nvSpPr>
          <p:cNvPr id="8" name="직사각형 7">
            <a:extLst>
              <a:ext uri="{FF2B5EF4-FFF2-40B4-BE49-F238E27FC236}">
                <a16:creationId xmlns:a16="http://schemas.microsoft.com/office/drawing/2014/main" id="{5BFC8EC2-4B1A-5FC3-CA7A-53130C0D16C9}"/>
              </a:ext>
            </a:extLst>
          </p:cNvPr>
          <p:cNvSpPr/>
          <p:nvPr/>
        </p:nvSpPr>
        <p:spPr>
          <a:xfrm rot="5400000">
            <a:off x="7180821" y="5029738"/>
            <a:ext cx="102820" cy="1630245"/>
          </a:xfrm>
          <a:prstGeom prst="rect">
            <a:avLst/>
          </a:prstGeom>
          <a:solidFill>
            <a:srgbClr val="FF000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>
              <a:solidFill>
                <a:schemeClr val="tx1"/>
              </a:solidFill>
            </a:endParaRP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FEF55AC0-7D0A-5A7E-FC00-46B842A3B18F}"/>
              </a:ext>
            </a:extLst>
          </p:cNvPr>
          <p:cNvSpPr txBox="1"/>
          <p:nvPr/>
        </p:nvSpPr>
        <p:spPr>
          <a:xfrm>
            <a:off x="6284639" y="3871467"/>
            <a:ext cx="1891732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ko-KR" altLang="en-US" sz="1000" b="1"/>
              <a:t>전자식스위치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EF21475B-661F-D2D5-B267-B2EC3FAA1284}"/>
              </a:ext>
            </a:extLst>
          </p:cNvPr>
          <p:cNvSpPr txBox="1"/>
          <p:nvPr/>
        </p:nvSpPr>
        <p:spPr>
          <a:xfrm>
            <a:off x="112365" y="770606"/>
            <a:ext cx="3264447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800">
                <a:solidFill>
                  <a:srgbClr val="FF0000"/>
                </a:solidFill>
              </a:rPr>
              <a:t>**</a:t>
            </a:r>
            <a:r>
              <a:rPr lang="ko-KR" altLang="en-US" sz="800">
                <a:solidFill>
                  <a:srgbClr val="FF0000"/>
                </a:solidFill>
              </a:rPr>
              <a:t>스위치 연결을 위해 별도의 </a:t>
            </a:r>
            <a:r>
              <a:rPr lang="ko-KR" altLang="en-US" sz="800" err="1">
                <a:solidFill>
                  <a:srgbClr val="FF0000"/>
                </a:solidFill>
              </a:rPr>
              <a:t>타공이</a:t>
            </a:r>
            <a:r>
              <a:rPr lang="ko-KR" altLang="en-US" sz="800">
                <a:solidFill>
                  <a:srgbClr val="FF0000"/>
                </a:solidFill>
              </a:rPr>
              <a:t> 필요할 수 </a:t>
            </a:r>
            <a:endParaRPr lang="en-US" altLang="ko-KR" sz="800">
              <a:solidFill>
                <a:srgbClr val="FF0000"/>
              </a:solidFill>
            </a:endParaRPr>
          </a:p>
          <a:p>
            <a:r>
              <a:rPr lang="ko-KR" altLang="en-US" sz="800">
                <a:solidFill>
                  <a:srgbClr val="FF0000"/>
                </a:solidFill>
              </a:rPr>
              <a:t>있으며</a:t>
            </a:r>
            <a:r>
              <a:rPr lang="en-US" altLang="ko-KR" sz="800">
                <a:solidFill>
                  <a:srgbClr val="FF0000"/>
                </a:solidFill>
              </a:rPr>
              <a:t> </a:t>
            </a:r>
            <a:r>
              <a:rPr lang="ko-KR" altLang="en-US" sz="800">
                <a:solidFill>
                  <a:srgbClr val="FF0000"/>
                </a:solidFill>
              </a:rPr>
              <a:t>공스피커로 마감 될 수도 있음</a:t>
            </a:r>
            <a:endParaRPr lang="en-US" altLang="ko-KR" sz="800">
              <a:solidFill>
                <a:srgbClr val="FF0000"/>
              </a:solidFill>
            </a:endParaRPr>
          </a:p>
        </p:txBody>
      </p:sp>
      <p:grpSp>
        <p:nvGrpSpPr>
          <p:cNvPr id="26" name="그룹 25">
            <a:extLst>
              <a:ext uri="{FF2B5EF4-FFF2-40B4-BE49-F238E27FC236}">
                <a16:creationId xmlns:a16="http://schemas.microsoft.com/office/drawing/2014/main" id="{0E4A2921-BDE2-6EBA-B584-0919AC681CD6}"/>
              </a:ext>
            </a:extLst>
          </p:cNvPr>
          <p:cNvGrpSpPr/>
          <p:nvPr/>
        </p:nvGrpSpPr>
        <p:grpSpPr>
          <a:xfrm rot="5400000">
            <a:off x="3884810" y="3871479"/>
            <a:ext cx="99451" cy="545492"/>
            <a:chOff x="5324822" y="4538198"/>
            <a:chExt cx="99451" cy="545492"/>
          </a:xfrm>
        </p:grpSpPr>
        <p:sp>
          <p:nvSpPr>
            <p:cNvPr id="27" name="타원 26">
              <a:extLst>
                <a:ext uri="{FF2B5EF4-FFF2-40B4-BE49-F238E27FC236}">
                  <a16:creationId xmlns:a16="http://schemas.microsoft.com/office/drawing/2014/main" id="{F8F8A39F-4C5C-F79E-DB20-DF087981FCE3}"/>
                </a:ext>
              </a:extLst>
            </p:cNvPr>
            <p:cNvSpPr/>
            <p:nvPr/>
          </p:nvSpPr>
          <p:spPr>
            <a:xfrm>
              <a:off x="5325888" y="4538198"/>
              <a:ext cx="98385" cy="98385"/>
            </a:xfrm>
            <a:prstGeom prst="ellipse">
              <a:avLst/>
            </a:prstGeom>
            <a:solidFill>
              <a:srgbClr val="FF0000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>
                <a:solidFill>
                  <a:schemeClr val="tx1"/>
                </a:solidFill>
              </a:endParaRPr>
            </a:p>
          </p:txBody>
        </p:sp>
        <p:sp>
          <p:nvSpPr>
            <p:cNvPr id="28" name="타원 27">
              <a:extLst>
                <a:ext uri="{FF2B5EF4-FFF2-40B4-BE49-F238E27FC236}">
                  <a16:creationId xmlns:a16="http://schemas.microsoft.com/office/drawing/2014/main" id="{9D062106-5314-F1B6-F9A9-E79EFE858E61}"/>
                </a:ext>
              </a:extLst>
            </p:cNvPr>
            <p:cNvSpPr/>
            <p:nvPr/>
          </p:nvSpPr>
          <p:spPr>
            <a:xfrm>
              <a:off x="5324822" y="4985305"/>
              <a:ext cx="98385" cy="98385"/>
            </a:xfrm>
            <a:prstGeom prst="ellipse">
              <a:avLst/>
            </a:prstGeom>
            <a:solidFill>
              <a:srgbClr val="FF0000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>
                <a:solidFill>
                  <a:schemeClr val="tx1"/>
                </a:solidFill>
              </a:endParaRPr>
            </a:p>
          </p:txBody>
        </p:sp>
      </p:grpSp>
      <p:sp>
        <p:nvSpPr>
          <p:cNvPr id="29" name="직사각형 28">
            <a:extLst>
              <a:ext uri="{FF2B5EF4-FFF2-40B4-BE49-F238E27FC236}">
                <a16:creationId xmlns:a16="http://schemas.microsoft.com/office/drawing/2014/main" id="{1D4AEE6D-5C1B-778F-2EC7-52942ABFF027}"/>
              </a:ext>
            </a:extLst>
          </p:cNvPr>
          <p:cNvSpPr/>
          <p:nvPr/>
        </p:nvSpPr>
        <p:spPr>
          <a:xfrm flipV="1">
            <a:off x="4122422" y="2864481"/>
            <a:ext cx="98385" cy="777243"/>
          </a:xfrm>
          <a:prstGeom prst="rect">
            <a:avLst/>
          </a:prstGeom>
          <a:solidFill>
            <a:srgbClr val="FFFF0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>
              <a:solidFill>
                <a:schemeClr val="tx1"/>
              </a:solidFill>
            </a:endParaRPr>
          </a:p>
        </p:txBody>
      </p:sp>
      <p:sp>
        <p:nvSpPr>
          <p:cNvPr id="33" name="TextBox 13">
            <a:extLst>
              <a:ext uri="{FF2B5EF4-FFF2-40B4-BE49-F238E27FC236}">
                <a16:creationId xmlns:a16="http://schemas.microsoft.com/office/drawing/2014/main" id="{F95D7ABD-34AF-B8E8-1669-B8FFBA744053}"/>
              </a:ext>
            </a:extLst>
          </p:cNvPr>
          <p:cNvSpPr txBox="1"/>
          <p:nvPr/>
        </p:nvSpPr>
        <p:spPr>
          <a:xfrm>
            <a:off x="142074" y="1128948"/>
            <a:ext cx="1489510" cy="461665"/>
          </a:xfrm>
          <a:prstGeom prst="rect">
            <a:avLst/>
          </a:prstGeom>
          <a:solidFill>
            <a:schemeClr val="accent6">
              <a:lumMod val="20000"/>
              <a:lumOff val="80000"/>
            </a:schemeClr>
          </a:solidFill>
        </p:spPr>
        <p:txBody>
          <a:bodyPr wrap="none" rtlCol="0">
            <a:spAutoFit/>
          </a:bodyPr>
          <a:lstStyle>
            <a:defPPr>
              <a:defRPr lang="ko-KR"/>
            </a:defPPr>
            <a:lvl1pPr marL="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ko-KR" altLang="en-US" sz="800" b="1"/>
              <a:t>욕실 </a:t>
            </a:r>
            <a:r>
              <a:rPr lang="ko-KR" altLang="en-US" sz="800" b="1" err="1"/>
              <a:t>휴젠트여부에</a:t>
            </a:r>
            <a:r>
              <a:rPr lang="ko-KR" altLang="en-US" sz="800" b="1"/>
              <a:t> 대하여</a:t>
            </a:r>
            <a:endParaRPr lang="en-US" altLang="ko-KR" sz="800" b="1"/>
          </a:p>
          <a:p>
            <a:r>
              <a:rPr lang="ko-KR" altLang="en-US" sz="800" b="1"/>
              <a:t>기사분이 현장에서 파악하여</a:t>
            </a:r>
            <a:endParaRPr lang="en-US" altLang="ko-KR" sz="800" b="1"/>
          </a:p>
          <a:p>
            <a:r>
              <a:rPr lang="ko-KR" altLang="en-US" sz="800" b="1"/>
              <a:t>센서위치를 적용해드립니다</a:t>
            </a:r>
            <a:r>
              <a:rPr lang="en-US" altLang="ko-KR" sz="800" b="1"/>
              <a:t>.</a:t>
            </a:r>
            <a:endParaRPr lang="ko-KR" altLang="en-US" sz="800" b="1"/>
          </a:p>
        </p:txBody>
      </p:sp>
      <p:grpSp>
        <p:nvGrpSpPr>
          <p:cNvPr id="34" name="그룹 33">
            <a:extLst>
              <a:ext uri="{FF2B5EF4-FFF2-40B4-BE49-F238E27FC236}">
                <a16:creationId xmlns:a16="http://schemas.microsoft.com/office/drawing/2014/main" id="{B163ECEF-D3B6-F9EF-FD83-903C8F1E7AE3}"/>
              </a:ext>
            </a:extLst>
          </p:cNvPr>
          <p:cNvGrpSpPr/>
          <p:nvPr/>
        </p:nvGrpSpPr>
        <p:grpSpPr>
          <a:xfrm>
            <a:off x="166864" y="137559"/>
            <a:ext cx="2166761" cy="738664"/>
            <a:chOff x="209306" y="114311"/>
            <a:chExt cx="2166761" cy="742666"/>
          </a:xfrm>
        </p:grpSpPr>
        <p:sp>
          <p:nvSpPr>
            <p:cNvPr id="35" name="타원 34">
              <a:extLst>
                <a:ext uri="{FF2B5EF4-FFF2-40B4-BE49-F238E27FC236}">
                  <a16:creationId xmlns:a16="http://schemas.microsoft.com/office/drawing/2014/main" id="{00501A8E-4A1C-D169-32C4-7292857F276C}"/>
                </a:ext>
              </a:extLst>
            </p:cNvPr>
            <p:cNvSpPr/>
            <p:nvPr/>
          </p:nvSpPr>
          <p:spPr>
            <a:xfrm>
              <a:off x="209307" y="168341"/>
              <a:ext cx="98385" cy="98385"/>
            </a:xfrm>
            <a:prstGeom prst="ellipse">
              <a:avLst/>
            </a:prstGeom>
            <a:solidFill>
              <a:srgbClr val="FF0000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ko-KR"/>
              </a:defPPr>
              <a:lvl1pPr marL="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ko-KR" altLang="en-US">
                <a:solidFill>
                  <a:schemeClr val="tx1"/>
                </a:solidFill>
              </a:endParaRPr>
            </a:p>
          </p:txBody>
        </p:sp>
        <p:sp>
          <p:nvSpPr>
            <p:cNvPr id="36" name="타원 35">
              <a:extLst>
                <a:ext uri="{FF2B5EF4-FFF2-40B4-BE49-F238E27FC236}">
                  <a16:creationId xmlns:a16="http://schemas.microsoft.com/office/drawing/2014/main" id="{09311F68-45E0-6029-BC4E-5BB08A83F7F2}"/>
                </a:ext>
              </a:extLst>
            </p:cNvPr>
            <p:cNvSpPr/>
            <p:nvPr/>
          </p:nvSpPr>
          <p:spPr>
            <a:xfrm>
              <a:off x="209307" y="347436"/>
              <a:ext cx="98385" cy="98385"/>
            </a:xfrm>
            <a:prstGeom prst="ellipse">
              <a:avLst/>
            </a:prstGeom>
            <a:solidFill>
              <a:srgbClr val="FFFF00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ko-KR"/>
              </a:defPPr>
              <a:lvl1pPr marL="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ko-KR" altLang="en-US">
                <a:solidFill>
                  <a:schemeClr val="tx1"/>
                </a:solidFill>
              </a:endParaRPr>
            </a:p>
          </p:txBody>
        </p:sp>
        <p:sp>
          <p:nvSpPr>
            <p:cNvPr id="37" name="타원 36">
              <a:extLst>
                <a:ext uri="{FF2B5EF4-FFF2-40B4-BE49-F238E27FC236}">
                  <a16:creationId xmlns:a16="http://schemas.microsoft.com/office/drawing/2014/main" id="{1B38566A-A758-BB63-7F17-7FD0504490F3}"/>
                </a:ext>
              </a:extLst>
            </p:cNvPr>
            <p:cNvSpPr/>
            <p:nvPr/>
          </p:nvSpPr>
          <p:spPr>
            <a:xfrm>
              <a:off x="209306" y="573831"/>
              <a:ext cx="98385" cy="98385"/>
            </a:xfrm>
            <a:prstGeom prst="ellipse">
              <a:avLst/>
            </a:prstGeom>
            <a:solidFill>
              <a:srgbClr val="FFC000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ko-KR"/>
              </a:defPPr>
              <a:lvl1pPr marL="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ko-KR" altLang="en-US">
                <a:solidFill>
                  <a:schemeClr val="tx1"/>
                </a:solidFill>
              </a:endParaRPr>
            </a:p>
          </p:txBody>
        </p:sp>
        <p:sp>
          <p:nvSpPr>
            <p:cNvPr id="38" name="TextBox 11">
              <a:extLst>
                <a:ext uri="{FF2B5EF4-FFF2-40B4-BE49-F238E27FC236}">
                  <a16:creationId xmlns:a16="http://schemas.microsoft.com/office/drawing/2014/main" id="{FB7169BB-6E18-0D0F-4D03-1307CF7736D3}"/>
                </a:ext>
              </a:extLst>
            </p:cNvPr>
            <p:cNvSpPr txBox="1"/>
            <p:nvPr/>
          </p:nvSpPr>
          <p:spPr>
            <a:xfrm>
              <a:off x="318304" y="114311"/>
              <a:ext cx="2057763" cy="742666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>
              <a:defPPr>
                <a:defRPr lang="ko-KR"/>
              </a:defPPr>
              <a:lvl1pPr marL="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r>
                <a:rPr lang="ko-KR" altLang="en-US" sz="700"/>
                <a:t>간접조명 </a:t>
              </a:r>
              <a:r>
                <a:rPr lang="en-US" altLang="ko-KR" sz="700"/>
                <a:t>A SET</a:t>
              </a:r>
            </a:p>
            <a:p>
              <a:endParaRPr lang="en-US" altLang="ko-KR" sz="700"/>
            </a:p>
            <a:p>
              <a:r>
                <a:rPr lang="ko-KR" altLang="en-US" sz="700"/>
                <a:t>간접조명 센서 </a:t>
              </a:r>
              <a:r>
                <a:rPr lang="en-US" altLang="ko-KR" sz="700"/>
                <a:t>SET</a:t>
              </a:r>
            </a:p>
            <a:p>
              <a:endParaRPr lang="en-US" altLang="ko-KR" sz="700"/>
            </a:p>
            <a:p>
              <a:r>
                <a:rPr lang="ko-KR" altLang="en-US" sz="700"/>
                <a:t>우물천장간접조명 및 커튼박수 추가</a:t>
              </a:r>
              <a:r>
                <a:rPr lang="en-US" altLang="ko-KR" sz="700"/>
                <a:t>(</a:t>
              </a:r>
              <a:r>
                <a:rPr lang="ko-KR" altLang="en-US" sz="700"/>
                <a:t>별도 추가</a:t>
              </a:r>
              <a:r>
                <a:rPr lang="en-US" altLang="ko-KR" sz="700"/>
                <a:t>)</a:t>
              </a:r>
            </a:p>
            <a:p>
              <a:endParaRPr lang="en-US" altLang="ko-KR" sz="700"/>
            </a:p>
          </p:txBody>
        </p:sp>
      </p:grpSp>
      <p:sp>
        <p:nvSpPr>
          <p:cNvPr id="39" name="직사각형 38">
            <a:extLst>
              <a:ext uri="{FF2B5EF4-FFF2-40B4-BE49-F238E27FC236}">
                <a16:creationId xmlns:a16="http://schemas.microsoft.com/office/drawing/2014/main" id="{55172D89-5BAF-3CBD-047A-0E60209EDDE8}"/>
              </a:ext>
            </a:extLst>
          </p:cNvPr>
          <p:cNvSpPr/>
          <p:nvPr/>
        </p:nvSpPr>
        <p:spPr>
          <a:xfrm rot="16200000" flipV="1">
            <a:off x="4510162" y="2741912"/>
            <a:ext cx="98385" cy="343522"/>
          </a:xfrm>
          <a:prstGeom prst="rect">
            <a:avLst/>
          </a:prstGeom>
          <a:solidFill>
            <a:srgbClr val="FFFF0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>
              <a:solidFill>
                <a:schemeClr val="tx1"/>
              </a:solidFill>
            </a:endParaRPr>
          </a:p>
        </p:txBody>
      </p:sp>
      <p:grpSp>
        <p:nvGrpSpPr>
          <p:cNvPr id="40" name="그룹 39">
            <a:extLst>
              <a:ext uri="{FF2B5EF4-FFF2-40B4-BE49-F238E27FC236}">
                <a16:creationId xmlns:a16="http://schemas.microsoft.com/office/drawing/2014/main" id="{8DE0A1D0-B0A1-A8C3-F8E0-E8C55F048545}"/>
              </a:ext>
            </a:extLst>
          </p:cNvPr>
          <p:cNvGrpSpPr/>
          <p:nvPr/>
        </p:nvGrpSpPr>
        <p:grpSpPr>
          <a:xfrm>
            <a:off x="8134154" y="4328434"/>
            <a:ext cx="100923" cy="1356633"/>
            <a:chOff x="4735802" y="4662002"/>
            <a:chExt cx="100923" cy="1356633"/>
          </a:xfrm>
        </p:grpSpPr>
        <p:sp>
          <p:nvSpPr>
            <p:cNvPr id="41" name="타원 40">
              <a:extLst>
                <a:ext uri="{FF2B5EF4-FFF2-40B4-BE49-F238E27FC236}">
                  <a16:creationId xmlns:a16="http://schemas.microsoft.com/office/drawing/2014/main" id="{550E717B-8CFF-37DC-C4D9-FFE662B449DF}"/>
                </a:ext>
              </a:extLst>
            </p:cNvPr>
            <p:cNvSpPr/>
            <p:nvPr/>
          </p:nvSpPr>
          <p:spPr>
            <a:xfrm>
              <a:off x="4737834" y="4662002"/>
              <a:ext cx="98385" cy="98385"/>
            </a:xfrm>
            <a:prstGeom prst="ellipse">
              <a:avLst/>
            </a:prstGeom>
            <a:solidFill>
              <a:srgbClr val="FF0000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>
                <a:solidFill>
                  <a:schemeClr val="tx1"/>
                </a:solidFill>
              </a:endParaRPr>
            </a:p>
          </p:txBody>
        </p:sp>
        <p:sp>
          <p:nvSpPr>
            <p:cNvPr id="42" name="타원 41">
              <a:extLst>
                <a:ext uri="{FF2B5EF4-FFF2-40B4-BE49-F238E27FC236}">
                  <a16:creationId xmlns:a16="http://schemas.microsoft.com/office/drawing/2014/main" id="{88F41EE4-8B01-706F-DC57-B83DE10725E6}"/>
                </a:ext>
              </a:extLst>
            </p:cNvPr>
            <p:cNvSpPr/>
            <p:nvPr/>
          </p:nvSpPr>
          <p:spPr>
            <a:xfrm>
              <a:off x="4735802" y="5291218"/>
              <a:ext cx="98385" cy="98385"/>
            </a:xfrm>
            <a:prstGeom prst="ellipse">
              <a:avLst/>
            </a:prstGeom>
            <a:solidFill>
              <a:srgbClr val="FF0000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>
                <a:solidFill>
                  <a:schemeClr val="tx1"/>
                </a:solidFill>
              </a:endParaRPr>
            </a:p>
          </p:txBody>
        </p:sp>
        <p:sp>
          <p:nvSpPr>
            <p:cNvPr id="43" name="타원 42">
              <a:extLst>
                <a:ext uri="{FF2B5EF4-FFF2-40B4-BE49-F238E27FC236}">
                  <a16:creationId xmlns:a16="http://schemas.microsoft.com/office/drawing/2014/main" id="{03BDC3F5-F5C7-2339-0BD5-4D9BF846100F}"/>
                </a:ext>
              </a:extLst>
            </p:cNvPr>
            <p:cNvSpPr/>
            <p:nvPr/>
          </p:nvSpPr>
          <p:spPr>
            <a:xfrm>
              <a:off x="4738340" y="5920250"/>
              <a:ext cx="98385" cy="98385"/>
            </a:xfrm>
            <a:prstGeom prst="ellipse">
              <a:avLst/>
            </a:prstGeom>
            <a:solidFill>
              <a:srgbClr val="FF0000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>
                <a:solidFill>
                  <a:schemeClr val="tx1"/>
                </a:solidFill>
              </a:endParaRPr>
            </a:p>
          </p:txBody>
        </p:sp>
      </p:grpSp>
      <p:grpSp>
        <p:nvGrpSpPr>
          <p:cNvPr id="44" name="그룹 43">
            <a:extLst>
              <a:ext uri="{FF2B5EF4-FFF2-40B4-BE49-F238E27FC236}">
                <a16:creationId xmlns:a16="http://schemas.microsoft.com/office/drawing/2014/main" id="{8285165D-1CCC-9C9E-8035-20095746933B}"/>
              </a:ext>
            </a:extLst>
          </p:cNvPr>
          <p:cNvGrpSpPr/>
          <p:nvPr/>
        </p:nvGrpSpPr>
        <p:grpSpPr>
          <a:xfrm>
            <a:off x="6186254" y="4345865"/>
            <a:ext cx="100923" cy="1356633"/>
            <a:chOff x="4735802" y="4662002"/>
            <a:chExt cx="100923" cy="1356633"/>
          </a:xfrm>
        </p:grpSpPr>
        <p:sp>
          <p:nvSpPr>
            <p:cNvPr id="45" name="타원 44">
              <a:extLst>
                <a:ext uri="{FF2B5EF4-FFF2-40B4-BE49-F238E27FC236}">
                  <a16:creationId xmlns:a16="http://schemas.microsoft.com/office/drawing/2014/main" id="{BC8E88C3-FB89-6CB1-0380-7F5389AAA3AF}"/>
                </a:ext>
              </a:extLst>
            </p:cNvPr>
            <p:cNvSpPr/>
            <p:nvPr/>
          </p:nvSpPr>
          <p:spPr>
            <a:xfrm>
              <a:off x="4737834" y="4662002"/>
              <a:ext cx="98385" cy="98385"/>
            </a:xfrm>
            <a:prstGeom prst="ellipse">
              <a:avLst/>
            </a:prstGeom>
            <a:solidFill>
              <a:srgbClr val="FF0000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>
                <a:solidFill>
                  <a:schemeClr val="tx1"/>
                </a:solidFill>
              </a:endParaRPr>
            </a:p>
          </p:txBody>
        </p:sp>
        <p:sp>
          <p:nvSpPr>
            <p:cNvPr id="46" name="타원 45">
              <a:extLst>
                <a:ext uri="{FF2B5EF4-FFF2-40B4-BE49-F238E27FC236}">
                  <a16:creationId xmlns:a16="http://schemas.microsoft.com/office/drawing/2014/main" id="{FC9539D3-28CB-BD28-5EE9-AB809F2E3CF8}"/>
                </a:ext>
              </a:extLst>
            </p:cNvPr>
            <p:cNvSpPr/>
            <p:nvPr/>
          </p:nvSpPr>
          <p:spPr>
            <a:xfrm>
              <a:off x="4735802" y="5291218"/>
              <a:ext cx="98385" cy="98385"/>
            </a:xfrm>
            <a:prstGeom prst="ellipse">
              <a:avLst/>
            </a:prstGeom>
            <a:solidFill>
              <a:srgbClr val="FF0000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>
                <a:solidFill>
                  <a:schemeClr val="tx1"/>
                </a:solidFill>
              </a:endParaRPr>
            </a:p>
          </p:txBody>
        </p:sp>
        <p:sp>
          <p:nvSpPr>
            <p:cNvPr id="47" name="타원 46">
              <a:extLst>
                <a:ext uri="{FF2B5EF4-FFF2-40B4-BE49-F238E27FC236}">
                  <a16:creationId xmlns:a16="http://schemas.microsoft.com/office/drawing/2014/main" id="{9093FFEF-07B4-0C68-03F1-AC593BA084D4}"/>
                </a:ext>
              </a:extLst>
            </p:cNvPr>
            <p:cNvSpPr/>
            <p:nvPr/>
          </p:nvSpPr>
          <p:spPr>
            <a:xfrm>
              <a:off x="4738340" y="5920250"/>
              <a:ext cx="98385" cy="98385"/>
            </a:xfrm>
            <a:prstGeom prst="ellipse">
              <a:avLst/>
            </a:prstGeom>
            <a:solidFill>
              <a:srgbClr val="FF0000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>
                <a:solidFill>
                  <a:schemeClr val="tx1"/>
                </a:solidFill>
              </a:endParaRPr>
            </a:p>
          </p:txBody>
        </p:sp>
      </p:grpSp>
      <p:sp>
        <p:nvSpPr>
          <p:cNvPr id="49" name="직사각형 48">
            <a:extLst>
              <a:ext uri="{FF2B5EF4-FFF2-40B4-BE49-F238E27FC236}">
                <a16:creationId xmlns:a16="http://schemas.microsoft.com/office/drawing/2014/main" id="{FDDE4B0E-8EC7-AB38-EC16-1128947D179F}"/>
              </a:ext>
            </a:extLst>
          </p:cNvPr>
          <p:cNvSpPr/>
          <p:nvPr/>
        </p:nvSpPr>
        <p:spPr>
          <a:xfrm rot="16200000" flipV="1">
            <a:off x="9869564" y="2394957"/>
            <a:ext cx="98385" cy="343522"/>
          </a:xfrm>
          <a:prstGeom prst="rect">
            <a:avLst/>
          </a:prstGeom>
          <a:solidFill>
            <a:srgbClr val="FFFF0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>
              <a:solidFill>
                <a:schemeClr val="tx1"/>
              </a:solidFill>
            </a:endParaRPr>
          </a:p>
        </p:txBody>
      </p:sp>
      <p:grpSp>
        <p:nvGrpSpPr>
          <p:cNvPr id="18" name="그룹 17">
            <a:extLst>
              <a:ext uri="{FF2B5EF4-FFF2-40B4-BE49-F238E27FC236}">
                <a16:creationId xmlns:a16="http://schemas.microsoft.com/office/drawing/2014/main" id="{36776882-ED00-BE8C-747B-FA3EFF4EA914}"/>
              </a:ext>
            </a:extLst>
          </p:cNvPr>
          <p:cNvGrpSpPr/>
          <p:nvPr/>
        </p:nvGrpSpPr>
        <p:grpSpPr>
          <a:xfrm>
            <a:off x="4795876" y="3756293"/>
            <a:ext cx="764953" cy="273636"/>
            <a:chOff x="2052531" y="808997"/>
            <a:chExt cx="764953" cy="273636"/>
          </a:xfrm>
        </p:grpSpPr>
        <p:sp>
          <p:nvSpPr>
            <p:cNvPr id="19" name="TextBox 18">
              <a:extLst>
                <a:ext uri="{FF2B5EF4-FFF2-40B4-BE49-F238E27FC236}">
                  <a16:creationId xmlns:a16="http://schemas.microsoft.com/office/drawing/2014/main" id="{20EE07C2-0C80-8F9B-3F18-72302C3AAA0F}"/>
                </a:ext>
              </a:extLst>
            </p:cNvPr>
            <p:cNvSpPr txBox="1"/>
            <p:nvPr/>
          </p:nvSpPr>
          <p:spPr>
            <a:xfrm>
              <a:off x="2052531" y="897967"/>
              <a:ext cx="764953" cy="184666"/>
            </a:xfrm>
            <a:prstGeom prst="rect">
              <a:avLst/>
            </a:prstGeom>
            <a:solidFill>
              <a:schemeClr val="bg1">
                <a:lumMod val="95000"/>
              </a:schemeClr>
            </a:solidFill>
          </p:spPr>
          <p:txBody>
            <a:bodyPr wrap="none" rtlCol="0">
              <a:spAutoFit/>
            </a:bodyPr>
            <a:lstStyle/>
            <a:p>
              <a:r>
                <a:rPr lang="ko-KR" altLang="en-US" sz="600" b="1"/>
                <a:t>서비스 조명 </a:t>
              </a:r>
              <a:r>
                <a:rPr lang="en-US" altLang="ko-KR" sz="600" b="1"/>
                <a:t>2EA</a:t>
              </a:r>
              <a:endParaRPr lang="ko-KR" altLang="en-US" sz="600" b="1"/>
            </a:p>
          </p:txBody>
        </p:sp>
        <p:grpSp>
          <p:nvGrpSpPr>
            <p:cNvPr id="20" name="그룹 19">
              <a:extLst>
                <a:ext uri="{FF2B5EF4-FFF2-40B4-BE49-F238E27FC236}">
                  <a16:creationId xmlns:a16="http://schemas.microsoft.com/office/drawing/2014/main" id="{97D5D695-23D0-9C36-4BC8-708FF56F5CE2}"/>
                </a:ext>
              </a:extLst>
            </p:cNvPr>
            <p:cNvGrpSpPr/>
            <p:nvPr/>
          </p:nvGrpSpPr>
          <p:grpSpPr>
            <a:xfrm rot="5400000">
              <a:off x="2382760" y="491467"/>
              <a:ext cx="98800" cy="733859"/>
              <a:chOff x="4737848" y="4877902"/>
              <a:chExt cx="98800" cy="733859"/>
            </a:xfrm>
            <a:solidFill>
              <a:srgbClr val="FF00FF"/>
            </a:solidFill>
          </p:grpSpPr>
          <p:sp>
            <p:nvSpPr>
              <p:cNvPr id="21" name="타원 20">
                <a:extLst>
                  <a:ext uri="{FF2B5EF4-FFF2-40B4-BE49-F238E27FC236}">
                    <a16:creationId xmlns:a16="http://schemas.microsoft.com/office/drawing/2014/main" id="{6DB57444-7849-1388-1A3E-10954312E855}"/>
                  </a:ext>
                </a:extLst>
              </p:cNvPr>
              <p:cNvSpPr/>
              <p:nvPr/>
            </p:nvSpPr>
            <p:spPr>
              <a:xfrm>
                <a:off x="4737848" y="4877902"/>
                <a:ext cx="98385" cy="98385"/>
              </a:xfrm>
              <a:prstGeom prst="ellipse">
                <a:avLst/>
              </a:prstGeom>
              <a:grpFill/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>
                  <a:solidFill>
                    <a:schemeClr val="tx1"/>
                  </a:solidFill>
                </a:endParaRPr>
              </a:p>
            </p:txBody>
          </p:sp>
          <p:sp>
            <p:nvSpPr>
              <p:cNvPr id="22" name="타원 21">
                <a:extLst>
                  <a:ext uri="{FF2B5EF4-FFF2-40B4-BE49-F238E27FC236}">
                    <a16:creationId xmlns:a16="http://schemas.microsoft.com/office/drawing/2014/main" id="{770FA9FC-D7B9-BA88-DC26-237144EF3F35}"/>
                  </a:ext>
                </a:extLst>
              </p:cNvPr>
              <p:cNvSpPr/>
              <p:nvPr/>
            </p:nvSpPr>
            <p:spPr>
              <a:xfrm>
                <a:off x="4738263" y="5513376"/>
                <a:ext cx="98385" cy="98385"/>
              </a:xfrm>
              <a:prstGeom prst="ellipse">
                <a:avLst/>
              </a:prstGeom>
              <a:grpFill/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>
                  <a:solidFill>
                    <a:schemeClr val="tx1"/>
                  </a:solidFill>
                </a:endParaRPr>
              </a:p>
            </p:txBody>
          </p:sp>
        </p:grpSp>
      </p:grpSp>
      <p:pic>
        <p:nvPicPr>
          <p:cNvPr id="24" name="그림 23" descr="텍스트, 스크린샷이(가) 표시된 사진&#10;&#10;AI 생성 콘텐츠는 정확하지 않을 수 있습니다.">
            <a:extLst>
              <a:ext uri="{FF2B5EF4-FFF2-40B4-BE49-F238E27FC236}">
                <a16:creationId xmlns:a16="http://schemas.microsoft.com/office/drawing/2014/main" id="{20D7CE18-DC39-AB37-D5BD-AF1E0F907F4C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57265" y="2563256"/>
            <a:ext cx="1778731" cy="1466673"/>
          </a:xfrm>
          <a:prstGeom prst="rect">
            <a:avLst/>
          </a:prstGeom>
        </p:spPr>
      </p:pic>
      <p:sp>
        <p:nvSpPr>
          <p:cNvPr id="2" name="TextBox 1">
            <a:extLst>
              <a:ext uri="{FF2B5EF4-FFF2-40B4-BE49-F238E27FC236}">
                <a16:creationId xmlns:a16="http://schemas.microsoft.com/office/drawing/2014/main" id="{51A3D61C-C4DC-84CC-77FB-2F38302CF123}"/>
              </a:ext>
            </a:extLst>
          </p:cNvPr>
          <p:cNvSpPr txBox="1"/>
          <p:nvPr/>
        </p:nvSpPr>
        <p:spPr>
          <a:xfrm>
            <a:off x="3661790" y="3055627"/>
            <a:ext cx="479618" cy="2462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1000" b="1">
                <a:solidFill>
                  <a:srgbClr val="FF0000"/>
                </a:solidFill>
              </a:rPr>
              <a:t>1300</a:t>
            </a:r>
            <a:endParaRPr lang="ko-KR" altLang="en-US" sz="1000" b="1">
              <a:solidFill>
                <a:srgbClr val="FF0000"/>
              </a:solidFill>
            </a:endParaRP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829186D0-2FC2-90C0-9710-326D3D1CA948}"/>
              </a:ext>
            </a:extLst>
          </p:cNvPr>
          <p:cNvSpPr txBox="1"/>
          <p:nvPr/>
        </p:nvSpPr>
        <p:spPr>
          <a:xfrm>
            <a:off x="2192887" y="6154450"/>
            <a:ext cx="479618" cy="2462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1000" b="1">
                <a:solidFill>
                  <a:srgbClr val="FF0000"/>
                </a:solidFill>
              </a:rPr>
              <a:t>2800</a:t>
            </a:r>
            <a:endParaRPr lang="ko-KR" altLang="en-US" sz="1000" b="1">
              <a:solidFill>
                <a:srgbClr val="FF0000"/>
              </a:solidFill>
            </a:endParaRP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5F8B2549-1826-5FB4-B2BB-7C959F263640}"/>
              </a:ext>
            </a:extLst>
          </p:cNvPr>
          <p:cNvSpPr txBox="1"/>
          <p:nvPr/>
        </p:nvSpPr>
        <p:spPr>
          <a:xfrm>
            <a:off x="3865606" y="6143722"/>
            <a:ext cx="479618" cy="2462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1000" b="1">
                <a:solidFill>
                  <a:srgbClr val="FF0000"/>
                </a:solidFill>
              </a:rPr>
              <a:t>2900</a:t>
            </a:r>
            <a:endParaRPr lang="ko-KR" altLang="en-US" sz="1000" b="1">
              <a:solidFill>
                <a:srgbClr val="FF0000"/>
              </a:solidFill>
            </a:endParaRP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8330DCA2-1F81-D314-429D-1114D292E016}"/>
              </a:ext>
            </a:extLst>
          </p:cNvPr>
          <p:cNvSpPr txBox="1"/>
          <p:nvPr/>
        </p:nvSpPr>
        <p:spPr>
          <a:xfrm>
            <a:off x="6486742" y="6260772"/>
            <a:ext cx="479618" cy="2462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1000" b="1">
                <a:solidFill>
                  <a:srgbClr val="FF0000"/>
                </a:solidFill>
              </a:rPr>
              <a:t>6700</a:t>
            </a:r>
            <a:endParaRPr lang="ko-KR" altLang="en-US" sz="1000" b="1">
              <a:solidFill>
                <a:srgbClr val="FF0000"/>
              </a:solidFill>
            </a:endParaRP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633A1A5F-DABE-7B79-C0D7-A4B4240F87C0}"/>
              </a:ext>
            </a:extLst>
          </p:cNvPr>
          <p:cNvSpPr txBox="1"/>
          <p:nvPr/>
        </p:nvSpPr>
        <p:spPr>
          <a:xfrm>
            <a:off x="7022838" y="4205552"/>
            <a:ext cx="479618" cy="2462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1000" b="1">
                <a:solidFill>
                  <a:srgbClr val="FF0000"/>
                </a:solidFill>
              </a:rPr>
              <a:t>3100</a:t>
            </a:r>
            <a:endParaRPr lang="ko-KR" altLang="en-US" sz="1000" b="1">
              <a:solidFill>
                <a:srgbClr val="FF0000"/>
              </a:solidFill>
            </a:endParaRP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0977438B-3E53-6A27-73E3-957415F18D3A}"/>
              </a:ext>
            </a:extLst>
          </p:cNvPr>
          <p:cNvSpPr txBox="1"/>
          <p:nvPr/>
        </p:nvSpPr>
        <p:spPr>
          <a:xfrm>
            <a:off x="6262283" y="4718965"/>
            <a:ext cx="479618" cy="2462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1000" b="1">
                <a:solidFill>
                  <a:srgbClr val="FF0000"/>
                </a:solidFill>
              </a:rPr>
              <a:t>2400</a:t>
            </a:r>
            <a:endParaRPr lang="ko-KR" altLang="en-US" sz="1000" b="1">
              <a:solidFill>
                <a:srgbClr val="FF0000"/>
              </a:solidFill>
            </a:endParaRPr>
          </a:p>
        </p:txBody>
      </p:sp>
      <p:cxnSp>
        <p:nvCxnSpPr>
          <p:cNvPr id="17" name="직선 화살표 연결선 16">
            <a:extLst>
              <a:ext uri="{FF2B5EF4-FFF2-40B4-BE49-F238E27FC236}">
                <a16:creationId xmlns:a16="http://schemas.microsoft.com/office/drawing/2014/main" id="{2BDC3DB9-D56E-21CA-F64F-ECCBE094DC68}"/>
              </a:ext>
            </a:extLst>
          </p:cNvPr>
          <p:cNvCxnSpPr>
            <a:cxnSpLocks/>
          </p:cNvCxnSpPr>
          <p:nvPr/>
        </p:nvCxnSpPr>
        <p:spPr>
          <a:xfrm flipH="1" flipV="1">
            <a:off x="4985806" y="6223267"/>
            <a:ext cx="3350326" cy="9"/>
          </a:xfrm>
          <a:prstGeom prst="straightConnector1">
            <a:avLst/>
          </a:prstGeom>
          <a:ln w="57150">
            <a:solidFill>
              <a:srgbClr val="00B050"/>
            </a:solidFill>
            <a:headEnd type="triangle"/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3" name="TextBox 22">
            <a:extLst>
              <a:ext uri="{FF2B5EF4-FFF2-40B4-BE49-F238E27FC236}">
                <a16:creationId xmlns:a16="http://schemas.microsoft.com/office/drawing/2014/main" id="{1C4C5F16-60E0-49A3-BCAC-2A326A71F0BD}"/>
              </a:ext>
            </a:extLst>
          </p:cNvPr>
          <p:cNvSpPr txBox="1"/>
          <p:nvPr/>
        </p:nvSpPr>
        <p:spPr>
          <a:xfrm>
            <a:off x="9240455" y="5817543"/>
            <a:ext cx="479618" cy="2462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1000" b="1">
                <a:solidFill>
                  <a:srgbClr val="FF0000"/>
                </a:solidFill>
              </a:rPr>
              <a:t>3500</a:t>
            </a:r>
            <a:endParaRPr lang="ko-KR" altLang="en-US" sz="1000" b="1">
              <a:solidFill>
                <a:srgbClr val="FF0000"/>
              </a:solidFill>
            </a:endParaRPr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5CF67BA9-D51D-E2D2-71C6-38EED1770250}"/>
              </a:ext>
            </a:extLst>
          </p:cNvPr>
          <p:cNvSpPr txBox="1"/>
          <p:nvPr/>
        </p:nvSpPr>
        <p:spPr>
          <a:xfrm>
            <a:off x="10175682" y="4211291"/>
            <a:ext cx="479618" cy="2462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1000" b="1">
                <a:solidFill>
                  <a:srgbClr val="FF0000"/>
                </a:solidFill>
              </a:rPr>
              <a:t>1100</a:t>
            </a:r>
            <a:endParaRPr lang="ko-KR" altLang="en-US" sz="1000" b="1">
              <a:solidFill>
                <a:srgbClr val="FF0000"/>
              </a:solidFill>
            </a:endParaRPr>
          </a:p>
        </p:txBody>
      </p:sp>
      <p:cxnSp>
        <p:nvCxnSpPr>
          <p:cNvPr id="30" name="직선 화살표 연결선 29">
            <a:extLst>
              <a:ext uri="{FF2B5EF4-FFF2-40B4-BE49-F238E27FC236}">
                <a16:creationId xmlns:a16="http://schemas.microsoft.com/office/drawing/2014/main" id="{276D42E9-25E3-5C4E-DEE8-B582E8E87E2A}"/>
              </a:ext>
            </a:extLst>
          </p:cNvPr>
          <p:cNvCxnSpPr>
            <a:cxnSpLocks/>
          </p:cNvCxnSpPr>
          <p:nvPr/>
        </p:nvCxnSpPr>
        <p:spPr>
          <a:xfrm>
            <a:off x="10105818" y="3692042"/>
            <a:ext cx="0" cy="653823"/>
          </a:xfrm>
          <a:prstGeom prst="straightConnector1">
            <a:avLst/>
          </a:prstGeom>
          <a:ln w="57150">
            <a:solidFill>
              <a:srgbClr val="00B050"/>
            </a:solidFill>
            <a:headEnd type="triangle"/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651436674"/>
      </p:ext>
    </p:extLst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9C12F8E-434A-C19D-BFBB-E00B9F33DE1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그림 2">
            <a:extLst>
              <a:ext uri="{FF2B5EF4-FFF2-40B4-BE49-F238E27FC236}">
                <a16:creationId xmlns:a16="http://schemas.microsoft.com/office/drawing/2014/main" id="{AF5602D4-22F7-51CF-2573-C4DBBFE0F49D}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/>
        </p:nvPicPr>
        <p:blipFill>
          <a:blip r:embed="rId2">
            <a:alphaModFix amt="70000"/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saturation sat="0"/>
                    </a14:imgEffect>
                  </a14:imgLayer>
                </a14:imgProps>
              </a:ext>
            </a:extLst>
          </a:blip>
          <a:stretch>
            <a:fillRect/>
          </a:stretch>
        </p:blipFill>
        <p:spPr>
          <a:xfrm>
            <a:off x="1836279" y="590334"/>
            <a:ext cx="8819021" cy="5677332"/>
          </a:xfrm>
          <a:prstGeom prst="rect">
            <a:avLst/>
          </a:prstGeom>
        </p:spPr>
      </p:pic>
      <mc:AlternateContent xmlns:mc="http://schemas.openxmlformats.org/markup-compatibility/2006">
        <mc:Choice xmlns:a14="http://schemas.microsoft.com/office/drawing/2010/main" Requires="a14">
          <p:sp>
            <p:nvSpPr>
              <p:cNvPr id="4" name="TextBox 3">
                <a:extLst>
                  <a:ext uri="{FF2B5EF4-FFF2-40B4-BE49-F238E27FC236}">
                    <a16:creationId xmlns:a16="http://schemas.microsoft.com/office/drawing/2014/main" id="{F1161727-2804-E8A5-4D10-51EDF5F05169}"/>
                  </a:ext>
                </a:extLst>
              </p:cNvPr>
              <p:cNvSpPr txBox="1"/>
              <p:nvPr/>
            </p:nvSpPr>
            <p:spPr>
              <a:xfrm>
                <a:off x="10152689" y="1075737"/>
                <a:ext cx="1762781" cy="407099"/>
              </a:xfrm>
              <a:prstGeom prst="rect">
                <a:avLst/>
              </a:prstGeom>
              <a:noFill/>
            </p:spPr>
            <p:txBody>
              <a:bodyPr wrap="square">
                <a:spAutoFit/>
                <a:scene3d>
                  <a:camera prst="orthographicFront"/>
                  <a:lightRig rig="harsh" dir="t"/>
                </a:scene3d>
                <a:sp3d extrusionH="57150" prstMaterial="matte">
                  <a:bevelT w="63500" h="12700" prst="angle"/>
                  <a:contourClr>
                    <a:schemeClr val="bg1">
                      <a:lumMod val="65000"/>
                    </a:schemeClr>
                  </a:contourClr>
                </a:sp3d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right"/>
                    </m:oMathParaPr>
                    <m:oMath xmlns:m="http://schemas.openxmlformats.org/officeDocument/2006/math">
                      <m:sSup>
                        <m:sSupPr>
                          <m:ctrlPr>
                            <a:rPr lang="en-US" altLang="ko-KR" sz="2000" b="1" i="1" u="none" strike="noStrike" smtClean="0">
                              <a:ln/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altLang="ko-KR" sz="2000" b="1" i="1" u="none" strike="noStrike" smtClean="0">
                              <a:ln/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𝟖𝟒</m:t>
                          </m:r>
                          <m:r>
                            <a:rPr lang="en-US" altLang="ko-KR" sz="2000" b="1" i="1" u="none" strike="noStrike" smtClean="0">
                              <a:ln/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𝑩𝒎</m:t>
                          </m:r>
                        </m:e>
                        <m:sup>
                          <m:r>
                            <a:rPr lang="en-US" altLang="ko-KR" sz="2000" b="1" i="1" u="none" strike="noStrike" smtClean="0">
                              <a:ln/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𝟐</m:t>
                          </m:r>
                        </m:sup>
                      </m:sSup>
                    </m:oMath>
                  </m:oMathPara>
                </a14:m>
                <a:endParaRPr lang="ko-KR" altLang="en-US" sz="2000" b="1">
                  <a:ln/>
                  <a:solidFill>
                    <a:schemeClr val="tx1"/>
                  </a:solidFill>
                </a:endParaRPr>
              </a:p>
            </p:txBody>
          </p:sp>
        </mc:Choice>
        <mc:Fallback>
          <p:sp>
            <p:nvSpPr>
              <p:cNvPr id="4" name="TextBox 3">
                <a:extLst>
                  <a:ext uri="{FF2B5EF4-FFF2-40B4-BE49-F238E27FC236}">
                    <a16:creationId xmlns:a16="http://schemas.microsoft.com/office/drawing/2014/main" id="{F1161727-2804-E8A5-4D10-51EDF5F05169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0152689" y="1075737"/>
                <a:ext cx="1762781" cy="407099"/>
              </a:xfrm>
              <a:prstGeom prst="rect">
                <a:avLst/>
              </a:prstGeom>
              <a:blipFill>
                <a:blip r:embed="rId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5" name="TextBox 4">
            <a:extLst>
              <a:ext uri="{FF2B5EF4-FFF2-40B4-BE49-F238E27FC236}">
                <a16:creationId xmlns:a16="http://schemas.microsoft.com/office/drawing/2014/main" id="{06C6500E-B3CB-BD98-8738-1C8D4E16B14D}"/>
              </a:ext>
            </a:extLst>
          </p:cNvPr>
          <p:cNvSpPr txBox="1"/>
          <p:nvPr/>
        </p:nvSpPr>
        <p:spPr>
          <a:xfrm>
            <a:off x="1870318" y="353253"/>
            <a:ext cx="8452551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 sz="2000" b="1"/>
              <a:t>84B</a:t>
            </a:r>
            <a:r>
              <a:rPr lang="ko-KR" altLang="en-US" sz="2000" b="1"/>
              <a:t>타입 간접</a:t>
            </a:r>
            <a:r>
              <a:rPr lang="en-US" altLang="ko-KR" sz="2000" b="1"/>
              <a:t>A /</a:t>
            </a:r>
            <a:r>
              <a:rPr lang="ko-KR" altLang="en-US" sz="2000" b="1"/>
              <a:t>간접</a:t>
            </a:r>
            <a:r>
              <a:rPr lang="en-US" altLang="ko-KR" sz="2000" b="1"/>
              <a:t> </a:t>
            </a:r>
            <a:r>
              <a:rPr lang="ko-KR" altLang="en-US" sz="2000" b="1"/>
              <a:t>센서 </a:t>
            </a:r>
            <a:r>
              <a:rPr lang="en-US" altLang="ko-KR" sz="2000" b="1"/>
              <a:t>SET</a:t>
            </a:r>
          </a:p>
        </p:txBody>
      </p:sp>
      <p:sp>
        <p:nvSpPr>
          <p:cNvPr id="8" name="직사각형 7">
            <a:extLst>
              <a:ext uri="{FF2B5EF4-FFF2-40B4-BE49-F238E27FC236}">
                <a16:creationId xmlns:a16="http://schemas.microsoft.com/office/drawing/2014/main" id="{5BFC8EC2-4B1A-5FC3-CA7A-53130C0D16C9}"/>
              </a:ext>
            </a:extLst>
          </p:cNvPr>
          <p:cNvSpPr/>
          <p:nvPr/>
        </p:nvSpPr>
        <p:spPr>
          <a:xfrm rot="5400000">
            <a:off x="7180821" y="5029738"/>
            <a:ext cx="102820" cy="1630245"/>
          </a:xfrm>
          <a:prstGeom prst="rect">
            <a:avLst/>
          </a:prstGeom>
          <a:solidFill>
            <a:srgbClr val="FF000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>
              <a:solidFill>
                <a:schemeClr val="tx1"/>
              </a:solidFill>
            </a:endParaRPr>
          </a:p>
        </p:txBody>
      </p:sp>
      <p:sp>
        <p:nvSpPr>
          <p:cNvPr id="9" name="사각형: 둥근 모서리 8">
            <a:extLst>
              <a:ext uri="{FF2B5EF4-FFF2-40B4-BE49-F238E27FC236}">
                <a16:creationId xmlns:a16="http://schemas.microsoft.com/office/drawing/2014/main" id="{218CB636-1866-7D8E-93C0-3F05ACCEADE0}"/>
              </a:ext>
            </a:extLst>
          </p:cNvPr>
          <p:cNvSpPr/>
          <p:nvPr/>
        </p:nvSpPr>
        <p:spPr>
          <a:xfrm>
            <a:off x="6710006" y="4436635"/>
            <a:ext cx="1092978" cy="1103860"/>
          </a:xfrm>
          <a:prstGeom prst="roundRect">
            <a:avLst>
              <a:gd name="adj" fmla="val 0"/>
            </a:avLst>
          </a:prstGeom>
          <a:noFill/>
          <a:ln w="38100">
            <a:solidFill>
              <a:srgbClr val="FFC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>
              <a:solidFill>
                <a:schemeClr val="tx1"/>
              </a:solidFill>
            </a:endParaRP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FEF55AC0-7D0A-5A7E-FC00-46B842A3B18F}"/>
              </a:ext>
            </a:extLst>
          </p:cNvPr>
          <p:cNvSpPr txBox="1"/>
          <p:nvPr/>
        </p:nvSpPr>
        <p:spPr>
          <a:xfrm>
            <a:off x="6284639" y="3871467"/>
            <a:ext cx="1891732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ko-KR" altLang="en-US" sz="1000" b="1"/>
              <a:t>전자식스위치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EF21475B-661F-D2D5-B267-B2EC3FAA1284}"/>
              </a:ext>
            </a:extLst>
          </p:cNvPr>
          <p:cNvSpPr txBox="1"/>
          <p:nvPr/>
        </p:nvSpPr>
        <p:spPr>
          <a:xfrm>
            <a:off x="112365" y="770606"/>
            <a:ext cx="3264447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800">
                <a:solidFill>
                  <a:srgbClr val="FF0000"/>
                </a:solidFill>
              </a:rPr>
              <a:t>**</a:t>
            </a:r>
            <a:r>
              <a:rPr lang="ko-KR" altLang="en-US" sz="800">
                <a:solidFill>
                  <a:srgbClr val="FF0000"/>
                </a:solidFill>
              </a:rPr>
              <a:t>스위치 연결을 위해 별도의 </a:t>
            </a:r>
            <a:r>
              <a:rPr lang="ko-KR" altLang="en-US" sz="800" err="1">
                <a:solidFill>
                  <a:srgbClr val="FF0000"/>
                </a:solidFill>
              </a:rPr>
              <a:t>타공이</a:t>
            </a:r>
            <a:r>
              <a:rPr lang="ko-KR" altLang="en-US" sz="800">
                <a:solidFill>
                  <a:srgbClr val="FF0000"/>
                </a:solidFill>
              </a:rPr>
              <a:t> 필요할 수 </a:t>
            </a:r>
            <a:endParaRPr lang="en-US" altLang="ko-KR" sz="800">
              <a:solidFill>
                <a:srgbClr val="FF0000"/>
              </a:solidFill>
            </a:endParaRPr>
          </a:p>
          <a:p>
            <a:r>
              <a:rPr lang="ko-KR" altLang="en-US" sz="800">
                <a:solidFill>
                  <a:srgbClr val="FF0000"/>
                </a:solidFill>
              </a:rPr>
              <a:t>있으며</a:t>
            </a:r>
            <a:r>
              <a:rPr lang="en-US" altLang="ko-KR" sz="800">
                <a:solidFill>
                  <a:srgbClr val="FF0000"/>
                </a:solidFill>
              </a:rPr>
              <a:t> </a:t>
            </a:r>
            <a:r>
              <a:rPr lang="ko-KR" altLang="en-US" sz="800">
                <a:solidFill>
                  <a:srgbClr val="FF0000"/>
                </a:solidFill>
              </a:rPr>
              <a:t>공스피커로 마감 될 수도 있음</a:t>
            </a:r>
            <a:endParaRPr lang="en-US" altLang="ko-KR" sz="800">
              <a:solidFill>
                <a:srgbClr val="FF0000"/>
              </a:solidFill>
            </a:endParaRPr>
          </a:p>
        </p:txBody>
      </p:sp>
      <p:grpSp>
        <p:nvGrpSpPr>
          <p:cNvPr id="26" name="그룹 25">
            <a:extLst>
              <a:ext uri="{FF2B5EF4-FFF2-40B4-BE49-F238E27FC236}">
                <a16:creationId xmlns:a16="http://schemas.microsoft.com/office/drawing/2014/main" id="{0E4A2921-BDE2-6EBA-B584-0919AC681CD6}"/>
              </a:ext>
            </a:extLst>
          </p:cNvPr>
          <p:cNvGrpSpPr/>
          <p:nvPr/>
        </p:nvGrpSpPr>
        <p:grpSpPr>
          <a:xfrm rot="5400000">
            <a:off x="3884810" y="3871479"/>
            <a:ext cx="99451" cy="545492"/>
            <a:chOff x="5324822" y="4538198"/>
            <a:chExt cx="99451" cy="545492"/>
          </a:xfrm>
        </p:grpSpPr>
        <p:sp>
          <p:nvSpPr>
            <p:cNvPr id="27" name="타원 26">
              <a:extLst>
                <a:ext uri="{FF2B5EF4-FFF2-40B4-BE49-F238E27FC236}">
                  <a16:creationId xmlns:a16="http://schemas.microsoft.com/office/drawing/2014/main" id="{F8F8A39F-4C5C-F79E-DB20-DF087981FCE3}"/>
                </a:ext>
              </a:extLst>
            </p:cNvPr>
            <p:cNvSpPr/>
            <p:nvPr/>
          </p:nvSpPr>
          <p:spPr>
            <a:xfrm>
              <a:off x="5325888" y="4538198"/>
              <a:ext cx="98385" cy="98385"/>
            </a:xfrm>
            <a:prstGeom prst="ellipse">
              <a:avLst/>
            </a:prstGeom>
            <a:solidFill>
              <a:srgbClr val="FF0000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>
                <a:solidFill>
                  <a:schemeClr val="tx1"/>
                </a:solidFill>
              </a:endParaRPr>
            </a:p>
          </p:txBody>
        </p:sp>
        <p:sp>
          <p:nvSpPr>
            <p:cNvPr id="28" name="타원 27">
              <a:extLst>
                <a:ext uri="{FF2B5EF4-FFF2-40B4-BE49-F238E27FC236}">
                  <a16:creationId xmlns:a16="http://schemas.microsoft.com/office/drawing/2014/main" id="{9D062106-5314-F1B6-F9A9-E79EFE858E61}"/>
                </a:ext>
              </a:extLst>
            </p:cNvPr>
            <p:cNvSpPr/>
            <p:nvPr/>
          </p:nvSpPr>
          <p:spPr>
            <a:xfrm>
              <a:off x="5324822" y="4985305"/>
              <a:ext cx="98385" cy="98385"/>
            </a:xfrm>
            <a:prstGeom prst="ellipse">
              <a:avLst/>
            </a:prstGeom>
            <a:solidFill>
              <a:srgbClr val="FF0000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>
                <a:solidFill>
                  <a:schemeClr val="tx1"/>
                </a:solidFill>
              </a:endParaRPr>
            </a:p>
          </p:txBody>
        </p:sp>
      </p:grpSp>
      <p:sp>
        <p:nvSpPr>
          <p:cNvPr id="33" name="TextBox 13">
            <a:extLst>
              <a:ext uri="{FF2B5EF4-FFF2-40B4-BE49-F238E27FC236}">
                <a16:creationId xmlns:a16="http://schemas.microsoft.com/office/drawing/2014/main" id="{F95D7ABD-34AF-B8E8-1669-B8FFBA744053}"/>
              </a:ext>
            </a:extLst>
          </p:cNvPr>
          <p:cNvSpPr txBox="1"/>
          <p:nvPr/>
        </p:nvSpPr>
        <p:spPr>
          <a:xfrm>
            <a:off x="142074" y="1128948"/>
            <a:ext cx="1489510" cy="461665"/>
          </a:xfrm>
          <a:prstGeom prst="rect">
            <a:avLst/>
          </a:prstGeom>
          <a:solidFill>
            <a:schemeClr val="accent6">
              <a:lumMod val="20000"/>
              <a:lumOff val="80000"/>
            </a:schemeClr>
          </a:solidFill>
        </p:spPr>
        <p:txBody>
          <a:bodyPr wrap="none" rtlCol="0">
            <a:spAutoFit/>
          </a:bodyPr>
          <a:lstStyle>
            <a:defPPr>
              <a:defRPr lang="ko-KR"/>
            </a:defPPr>
            <a:lvl1pPr marL="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ko-KR" altLang="en-US" sz="800" b="1"/>
              <a:t>욕실 </a:t>
            </a:r>
            <a:r>
              <a:rPr lang="ko-KR" altLang="en-US" sz="800" b="1" err="1"/>
              <a:t>휴젠트여부에</a:t>
            </a:r>
            <a:r>
              <a:rPr lang="ko-KR" altLang="en-US" sz="800" b="1"/>
              <a:t> 대하여</a:t>
            </a:r>
            <a:endParaRPr lang="en-US" altLang="ko-KR" sz="800" b="1"/>
          </a:p>
          <a:p>
            <a:r>
              <a:rPr lang="ko-KR" altLang="en-US" sz="800" b="1"/>
              <a:t>기사분이 현장에서 파악하여</a:t>
            </a:r>
            <a:endParaRPr lang="en-US" altLang="ko-KR" sz="800" b="1"/>
          </a:p>
          <a:p>
            <a:r>
              <a:rPr lang="ko-KR" altLang="en-US" sz="800" b="1"/>
              <a:t>센서위치를 적용해드립니다</a:t>
            </a:r>
            <a:r>
              <a:rPr lang="en-US" altLang="ko-KR" sz="800" b="1"/>
              <a:t>.</a:t>
            </a:r>
            <a:endParaRPr lang="ko-KR" altLang="en-US" sz="800" b="1"/>
          </a:p>
        </p:txBody>
      </p:sp>
      <p:grpSp>
        <p:nvGrpSpPr>
          <p:cNvPr id="34" name="그룹 33">
            <a:extLst>
              <a:ext uri="{FF2B5EF4-FFF2-40B4-BE49-F238E27FC236}">
                <a16:creationId xmlns:a16="http://schemas.microsoft.com/office/drawing/2014/main" id="{B163ECEF-D3B6-F9EF-FD83-903C8F1E7AE3}"/>
              </a:ext>
            </a:extLst>
          </p:cNvPr>
          <p:cNvGrpSpPr/>
          <p:nvPr/>
        </p:nvGrpSpPr>
        <p:grpSpPr>
          <a:xfrm>
            <a:off x="166864" y="137559"/>
            <a:ext cx="2166761" cy="738664"/>
            <a:chOff x="209306" y="114311"/>
            <a:chExt cx="2166761" cy="742666"/>
          </a:xfrm>
        </p:grpSpPr>
        <p:sp>
          <p:nvSpPr>
            <p:cNvPr id="35" name="타원 34">
              <a:extLst>
                <a:ext uri="{FF2B5EF4-FFF2-40B4-BE49-F238E27FC236}">
                  <a16:creationId xmlns:a16="http://schemas.microsoft.com/office/drawing/2014/main" id="{00501A8E-4A1C-D169-32C4-7292857F276C}"/>
                </a:ext>
              </a:extLst>
            </p:cNvPr>
            <p:cNvSpPr/>
            <p:nvPr/>
          </p:nvSpPr>
          <p:spPr>
            <a:xfrm>
              <a:off x="209307" y="168341"/>
              <a:ext cx="98385" cy="98385"/>
            </a:xfrm>
            <a:prstGeom prst="ellipse">
              <a:avLst/>
            </a:prstGeom>
            <a:solidFill>
              <a:srgbClr val="FF0000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ko-KR"/>
              </a:defPPr>
              <a:lvl1pPr marL="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ko-KR" altLang="en-US">
                <a:solidFill>
                  <a:schemeClr val="tx1"/>
                </a:solidFill>
              </a:endParaRPr>
            </a:p>
          </p:txBody>
        </p:sp>
        <p:sp>
          <p:nvSpPr>
            <p:cNvPr id="36" name="타원 35">
              <a:extLst>
                <a:ext uri="{FF2B5EF4-FFF2-40B4-BE49-F238E27FC236}">
                  <a16:creationId xmlns:a16="http://schemas.microsoft.com/office/drawing/2014/main" id="{09311F68-45E0-6029-BC4E-5BB08A83F7F2}"/>
                </a:ext>
              </a:extLst>
            </p:cNvPr>
            <p:cNvSpPr/>
            <p:nvPr/>
          </p:nvSpPr>
          <p:spPr>
            <a:xfrm>
              <a:off x="209307" y="347436"/>
              <a:ext cx="98385" cy="98385"/>
            </a:xfrm>
            <a:prstGeom prst="ellipse">
              <a:avLst/>
            </a:prstGeom>
            <a:solidFill>
              <a:srgbClr val="FFFF00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ko-KR"/>
              </a:defPPr>
              <a:lvl1pPr marL="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ko-KR" altLang="en-US">
                <a:solidFill>
                  <a:schemeClr val="tx1"/>
                </a:solidFill>
              </a:endParaRPr>
            </a:p>
          </p:txBody>
        </p:sp>
        <p:sp>
          <p:nvSpPr>
            <p:cNvPr id="37" name="타원 36">
              <a:extLst>
                <a:ext uri="{FF2B5EF4-FFF2-40B4-BE49-F238E27FC236}">
                  <a16:creationId xmlns:a16="http://schemas.microsoft.com/office/drawing/2014/main" id="{1B38566A-A758-BB63-7F17-7FD0504490F3}"/>
                </a:ext>
              </a:extLst>
            </p:cNvPr>
            <p:cNvSpPr/>
            <p:nvPr/>
          </p:nvSpPr>
          <p:spPr>
            <a:xfrm>
              <a:off x="209306" y="573831"/>
              <a:ext cx="98385" cy="98385"/>
            </a:xfrm>
            <a:prstGeom prst="ellipse">
              <a:avLst/>
            </a:prstGeom>
            <a:solidFill>
              <a:srgbClr val="FFC000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ko-KR"/>
              </a:defPPr>
              <a:lvl1pPr marL="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ko-KR" altLang="en-US">
                <a:solidFill>
                  <a:schemeClr val="tx1"/>
                </a:solidFill>
              </a:endParaRPr>
            </a:p>
          </p:txBody>
        </p:sp>
        <p:sp>
          <p:nvSpPr>
            <p:cNvPr id="38" name="TextBox 11">
              <a:extLst>
                <a:ext uri="{FF2B5EF4-FFF2-40B4-BE49-F238E27FC236}">
                  <a16:creationId xmlns:a16="http://schemas.microsoft.com/office/drawing/2014/main" id="{FB7169BB-6E18-0D0F-4D03-1307CF7736D3}"/>
                </a:ext>
              </a:extLst>
            </p:cNvPr>
            <p:cNvSpPr txBox="1"/>
            <p:nvPr/>
          </p:nvSpPr>
          <p:spPr>
            <a:xfrm>
              <a:off x="318304" y="114311"/>
              <a:ext cx="2057763" cy="742666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>
              <a:defPPr>
                <a:defRPr lang="ko-KR"/>
              </a:defPPr>
              <a:lvl1pPr marL="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r>
                <a:rPr lang="ko-KR" altLang="en-US" sz="700"/>
                <a:t>간접조명 </a:t>
              </a:r>
              <a:r>
                <a:rPr lang="en-US" altLang="ko-KR" sz="700"/>
                <a:t>A SET</a:t>
              </a:r>
            </a:p>
            <a:p>
              <a:endParaRPr lang="en-US" altLang="ko-KR" sz="700"/>
            </a:p>
            <a:p>
              <a:r>
                <a:rPr lang="ko-KR" altLang="en-US" sz="700"/>
                <a:t>간접조명 센서 </a:t>
              </a:r>
              <a:r>
                <a:rPr lang="en-US" altLang="ko-KR" sz="700"/>
                <a:t>SET</a:t>
              </a:r>
            </a:p>
            <a:p>
              <a:endParaRPr lang="en-US" altLang="ko-KR" sz="700"/>
            </a:p>
            <a:p>
              <a:r>
                <a:rPr lang="ko-KR" altLang="en-US" sz="700"/>
                <a:t>우물천장간접조명 및 커튼박수 추가</a:t>
              </a:r>
              <a:r>
                <a:rPr lang="en-US" altLang="ko-KR" sz="700"/>
                <a:t>(</a:t>
              </a:r>
              <a:r>
                <a:rPr lang="ko-KR" altLang="en-US" sz="700"/>
                <a:t>별도 추가</a:t>
              </a:r>
              <a:r>
                <a:rPr lang="en-US" altLang="ko-KR" sz="700"/>
                <a:t>)</a:t>
              </a:r>
            </a:p>
            <a:p>
              <a:endParaRPr lang="en-US" altLang="ko-KR" sz="700"/>
            </a:p>
          </p:txBody>
        </p:sp>
      </p:grpSp>
      <p:grpSp>
        <p:nvGrpSpPr>
          <p:cNvPr id="40" name="그룹 39">
            <a:extLst>
              <a:ext uri="{FF2B5EF4-FFF2-40B4-BE49-F238E27FC236}">
                <a16:creationId xmlns:a16="http://schemas.microsoft.com/office/drawing/2014/main" id="{8DE0A1D0-B0A1-A8C3-F8E0-E8C55F048545}"/>
              </a:ext>
            </a:extLst>
          </p:cNvPr>
          <p:cNvGrpSpPr/>
          <p:nvPr/>
        </p:nvGrpSpPr>
        <p:grpSpPr>
          <a:xfrm>
            <a:off x="8134154" y="4328434"/>
            <a:ext cx="100923" cy="1356633"/>
            <a:chOff x="4735802" y="4662002"/>
            <a:chExt cx="100923" cy="1356633"/>
          </a:xfrm>
        </p:grpSpPr>
        <p:sp>
          <p:nvSpPr>
            <p:cNvPr id="41" name="타원 40">
              <a:extLst>
                <a:ext uri="{FF2B5EF4-FFF2-40B4-BE49-F238E27FC236}">
                  <a16:creationId xmlns:a16="http://schemas.microsoft.com/office/drawing/2014/main" id="{550E717B-8CFF-37DC-C4D9-FFE662B449DF}"/>
                </a:ext>
              </a:extLst>
            </p:cNvPr>
            <p:cNvSpPr/>
            <p:nvPr/>
          </p:nvSpPr>
          <p:spPr>
            <a:xfrm>
              <a:off x="4737834" y="4662002"/>
              <a:ext cx="98385" cy="98385"/>
            </a:xfrm>
            <a:prstGeom prst="ellipse">
              <a:avLst/>
            </a:prstGeom>
            <a:solidFill>
              <a:srgbClr val="FF0000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>
                <a:solidFill>
                  <a:schemeClr val="tx1"/>
                </a:solidFill>
              </a:endParaRPr>
            </a:p>
          </p:txBody>
        </p:sp>
        <p:sp>
          <p:nvSpPr>
            <p:cNvPr id="42" name="타원 41">
              <a:extLst>
                <a:ext uri="{FF2B5EF4-FFF2-40B4-BE49-F238E27FC236}">
                  <a16:creationId xmlns:a16="http://schemas.microsoft.com/office/drawing/2014/main" id="{88F41EE4-8B01-706F-DC57-B83DE10725E6}"/>
                </a:ext>
              </a:extLst>
            </p:cNvPr>
            <p:cNvSpPr/>
            <p:nvPr/>
          </p:nvSpPr>
          <p:spPr>
            <a:xfrm>
              <a:off x="4735802" y="5291218"/>
              <a:ext cx="98385" cy="98385"/>
            </a:xfrm>
            <a:prstGeom prst="ellipse">
              <a:avLst/>
            </a:prstGeom>
            <a:solidFill>
              <a:srgbClr val="FF0000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>
                <a:solidFill>
                  <a:schemeClr val="tx1"/>
                </a:solidFill>
              </a:endParaRPr>
            </a:p>
          </p:txBody>
        </p:sp>
        <p:sp>
          <p:nvSpPr>
            <p:cNvPr id="43" name="타원 42">
              <a:extLst>
                <a:ext uri="{FF2B5EF4-FFF2-40B4-BE49-F238E27FC236}">
                  <a16:creationId xmlns:a16="http://schemas.microsoft.com/office/drawing/2014/main" id="{03BDC3F5-F5C7-2339-0BD5-4D9BF846100F}"/>
                </a:ext>
              </a:extLst>
            </p:cNvPr>
            <p:cNvSpPr/>
            <p:nvPr/>
          </p:nvSpPr>
          <p:spPr>
            <a:xfrm>
              <a:off x="4738340" y="5920250"/>
              <a:ext cx="98385" cy="98385"/>
            </a:xfrm>
            <a:prstGeom prst="ellipse">
              <a:avLst/>
            </a:prstGeom>
            <a:solidFill>
              <a:srgbClr val="FF0000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>
                <a:solidFill>
                  <a:schemeClr val="tx1"/>
                </a:solidFill>
              </a:endParaRPr>
            </a:p>
          </p:txBody>
        </p:sp>
      </p:grpSp>
      <p:grpSp>
        <p:nvGrpSpPr>
          <p:cNvPr id="44" name="그룹 43">
            <a:extLst>
              <a:ext uri="{FF2B5EF4-FFF2-40B4-BE49-F238E27FC236}">
                <a16:creationId xmlns:a16="http://schemas.microsoft.com/office/drawing/2014/main" id="{8285165D-1CCC-9C9E-8035-20095746933B}"/>
              </a:ext>
            </a:extLst>
          </p:cNvPr>
          <p:cNvGrpSpPr/>
          <p:nvPr/>
        </p:nvGrpSpPr>
        <p:grpSpPr>
          <a:xfrm>
            <a:off x="6186254" y="4345865"/>
            <a:ext cx="100923" cy="1356633"/>
            <a:chOff x="4735802" y="4662002"/>
            <a:chExt cx="100923" cy="1356633"/>
          </a:xfrm>
        </p:grpSpPr>
        <p:sp>
          <p:nvSpPr>
            <p:cNvPr id="45" name="타원 44">
              <a:extLst>
                <a:ext uri="{FF2B5EF4-FFF2-40B4-BE49-F238E27FC236}">
                  <a16:creationId xmlns:a16="http://schemas.microsoft.com/office/drawing/2014/main" id="{BC8E88C3-FB89-6CB1-0380-7F5389AAA3AF}"/>
                </a:ext>
              </a:extLst>
            </p:cNvPr>
            <p:cNvSpPr/>
            <p:nvPr/>
          </p:nvSpPr>
          <p:spPr>
            <a:xfrm>
              <a:off x="4737834" y="4662002"/>
              <a:ext cx="98385" cy="98385"/>
            </a:xfrm>
            <a:prstGeom prst="ellipse">
              <a:avLst/>
            </a:prstGeom>
            <a:solidFill>
              <a:srgbClr val="FF0000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>
                <a:solidFill>
                  <a:schemeClr val="tx1"/>
                </a:solidFill>
              </a:endParaRPr>
            </a:p>
          </p:txBody>
        </p:sp>
        <p:sp>
          <p:nvSpPr>
            <p:cNvPr id="46" name="타원 45">
              <a:extLst>
                <a:ext uri="{FF2B5EF4-FFF2-40B4-BE49-F238E27FC236}">
                  <a16:creationId xmlns:a16="http://schemas.microsoft.com/office/drawing/2014/main" id="{FC9539D3-28CB-BD28-5EE9-AB809F2E3CF8}"/>
                </a:ext>
              </a:extLst>
            </p:cNvPr>
            <p:cNvSpPr/>
            <p:nvPr/>
          </p:nvSpPr>
          <p:spPr>
            <a:xfrm>
              <a:off x="4735802" y="5291218"/>
              <a:ext cx="98385" cy="98385"/>
            </a:xfrm>
            <a:prstGeom prst="ellipse">
              <a:avLst/>
            </a:prstGeom>
            <a:solidFill>
              <a:srgbClr val="FF0000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>
                <a:solidFill>
                  <a:schemeClr val="tx1"/>
                </a:solidFill>
              </a:endParaRPr>
            </a:p>
          </p:txBody>
        </p:sp>
        <p:sp>
          <p:nvSpPr>
            <p:cNvPr id="47" name="타원 46">
              <a:extLst>
                <a:ext uri="{FF2B5EF4-FFF2-40B4-BE49-F238E27FC236}">
                  <a16:creationId xmlns:a16="http://schemas.microsoft.com/office/drawing/2014/main" id="{9093FFEF-07B4-0C68-03F1-AC593BA084D4}"/>
                </a:ext>
              </a:extLst>
            </p:cNvPr>
            <p:cNvSpPr/>
            <p:nvPr/>
          </p:nvSpPr>
          <p:spPr>
            <a:xfrm>
              <a:off x="4738340" y="5920250"/>
              <a:ext cx="98385" cy="98385"/>
            </a:xfrm>
            <a:prstGeom prst="ellipse">
              <a:avLst/>
            </a:prstGeom>
            <a:solidFill>
              <a:srgbClr val="FF0000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>
                <a:solidFill>
                  <a:schemeClr val="tx1"/>
                </a:solidFill>
              </a:endParaRPr>
            </a:p>
          </p:txBody>
        </p:sp>
      </p:grpSp>
      <p:pic>
        <p:nvPicPr>
          <p:cNvPr id="7" name="그림 6" descr="텍스트, 스크린샷이(가) 표시된 사진&#10;&#10;AI 생성 콘텐츠는 정확하지 않을 수 있습니다.">
            <a:extLst>
              <a:ext uri="{FF2B5EF4-FFF2-40B4-BE49-F238E27FC236}">
                <a16:creationId xmlns:a16="http://schemas.microsoft.com/office/drawing/2014/main" id="{FA288F5A-5774-F8A5-436D-9477338BB245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92094" y="2627827"/>
            <a:ext cx="1778731" cy="1466673"/>
          </a:xfrm>
          <a:prstGeom prst="rect">
            <a:avLst/>
          </a:prstGeom>
        </p:spPr>
      </p:pic>
      <p:grpSp>
        <p:nvGrpSpPr>
          <p:cNvPr id="19" name="그룹 18">
            <a:extLst>
              <a:ext uri="{FF2B5EF4-FFF2-40B4-BE49-F238E27FC236}">
                <a16:creationId xmlns:a16="http://schemas.microsoft.com/office/drawing/2014/main" id="{3BCA4F86-E46E-966E-9A9F-25E1C0D0D44B}"/>
              </a:ext>
            </a:extLst>
          </p:cNvPr>
          <p:cNvGrpSpPr/>
          <p:nvPr/>
        </p:nvGrpSpPr>
        <p:grpSpPr>
          <a:xfrm>
            <a:off x="4795876" y="3756293"/>
            <a:ext cx="764953" cy="273636"/>
            <a:chOff x="2052531" y="808997"/>
            <a:chExt cx="764953" cy="273636"/>
          </a:xfrm>
        </p:grpSpPr>
        <p:sp>
          <p:nvSpPr>
            <p:cNvPr id="20" name="TextBox 19">
              <a:extLst>
                <a:ext uri="{FF2B5EF4-FFF2-40B4-BE49-F238E27FC236}">
                  <a16:creationId xmlns:a16="http://schemas.microsoft.com/office/drawing/2014/main" id="{BFD0F4C7-3476-7C72-D2F6-AF93C42D6D94}"/>
                </a:ext>
              </a:extLst>
            </p:cNvPr>
            <p:cNvSpPr txBox="1"/>
            <p:nvPr/>
          </p:nvSpPr>
          <p:spPr>
            <a:xfrm>
              <a:off x="2052531" y="897967"/>
              <a:ext cx="764953" cy="184666"/>
            </a:xfrm>
            <a:prstGeom prst="rect">
              <a:avLst/>
            </a:prstGeom>
            <a:solidFill>
              <a:schemeClr val="bg1">
                <a:lumMod val="95000"/>
              </a:schemeClr>
            </a:solidFill>
          </p:spPr>
          <p:txBody>
            <a:bodyPr wrap="none" rtlCol="0">
              <a:spAutoFit/>
            </a:bodyPr>
            <a:lstStyle/>
            <a:p>
              <a:r>
                <a:rPr lang="ko-KR" altLang="en-US" sz="600" b="1"/>
                <a:t>서비스 조명 </a:t>
              </a:r>
              <a:r>
                <a:rPr lang="en-US" altLang="ko-KR" sz="600" b="1"/>
                <a:t>2EA</a:t>
              </a:r>
              <a:endParaRPr lang="ko-KR" altLang="en-US" sz="600" b="1"/>
            </a:p>
          </p:txBody>
        </p:sp>
        <p:grpSp>
          <p:nvGrpSpPr>
            <p:cNvPr id="21" name="그룹 20">
              <a:extLst>
                <a:ext uri="{FF2B5EF4-FFF2-40B4-BE49-F238E27FC236}">
                  <a16:creationId xmlns:a16="http://schemas.microsoft.com/office/drawing/2014/main" id="{6F01BCB9-E265-5DDB-B19E-61AD7B4FCDBF}"/>
                </a:ext>
              </a:extLst>
            </p:cNvPr>
            <p:cNvGrpSpPr/>
            <p:nvPr/>
          </p:nvGrpSpPr>
          <p:grpSpPr>
            <a:xfrm rot="5400000">
              <a:off x="2382760" y="491467"/>
              <a:ext cx="98800" cy="733859"/>
              <a:chOff x="4737848" y="4877902"/>
              <a:chExt cx="98800" cy="733859"/>
            </a:xfrm>
            <a:solidFill>
              <a:srgbClr val="FF00FF"/>
            </a:solidFill>
          </p:grpSpPr>
          <p:sp>
            <p:nvSpPr>
              <p:cNvPr id="22" name="타원 21">
                <a:extLst>
                  <a:ext uri="{FF2B5EF4-FFF2-40B4-BE49-F238E27FC236}">
                    <a16:creationId xmlns:a16="http://schemas.microsoft.com/office/drawing/2014/main" id="{8E7D2E51-CC42-EB8D-6FDD-C4EAFF356FAE}"/>
                  </a:ext>
                </a:extLst>
              </p:cNvPr>
              <p:cNvSpPr/>
              <p:nvPr/>
            </p:nvSpPr>
            <p:spPr>
              <a:xfrm>
                <a:off x="4737848" y="4877902"/>
                <a:ext cx="98385" cy="98385"/>
              </a:xfrm>
              <a:prstGeom prst="ellipse">
                <a:avLst/>
              </a:prstGeom>
              <a:grpFill/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>
                  <a:solidFill>
                    <a:schemeClr val="tx1"/>
                  </a:solidFill>
                </a:endParaRPr>
              </a:p>
            </p:txBody>
          </p:sp>
          <p:sp>
            <p:nvSpPr>
              <p:cNvPr id="23" name="타원 22">
                <a:extLst>
                  <a:ext uri="{FF2B5EF4-FFF2-40B4-BE49-F238E27FC236}">
                    <a16:creationId xmlns:a16="http://schemas.microsoft.com/office/drawing/2014/main" id="{2DA5F0A2-775E-EFCF-B2F1-F3F8F34397C4}"/>
                  </a:ext>
                </a:extLst>
              </p:cNvPr>
              <p:cNvSpPr/>
              <p:nvPr/>
            </p:nvSpPr>
            <p:spPr>
              <a:xfrm>
                <a:off x="4738263" y="5513376"/>
                <a:ext cx="98385" cy="98385"/>
              </a:xfrm>
              <a:prstGeom prst="ellipse">
                <a:avLst/>
              </a:prstGeom>
              <a:grpFill/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>
                  <a:solidFill>
                    <a:schemeClr val="tx1"/>
                  </a:solidFill>
                </a:endParaRPr>
              </a:p>
            </p:txBody>
          </p:sp>
        </p:grpSp>
      </p:grpSp>
      <p:pic>
        <p:nvPicPr>
          <p:cNvPr id="25" name="그림 24" descr="텍스트, 스크린샷, 직사각형, 종이 제품이(가) 표시된 사진&#10;&#10;자동 생성된 설명">
            <a:extLst>
              <a:ext uri="{FF2B5EF4-FFF2-40B4-BE49-F238E27FC236}">
                <a16:creationId xmlns:a16="http://schemas.microsoft.com/office/drawing/2014/main" id="{8A94670F-5B6B-510F-0914-675B2B183B97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6640" y="4291480"/>
            <a:ext cx="1795364" cy="1795364"/>
          </a:xfrm>
          <a:prstGeom prst="rect">
            <a:avLst/>
          </a:prstGeom>
        </p:spPr>
      </p:pic>
      <p:sp>
        <p:nvSpPr>
          <p:cNvPr id="2" name="TextBox 1">
            <a:extLst>
              <a:ext uri="{FF2B5EF4-FFF2-40B4-BE49-F238E27FC236}">
                <a16:creationId xmlns:a16="http://schemas.microsoft.com/office/drawing/2014/main" id="{108A6732-130E-9637-5BF5-E024A63C84B9}"/>
              </a:ext>
            </a:extLst>
          </p:cNvPr>
          <p:cNvSpPr txBox="1"/>
          <p:nvPr/>
        </p:nvSpPr>
        <p:spPr>
          <a:xfrm>
            <a:off x="3661790" y="3055627"/>
            <a:ext cx="479618" cy="2462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1000" b="1">
                <a:solidFill>
                  <a:srgbClr val="FF0000"/>
                </a:solidFill>
              </a:rPr>
              <a:t>1300</a:t>
            </a:r>
            <a:endParaRPr lang="ko-KR" altLang="en-US" sz="1000" b="1">
              <a:solidFill>
                <a:srgbClr val="FF0000"/>
              </a:solidFill>
            </a:endParaRP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618F639D-AECE-2B43-2852-374E70FEE612}"/>
              </a:ext>
            </a:extLst>
          </p:cNvPr>
          <p:cNvSpPr txBox="1"/>
          <p:nvPr/>
        </p:nvSpPr>
        <p:spPr>
          <a:xfrm>
            <a:off x="2192887" y="6154450"/>
            <a:ext cx="479618" cy="2462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1000" b="1">
                <a:solidFill>
                  <a:srgbClr val="FF0000"/>
                </a:solidFill>
              </a:rPr>
              <a:t>2800</a:t>
            </a:r>
            <a:endParaRPr lang="ko-KR" altLang="en-US" sz="1000" b="1">
              <a:solidFill>
                <a:srgbClr val="FF0000"/>
              </a:solidFill>
            </a:endParaRP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AEF58139-50BA-4FA7-24EC-A439C01A7ED9}"/>
              </a:ext>
            </a:extLst>
          </p:cNvPr>
          <p:cNvSpPr txBox="1"/>
          <p:nvPr/>
        </p:nvSpPr>
        <p:spPr>
          <a:xfrm>
            <a:off x="3865606" y="6143722"/>
            <a:ext cx="479618" cy="2462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1000" b="1">
                <a:solidFill>
                  <a:srgbClr val="FF0000"/>
                </a:solidFill>
              </a:rPr>
              <a:t>2900</a:t>
            </a:r>
            <a:endParaRPr lang="ko-KR" altLang="en-US" sz="1000" b="1">
              <a:solidFill>
                <a:srgbClr val="FF0000"/>
              </a:solidFill>
            </a:endParaRP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B3D2086D-4B47-27C3-F1D7-A77C2462B099}"/>
              </a:ext>
            </a:extLst>
          </p:cNvPr>
          <p:cNvSpPr txBox="1"/>
          <p:nvPr/>
        </p:nvSpPr>
        <p:spPr>
          <a:xfrm>
            <a:off x="6486742" y="6260772"/>
            <a:ext cx="479618" cy="2462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1000" b="1">
                <a:solidFill>
                  <a:srgbClr val="FF0000"/>
                </a:solidFill>
              </a:rPr>
              <a:t>6700</a:t>
            </a:r>
            <a:endParaRPr lang="ko-KR" altLang="en-US" sz="1000" b="1">
              <a:solidFill>
                <a:srgbClr val="FF0000"/>
              </a:solidFill>
            </a:endParaRP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8D7D6F9C-AE1B-4C86-6975-1D4AEC4B533E}"/>
              </a:ext>
            </a:extLst>
          </p:cNvPr>
          <p:cNvSpPr txBox="1"/>
          <p:nvPr/>
        </p:nvSpPr>
        <p:spPr>
          <a:xfrm>
            <a:off x="7022838" y="4205552"/>
            <a:ext cx="479618" cy="2462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1000" b="1">
                <a:solidFill>
                  <a:srgbClr val="FF0000"/>
                </a:solidFill>
              </a:rPr>
              <a:t>3100</a:t>
            </a:r>
            <a:endParaRPr lang="ko-KR" altLang="en-US" sz="1000" b="1">
              <a:solidFill>
                <a:srgbClr val="FF0000"/>
              </a:solidFill>
            </a:endParaRP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51773856-2624-32A1-1FA8-4C665DDABB49}"/>
              </a:ext>
            </a:extLst>
          </p:cNvPr>
          <p:cNvSpPr txBox="1"/>
          <p:nvPr/>
        </p:nvSpPr>
        <p:spPr>
          <a:xfrm>
            <a:off x="6262283" y="4718965"/>
            <a:ext cx="479618" cy="2462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1000" b="1">
                <a:solidFill>
                  <a:srgbClr val="FF0000"/>
                </a:solidFill>
              </a:rPr>
              <a:t>2400</a:t>
            </a:r>
            <a:endParaRPr lang="ko-KR" altLang="en-US" sz="1000" b="1">
              <a:solidFill>
                <a:srgbClr val="FF0000"/>
              </a:solidFill>
            </a:endParaRPr>
          </a:p>
        </p:txBody>
      </p:sp>
      <p:cxnSp>
        <p:nvCxnSpPr>
          <p:cNvPr id="24" name="직선 화살표 연결선 23">
            <a:extLst>
              <a:ext uri="{FF2B5EF4-FFF2-40B4-BE49-F238E27FC236}">
                <a16:creationId xmlns:a16="http://schemas.microsoft.com/office/drawing/2014/main" id="{CB885563-CD24-58AF-7A47-066B31BC634A}"/>
              </a:ext>
            </a:extLst>
          </p:cNvPr>
          <p:cNvCxnSpPr>
            <a:cxnSpLocks/>
          </p:cNvCxnSpPr>
          <p:nvPr/>
        </p:nvCxnSpPr>
        <p:spPr>
          <a:xfrm flipH="1" flipV="1">
            <a:off x="4985806" y="6223267"/>
            <a:ext cx="3350326" cy="9"/>
          </a:xfrm>
          <a:prstGeom prst="straightConnector1">
            <a:avLst/>
          </a:prstGeom>
          <a:ln w="57150">
            <a:solidFill>
              <a:srgbClr val="00B050"/>
            </a:solidFill>
            <a:headEnd type="triangle"/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9" name="TextBox 28">
            <a:extLst>
              <a:ext uri="{FF2B5EF4-FFF2-40B4-BE49-F238E27FC236}">
                <a16:creationId xmlns:a16="http://schemas.microsoft.com/office/drawing/2014/main" id="{D6CA1FAC-586F-B3A0-3594-67234E220C00}"/>
              </a:ext>
            </a:extLst>
          </p:cNvPr>
          <p:cNvSpPr txBox="1"/>
          <p:nvPr/>
        </p:nvSpPr>
        <p:spPr>
          <a:xfrm>
            <a:off x="9240455" y="5817543"/>
            <a:ext cx="479618" cy="2462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1000" b="1">
                <a:solidFill>
                  <a:srgbClr val="FF0000"/>
                </a:solidFill>
              </a:rPr>
              <a:t>3500</a:t>
            </a:r>
            <a:endParaRPr lang="ko-KR" altLang="en-US" sz="1000" b="1">
              <a:solidFill>
                <a:srgbClr val="FF0000"/>
              </a:solidFill>
            </a:endParaRPr>
          </a:p>
        </p:txBody>
      </p:sp>
      <p:sp>
        <p:nvSpPr>
          <p:cNvPr id="30" name="TextBox 29">
            <a:extLst>
              <a:ext uri="{FF2B5EF4-FFF2-40B4-BE49-F238E27FC236}">
                <a16:creationId xmlns:a16="http://schemas.microsoft.com/office/drawing/2014/main" id="{2E815C9F-6D9C-F6A3-C45E-6394B8278290}"/>
              </a:ext>
            </a:extLst>
          </p:cNvPr>
          <p:cNvSpPr txBox="1"/>
          <p:nvPr/>
        </p:nvSpPr>
        <p:spPr>
          <a:xfrm>
            <a:off x="10175682" y="4211291"/>
            <a:ext cx="479618" cy="2462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1000" b="1">
                <a:solidFill>
                  <a:srgbClr val="FF0000"/>
                </a:solidFill>
              </a:rPr>
              <a:t>1100</a:t>
            </a:r>
            <a:endParaRPr lang="ko-KR" altLang="en-US" sz="1000" b="1">
              <a:solidFill>
                <a:srgbClr val="FF0000"/>
              </a:solidFill>
            </a:endParaRPr>
          </a:p>
        </p:txBody>
      </p:sp>
      <p:cxnSp>
        <p:nvCxnSpPr>
          <p:cNvPr id="31" name="직선 화살표 연결선 30">
            <a:extLst>
              <a:ext uri="{FF2B5EF4-FFF2-40B4-BE49-F238E27FC236}">
                <a16:creationId xmlns:a16="http://schemas.microsoft.com/office/drawing/2014/main" id="{9305D7CD-A4A4-630C-AED0-6929B7472AE5}"/>
              </a:ext>
            </a:extLst>
          </p:cNvPr>
          <p:cNvCxnSpPr>
            <a:cxnSpLocks/>
          </p:cNvCxnSpPr>
          <p:nvPr/>
        </p:nvCxnSpPr>
        <p:spPr>
          <a:xfrm>
            <a:off x="10105818" y="3692042"/>
            <a:ext cx="0" cy="653823"/>
          </a:xfrm>
          <a:prstGeom prst="straightConnector1">
            <a:avLst/>
          </a:prstGeom>
          <a:ln w="57150">
            <a:solidFill>
              <a:srgbClr val="00B050"/>
            </a:solidFill>
            <a:headEnd type="triangle"/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466375491"/>
      </p:ext>
    </p:extLst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9C12F8E-434A-C19D-BFBB-E00B9F33DE1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그림 2">
            <a:extLst>
              <a:ext uri="{FF2B5EF4-FFF2-40B4-BE49-F238E27FC236}">
                <a16:creationId xmlns:a16="http://schemas.microsoft.com/office/drawing/2014/main" id="{AF5602D4-22F7-51CF-2573-C4DBBFE0F49D}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/>
        </p:nvPicPr>
        <p:blipFill>
          <a:blip r:embed="rId2">
            <a:alphaModFix amt="70000"/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saturation sat="0"/>
                    </a14:imgEffect>
                  </a14:imgLayer>
                </a14:imgProps>
              </a:ext>
            </a:extLst>
          </a:blip>
          <a:stretch>
            <a:fillRect/>
          </a:stretch>
        </p:blipFill>
        <p:spPr>
          <a:xfrm>
            <a:off x="1836279" y="590334"/>
            <a:ext cx="8819021" cy="5677332"/>
          </a:xfrm>
          <a:prstGeom prst="rect">
            <a:avLst/>
          </a:prstGeom>
        </p:spPr>
      </p:pic>
      <mc:AlternateContent xmlns:mc="http://schemas.openxmlformats.org/markup-compatibility/2006">
        <mc:Choice xmlns:a14="http://schemas.microsoft.com/office/drawing/2010/main" Requires="a14">
          <p:sp>
            <p:nvSpPr>
              <p:cNvPr id="4" name="TextBox 3">
                <a:extLst>
                  <a:ext uri="{FF2B5EF4-FFF2-40B4-BE49-F238E27FC236}">
                    <a16:creationId xmlns:a16="http://schemas.microsoft.com/office/drawing/2014/main" id="{F1161727-2804-E8A5-4D10-51EDF5F05169}"/>
                  </a:ext>
                </a:extLst>
              </p:cNvPr>
              <p:cNvSpPr txBox="1"/>
              <p:nvPr/>
            </p:nvSpPr>
            <p:spPr>
              <a:xfrm>
                <a:off x="10152689" y="1075737"/>
                <a:ext cx="1762781" cy="407099"/>
              </a:xfrm>
              <a:prstGeom prst="rect">
                <a:avLst/>
              </a:prstGeom>
              <a:noFill/>
            </p:spPr>
            <p:txBody>
              <a:bodyPr wrap="square">
                <a:spAutoFit/>
                <a:scene3d>
                  <a:camera prst="orthographicFront"/>
                  <a:lightRig rig="harsh" dir="t"/>
                </a:scene3d>
                <a:sp3d extrusionH="57150" prstMaterial="matte">
                  <a:bevelT w="63500" h="12700" prst="angle"/>
                  <a:contourClr>
                    <a:schemeClr val="bg1">
                      <a:lumMod val="65000"/>
                    </a:schemeClr>
                  </a:contourClr>
                </a:sp3d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right"/>
                    </m:oMathParaPr>
                    <m:oMath xmlns:m="http://schemas.openxmlformats.org/officeDocument/2006/math">
                      <m:sSup>
                        <m:sSupPr>
                          <m:ctrlPr>
                            <a:rPr lang="en-US" altLang="ko-KR" sz="2000" b="1" i="1" u="none" strike="noStrike" smtClean="0">
                              <a:ln/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altLang="ko-KR" sz="2000" b="1" i="1" u="none" strike="noStrike" smtClean="0">
                              <a:ln/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𝟖𝟒</m:t>
                          </m:r>
                          <m:r>
                            <a:rPr lang="en-US" altLang="ko-KR" sz="2000" b="1" i="1" u="none" strike="noStrike" smtClean="0">
                              <a:ln/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𝑩𝒎</m:t>
                          </m:r>
                        </m:e>
                        <m:sup>
                          <m:r>
                            <a:rPr lang="en-US" altLang="ko-KR" sz="2000" b="1" i="1" u="none" strike="noStrike" smtClean="0">
                              <a:ln/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𝟐</m:t>
                          </m:r>
                        </m:sup>
                      </m:sSup>
                    </m:oMath>
                  </m:oMathPara>
                </a14:m>
                <a:endParaRPr lang="ko-KR" altLang="en-US" sz="2000" b="1">
                  <a:ln/>
                  <a:solidFill>
                    <a:schemeClr val="tx1"/>
                  </a:solidFill>
                </a:endParaRPr>
              </a:p>
            </p:txBody>
          </p:sp>
        </mc:Choice>
        <mc:Fallback>
          <p:sp>
            <p:nvSpPr>
              <p:cNvPr id="4" name="TextBox 3">
                <a:extLst>
                  <a:ext uri="{FF2B5EF4-FFF2-40B4-BE49-F238E27FC236}">
                    <a16:creationId xmlns:a16="http://schemas.microsoft.com/office/drawing/2014/main" id="{F1161727-2804-E8A5-4D10-51EDF5F05169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0152689" y="1075737"/>
                <a:ext cx="1762781" cy="407099"/>
              </a:xfrm>
              <a:prstGeom prst="rect">
                <a:avLst/>
              </a:prstGeom>
              <a:blipFill>
                <a:blip r:embed="rId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5" name="TextBox 4">
            <a:extLst>
              <a:ext uri="{FF2B5EF4-FFF2-40B4-BE49-F238E27FC236}">
                <a16:creationId xmlns:a16="http://schemas.microsoft.com/office/drawing/2014/main" id="{06C6500E-B3CB-BD98-8738-1C8D4E16B14D}"/>
              </a:ext>
            </a:extLst>
          </p:cNvPr>
          <p:cNvSpPr txBox="1"/>
          <p:nvPr/>
        </p:nvSpPr>
        <p:spPr>
          <a:xfrm>
            <a:off x="1870318" y="353253"/>
            <a:ext cx="8452551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 sz="2000" b="1"/>
              <a:t>84B</a:t>
            </a:r>
            <a:r>
              <a:rPr lang="ko-KR" altLang="en-US" sz="2000" b="1"/>
              <a:t>타입 간접</a:t>
            </a:r>
            <a:r>
              <a:rPr lang="en-US" altLang="ko-KR" sz="2000" b="1"/>
              <a:t>A /</a:t>
            </a:r>
            <a:r>
              <a:rPr lang="ko-KR" altLang="en-US" sz="2000" b="1"/>
              <a:t>간접</a:t>
            </a:r>
            <a:r>
              <a:rPr lang="en-US" altLang="ko-KR" sz="2000" b="1"/>
              <a:t> </a:t>
            </a:r>
            <a:r>
              <a:rPr lang="ko-KR" altLang="en-US" sz="2000" b="1"/>
              <a:t>센서 </a:t>
            </a:r>
            <a:r>
              <a:rPr lang="en-US" altLang="ko-KR" sz="2000" b="1"/>
              <a:t>SET</a:t>
            </a:r>
          </a:p>
        </p:txBody>
      </p:sp>
      <p:sp>
        <p:nvSpPr>
          <p:cNvPr id="8" name="직사각형 7">
            <a:extLst>
              <a:ext uri="{FF2B5EF4-FFF2-40B4-BE49-F238E27FC236}">
                <a16:creationId xmlns:a16="http://schemas.microsoft.com/office/drawing/2014/main" id="{5BFC8EC2-4B1A-5FC3-CA7A-53130C0D16C9}"/>
              </a:ext>
            </a:extLst>
          </p:cNvPr>
          <p:cNvSpPr/>
          <p:nvPr/>
        </p:nvSpPr>
        <p:spPr>
          <a:xfrm rot="5400000">
            <a:off x="7180821" y="5029738"/>
            <a:ext cx="102820" cy="1630245"/>
          </a:xfrm>
          <a:prstGeom prst="rect">
            <a:avLst/>
          </a:prstGeom>
          <a:solidFill>
            <a:srgbClr val="FF000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>
              <a:solidFill>
                <a:schemeClr val="tx1"/>
              </a:solidFill>
            </a:endParaRPr>
          </a:p>
        </p:txBody>
      </p:sp>
      <p:sp>
        <p:nvSpPr>
          <p:cNvPr id="9" name="사각형: 둥근 모서리 8">
            <a:extLst>
              <a:ext uri="{FF2B5EF4-FFF2-40B4-BE49-F238E27FC236}">
                <a16:creationId xmlns:a16="http://schemas.microsoft.com/office/drawing/2014/main" id="{218CB636-1866-7D8E-93C0-3F05ACCEADE0}"/>
              </a:ext>
            </a:extLst>
          </p:cNvPr>
          <p:cNvSpPr/>
          <p:nvPr/>
        </p:nvSpPr>
        <p:spPr>
          <a:xfrm>
            <a:off x="6710006" y="4436635"/>
            <a:ext cx="1092978" cy="1103860"/>
          </a:xfrm>
          <a:prstGeom prst="roundRect">
            <a:avLst>
              <a:gd name="adj" fmla="val 0"/>
            </a:avLst>
          </a:prstGeom>
          <a:noFill/>
          <a:ln w="38100">
            <a:solidFill>
              <a:srgbClr val="FFC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>
              <a:solidFill>
                <a:schemeClr val="tx1"/>
              </a:solidFill>
            </a:endParaRP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FEF55AC0-7D0A-5A7E-FC00-46B842A3B18F}"/>
              </a:ext>
            </a:extLst>
          </p:cNvPr>
          <p:cNvSpPr txBox="1"/>
          <p:nvPr/>
        </p:nvSpPr>
        <p:spPr>
          <a:xfrm>
            <a:off x="6284639" y="3871467"/>
            <a:ext cx="1891732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ko-KR" altLang="en-US" sz="1000" b="1"/>
              <a:t>전자식스위치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EF21475B-661F-D2D5-B267-B2EC3FAA1284}"/>
              </a:ext>
            </a:extLst>
          </p:cNvPr>
          <p:cNvSpPr txBox="1"/>
          <p:nvPr/>
        </p:nvSpPr>
        <p:spPr>
          <a:xfrm>
            <a:off x="112365" y="770606"/>
            <a:ext cx="3264447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800">
                <a:solidFill>
                  <a:srgbClr val="FF0000"/>
                </a:solidFill>
              </a:rPr>
              <a:t>**</a:t>
            </a:r>
            <a:r>
              <a:rPr lang="ko-KR" altLang="en-US" sz="800">
                <a:solidFill>
                  <a:srgbClr val="FF0000"/>
                </a:solidFill>
              </a:rPr>
              <a:t>스위치 연결을 위해 별도의 </a:t>
            </a:r>
            <a:r>
              <a:rPr lang="ko-KR" altLang="en-US" sz="800" err="1">
                <a:solidFill>
                  <a:srgbClr val="FF0000"/>
                </a:solidFill>
              </a:rPr>
              <a:t>타공이</a:t>
            </a:r>
            <a:r>
              <a:rPr lang="ko-KR" altLang="en-US" sz="800">
                <a:solidFill>
                  <a:srgbClr val="FF0000"/>
                </a:solidFill>
              </a:rPr>
              <a:t> 필요할 수 </a:t>
            </a:r>
            <a:endParaRPr lang="en-US" altLang="ko-KR" sz="800">
              <a:solidFill>
                <a:srgbClr val="FF0000"/>
              </a:solidFill>
            </a:endParaRPr>
          </a:p>
          <a:p>
            <a:r>
              <a:rPr lang="ko-KR" altLang="en-US" sz="800">
                <a:solidFill>
                  <a:srgbClr val="FF0000"/>
                </a:solidFill>
              </a:rPr>
              <a:t>있으며</a:t>
            </a:r>
            <a:r>
              <a:rPr lang="en-US" altLang="ko-KR" sz="800">
                <a:solidFill>
                  <a:srgbClr val="FF0000"/>
                </a:solidFill>
              </a:rPr>
              <a:t> </a:t>
            </a:r>
            <a:r>
              <a:rPr lang="ko-KR" altLang="en-US" sz="800">
                <a:solidFill>
                  <a:srgbClr val="FF0000"/>
                </a:solidFill>
              </a:rPr>
              <a:t>공스피커로 마감 될 수도 있음</a:t>
            </a:r>
            <a:endParaRPr lang="en-US" altLang="ko-KR" sz="800">
              <a:solidFill>
                <a:srgbClr val="FF0000"/>
              </a:solidFill>
            </a:endParaRPr>
          </a:p>
        </p:txBody>
      </p:sp>
      <p:grpSp>
        <p:nvGrpSpPr>
          <p:cNvPr id="26" name="그룹 25">
            <a:extLst>
              <a:ext uri="{FF2B5EF4-FFF2-40B4-BE49-F238E27FC236}">
                <a16:creationId xmlns:a16="http://schemas.microsoft.com/office/drawing/2014/main" id="{0E4A2921-BDE2-6EBA-B584-0919AC681CD6}"/>
              </a:ext>
            </a:extLst>
          </p:cNvPr>
          <p:cNvGrpSpPr/>
          <p:nvPr/>
        </p:nvGrpSpPr>
        <p:grpSpPr>
          <a:xfrm rot="5400000">
            <a:off x="3884810" y="3871479"/>
            <a:ext cx="99451" cy="545492"/>
            <a:chOff x="5324822" y="4538198"/>
            <a:chExt cx="99451" cy="545492"/>
          </a:xfrm>
        </p:grpSpPr>
        <p:sp>
          <p:nvSpPr>
            <p:cNvPr id="27" name="타원 26">
              <a:extLst>
                <a:ext uri="{FF2B5EF4-FFF2-40B4-BE49-F238E27FC236}">
                  <a16:creationId xmlns:a16="http://schemas.microsoft.com/office/drawing/2014/main" id="{F8F8A39F-4C5C-F79E-DB20-DF087981FCE3}"/>
                </a:ext>
              </a:extLst>
            </p:cNvPr>
            <p:cNvSpPr/>
            <p:nvPr/>
          </p:nvSpPr>
          <p:spPr>
            <a:xfrm>
              <a:off x="5325888" y="4538198"/>
              <a:ext cx="98385" cy="98385"/>
            </a:xfrm>
            <a:prstGeom prst="ellipse">
              <a:avLst/>
            </a:prstGeom>
            <a:solidFill>
              <a:srgbClr val="FF0000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>
                <a:solidFill>
                  <a:schemeClr val="tx1"/>
                </a:solidFill>
              </a:endParaRPr>
            </a:p>
          </p:txBody>
        </p:sp>
        <p:sp>
          <p:nvSpPr>
            <p:cNvPr id="28" name="타원 27">
              <a:extLst>
                <a:ext uri="{FF2B5EF4-FFF2-40B4-BE49-F238E27FC236}">
                  <a16:creationId xmlns:a16="http://schemas.microsoft.com/office/drawing/2014/main" id="{9D062106-5314-F1B6-F9A9-E79EFE858E61}"/>
                </a:ext>
              </a:extLst>
            </p:cNvPr>
            <p:cNvSpPr/>
            <p:nvPr/>
          </p:nvSpPr>
          <p:spPr>
            <a:xfrm>
              <a:off x="5324822" y="4985305"/>
              <a:ext cx="98385" cy="98385"/>
            </a:xfrm>
            <a:prstGeom prst="ellipse">
              <a:avLst/>
            </a:prstGeom>
            <a:solidFill>
              <a:srgbClr val="FF0000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>
                <a:solidFill>
                  <a:schemeClr val="tx1"/>
                </a:solidFill>
              </a:endParaRPr>
            </a:p>
          </p:txBody>
        </p:sp>
      </p:grpSp>
      <p:sp>
        <p:nvSpPr>
          <p:cNvPr id="29" name="직사각형 28">
            <a:extLst>
              <a:ext uri="{FF2B5EF4-FFF2-40B4-BE49-F238E27FC236}">
                <a16:creationId xmlns:a16="http://schemas.microsoft.com/office/drawing/2014/main" id="{1D4AEE6D-5C1B-778F-2EC7-52942ABFF027}"/>
              </a:ext>
            </a:extLst>
          </p:cNvPr>
          <p:cNvSpPr/>
          <p:nvPr/>
        </p:nvSpPr>
        <p:spPr>
          <a:xfrm flipV="1">
            <a:off x="4122422" y="2864481"/>
            <a:ext cx="98385" cy="777243"/>
          </a:xfrm>
          <a:prstGeom prst="rect">
            <a:avLst/>
          </a:prstGeom>
          <a:solidFill>
            <a:srgbClr val="FFFF0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>
              <a:solidFill>
                <a:schemeClr val="tx1"/>
              </a:solidFill>
            </a:endParaRPr>
          </a:p>
        </p:txBody>
      </p:sp>
      <p:sp>
        <p:nvSpPr>
          <p:cNvPr id="33" name="TextBox 13">
            <a:extLst>
              <a:ext uri="{FF2B5EF4-FFF2-40B4-BE49-F238E27FC236}">
                <a16:creationId xmlns:a16="http://schemas.microsoft.com/office/drawing/2014/main" id="{F95D7ABD-34AF-B8E8-1669-B8FFBA744053}"/>
              </a:ext>
            </a:extLst>
          </p:cNvPr>
          <p:cNvSpPr txBox="1"/>
          <p:nvPr/>
        </p:nvSpPr>
        <p:spPr>
          <a:xfrm>
            <a:off x="142074" y="1128948"/>
            <a:ext cx="1489510" cy="461665"/>
          </a:xfrm>
          <a:prstGeom prst="rect">
            <a:avLst/>
          </a:prstGeom>
          <a:solidFill>
            <a:schemeClr val="accent6">
              <a:lumMod val="20000"/>
              <a:lumOff val="80000"/>
            </a:schemeClr>
          </a:solidFill>
        </p:spPr>
        <p:txBody>
          <a:bodyPr wrap="none" rtlCol="0">
            <a:spAutoFit/>
          </a:bodyPr>
          <a:lstStyle>
            <a:defPPr>
              <a:defRPr lang="ko-KR"/>
            </a:defPPr>
            <a:lvl1pPr marL="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ko-KR" altLang="en-US" sz="800" b="1"/>
              <a:t>욕실 </a:t>
            </a:r>
            <a:r>
              <a:rPr lang="ko-KR" altLang="en-US" sz="800" b="1" err="1"/>
              <a:t>휴젠트여부에</a:t>
            </a:r>
            <a:r>
              <a:rPr lang="ko-KR" altLang="en-US" sz="800" b="1"/>
              <a:t> 대하여</a:t>
            </a:r>
            <a:endParaRPr lang="en-US" altLang="ko-KR" sz="800" b="1"/>
          </a:p>
          <a:p>
            <a:r>
              <a:rPr lang="ko-KR" altLang="en-US" sz="800" b="1"/>
              <a:t>기사분이 현장에서 파악하여</a:t>
            </a:r>
            <a:endParaRPr lang="en-US" altLang="ko-KR" sz="800" b="1"/>
          </a:p>
          <a:p>
            <a:r>
              <a:rPr lang="ko-KR" altLang="en-US" sz="800" b="1"/>
              <a:t>센서위치를 적용해드립니다</a:t>
            </a:r>
            <a:r>
              <a:rPr lang="en-US" altLang="ko-KR" sz="800" b="1"/>
              <a:t>.</a:t>
            </a:r>
            <a:endParaRPr lang="ko-KR" altLang="en-US" sz="800" b="1"/>
          </a:p>
        </p:txBody>
      </p:sp>
      <p:grpSp>
        <p:nvGrpSpPr>
          <p:cNvPr id="34" name="그룹 33">
            <a:extLst>
              <a:ext uri="{FF2B5EF4-FFF2-40B4-BE49-F238E27FC236}">
                <a16:creationId xmlns:a16="http://schemas.microsoft.com/office/drawing/2014/main" id="{B163ECEF-D3B6-F9EF-FD83-903C8F1E7AE3}"/>
              </a:ext>
            </a:extLst>
          </p:cNvPr>
          <p:cNvGrpSpPr/>
          <p:nvPr/>
        </p:nvGrpSpPr>
        <p:grpSpPr>
          <a:xfrm>
            <a:off x="166864" y="137559"/>
            <a:ext cx="2166761" cy="738664"/>
            <a:chOff x="209306" y="114311"/>
            <a:chExt cx="2166761" cy="742666"/>
          </a:xfrm>
        </p:grpSpPr>
        <p:sp>
          <p:nvSpPr>
            <p:cNvPr id="35" name="타원 34">
              <a:extLst>
                <a:ext uri="{FF2B5EF4-FFF2-40B4-BE49-F238E27FC236}">
                  <a16:creationId xmlns:a16="http://schemas.microsoft.com/office/drawing/2014/main" id="{00501A8E-4A1C-D169-32C4-7292857F276C}"/>
                </a:ext>
              </a:extLst>
            </p:cNvPr>
            <p:cNvSpPr/>
            <p:nvPr/>
          </p:nvSpPr>
          <p:spPr>
            <a:xfrm>
              <a:off x="209307" y="168341"/>
              <a:ext cx="98385" cy="98385"/>
            </a:xfrm>
            <a:prstGeom prst="ellipse">
              <a:avLst/>
            </a:prstGeom>
            <a:solidFill>
              <a:srgbClr val="FF0000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ko-KR"/>
              </a:defPPr>
              <a:lvl1pPr marL="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ko-KR" altLang="en-US">
                <a:solidFill>
                  <a:schemeClr val="tx1"/>
                </a:solidFill>
              </a:endParaRPr>
            </a:p>
          </p:txBody>
        </p:sp>
        <p:sp>
          <p:nvSpPr>
            <p:cNvPr id="36" name="타원 35">
              <a:extLst>
                <a:ext uri="{FF2B5EF4-FFF2-40B4-BE49-F238E27FC236}">
                  <a16:creationId xmlns:a16="http://schemas.microsoft.com/office/drawing/2014/main" id="{09311F68-45E0-6029-BC4E-5BB08A83F7F2}"/>
                </a:ext>
              </a:extLst>
            </p:cNvPr>
            <p:cNvSpPr/>
            <p:nvPr/>
          </p:nvSpPr>
          <p:spPr>
            <a:xfrm>
              <a:off x="209307" y="347436"/>
              <a:ext cx="98385" cy="98385"/>
            </a:xfrm>
            <a:prstGeom prst="ellipse">
              <a:avLst/>
            </a:prstGeom>
            <a:solidFill>
              <a:srgbClr val="FFFF00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ko-KR"/>
              </a:defPPr>
              <a:lvl1pPr marL="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ko-KR" altLang="en-US">
                <a:solidFill>
                  <a:schemeClr val="tx1"/>
                </a:solidFill>
              </a:endParaRPr>
            </a:p>
          </p:txBody>
        </p:sp>
        <p:sp>
          <p:nvSpPr>
            <p:cNvPr id="37" name="타원 36">
              <a:extLst>
                <a:ext uri="{FF2B5EF4-FFF2-40B4-BE49-F238E27FC236}">
                  <a16:creationId xmlns:a16="http://schemas.microsoft.com/office/drawing/2014/main" id="{1B38566A-A758-BB63-7F17-7FD0504490F3}"/>
                </a:ext>
              </a:extLst>
            </p:cNvPr>
            <p:cNvSpPr/>
            <p:nvPr/>
          </p:nvSpPr>
          <p:spPr>
            <a:xfrm>
              <a:off x="209306" y="573831"/>
              <a:ext cx="98385" cy="98385"/>
            </a:xfrm>
            <a:prstGeom prst="ellipse">
              <a:avLst/>
            </a:prstGeom>
            <a:solidFill>
              <a:srgbClr val="FFC000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ko-KR"/>
              </a:defPPr>
              <a:lvl1pPr marL="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ko-KR" altLang="en-US">
                <a:solidFill>
                  <a:schemeClr val="tx1"/>
                </a:solidFill>
              </a:endParaRPr>
            </a:p>
          </p:txBody>
        </p:sp>
        <p:sp>
          <p:nvSpPr>
            <p:cNvPr id="38" name="TextBox 11">
              <a:extLst>
                <a:ext uri="{FF2B5EF4-FFF2-40B4-BE49-F238E27FC236}">
                  <a16:creationId xmlns:a16="http://schemas.microsoft.com/office/drawing/2014/main" id="{FB7169BB-6E18-0D0F-4D03-1307CF7736D3}"/>
                </a:ext>
              </a:extLst>
            </p:cNvPr>
            <p:cNvSpPr txBox="1"/>
            <p:nvPr/>
          </p:nvSpPr>
          <p:spPr>
            <a:xfrm>
              <a:off x="318304" y="114311"/>
              <a:ext cx="2057763" cy="742666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>
              <a:defPPr>
                <a:defRPr lang="ko-KR"/>
              </a:defPPr>
              <a:lvl1pPr marL="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r>
                <a:rPr lang="ko-KR" altLang="en-US" sz="700"/>
                <a:t>간접조명 </a:t>
              </a:r>
              <a:r>
                <a:rPr lang="en-US" altLang="ko-KR" sz="700"/>
                <a:t>A SET</a:t>
              </a:r>
            </a:p>
            <a:p>
              <a:endParaRPr lang="en-US" altLang="ko-KR" sz="700"/>
            </a:p>
            <a:p>
              <a:r>
                <a:rPr lang="ko-KR" altLang="en-US" sz="700"/>
                <a:t>간접조명 센서 </a:t>
              </a:r>
              <a:r>
                <a:rPr lang="en-US" altLang="ko-KR" sz="700"/>
                <a:t>SET</a:t>
              </a:r>
            </a:p>
            <a:p>
              <a:endParaRPr lang="en-US" altLang="ko-KR" sz="700"/>
            </a:p>
            <a:p>
              <a:r>
                <a:rPr lang="ko-KR" altLang="en-US" sz="700"/>
                <a:t>우물천장간접조명 및 커튼박수 추가</a:t>
              </a:r>
              <a:r>
                <a:rPr lang="en-US" altLang="ko-KR" sz="700"/>
                <a:t>(</a:t>
              </a:r>
              <a:r>
                <a:rPr lang="ko-KR" altLang="en-US" sz="700"/>
                <a:t>별도 추가</a:t>
              </a:r>
              <a:r>
                <a:rPr lang="en-US" altLang="ko-KR" sz="700"/>
                <a:t>)</a:t>
              </a:r>
            </a:p>
            <a:p>
              <a:endParaRPr lang="en-US" altLang="ko-KR" sz="700"/>
            </a:p>
          </p:txBody>
        </p:sp>
      </p:grpSp>
      <p:sp>
        <p:nvSpPr>
          <p:cNvPr id="39" name="직사각형 38">
            <a:extLst>
              <a:ext uri="{FF2B5EF4-FFF2-40B4-BE49-F238E27FC236}">
                <a16:creationId xmlns:a16="http://schemas.microsoft.com/office/drawing/2014/main" id="{55172D89-5BAF-3CBD-047A-0E60209EDDE8}"/>
              </a:ext>
            </a:extLst>
          </p:cNvPr>
          <p:cNvSpPr/>
          <p:nvPr/>
        </p:nvSpPr>
        <p:spPr>
          <a:xfrm rot="16200000" flipV="1">
            <a:off x="4510162" y="2741912"/>
            <a:ext cx="98385" cy="343522"/>
          </a:xfrm>
          <a:prstGeom prst="rect">
            <a:avLst/>
          </a:prstGeom>
          <a:solidFill>
            <a:srgbClr val="FFFF0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>
              <a:solidFill>
                <a:schemeClr val="tx1"/>
              </a:solidFill>
            </a:endParaRPr>
          </a:p>
        </p:txBody>
      </p:sp>
      <p:grpSp>
        <p:nvGrpSpPr>
          <p:cNvPr id="40" name="그룹 39">
            <a:extLst>
              <a:ext uri="{FF2B5EF4-FFF2-40B4-BE49-F238E27FC236}">
                <a16:creationId xmlns:a16="http://schemas.microsoft.com/office/drawing/2014/main" id="{8DE0A1D0-B0A1-A8C3-F8E0-E8C55F048545}"/>
              </a:ext>
            </a:extLst>
          </p:cNvPr>
          <p:cNvGrpSpPr/>
          <p:nvPr/>
        </p:nvGrpSpPr>
        <p:grpSpPr>
          <a:xfrm>
            <a:off x="8134154" y="4328434"/>
            <a:ext cx="100923" cy="1356633"/>
            <a:chOff x="4735802" y="4662002"/>
            <a:chExt cx="100923" cy="1356633"/>
          </a:xfrm>
        </p:grpSpPr>
        <p:sp>
          <p:nvSpPr>
            <p:cNvPr id="41" name="타원 40">
              <a:extLst>
                <a:ext uri="{FF2B5EF4-FFF2-40B4-BE49-F238E27FC236}">
                  <a16:creationId xmlns:a16="http://schemas.microsoft.com/office/drawing/2014/main" id="{550E717B-8CFF-37DC-C4D9-FFE662B449DF}"/>
                </a:ext>
              </a:extLst>
            </p:cNvPr>
            <p:cNvSpPr/>
            <p:nvPr/>
          </p:nvSpPr>
          <p:spPr>
            <a:xfrm>
              <a:off x="4737834" y="4662002"/>
              <a:ext cx="98385" cy="98385"/>
            </a:xfrm>
            <a:prstGeom prst="ellipse">
              <a:avLst/>
            </a:prstGeom>
            <a:solidFill>
              <a:srgbClr val="FF0000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>
                <a:solidFill>
                  <a:schemeClr val="tx1"/>
                </a:solidFill>
              </a:endParaRPr>
            </a:p>
          </p:txBody>
        </p:sp>
        <p:sp>
          <p:nvSpPr>
            <p:cNvPr id="42" name="타원 41">
              <a:extLst>
                <a:ext uri="{FF2B5EF4-FFF2-40B4-BE49-F238E27FC236}">
                  <a16:creationId xmlns:a16="http://schemas.microsoft.com/office/drawing/2014/main" id="{88F41EE4-8B01-706F-DC57-B83DE10725E6}"/>
                </a:ext>
              </a:extLst>
            </p:cNvPr>
            <p:cNvSpPr/>
            <p:nvPr/>
          </p:nvSpPr>
          <p:spPr>
            <a:xfrm>
              <a:off x="4735802" y="5291218"/>
              <a:ext cx="98385" cy="98385"/>
            </a:xfrm>
            <a:prstGeom prst="ellipse">
              <a:avLst/>
            </a:prstGeom>
            <a:solidFill>
              <a:srgbClr val="FF0000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>
                <a:solidFill>
                  <a:schemeClr val="tx1"/>
                </a:solidFill>
              </a:endParaRPr>
            </a:p>
          </p:txBody>
        </p:sp>
        <p:sp>
          <p:nvSpPr>
            <p:cNvPr id="43" name="타원 42">
              <a:extLst>
                <a:ext uri="{FF2B5EF4-FFF2-40B4-BE49-F238E27FC236}">
                  <a16:creationId xmlns:a16="http://schemas.microsoft.com/office/drawing/2014/main" id="{03BDC3F5-F5C7-2339-0BD5-4D9BF846100F}"/>
                </a:ext>
              </a:extLst>
            </p:cNvPr>
            <p:cNvSpPr/>
            <p:nvPr/>
          </p:nvSpPr>
          <p:spPr>
            <a:xfrm>
              <a:off x="4738340" y="5920250"/>
              <a:ext cx="98385" cy="98385"/>
            </a:xfrm>
            <a:prstGeom prst="ellipse">
              <a:avLst/>
            </a:prstGeom>
            <a:solidFill>
              <a:srgbClr val="FF0000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>
                <a:solidFill>
                  <a:schemeClr val="tx1"/>
                </a:solidFill>
              </a:endParaRPr>
            </a:p>
          </p:txBody>
        </p:sp>
      </p:grpSp>
      <p:grpSp>
        <p:nvGrpSpPr>
          <p:cNvPr id="44" name="그룹 43">
            <a:extLst>
              <a:ext uri="{FF2B5EF4-FFF2-40B4-BE49-F238E27FC236}">
                <a16:creationId xmlns:a16="http://schemas.microsoft.com/office/drawing/2014/main" id="{8285165D-1CCC-9C9E-8035-20095746933B}"/>
              </a:ext>
            </a:extLst>
          </p:cNvPr>
          <p:cNvGrpSpPr/>
          <p:nvPr/>
        </p:nvGrpSpPr>
        <p:grpSpPr>
          <a:xfrm>
            <a:off x="6186254" y="4345865"/>
            <a:ext cx="100923" cy="1356633"/>
            <a:chOff x="4735802" y="4662002"/>
            <a:chExt cx="100923" cy="1356633"/>
          </a:xfrm>
        </p:grpSpPr>
        <p:sp>
          <p:nvSpPr>
            <p:cNvPr id="45" name="타원 44">
              <a:extLst>
                <a:ext uri="{FF2B5EF4-FFF2-40B4-BE49-F238E27FC236}">
                  <a16:creationId xmlns:a16="http://schemas.microsoft.com/office/drawing/2014/main" id="{BC8E88C3-FB89-6CB1-0380-7F5389AAA3AF}"/>
                </a:ext>
              </a:extLst>
            </p:cNvPr>
            <p:cNvSpPr/>
            <p:nvPr/>
          </p:nvSpPr>
          <p:spPr>
            <a:xfrm>
              <a:off x="4737834" y="4662002"/>
              <a:ext cx="98385" cy="98385"/>
            </a:xfrm>
            <a:prstGeom prst="ellipse">
              <a:avLst/>
            </a:prstGeom>
            <a:solidFill>
              <a:srgbClr val="FF0000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>
                <a:solidFill>
                  <a:schemeClr val="tx1"/>
                </a:solidFill>
              </a:endParaRPr>
            </a:p>
          </p:txBody>
        </p:sp>
        <p:sp>
          <p:nvSpPr>
            <p:cNvPr id="46" name="타원 45">
              <a:extLst>
                <a:ext uri="{FF2B5EF4-FFF2-40B4-BE49-F238E27FC236}">
                  <a16:creationId xmlns:a16="http://schemas.microsoft.com/office/drawing/2014/main" id="{FC9539D3-28CB-BD28-5EE9-AB809F2E3CF8}"/>
                </a:ext>
              </a:extLst>
            </p:cNvPr>
            <p:cNvSpPr/>
            <p:nvPr/>
          </p:nvSpPr>
          <p:spPr>
            <a:xfrm>
              <a:off x="4735802" y="5291218"/>
              <a:ext cx="98385" cy="98385"/>
            </a:xfrm>
            <a:prstGeom prst="ellipse">
              <a:avLst/>
            </a:prstGeom>
            <a:solidFill>
              <a:srgbClr val="FF0000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>
                <a:solidFill>
                  <a:schemeClr val="tx1"/>
                </a:solidFill>
              </a:endParaRPr>
            </a:p>
          </p:txBody>
        </p:sp>
        <p:sp>
          <p:nvSpPr>
            <p:cNvPr id="47" name="타원 46">
              <a:extLst>
                <a:ext uri="{FF2B5EF4-FFF2-40B4-BE49-F238E27FC236}">
                  <a16:creationId xmlns:a16="http://schemas.microsoft.com/office/drawing/2014/main" id="{9093FFEF-07B4-0C68-03F1-AC593BA084D4}"/>
                </a:ext>
              </a:extLst>
            </p:cNvPr>
            <p:cNvSpPr/>
            <p:nvPr/>
          </p:nvSpPr>
          <p:spPr>
            <a:xfrm>
              <a:off x="4738340" y="5920250"/>
              <a:ext cx="98385" cy="98385"/>
            </a:xfrm>
            <a:prstGeom prst="ellipse">
              <a:avLst/>
            </a:prstGeom>
            <a:solidFill>
              <a:srgbClr val="FF0000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>
                <a:solidFill>
                  <a:schemeClr val="tx1"/>
                </a:solidFill>
              </a:endParaRPr>
            </a:p>
          </p:txBody>
        </p:sp>
      </p:grpSp>
      <p:sp>
        <p:nvSpPr>
          <p:cNvPr id="49" name="직사각형 48">
            <a:extLst>
              <a:ext uri="{FF2B5EF4-FFF2-40B4-BE49-F238E27FC236}">
                <a16:creationId xmlns:a16="http://schemas.microsoft.com/office/drawing/2014/main" id="{FDDE4B0E-8EC7-AB38-EC16-1128947D179F}"/>
              </a:ext>
            </a:extLst>
          </p:cNvPr>
          <p:cNvSpPr/>
          <p:nvPr/>
        </p:nvSpPr>
        <p:spPr>
          <a:xfrm rot="16200000" flipV="1">
            <a:off x="9869564" y="2394957"/>
            <a:ext cx="98385" cy="343522"/>
          </a:xfrm>
          <a:prstGeom prst="rect">
            <a:avLst/>
          </a:prstGeom>
          <a:solidFill>
            <a:srgbClr val="FFFF0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>
              <a:solidFill>
                <a:schemeClr val="tx1"/>
              </a:solidFill>
            </a:endParaRPr>
          </a:p>
        </p:txBody>
      </p:sp>
      <p:sp>
        <p:nvSpPr>
          <p:cNvPr id="6" name="직사각형 5">
            <a:extLst>
              <a:ext uri="{FF2B5EF4-FFF2-40B4-BE49-F238E27FC236}">
                <a16:creationId xmlns:a16="http://schemas.microsoft.com/office/drawing/2014/main" id="{F71B4487-8DA3-1ED9-849F-C835F1698C01}"/>
              </a:ext>
            </a:extLst>
          </p:cNvPr>
          <p:cNvSpPr/>
          <p:nvPr/>
        </p:nvSpPr>
        <p:spPr>
          <a:xfrm>
            <a:off x="5920594" y="4456950"/>
            <a:ext cx="191222" cy="1464425"/>
          </a:xfrm>
          <a:prstGeom prst="rect">
            <a:avLst/>
          </a:prstGeom>
          <a:solidFill>
            <a:schemeClr val="accent1">
              <a:lumMod val="40000"/>
              <a:lumOff val="6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050" b="1" err="1"/>
              <a:t>가벽</a:t>
            </a:r>
            <a:endParaRPr lang="ko-KR" altLang="en-US" sz="1050" b="1"/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F0DA4A3E-BB2A-C6F1-5B4C-206055D6B26C}"/>
              </a:ext>
            </a:extLst>
          </p:cNvPr>
          <p:cNvSpPr txBox="1"/>
          <p:nvPr/>
        </p:nvSpPr>
        <p:spPr>
          <a:xfrm>
            <a:off x="4682972" y="6416299"/>
            <a:ext cx="1988045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sz="1400" b="1" err="1">
                <a:highlight>
                  <a:srgbClr val="FFFF00"/>
                </a:highlight>
              </a:rPr>
              <a:t>가벽</a:t>
            </a:r>
            <a:r>
              <a:rPr lang="ko-KR" altLang="en-US" sz="1400" b="1">
                <a:highlight>
                  <a:srgbClr val="FFFF00"/>
                </a:highlight>
              </a:rPr>
              <a:t> 있나 확인 필요함</a:t>
            </a:r>
          </a:p>
        </p:txBody>
      </p:sp>
      <p:sp>
        <p:nvSpPr>
          <p:cNvPr id="15" name="화살표: 위쪽 14">
            <a:extLst>
              <a:ext uri="{FF2B5EF4-FFF2-40B4-BE49-F238E27FC236}">
                <a16:creationId xmlns:a16="http://schemas.microsoft.com/office/drawing/2014/main" id="{2244FF4A-6053-35B2-245F-2EFCC4F31994}"/>
              </a:ext>
            </a:extLst>
          </p:cNvPr>
          <p:cNvSpPr/>
          <p:nvPr/>
        </p:nvSpPr>
        <p:spPr>
          <a:xfrm>
            <a:off x="5920594" y="5940425"/>
            <a:ext cx="162296" cy="500171"/>
          </a:xfrm>
          <a:prstGeom prst="up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pic>
        <p:nvPicPr>
          <p:cNvPr id="7" name="그림 6" descr="텍스트, 스크린샷이(가) 표시된 사진&#10;&#10;AI 생성 콘텐츠는 정확하지 않을 수 있습니다.">
            <a:extLst>
              <a:ext uri="{FF2B5EF4-FFF2-40B4-BE49-F238E27FC236}">
                <a16:creationId xmlns:a16="http://schemas.microsoft.com/office/drawing/2014/main" id="{FA288F5A-5774-F8A5-436D-9477338BB245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92094" y="2627827"/>
            <a:ext cx="1778731" cy="1466673"/>
          </a:xfrm>
          <a:prstGeom prst="rect">
            <a:avLst/>
          </a:prstGeom>
        </p:spPr>
      </p:pic>
      <p:sp>
        <p:nvSpPr>
          <p:cNvPr id="18" name="직사각형 17">
            <a:extLst>
              <a:ext uri="{FF2B5EF4-FFF2-40B4-BE49-F238E27FC236}">
                <a16:creationId xmlns:a16="http://schemas.microsoft.com/office/drawing/2014/main" id="{2584785B-B52F-D02B-E9C2-C1648B2DBF98}"/>
              </a:ext>
            </a:extLst>
          </p:cNvPr>
          <p:cNvSpPr/>
          <p:nvPr/>
        </p:nvSpPr>
        <p:spPr>
          <a:xfrm rot="5400000">
            <a:off x="5434207" y="5413354"/>
            <a:ext cx="102820" cy="869955"/>
          </a:xfrm>
          <a:prstGeom prst="rect">
            <a:avLst/>
          </a:prstGeom>
          <a:solidFill>
            <a:srgbClr val="00B05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>
              <a:solidFill>
                <a:schemeClr val="tx1"/>
              </a:solidFill>
            </a:endParaRPr>
          </a:p>
        </p:txBody>
      </p:sp>
      <p:grpSp>
        <p:nvGrpSpPr>
          <p:cNvPr id="19" name="그룹 18">
            <a:extLst>
              <a:ext uri="{FF2B5EF4-FFF2-40B4-BE49-F238E27FC236}">
                <a16:creationId xmlns:a16="http://schemas.microsoft.com/office/drawing/2014/main" id="{3BCA4F86-E46E-966E-9A9F-25E1C0D0D44B}"/>
              </a:ext>
            </a:extLst>
          </p:cNvPr>
          <p:cNvGrpSpPr/>
          <p:nvPr/>
        </p:nvGrpSpPr>
        <p:grpSpPr>
          <a:xfrm>
            <a:off x="4795876" y="3756293"/>
            <a:ext cx="764953" cy="273636"/>
            <a:chOff x="2052531" y="808997"/>
            <a:chExt cx="764953" cy="273636"/>
          </a:xfrm>
        </p:grpSpPr>
        <p:sp>
          <p:nvSpPr>
            <p:cNvPr id="20" name="TextBox 19">
              <a:extLst>
                <a:ext uri="{FF2B5EF4-FFF2-40B4-BE49-F238E27FC236}">
                  <a16:creationId xmlns:a16="http://schemas.microsoft.com/office/drawing/2014/main" id="{BFD0F4C7-3476-7C72-D2F6-AF93C42D6D94}"/>
                </a:ext>
              </a:extLst>
            </p:cNvPr>
            <p:cNvSpPr txBox="1"/>
            <p:nvPr/>
          </p:nvSpPr>
          <p:spPr>
            <a:xfrm>
              <a:off x="2052531" y="897967"/>
              <a:ext cx="764953" cy="184666"/>
            </a:xfrm>
            <a:prstGeom prst="rect">
              <a:avLst/>
            </a:prstGeom>
            <a:solidFill>
              <a:schemeClr val="bg1">
                <a:lumMod val="95000"/>
              </a:schemeClr>
            </a:solidFill>
          </p:spPr>
          <p:txBody>
            <a:bodyPr wrap="none" rtlCol="0">
              <a:spAutoFit/>
            </a:bodyPr>
            <a:lstStyle/>
            <a:p>
              <a:r>
                <a:rPr lang="ko-KR" altLang="en-US" sz="600" b="1"/>
                <a:t>서비스 조명 </a:t>
              </a:r>
              <a:r>
                <a:rPr lang="en-US" altLang="ko-KR" sz="600" b="1"/>
                <a:t>2EA</a:t>
              </a:r>
              <a:endParaRPr lang="ko-KR" altLang="en-US" sz="600" b="1"/>
            </a:p>
          </p:txBody>
        </p:sp>
        <p:grpSp>
          <p:nvGrpSpPr>
            <p:cNvPr id="21" name="그룹 20">
              <a:extLst>
                <a:ext uri="{FF2B5EF4-FFF2-40B4-BE49-F238E27FC236}">
                  <a16:creationId xmlns:a16="http://schemas.microsoft.com/office/drawing/2014/main" id="{6F01BCB9-E265-5DDB-B19E-61AD7B4FCDBF}"/>
                </a:ext>
              </a:extLst>
            </p:cNvPr>
            <p:cNvGrpSpPr/>
            <p:nvPr/>
          </p:nvGrpSpPr>
          <p:grpSpPr>
            <a:xfrm rot="5400000">
              <a:off x="2382760" y="491467"/>
              <a:ext cx="98800" cy="733859"/>
              <a:chOff x="4737848" y="4877902"/>
              <a:chExt cx="98800" cy="733859"/>
            </a:xfrm>
            <a:solidFill>
              <a:srgbClr val="FF00FF"/>
            </a:solidFill>
          </p:grpSpPr>
          <p:sp>
            <p:nvSpPr>
              <p:cNvPr id="22" name="타원 21">
                <a:extLst>
                  <a:ext uri="{FF2B5EF4-FFF2-40B4-BE49-F238E27FC236}">
                    <a16:creationId xmlns:a16="http://schemas.microsoft.com/office/drawing/2014/main" id="{8E7D2E51-CC42-EB8D-6FDD-C4EAFF356FAE}"/>
                  </a:ext>
                </a:extLst>
              </p:cNvPr>
              <p:cNvSpPr/>
              <p:nvPr/>
            </p:nvSpPr>
            <p:spPr>
              <a:xfrm>
                <a:off x="4737848" y="4877902"/>
                <a:ext cx="98385" cy="98385"/>
              </a:xfrm>
              <a:prstGeom prst="ellipse">
                <a:avLst/>
              </a:prstGeom>
              <a:grpFill/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>
                  <a:solidFill>
                    <a:schemeClr val="tx1"/>
                  </a:solidFill>
                </a:endParaRPr>
              </a:p>
            </p:txBody>
          </p:sp>
          <p:sp>
            <p:nvSpPr>
              <p:cNvPr id="23" name="타원 22">
                <a:extLst>
                  <a:ext uri="{FF2B5EF4-FFF2-40B4-BE49-F238E27FC236}">
                    <a16:creationId xmlns:a16="http://schemas.microsoft.com/office/drawing/2014/main" id="{2DA5F0A2-775E-EFCF-B2F1-F3F8F34397C4}"/>
                  </a:ext>
                </a:extLst>
              </p:cNvPr>
              <p:cNvSpPr/>
              <p:nvPr/>
            </p:nvSpPr>
            <p:spPr>
              <a:xfrm>
                <a:off x="4738263" y="5513376"/>
                <a:ext cx="98385" cy="98385"/>
              </a:xfrm>
              <a:prstGeom prst="ellipse">
                <a:avLst/>
              </a:prstGeom>
              <a:grpFill/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>
                  <a:solidFill>
                    <a:schemeClr val="tx1"/>
                  </a:solidFill>
                </a:endParaRPr>
              </a:p>
            </p:txBody>
          </p:sp>
        </p:grpSp>
      </p:grpSp>
      <p:pic>
        <p:nvPicPr>
          <p:cNvPr id="25" name="그림 24" descr="텍스트, 스크린샷, 직사각형, 종이 제품이(가) 표시된 사진&#10;&#10;자동 생성된 설명">
            <a:extLst>
              <a:ext uri="{FF2B5EF4-FFF2-40B4-BE49-F238E27FC236}">
                <a16:creationId xmlns:a16="http://schemas.microsoft.com/office/drawing/2014/main" id="{8A94670F-5B6B-510F-0914-675B2B183B97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6640" y="4291480"/>
            <a:ext cx="1795364" cy="179536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45857647"/>
      </p:ext>
    </p:extLst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9C12F8E-434A-C19D-BFBB-E00B9F33DE1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그림 2">
            <a:extLst>
              <a:ext uri="{FF2B5EF4-FFF2-40B4-BE49-F238E27FC236}">
                <a16:creationId xmlns:a16="http://schemas.microsoft.com/office/drawing/2014/main" id="{AF5602D4-22F7-51CF-2573-C4DBBFE0F49D}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/>
        </p:nvPicPr>
        <p:blipFill>
          <a:blip r:embed="rId2">
            <a:alphaModFix amt="70000"/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saturation sat="0"/>
                    </a14:imgEffect>
                  </a14:imgLayer>
                </a14:imgProps>
              </a:ext>
            </a:extLst>
          </a:blip>
          <a:stretch>
            <a:fillRect/>
          </a:stretch>
        </p:blipFill>
        <p:spPr>
          <a:xfrm>
            <a:off x="1836279" y="590334"/>
            <a:ext cx="8819021" cy="5677332"/>
          </a:xfrm>
          <a:prstGeom prst="rect">
            <a:avLst/>
          </a:prstGeom>
        </p:spPr>
      </p:pic>
      <mc:AlternateContent xmlns:mc="http://schemas.openxmlformats.org/markup-compatibility/2006">
        <mc:Choice xmlns:a14="http://schemas.microsoft.com/office/drawing/2010/main" Requires="a14">
          <p:sp>
            <p:nvSpPr>
              <p:cNvPr id="4" name="TextBox 3">
                <a:extLst>
                  <a:ext uri="{FF2B5EF4-FFF2-40B4-BE49-F238E27FC236}">
                    <a16:creationId xmlns:a16="http://schemas.microsoft.com/office/drawing/2014/main" id="{F1161727-2804-E8A5-4D10-51EDF5F05169}"/>
                  </a:ext>
                </a:extLst>
              </p:cNvPr>
              <p:cNvSpPr txBox="1"/>
              <p:nvPr/>
            </p:nvSpPr>
            <p:spPr>
              <a:xfrm>
                <a:off x="10152689" y="1075737"/>
                <a:ext cx="1762781" cy="407099"/>
              </a:xfrm>
              <a:prstGeom prst="rect">
                <a:avLst/>
              </a:prstGeom>
              <a:noFill/>
            </p:spPr>
            <p:txBody>
              <a:bodyPr wrap="square">
                <a:spAutoFit/>
                <a:scene3d>
                  <a:camera prst="orthographicFront"/>
                  <a:lightRig rig="harsh" dir="t"/>
                </a:scene3d>
                <a:sp3d extrusionH="57150" prstMaterial="matte">
                  <a:bevelT w="63500" h="12700" prst="angle"/>
                  <a:contourClr>
                    <a:schemeClr val="bg1">
                      <a:lumMod val="65000"/>
                    </a:schemeClr>
                  </a:contourClr>
                </a:sp3d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right"/>
                    </m:oMathParaPr>
                    <m:oMath xmlns:m="http://schemas.openxmlformats.org/officeDocument/2006/math">
                      <m:sSup>
                        <m:sSupPr>
                          <m:ctrlPr>
                            <a:rPr lang="en-US" altLang="ko-KR" sz="2000" b="1" i="1" u="none" strike="noStrike" smtClean="0">
                              <a:ln/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altLang="ko-KR" sz="2000" b="1" i="1" u="none" strike="noStrike" smtClean="0">
                              <a:ln/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𝟖𝟒</m:t>
                          </m:r>
                          <m:r>
                            <a:rPr lang="en-US" altLang="ko-KR" sz="2000" b="1" i="1" u="none" strike="noStrike" smtClean="0">
                              <a:ln/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𝑩𝒎</m:t>
                          </m:r>
                        </m:e>
                        <m:sup>
                          <m:r>
                            <a:rPr lang="en-US" altLang="ko-KR" sz="2000" b="1" i="1" u="none" strike="noStrike" smtClean="0">
                              <a:ln/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𝟐</m:t>
                          </m:r>
                        </m:sup>
                      </m:sSup>
                    </m:oMath>
                  </m:oMathPara>
                </a14:m>
                <a:endParaRPr lang="ko-KR" altLang="en-US" sz="2000" b="1">
                  <a:ln/>
                  <a:solidFill>
                    <a:schemeClr val="tx1"/>
                  </a:solidFill>
                </a:endParaRPr>
              </a:p>
            </p:txBody>
          </p:sp>
        </mc:Choice>
        <mc:Fallback>
          <p:sp>
            <p:nvSpPr>
              <p:cNvPr id="4" name="TextBox 3">
                <a:extLst>
                  <a:ext uri="{FF2B5EF4-FFF2-40B4-BE49-F238E27FC236}">
                    <a16:creationId xmlns:a16="http://schemas.microsoft.com/office/drawing/2014/main" id="{F1161727-2804-E8A5-4D10-51EDF5F05169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0152689" y="1075737"/>
                <a:ext cx="1762781" cy="407099"/>
              </a:xfrm>
              <a:prstGeom prst="rect">
                <a:avLst/>
              </a:prstGeom>
              <a:blipFill>
                <a:blip r:embed="rId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5" name="TextBox 4">
            <a:extLst>
              <a:ext uri="{FF2B5EF4-FFF2-40B4-BE49-F238E27FC236}">
                <a16:creationId xmlns:a16="http://schemas.microsoft.com/office/drawing/2014/main" id="{06C6500E-B3CB-BD98-8738-1C8D4E16B14D}"/>
              </a:ext>
            </a:extLst>
          </p:cNvPr>
          <p:cNvSpPr txBox="1"/>
          <p:nvPr/>
        </p:nvSpPr>
        <p:spPr>
          <a:xfrm>
            <a:off x="1870318" y="353253"/>
            <a:ext cx="8452551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 sz="2000" b="1"/>
              <a:t>84B</a:t>
            </a:r>
            <a:r>
              <a:rPr lang="ko-KR" altLang="en-US" sz="2000" b="1"/>
              <a:t>타입 간접</a:t>
            </a:r>
            <a:r>
              <a:rPr lang="en-US" altLang="ko-KR" sz="2000" b="1"/>
              <a:t>A /</a:t>
            </a:r>
            <a:r>
              <a:rPr lang="ko-KR" altLang="en-US" sz="2000" b="1"/>
              <a:t>간접</a:t>
            </a:r>
            <a:r>
              <a:rPr lang="en-US" altLang="ko-KR" sz="2000" b="1"/>
              <a:t> </a:t>
            </a:r>
            <a:r>
              <a:rPr lang="ko-KR" altLang="en-US" sz="2000" b="1"/>
              <a:t>센서 </a:t>
            </a:r>
            <a:r>
              <a:rPr lang="en-US" altLang="ko-KR" sz="2000" b="1"/>
              <a:t>SET</a:t>
            </a:r>
          </a:p>
        </p:txBody>
      </p:sp>
      <p:sp>
        <p:nvSpPr>
          <p:cNvPr id="8" name="직사각형 7">
            <a:extLst>
              <a:ext uri="{FF2B5EF4-FFF2-40B4-BE49-F238E27FC236}">
                <a16:creationId xmlns:a16="http://schemas.microsoft.com/office/drawing/2014/main" id="{5BFC8EC2-4B1A-5FC3-CA7A-53130C0D16C9}"/>
              </a:ext>
            </a:extLst>
          </p:cNvPr>
          <p:cNvSpPr/>
          <p:nvPr/>
        </p:nvSpPr>
        <p:spPr>
          <a:xfrm rot="5400000">
            <a:off x="7180821" y="5029738"/>
            <a:ext cx="102820" cy="1630245"/>
          </a:xfrm>
          <a:prstGeom prst="rect">
            <a:avLst/>
          </a:prstGeom>
          <a:solidFill>
            <a:srgbClr val="FF000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>
              <a:solidFill>
                <a:schemeClr val="tx1"/>
              </a:solidFill>
            </a:endParaRPr>
          </a:p>
        </p:txBody>
      </p:sp>
      <p:sp>
        <p:nvSpPr>
          <p:cNvPr id="9" name="사각형: 둥근 모서리 8">
            <a:extLst>
              <a:ext uri="{FF2B5EF4-FFF2-40B4-BE49-F238E27FC236}">
                <a16:creationId xmlns:a16="http://schemas.microsoft.com/office/drawing/2014/main" id="{218CB636-1866-7D8E-93C0-3F05ACCEADE0}"/>
              </a:ext>
            </a:extLst>
          </p:cNvPr>
          <p:cNvSpPr/>
          <p:nvPr/>
        </p:nvSpPr>
        <p:spPr>
          <a:xfrm>
            <a:off x="6710006" y="4436635"/>
            <a:ext cx="1092978" cy="1103860"/>
          </a:xfrm>
          <a:prstGeom prst="roundRect">
            <a:avLst>
              <a:gd name="adj" fmla="val 0"/>
            </a:avLst>
          </a:prstGeom>
          <a:noFill/>
          <a:ln w="38100">
            <a:solidFill>
              <a:srgbClr val="FFC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>
              <a:solidFill>
                <a:schemeClr val="tx1"/>
              </a:solidFill>
            </a:endParaRP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FEF55AC0-7D0A-5A7E-FC00-46B842A3B18F}"/>
              </a:ext>
            </a:extLst>
          </p:cNvPr>
          <p:cNvSpPr txBox="1"/>
          <p:nvPr/>
        </p:nvSpPr>
        <p:spPr>
          <a:xfrm>
            <a:off x="6284639" y="3871467"/>
            <a:ext cx="1891732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ko-KR" altLang="en-US" sz="1000" b="1"/>
              <a:t>전자식스위치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EF21475B-661F-D2D5-B267-B2EC3FAA1284}"/>
              </a:ext>
            </a:extLst>
          </p:cNvPr>
          <p:cNvSpPr txBox="1"/>
          <p:nvPr/>
        </p:nvSpPr>
        <p:spPr>
          <a:xfrm>
            <a:off x="112365" y="770606"/>
            <a:ext cx="3264447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800">
                <a:solidFill>
                  <a:srgbClr val="FF0000"/>
                </a:solidFill>
              </a:rPr>
              <a:t>**</a:t>
            </a:r>
            <a:r>
              <a:rPr lang="ko-KR" altLang="en-US" sz="800">
                <a:solidFill>
                  <a:srgbClr val="FF0000"/>
                </a:solidFill>
              </a:rPr>
              <a:t>스위치 연결을 위해 별도의 </a:t>
            </a:r>
            <a:r>
              <a:rPr lang="ko-KR" altLang="en-US" sz="800" err="1">
                <a:solidFill>
                  <a:srgbClr val="FF0000"/>
                </a:solidFill>
              </a:rPr>
              <a:t>타공이</a:t>
            </a:r>
            <a:r>
              <a:rPr lang="ko-KR" altLang="en-US" sz="800">
                <a:solidFill>
                  <a:srgbClr val="FF0000"/>
                </a:solidFill>
              </a:rPr>
              <a:t> 필요할 수 </a:t>
            </a:r>
            <a:endParaRPr lang="en-US" altLang="ko-KR" sz="800">
              <a:solidFill>
                <a:srgbClr val="FF0000"/>
              </a:solidFill>
            </a:endParaRPr>
          </a:p>
          <a:p>
            <a:r>
              <a:rPr lang="ko-KR" altLang="en-US" sz="800">
                <a:solidFill>
                  <a:srgbClr val="FF0000"/>
                </a:solidFill>
              </a:rPr>
              <a:t>있으며</a:t>
            </a:r>
            <a:r>
              <a:rPr lang="en-US" altLang="ko-KR" sz="800">
                <a:solidFill>
                  <a:srgbClr val="FF0000"/>
                </a:solidFill>
              </a:rPr>
              <a:t> </a:t>
            </a:r>
            <a:r>
              <a:rPr lang="ko-KR" altLang="en-US" sz="800">
                <a:solidFill>
                  <a:srgbClr val="FF0000"/>
                </a:solidFill>
              </a:rPr>
              <a:t>공스피커로 마감 될 수도 있음</a:t>
            </a:r>
            <a:endParaRPr lang="en-US" altLang="ko-KR" sz="800">
              <a:solidFill>
                <a:srgbClr val="FF0000"/>
              </a:solidFill>
            </a:endParaRPr>
          </a:p>
        </p:txBody>
      </p:sp>
      <p:grpSp>
        <p:nvGrpSpPr>
          <p:cNvPr id="26" name="그룹 25">
            <a:extLst>
              <a:ext uri="{FF2B5EF4-FFF2-40B4-BE49-F238E27FC236}">
                <a16:creationId xmlns:a16="http://schemas.microsoft.com/office/drawing/2014/main" id="{0E4A2921-BDE2-6EBA-B584-0919AC681CD6}"/>
              </a:ext>
            </a:extLst>
          </p:cNvPr>
          <p:cNvGrpSpPr/>
          <p:nvPr/>
        </p:nvGrpSpPr>
        <p:grpSpPr>
          <a:xfrm rot="5400000">
            <a:off x="3884810" y="3871479"/>
            <a:ext cx="99451" cy="545492"/>
            <a:chOff x="5324822" y="4538198"/>
            <a:chExt cx="99451" cy="545492"/>
          </a:xfrm>
        </p:grpSpPr>
        <p:sp>
          <p:nvSpPr>
            <p:cNvPr id="27" name="타원 26">
              <a:extLst>
                <a:ext uri="{FF2B5EF4-FFF2-40B4-BE49-F238E27FC236}">
                  <a16:creationId xmlns:a16="http://schemas.microsoft.com/office/drawing/2014/main" id="{F8F8A39F-4C5C-F79E-DB20-DF087981FCE3}"/>
                </a:ext>
              </a:extLst>
            </p:cNvPr>
            <p:cNvSpPr/>
            <p:nvPr/>
          </p:nvSpPr>
          <p:spPr>
            <a:xfrm>
              <a:off x="5325888" y="4538198"/>
              <a:ext cx="98385" cy="98385"/>
            </a:xfrm>
            <a:prstGeom prst="ellipse">
              <a:avLst/>
            </a:prstGeom>
            <a:solidFill>
              <a:srgbClr val="FF0000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>
                <a:solidFill>
                  <a:schemeClr val="tx1"/>
                </a:solidFill>
              </a:endParaRPr>
            </a:p>
          </p:txBody>
        </p:sp>
        <p:sp>
          <p:nvSpPr>
            <p:cNvPr id="28" name="타원 27">
              <a:extLst>
                <a:ext uri="{FF2B5EF4-FFF2-40B4-BE49-F238E27FC236}">
                  <a16:creationId xmlns:a16="http://schemas.microsoft.com/office/drawing/2014/main" id="{9D062106-5314-F1B6-F9A9-E79EFE858E61}"/>
                </a:ext>
              </a:extLst>
            </p:cNvPr>
            <p:cNvSpPr/>
            <p:nvPr/>
          </p:nvSpPr>
          <p:spPr>
            <a:xfrm>
              <a:off x="5324822" y="4985305"/>
              <a:ext cx="98385" cy="98385"/>
            </a:xfrm>
            <a:prstGeom prst="ellipse">
              <a:avLst/>
            </a:prstGeom>
            <a:solidFill>
              <a:srgbClr val="FF0000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>
                <a:solidFill>
                  <a:schemeClr val="tx1"/>
                </a:solidFill>
              </a:endParaRPr>
            </a:p>
          </p:txBody>
        </p:sp>
      </p:grpSp>
      <p:sp>
        <p:nvSpPr>
          <p:cNvPr id="33" name="TextBox 13">
            <a:extLst>
              <a:ext uri="{FF2B5EF4-FFF2-40B4-BE49-F238E27FC236}">
                <a16:creationId xmlns:a16="http://schemas.microsoft.com/office/drawing/2014/main" id="{F95D7ABD-34AF-B8E8-1669-B8FFBA744053}"/>
              </a:ext>
            </a:extLst>
          </p:cNvPr>
          <p:cNvSpPr txBox="1"/>
          <p:nvPr/>
        </p:nvSpPr>
        <p:spPr>
          <a:xfrm>
            <a:off x="142074" y="1128948"/>
            <a:ext cx="1489510" cy="461665"/>
          </a:xfrm>
          <a:prstGeom prst="rect">
            <a:avLst/>
          </a:prstGeom>
          <a:solidFill>
            <a:schemeClr val="accent6">
              <a:lumMod val="20000"/>
              <a:lumOff val="80000"/>
            </a:schemeClr>
          </a:solidFill>
        </p:spPr>
        <p:txBody>
          <a:bodyPr wrap="none" rtlCol="0">
            <a:spAutoFit/>
          </a:bodyPr>
          <a:lstStyle>
            <a:defPPr>
              <a:defRPr lang="ko-KR"/>
            </a:defPPr>
            <a:lvl1pPr marL="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ko-KR" altLang="en-US" sz="800" b="1"/>
              <a:t>욕실 </a:t>
            </a:r>
            <a:r>
              <a:rPr lang="ko-KR" altLang="en-US" sz="800" b="1" err="1"/>
              <a:t>휴젠트여부에</a:t>
            </a:r>
            <a:r>
              <a:rPr lang="ko-KR" altLang="en-US" sz="800" b="1"/>
              <a:t> 대하여</a:t>
            </a:r>
            <a:endParaRPr lang="en-US" altLang="ko-KR" sz="800" b="1"/>
          </a:p>
          <a:p>
            <a:r>
              <a:rPr lang="ko-KR" altLang="en-US" sz="800" b="1"/>
              <a:t>기사분이 현장에서 파악하여</a:t>
            </a:r>
            <a:endParaRPr lang="en-US" altLang="ko-KR" sz="800" b="1"/>
          </a:p>
          <a:p>
            <a:r>
              <a:rPr lang="ko-KR" altLang="en-US" sz="800" b="1"/>
              <a:t>센서위치를 적용해드립니다</a:t>
            </a:r>
            <a:r>
              <a:rPr lang="en-US" altLang="ko-KR" sz="800" b="1"/>
              <a:t>.</a:t>
            </a:r>
            <a:endParaRPr lang="ko-KR" altLang="en-US" sz="800" b="1"/>
          </a:p>
        </p:txBody>
      </p:sp>
      <p:grpSp>
        <p:nvGrpSpPr>
          <p:cNvPr id="34" name="그룹 33">
            <a:extLst>
              <a:ext uri="{FF2B5EF4-FFF2-40B4-BE49-F238E27FC236}">
                <a16:creationId xmlns:a16="http://schemas.microsoft.com/office/drawing/2014/main" id="{B163ECEF-D3B6-F9EF-FD83-903C8F1E7AE3}"/>
              </a:ext>
            </a:extLst>
          </p:cNvPr>
          <p:cNvGrpSpPr/>
          <p:nvPr/>
        </p:nvGrpSpPr>
        <p:grpSpPr>
          <a:xfrm>
            <a:off x="166864" y="137559"/>
            <a:ext cx="2166761" cy="738664"/>
            <a:chOff x="209306" y="114311"/>
            <a:chExt cx="2166761" cy="742666"/>
          </a:xfrm>
        </p:grpSpPr>
        <p:sp>
          <p:nvSpPr>
            <p:cNvPr id="35" name="타원 34">
              <a:extLst>
                <a:ext uri="{FF2B5EF4-FFF2-40B4-BE49-F238E27FC236}">
                  <a16:creationId xmlns:a16="http://schemas.microsoft.com/office/drawing/2014/main" id="{00501A8E-4A1C-D169-32C4-7292857F276C}"/>
                </a:ext>
              </a:extLst>
            </p:cNvPr>
            <p:cNvSpPr/>
            <p:nvPr/>
          </p:nvSpPr>
          <p:spPr>
            <a:xfrm>
              <a:off x="209307" y="168341"/>
              <a:ext cx="98385" cy="98385"/>
            </a:xfrm>
            <a:prstGeom prst="ellipse">
              <a:avLst/>
            </a:prstGeom>
            <a:solidFill>
              <a:srgbClr val="FF0000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ko-KR"/>
              </a:defPPr>
              <a:lvl1pPr marL="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ko-KR" altLang="en-US">
                <a:solidFill>
                  <a:schemeClr val="tx1"/>
                </a:solidFill>
              </a:endParaRPr>
            </a:p>
          </p:txBody>
        </p:sp>
        <p:sp>
          <p:nvSpPr>
            <p:cNvPr id="36" name="타원 35">
              <a:extLst>
                <a:ext uri="{FF2B5EF4-FFF2-40B4-BE49-F238E27FC236}">
                  <a16:creationId xmlns:a16="http://schemas.microsoft.com/office/drawing/2014/main" id="{09311F68-45E0-6029-BC4E-5BB08A83F7F2}"/>
                </a:ext>
              </a:extLst>
            </p:cNvPr>
            <p:cNvSpPr/>
            <p:nvPr/>
          </p:nvSpPr>
          <p:spPr>
            <a:xfrm>
              <a:off x="209307" y="347436"/>
              <a:ext cx="98385" cy="98385"/>
            </a:xfrm>
            <a:prstGeom prst="ellipse">
              <a:avLst/>
            </a:prstGeom>
            <a:solidFill>
              <a:srgbClr val="FFFF00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ko-KR"/>
              </a:defPPr>
              <a:lvl1pPr marL="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ko-KR" altLang="en-US">
                <a:solidFill>
                  <a:schemeClr val="tx1"/>
                </a:solidFill>
              </a:endParaRPr>
            </a:p>
          </p:txBody>
        </p:sp>
        <p:sp>
          <p:nvSpPr>
            <p:cNvPr id="37" name="타원 36">
              <a:extLst>
                <a:ext uri="{FF2B5EF4-FFF2-40B4-BE49-F238E27FC236}">
                  <a16:creationId xmlns:a16="http://schemas.microsoft.com/office/drawing/2014/main" id="{1B38566A-A758-BB63-7F17-7FD0504490F3}"/>
                </a:ext>
              </a:extLst>
            </p:cNvPr>
            <p:cNvSpPr/>
            <p:nvPr/>
          </p:nvSpPr>
          <p:spPr>
            <a:xfrm>
              <a:off x="209306" y="573831"/>
              <a:ext cx="98385" cy="98385"/>
            </a:xfrm>
            <a:prstGeom prst="ellipse">
              <a:avLst/>
            </a:prstGeom>
            <a:solidFill>
              <a:srgbClr val="FFC000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ko-KR"/>
              </a:defPPr>
              <a:lvl1pPr marL="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ko-KR" altLang="en-US">
                <a:solidFill>
                  <a:schemeClr val="tx1"/>
                </a:solidFill>
              </a:endParaRPr>
            </a:p>
          </p:txBody>
        </p:sp>
        <p:sp>
          <p:nvSpPr>
            <p:cNvPr id="38" name="TextBox 11">
              <a:extLst>
                <a:ext uri="{FF2B5EF4-FFF2-40B4-BE49-F238E27FC236}">
                  <a16:creationId xmlns:a16="http://schemas.microsoft.com/office/drawing/2014/main" id="{FB7169BB-6E18-0D0F-4D03-1307CF7736D3}"/>
                </a:ext>
              </a:extLst>
            </p:cNvPr>
            <p:cNvSpPr txBox="1"/>
            <p:nvPr/>
          </p:nvSpPr>
          <p:spPr>
            <a:xfrm>
              <a:off x="318304" y="114311"/>
              <a:ext cx="2057763" cy="742666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>
              <a:defPPr>
                <a:defRPr lang="ko-KR"/>
              </a:defPPr>
              <a:lvl1pPr marL="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r>
                <a:rPr lang="ko-KR" altLang="en-US" sz="700"/>
                <a:t>간접조명 </a:t>
              </a:r>
              <a:r>
                <a:rPr lang="en-US" altLang="ko-KR" sz="700"/>
                <a:t>A SET</a:t>
              </a:r>
            </a:p>
            <a:p>
              <a:endParaRPr lang="en-US" altLang="ko-KR" sz="700"/>
            </a:p>
            <a:p>
              <a:r>
                <a:rPr lang="ko-KR" altLang="en-US" sz="700"/>
                <a:t>간접조명 센서 </a:t>
              </a:r>
              <a:r>
                <a:rPr lang="en-US" altLang="ko-KR" sz="700"/>
                <a:t>SET</a:t>
              </a:r>
            </a:p>
            <a:p>
              <a:endParaRPr lang="en-US" altLang="ko-KR" sz="700"/>
            </a:p>
            <a:p>
              <a:r>
                <a:rPr lang="ko-KR" altLang="en-US" sz="700"/>
                <a:t>우물천장간접조명 및 커튼박수 추가</a:t>
              </a:r>
              <a:r>
                <a:rPr lang="en-US" altLang="ko-KR" sz="700"/>
                <a:t>(</a:t>
              </a:r>
              <a:r>
                <a:rPr lang="ko-KR" altLang="en-US" sz="700"/>
                <a:t>별도 추가</a:t>
              </a:r>
              <a:r>
                <a:rPr lang="en-US" altLang="ko-KR" sz="700"/>
                <a:t>)</a:t>
              </a:r>
            </a:p>
            <a:p>
              <a:endParaRPr lang="en-US" altLang="ko-KR" sz="700"/>
            </a:p>
          </p:txBody>
        </p:sp>
      </p:grpSp>
      <p:grpSp>
        <p:nvGrpSpPr>
          <p:cNvPr id="40" name="그룹 39">
            <a:extLst>
              <a:ext uri="{FF2B5EF4-FFF2-40B4-BE49-F238E27FC236}">
                <a16:creationId xmlns:a16="http://schemas.microsoft.com/office/drawing/2014/main" id="{8DE0A1D0-B0A1-A8C3-F8E0-E8C55F048545}"/>
              </a:ext>
            </a:extLst>
          </p:cNvPr>
          <p:cNvGrpSpPr/>
          <p:nvPr/>
        </p:nvGrpSpPr>
        <p:grpSpPr>
          <a:xfrm>
            <a:off x="8134154" y="4328434"/>
            <a:ext cx="100923" cy="1356633"/>
            <a:chOff x="4735802" y="4662002"/>
            <a:chExt cx="100923" cy="1356633"/>
          </a:xfrm>
        </p:grpSpPr>
        <p:sp>
          <p:nvSpPr>
            <p:cNvPr id="41" name="타원 40">
              <a:extLst>
                <a:ext uri="{FF2B5EF4-FFF2-40B4-BE49-F238E27FC236}">
                  <a16:creationId xmlns:a16="http://schemas.microsoft.com/office/drawing/2014/main" id="{550E717B-8CFF-37DC-C4D9-FFE662B449DF}"/>
                </a:ext>
              </a:extLst>
            </p:cNvPr>
            <p:cNvSpPr/>
            <p:nvPr/>
          </p:nvSpPr>
          <p:spPr>
            <a:xfrm>
              <a:off x="4737834" y="4662002"/>
              <a:ext cx="98385" cy="98385"/>
            </a:xfrm>
            <a:prstGeom prst="ellipse">
              <a:avLst/>
            </a:prstGeom>
            <a:solidFill>
              <a:srgbClr val="FF0000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>
                <a:solidFill>
                  <a:schemeClr val="tx1"/>
                </a:solidFill>
              </a:endParaRPr>
            </a:p>
          </p:txBody>
        </p:sp>
        <p:sp>
          <p:nvSpPr>
            <p:cNvPr id="42" name="타원 41">
              <a:extLst>
                <a:ext uri="{FF2B5EF4-FFF2-40B4-BE49-F238E27FC236}">
                  <a16:creationId xmlns:a16="http://schemas.microsoft.com/office/drawing/2014/main" id="{88F41EE4-8B01-706F-DC57-B83DE10725E6}"/>
                </a:ext>
              </a:extLst>
            </p:cNvPr>
            <p:cNvSpPr/>
            <p:nvPr/>
          </p:nvSpPr>
          <p:spPr>
            <a:xfrm>
              <a:off x="4735802" y="5291218"/>
              <a:ext cx="98385" cy="98385"/>
            </a:xfrm>
            <a:prstGeom prst="ellipse">
              <a:avLst/>
            </a:prstGeom>
            <a:solidFill>
              <a:srgbClr val="FF0000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>
                <a:solidFill>
                  <a:schemeClr val="tx1"/>
                </a:solidFill>
              </a:endParaRPr>
            </a:p>
          </p:txBody>
        </p:sp>
        <p:sp>
          <p:nvSpPr>
            <p:cNvPr id="43" name="타원 42">
              <a:extLst>
                <a:ext uri="{FF2B5EF4-FFF2-40B4-BE49-F238E27FC236}">
                  <a16:creationId xmlns:a16="http://schemas.microsoft.com/office/drawing/2014/main" id="{03BDC3F5-F5C7-2339-0BD5-4D9BF846100F}"/>
                </a:ext>
              </a:extLst>
            </p:cNvPr>
            <p:cNvSpPr/>
            <p:nvPr/>
          </p:nvSpPr>
          <p:spPr>
            <a:xfrm>
              <a:off x="4738340" y="5920250"/>
              <a:ext cx="98385" cy="98385"/>
            </a:xfrm>
            <a:prstGeom prst="ellipse">
              <a:avLst/>
            </a:prstGeom>
            <a:solidFill>
              <a:srgbClr val="FF0000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>
                <a:solidFill>
                  <a:schemeClr val="tx1"/>
                </a:solidFill>
              </a:endParaRPr>
            </a:p>
          </p:txBody>
        </p:sp>
      </p:grpSp>
      <p:grpSp>
        <p:nvGrpSpPr>
          <p:cNvPr id="44" name="그룹 43">
            <a:extLst>
              <a:ext uri="{FF2B5EF4-FFF2-40B4-BE49-F238E27FC236}">
                <a16:creationId xmlns:a16="http://schemas.microsoft.com/office/drawing/2014/main" id="{8285165D-1CCC-9C9E-8035-20095746933B}"/>
              </a:ext>
            </a:extLst>
          </p:cNvPr>
          <p:cNvGrpSpPr/>
          <p:nvPr/>
        </p:nvGrpSpPr>
        <p:grpSpPr>
          <a:xfrm>
            <a:off x="6186254" y="4345865"/>
            <a:ext cx="100923" cy="1356633"/>
            <a:chOff x="4735802" y="4662002"/>
            <a:chExt cx="100923" cy="1356633"/>
          </a:xfrm>
        </p:grpSpPr>
        <p:sp>
          <p:nvSpPr>
            <p:cNvPr id="45" name="타원 44">
              <a:extLst>
                <a:ext uri="{FF2B5EF4-FFF2-40B4-BE49-F238E27FC236}">
                  <a16:creationId xmlns:a16="http://schemas.microsoft.com/office/drawing/2014/main" id="{BC8E88C3-FB89-6CB1-0380-7F5389AAA3AF}"/>
                </a:ext>
              </a:extLst>
            </p:cNvPr>
            <p:cNvSpPr/>
            <p:nvPr/>
          </p:nvSpPr>
          <p:spPr>
            <a:xfrm>
              <a:off x="4737834" y="4662002"/>
              <a:ext cx="98385" cy="98385"/>
            </a:xfrm>
            <a:prstGeom prst="ellipse">
              <a:avLst/>
            </a:prstGeom>
            <a:solidFill>
              <a:srgbClr val="FF0000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>
                <a:solidFill>
                  <a:schemeClr val="tx1"/>
                </a:solidFill>
              </a:endParaRPr>
            </a:p>
          </p:txBody>
        </p:sp>
        <p:sp>
          <p:nvSpPr>
            <p:cNvPr id="46" name="타원 45">
              <a:extLst>
                <a:ext uri="{FF2B5EF4-FFF2-40B4-BE49-F238E27FC236}">
                  <a16:creationId xmlns:a16="http://schemas.microsoft.com/office/drawing/2014/main" id="{FC9539D3-28CB-BD28-5EE9-AB809F2E3CF8}"/>
                </a:ext>
              </a:extLst>
            </p:cNvPr>
            <p:cNvSpPr/>
            <p:nvPr/>
          </p:nvSpPr>
          <p:spPr>
            <a:xfrm>
              <a:off x="4735802" y="5291218"/>
              <a:ext cx="98385" cy="98385"/>
            </a:xfrm>
            <a:prstGeom prst="ellipse">
              <a:avLst/>
            </a:prstGeom>
            <a:solidFill>
              <a:srgbClr val="FF0000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>
                <a:solidFill>
                  <a:schemeClr val="tx1"/>
                </a:solidFill>
              </a:endParaRPr>
            </a:p>
          </p:txBody>
        </p:sp>
        <p:sp>
          <p:nvSpPr>
            <p:cNvPr id="47" name="타원 46">
              <a:extLst>
                <a:ext uri="{FF2B5EF4-FFF2-40B4-BE49-F238E27FC236}">
                  <a16:creationId xmlns:a16="http://schemas.microsoft.com/office/drawing/2014/main" id="{9093FFEF-07B4-0C68-03F1-AC593BA084D4}"/>
                </a:ext>
              </a:extLst>
            </p:cNvPr>
            <p:cNvSpPr/>
            <p:nvPr/>
          </p:nvSpPr>
          <p:spPr>
            <a:xfrm>
              <a:off x="4738340" y="5920250"/>
              <a:ext cx="98385" cy="98385"/>
            </a:xfrm>
            <a:prstGeom prst="ellipse">
              <a:avLst/>
            </a:prstGeom>
            <a:solidFill>
              <a:srgbClr val="FF0000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>
                <a:solidFill>
                  <a:schemeClr val="tx1"/>
                </a:solidFill>
              </a:endParaRPr>
            </a:p>
          </p:txBody>
        </p:sp>
      </p:grpSp>
      <p:sp>
        <p:nvSpPr>
          <p:cNvPr id="6" name="직사각형 5">
            <a:extLst>
              <a:ext uri="{FF2B5EF4-FFF2-40B4-BE49-F238E27FC236}">
                <a16:creationId xmlns:a16="http://schemas.microsoft.com/office/drawing/2014/main" id="{F71B4487-8DA3-1ED9-849F-C835F1698C01}"/>
              </a:ext>
            </a:extLst>
          </p:cNvPr>
          <p:cNvSpPr/>
          <p:nvPr/>
        </p:nvSpPr>
        <p:spPr>
          <a:xfrm>
            <a:off x="5920594" y="4456950"/>
            <a:ext cx="191222" cy="1464425"/>
          </a:xfrm>
          <a:prstGeom prst="rect">
            <a:avLst/>
          </a:prstGeom>
          <a:solidFill>
            <a:schemeClr val="accent1">
              <a:lumMod val="40000"/>
              <a:lumOff val="6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050" b="1" err="1"/>
              <a:t>가벽</a:t>
            </a:r>
            <a:endParaRPr lang="ko-KR" altLang="en-US" sz="1050" b="1"/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F0DA4A3E-BB2A-C6F1-5B4C-206055D6B26C}"/>
              </a:ext>
            </a:extLst>
          </p:cNvPr>
          <p:cNvSpPr txBox="1"/>
          <p:nvPr/>
        </p:nvSpPr>
        <p:spPr>
          <a:xfrm>
            <a:off x="4682972" y="6416299"/>
            <a:ext cx="1988045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sz="1400" b="1" err="1">
                <a:highlight>
                  <a:srgbClr val="FFFF00"/>
                </a:highlight>
              </a:rPr>
              <a:t>가벽</a:t>
            </a:r>
            <a:r>
              <a:rPr lang="ko-KR" altLang="en-US" sz="1400" b="1">
                <a:highlight>
                  <a:srgbClr val="FFFF00"/>
                </a:highlight>
              </a:rPr>
              <a:t> 있나 확인 필요함</a:t>
            </a:r>
          </a:p>
        </p:txBody>
      </p:sp>
      <p:sp>
        <p:nvSpPr>
          <p:cNvPr id="15" name="화살표: 위쪽 14">
            <a:extLst>
              <a:ext uri="{FF2B5EF4-FFF2-40B4-BE49-F238E27FC236}">
                <a16:creationId xmlns:a16="http://schemas.microsoft.com/office/drawing/2014/main" id="{2244FF4A-6053-35B2-245F-2EFCC4F31994}"/>
              </a:ext>
            </a:extLst>
          </p:cNvPr>
          <p:cNvSpPr/>
          <p:nvPr/>
        </p:nvSpPr>
        <p:spPr>
          <a:xfrm>
            <a:off x="5920594" y="5940425"/>
            <a:ext cx="162296" cy="500171"/>
          </a:xfrm>
          <a:prstGeom prst="up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pic>
        <p:nvPicPr>
          <p:cNvPr id="7" name="그림 6" descr="텍스트, 스크린샷이(가) 표시된 사진&#10;&#10;AI 생성 콘텐츠는 정확하지 않을 수 있습니다.">
            <a:extLst>
              <a:ext uri="{FF2B5EF4-FFF2-40B4-BE49-F238E27FC236}">
                <a16:creationId xmlns:a16="http://schemas.microsoft.com/office/drawing/2014/main" id="{FA288F5A-5774-F8A5-436D-9477338BB245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92094" y="2627827"/>
            <a:ext cx="1778731" cy="1466673"/>
          </a:xfrm>
          <a:prstGeom prst="rect">
            <a:avLst/>
          </a:prstGeom>
        </p:spPr>
      </p:pic>
      <p:sp>
        <p:nvSpPr>
          <p:cNvPr id="18" name="직사각형 17">
            <a:extLst>
              <a:ext uri="{FF2B5EF4-FFF2-40B4-BE49-F238E27FC236}">
                <a16:creationId xmlns:a16="http://schemas.microsoft.com/office/drawing/2014/main" id="{2584785B-B52F-D02B-E9C2-C1648B2DBF98}"/>
              </a:ext>
            </a:extLst>
          </p:cNvPr>
          <p:cNvSpPr/>
          <p:nvPr/>
        </p:nvSpPr>
        <p:spPr>
          <a:xfrm rot="5400000">
            <a:off x="5434207" y="5413354"/>
            <a:ext cx="102820" cy="869955"/>
          </a:xfrm>
          <a:prstGeom prst="rect">
            <a:avLst/>
          </a:prstGeom>
          <a:solidFill>
            <a:srgbClr val="00B05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>
              <a:solidFill>
                <a:schemeClr val="tx1"/>
              </a:solidFill>
            </a:endParaRPr>
          </a:p>
        </p:txBody>
      </p:sp>
      <p:grpSp>
        <p:nvGrpSpPr>
          <p:cNvPr id="19" name="그룹 18">
            <a:extLst>
              <a:ext uri="{FF2B5EF4-FFF2-40B4-BE49-F238E27FC236}">
                <a16:creationId xmlns:a16="http://schemas.microsoft.com/office/drawing/2014/main" id="{3BCA4F86-E46E-966E-9A9F-25E1C0D0D44B}"/>
              </a:ext>
            </a:extLst>
          </p:cNvPr>
          <p:cNvGrpSpPr/>
          <p:nvPr/>
        </p:nvGrpSpPr>
        <p:grpSpPr>
          <a:xfrm>
            <a:off x="4795876" y="3756293"/>
            <a:ext cx="764953" cy="273636"/>
            <a:chOff x="2052531" y="808997"/>
            <a:chExt cx="764953" cy="273636"/>
          </a:xfrm>
        </p:grpSpPr>
        <p:sp>
          <p:nvSpPr>
            <p:cNvPr id="20" name="TextBox 19">
              <a:extLst>
                <a:ext uri="{FF2B5EF4-FFF2-40B4-BE49-F238E27FC236}">
                  <a16:creationId xmlns:a16="http://schemas.microsoft.com/office/drawing/2014/main" id="{BFD0F4C7-3476-7C72-D2F6-AF93C42D6D94}"/>
                </a:ext>
              </a:extLst>
            </p:cNvPr>
            <p:cNvSpPr txBox="1"/>
            <p:nvPr/>
          </p:nvSpPr>
          <p:spPr>
            <a:xfrm>
              <a:off x="2052531" y="897967"/>
              <a:ext cx="764953" cy="184666"/>
            </a:xfrm>
            <a:prstGeom prst="rect">
              <a:avLst/>
            </a:prstGeom>
            <a:solidFill>
              <a:schemeClr val="bg1">
                <a:lumMod val="95000"/>
              </a:schemeClr>
            </a:solidFill>
          </p:spPr>
          <p:txBody>
            <a:bodyPr wrap="none" rtlCol="0">
              <a:spAutoFit/>
            </a:bodyPr>
            <a:lstStyle/>
            <a:p>
              <a:r>
                <a:rPr lang="ko-KR" altLang="en-US" sz="600" b="1"/>
                <a:t>서비스 조명 </a:t>
              </a:r>
              <a:r>
                <a:rPr lang="en-US" altLang="ko-KR" sz="600" b="1"/>
                <a:t>2EA</a:t>
              </a:r>
              <a:endParaRPr lang="ko-KR" altLang="en-US" sz="600" b="1"/>
            </a:p>
          </p:txBody>
        </p:sp>
        <p:grpSp>
          <p:nvGrpSpPr>
            <p:cNvPr id="21" name="그룹 20">
              <a:extLst>
                <a:ext uri="{FF2B5EF4-FFF2-40B4-BE49-F238E27FC236}">
                  <a16:creationId xmlns:a16="http://schemas.microsoft.com/office/drawing/2014/main" id="{6F01BCB9-E265-5DDB-B19E-61AD7B4FCDBF}"/>
                </a:ext>
              </a:extLst>
            </p:cNvPr>
            <p:cNvGrpSpPr/>
            <p:nvPr/>
          </p:nvGrpSpPr>
          <p:grpSpPr>
            <a:xfrm rot="5400000">
              <a:off x="2382760" y="491467"/>
              <a:ext cx="98800" cy="733859"/>
              <a:chOff x="4737848" y="4877902"/>
              <a:chExt cx="98800" cy="733859"/>
            </a:xfrm>
            <a:solidFill>
              <a:srgbClr val="FF00FF"/>
            </a:solidFill>
          </p:grpSpPr>
          <p:sp>
            <p:nvSpPr>
              <p:cNvPr id="22" name="타원 21">
                <a:extLst>
                  <a:ext uri="{FF2B5EF4-FFF2-40B4-BE49-F238E27FC236}">
                    <a16:creationId xmlns:a16="http://schemas.microsoft.com/office/drawing/2014/main" id="{8E7D2E51-CC42-EB8D-6FDD-C4EAFF356FAE}"/>
                  </a:ext>
                </a:extLst>
              </p:cNvPr>
              <p:cNvSpPr/>
              <p:nvPr/>
            </p:nvSpPr>
            <p:spPr>
              <a:xfrm>
                <a:off x="4737848" y="4877902"/>
                <a:ext cx="98385" cy="98385"/>
              </a:xfrm>
              <a:prstGeom prst="ellipse">
                <a:avLst/>
              </a:prstGeom>
              <a:grpFill/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>
                  <a:solidFill>
                    <a:schemeClr val="tx1"/>
                  </a:solidFill>
                </a:endParaRPr>
              </a:p>
            </p:txBody>
          </p:sp>
          <p:sp>
            <p:nvSpPr>
              <p:cNvPr id="23" name="타원 22">
                <a:extLst>
                  <a:ext uri="{FF2B5EF4-FFF2-40B4-BE49-F238E27FC236}">
                    <a16:creationId xmlns:a16="http://schemas.microsoft.com/office/drawing/2014/main" id="{2DA5F0A2-775E-EFCF-B2F1-F3F8F34397C4}"/>
                  </a:ext>
                </a:extLst>
              </p:cNvPr>
              <p:cNvSpPr/>
              <p:nvPr/>
            </p:nvSpPr>
            <p:spPr>
              <a:xfrm>
                <a:off x="4738263" y="5513376"/>
                <a:ext cx="98385" cy="98385"/>
              </a:xfrm>
              <a:prstGeom prst="ellipse">
                <a:avLst/>
              </a:prstGeom>
              <a:grpFill/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>
                  <a:solidFill>
                    <a:schemeClr val="tx1"/>
                  </a:solidFill>
                </a:endParaRPr>
              </a:p>
            </p:txBody>
          </p:sp>
        </p:grpSp>
      </p:grpSp>
      <p:pic>
        <p:nvPicPr>
          <p:cNvPr id="25" name="그림 24" descr="텍스트, 스크린샷, 직사각형, 종이 제품이(가) 표시된 사진&#10;&#10;자동 생성된 설명">
            <a:extLst>
              <a:ext uri="{FF2B5EF4-FFF2-40B4-BE49-F238E27FC236}">
                <a16:creationId xmlns:a16="http://schemas.microsoft.com/office/drawing/2014/main" id="{8A94670F-5B6B-510F-0914-675B2B183B97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6640" y="4291480"/>
            <a:ext cx="1795364" cy="1795364"/>
          </a:xfrm>
          <a:prstGeom prst="rect">
            <a:avLst/>
          </a:prstGeom>
        </p:spPr>
      </p:pic>
      <p:sp>
        <p:nvSpPr>
          <p:cNvPr id="10" name="사각형: 둥근 모서리 9">
            <a:extLst>
              <a:ext uri="{FF2B5EF4-FFF2-40B4-BE49-F238E27FC236}">
                <a16:creationId xmlns:a16="http://schemas.microsoft.com/office/drawing/2014/main" id="{C539DB71-7CCD-5DE8-C0F8-1F8B086122CA}"/>
              </a:ext>
            </a:extLst>
          </p:cNvPr>
          <p:cNvSpPr/>
          <p:nvPr/>
        </p:nvSpPr>
        <p:spPr>
          <a:xfrm>
            <a:off x="6847892" y="4589035"/>
            <a:ext cx="809827" cy="833020"/>
          </a:xfrm>
          <a:prstGeom prst="roundRect">
            <a:avLst>
              <a:gd name="adj" fmla="val 0"/>
            </a:avLst>
          </a:prstGeom>
          <a:noFill/>
          <a:ln w="38100">
            <a:solidFill>
              <a:srgbClr val="FFC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>
              <a:solidFill>
                <a:schemeClr val="tx1"/>
              </a:solidFill>
            </a:endParaRPr>
          </a:p>
        </p:txBody>
      </p:sp>
      <p:sp>
        <p:nvSpPr>
          <p:cNvPr id="16" name="별: 꼭짓점 4개 15">
            <a:extLst>
              <a:ext uri="{FF2B5EF4-FFF2-40B4-BE49-F238E27FC236}">
                <a16:creationId xmlns:a16="http://schemas.microsoft.com/office/drawing/2014/main" id="{7ADF9DD5-9A69-348E-4FA5-07D1886DEE22}"/>
              </a:ext>
            </a:extLst>
          </p:cNvPr>
          <p:cNvSpPr/>
          <p:nvPr/>
        </p:nvSpPr>
        <p:spPr>
          <a:xfrm>
            <a:off x="6974072" y="4717281"/>
            <a:ext cx="557315" cy="559233"/>
          </a:xfrm>
          <a:prstGeom prst="star4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2645">
              <a:solidFill>
                <a:schemeClr val="tx1"/>
              </a:solidFill>
            </a:endParaRPr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A22B8601-5DCF-0264-9263-A5E527D977EC}"/>
              </a:ext>
            </a:extLst>
          </p:cNvPr>
          <p:cNvSpPr txBox="1"/>
          <p:nvPr/>
        </p:nvSpPr>
        <p:spPr>
          <a:xfrm>
            <a:off x="6525732" y="6265461"/>
            <a:ext cx="2229372" cy="55399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1000" b="1" err="1">
                <a:highlight>
                  <a:srgbClr val="FFFF00"/>
                </a:highlight>
              </a:rPr>
              <a:t>실링팬</a:t>
            </a:r>
            <a:r>
              <a:rPr lang="ko-KR" altLang="en-US" sz="1000" b="1">
                <a:highlight>
                  <a:srgbClr val="FFFF00"/>
                </a:highlight>
              </a:rPr>
              <a:t> </a:t>
            </a:r>
            <a:r>
              <a:rPr lang="ko-KR" altLang="en-US" sz="1000" b="1" err="1">
                <a:highlight>
                  <a:srgbClr val="FFFF00"/>
                </a:highlight>
              </a:rPr>
              <a:t>루씨에어</a:t>
            </a:r>
            <a:endParaRPr lang="en-US" altLang="ko-KR" sz="1000" b="1">
              <a:highlight>
                <a:srgbClr val="FFFF00"/>
              </a:highlight>
            </a:endParaRPr>
          </a:p>
          <a:p>
            <a:r>
              <a:rPr lang="ko-KR" altLang="en-US" sz="1000" b="1">
                <a:highlight>
                  <a:srgbClr val="FFFF00"/>
                </a:highlight>
              </a:rPr>
              <a:t>설치</a:t>
            </a:r>
            <a:r>
              <a:rPr lang="en-US" altLang="ko-KR" sz="1000" b="1">
                <a:highlight>
                  <a:srgbClr val="FFFF00"/>
                </a:highlight>
              </a:rPr>
              <a:t>+</a:t>
            </a:r>
            <a:r>
              <a:rPr lang="ko-KR" altLang="en-US" sz="1000" b="1">
                <a:highlight>
                  <a:srgbClr val="FFFF00"/>
                </a:highlight>
              </a:rPr>
              <a:t>보강</a:t>
            </a:r>
            <a:r>
              <a:rPr lang="en-US" altLang="ko-KR" sz="1000" b="1">
                <a:highlight>
                  <a:srgbClr val="FFFF00"/>
                </a:highlight>
              </a:rPr>
              <a:t>+</a:t>
            </a:r>
            <a:r>
              <a:rPr lang="ko-KR" altLang="en-US" sz="1000" b="1">
                <a:highlight>
                  <a:srgbClr val="FFFF00"/>
                </a:highlight>
              </a:rPr>
              <a:t>우물 천장 안 실크 도배</a:t>
            </a:r>
            <a:br>
              <a:rPr lang="en-US" altLang="ko-KR" sz="1000" b="1">
                <a:highlight>
                  <a:srgbClr val="FFFF00"/>
                </a:highlight>
              </a:rPr>
            </a:br>
            <a:r>
              <a:rPr lang="ko-KR" altLang="en-US" sz="1000" b="1">
                <a:highlight>
                  <a:srgbClr val="FFFF00"/>
                </a:highlight>
              </a:rPr>
              <a:t>우물조명 </a:t>
            </a:r>
            <a:r>
              <a:rPr lang="en-US" altLang="ko-KR" sz="1000" b="1">
                <a:highlight>
                  <a:srgbClr val="FFFF00"/>
                </a:highlight>
              </a:rPr>
              <a:t>2</a:t>
            </a:r>
            <a:r>
              <a:rPr lang="ko-KR" altLang="en-US" sz="1000" b="1">
                <a:highlight>
                  <a:srgbClr val="FFFF00"/>
                </a:highlight>
              </a:rPr>
              <a:t>줄 </a:t>
            </a:r>
            <a:r>
              <a:rPr lang="ko-KR" altLang="en-US" sz="1000" b="1" err="1">
                <a:highlight>
                  <a:srgbClr val="FFFF00"/>
                </a:highlight>
              </a:rPr>
              <a:t>전구색</a:t>
            </a:r>
            <a:r>
              <a:rPr lang="en-US" altLang="ko-KR" sz="1000" b="1">
                <a:highlight>
                  <a:srgbClr val="FFFF00"/>
                </a:highlight>
              </a:rPr>
              <a:t>+</a:t>
            </a:r>
            <a:r>
              <a:rPr lang="ko-KR" altLang="en-US" sz="1000" b="1" err="1">
                <a:highlight>
                  <a:srgbClr val="FFFF00"/>
                </a:highlight>
              </a:rPr>
              <a:t>주백색</a:t>
            </a:r>
            <a:endParaRPr lang="en-US" altLang="ko-KR" sz="1000" b="1">
              <a:highlight>
                <a:srgbClr val="FFFF00"/>
              </a:highlight>
            </a:endParaRPr>
          </a:p>
        </p:txBody>
      </p:sp>
      <p:pic>
        <p:nvPicPr>
          <p:cNvPr id="31" name="그림 30">
            <a:extLst>
              <a:ext uri="{FF2B5EF4-FFF2-40B4-BE49-F238E27FC236}">
                <a16:creationId xmlns:a16="http://schemas.microsoft.com/office/drawing/2014/main" id="{2B27A019-F341-C365-8A6F-9D7C3B902BB7}"/>
              </a:ext>
            </a:extLst>
          </p:cNvPr>
          <p:cNvPicPr>
            <a:picLocks noChangeAspect="1"/>
          </p:cNvPicPr>
          <p:nvPr/>
        </p:nvPicPr>
        <p:blipFill>
          <a:blip r:embed="rId7"/>
          <a:srcRect t="2320" b="-1"/>
          <a:stretch>
            <a:fillRect/>
          </a:stretch>
        </p:blipFill>
        <p:spPr>
          <a:xfrm>
            <a:off x="10196131" y="4395057"/>
            <a:ext cx="2236971" cy="155448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40403599"/>
      </p:ext>
    </p:extLst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CEE614E-FA9A-A0FC-54F7-C285CF47D2C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그림 2">
            <a:extLst>
              <a:ext uri="{FF2B5EF4-FFF2-40B4-BE49-F238E27FC236}">
                <a16:creationId xmlns:a16="http://schemas.microsoft.com/office/drawing/2014/main" id="{DE993443-A6BA-184E-B95C-ED1F5F7293AA}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/>
        </p:nvPicPr>
        <p:blipFill>
          <a:blip r:embed="rId2">
            <a:alphaModFix amt="70000"/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saturation sat="0"/>
                    </a14:imgEffect>
                  </a14:imgLayer>
                </a14:imgProps>
              </a:ext>
            </a:extLst>
          </a:blip>
          <a:stretch>
            <a:fillRect/>
          </a:stretch>
        </p:blipFill>
        <p:spPr>
          <a:xfrm>
            <a:off x="1836279" y="590334"/>
            <a:ext cx="8819021" cy="5677332"/>
          </a:xfrm>
          <a:prstGeom prst="rect">
            <a:avLst/>
          </a:prstGeom>
        </p:spPr>
      </p:pic>
      <mc:AlternateContent xmlns:mc="http://schemas.openxmlformats.org/markup-compatibility/2006">
        <mc:Choice xmlns:a14="http://schemas.microsoft.com/office/drawing/2010/main" Requires="a14">
          <p:sp>
            <p:nvSpPr>
              <p:cNvPr id="4" name="TextBox 3">
                <a:extLst>
                  <a:ext uri="{FF2B5EF4-FFF2-40B4-BE49-F238E27FC236}">
                    <a16:creationId xmlns:a16="http://schemas.microsoft.com/office/drawing/2014/main" id="{13BC8B70-FB44-1A98-DFFD-5EDB00E26666}"/>
                  </a:ext>
                </a:extLst>
              </p:cNvPr>
              <p:cNvSpPr txBox="1"/>
              <p:nvPr/>
            </p:nvSpPr>
            <p:spPr>
              <a:xfrm>
                <a:off x="10152689" y="1075737"/>
                <a:ext cx="1762781" cy="407099"/>
              </a:xfrm>
              <a:prstGeom prst="rect">
                <a:avLst/>
              </a:prstGeom>
              <a:noFill/>
            </p:spPr>
            <p:txBody>
              <a:bodyPr wrap="square">
                <a:spAutoFit/>
                <a:scene3d>
                  <a:camera prst="orthographicFront"/>
                  <a:lightRig rig="harsh" dir="t"/>
                </a:scene3d>
                <a:sp3d extrusionH="57150" prstMaterial="matte">
                  <a:bevelT w="63500" h="12700" prst="angle"/>
                  <a:contourClr>
                    <a:schemeClr val="bg1">
                      <a:lumMod val="65000"/>
                    </a:schemeClr>
                  </a:contourClr>
                </a:sp3d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right"/>
                    </m:oMathParaPr>
                    <m:oMath xmlns:m="http://schemas.openxmlformats.org/officeDocument/2006/math">
                      <m:sSup>
                        <m:sSupPr>
                          <m:ctrlPr>
                            <a:rPr lang="en-US" altLang="ko-KR" sz="2000" b="1" i="1" u="none" strike="noStrike" smtClean="0">
                              <a:ln/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altLang="ko-KR" sz="2000" b="1" i="1" u="none" strike="noStrike" smtClean="0">
                              <a:ln/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𝟖𝟒</m:t>
                          </m:r>
                          <m:r>
                            <a:rPr lang="en-US" altLang="ko-KR" sz="2000" b="1" i="1" u="none" strike="noStrike" smtClean="0">
                              <a:ln/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𝑩𝒎</m:t>
                          </m:r>
                        </m:e>
                        <m:sup>
                          <m:r>
                            <a:rPr lang="en-US" altLang="ko-KR" sz="2000" b="1" i="1" u="none" strike="noStrike" smtClean="0">
                              <a:ln/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𝟐</m:t>
                          </m:r>
                        </m:sup>
                      </m:sSup>
                    </m:oMath>
                  </m:oMathPara>
                </a14:m>
                <a:endParaRPr lang="ko-KR" altLang="en-US" sz="2000" b="1">
                  <a:ln/>
                  <a:solidFill>
                    <a:schemeClr val="tx1"/>
                  </a:solidFill>
                </a:endParaRPr>
              </a:p>
            </p:txBody>
          </p:sp>
        </mc:Choice>
        <mc:Fallback>
          <p:sp>
            <p:nvSpPr>
              <p:cNvPr id="4" name="TextBox 3">
                <a:extLst>
                  <a:ext uri="{FF2B5EF4-FFF2-40B4-BE49-F238E27FC236}">
                    <a16:creationId xmlns:a16="http://schemas.microsoft.com/office/drawing/2014/main" id="{13BC8B70-FB44-1A98-DFFD-5EDB00E26666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0152689" y="1075737"/>
                <a:ext cx="1762781" cy="407099"/>
              </a:xfrm>
              <a:prstGeom prst="rect">
                <a:avLst/>
              </a:prstGeom>
              <a:blipFill>
                <a:blip r:embed="rId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5" name="TextBox 4">
            <a:extLst>
              <a:ext uri="{FF2B5EF4-FFF2-40B4-BE49-F238E27FC236}">
                <a16:creationId xmlns:a16="http://schemas.microsoft.com/office/drawing/2014/main" id="{83672731-26DF-CD23-05F4-87B354DE0419}"/>
              </a:ext>
            </a:extLst>
          </p:cNvPr>
          <p:cNvSpPr txBox="1"/>
          <p:nvPr/>
        </p:nvSpPr>
        <p:spPr>
          <a:xfrm>
            <a:off x="1870318" y="353253"/>
            <a:ext cx="8452551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 sz="2000" b="1"/>
              <a:t>84B</a:t>
            </a:r>
            <a:r>
              <a:rPr lang="ko-KR" altLang="en-US" sz="2000" b="1"/>
              <a:t>타입 간접 프리미엄 </a:t>
            </a:r>
            <a:r>
              <a:rPr lang="en-US" altLang="ko-KR" sz="2000" b="1"/>
              <a:t>SET + </a:t>
            </a:r>
            <a:r>
              <a:rPr lang="ko-KR" altLang="en-US" sz="2000" b="1" err="1"/>
              <a:t>실링팬</a:t>
            </a:r>
            <a:r>
              <a:rPr lang="ko-KR" altLang="en-US" sz="2000" b="1"/>
              <a:t> 우물두줄</a:t>
            </a:r>
            <a:endParaRPr lang="en-US" altLang="ko-KR" sz="2000" b="1"/>
          </a:p>
        </p:txBody>
      </p:sp>
      <p:sp>
        <p:nvSpPr>
          <p:cNvPr id="8" name="직사각형 7">
            <a:extLst>
              <a:ext uri="{FF2B5EF4-FFF2-40B4-BE49-F238E27FC236}">
                <a16:creationId xmlns:a16="http://schemas.microsoft.com/office/drawing/2014/main" id="{25125C5A-41D1-702D-1EBD-F64D331E2324}"/>
              </a:ext>
            </a:extLst>
          </p:cNvPr>
          <p:cNvSpPr/>
          <p:nvPr/>
        </p:nvSpPr>
        <p:spPr>
          <a:xfrm rot="5400000">
            <a:off x="7180821" y="5029738"/>
            <a:ext cx="102820" cy="1630245"/>
          </a:xfrm>
          <a:prstGeom prst="rect">
            <a:avLst/>
          </a:prstGeom>
          <a:solidFill>
            <a:srgbClr val="FF000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>
              <a:solidFill>
                <a:schemeClr val="tx1"/>
              </a:solidFill>
            </a:endParaRPr>
          </a:p>
        </p:txBody>
      </p:sp>
      <p:sp>
        <p:nvSpPr>
          <p:cNvPr id="9" name="사각형: 둥근 모서리 8">
            <a:extLst>
              <a:ext uri="{FF2B5EF4-FFF2-40B4-BE49-F238E27FC236}">
                <a16:creationId xmlns:a16="http://schemas.microsoft.com/office/drawing/2014/main" id="{9FD12E9A-5C04-9D42-8348-4006A023695F}"/>
              </a:ext>
            </a:extLst>
          </p:cNvPr>
          <p:cNvSpPr/>
          <p:nvPr/>
        </p:nvSpPr>
        <p:spPr>
          <a:xfrm>
            <a:off x="6710006" y="4436635"/>
            <a:ext cx="1092978" cy="1103860"/>
          </a:xfrm>
          <a:prstGeom prst="roundRect">
            <a:avLst>
              <a:gd name="adj" fmla="val 15666"/>
            </a:avLst>
          </a:prstGeom>
          <a:noFill/>
          <a:ln w="38100">
            <a:solidFill>
              <a:schemeClr val="accent2">
                <a:lumMod val="60000"/>
                <a:lumOff val="4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>
              <a:solidFill>
                <a:schemeClr val="tx1"/>
              </a:solidFill>
            </a:endParaRP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2C4C59BB-281C-FAF4-6D20-BD4B8607A6E9}"/>
              </a:ext>
            </a:extLst>
          </p:cNvPr>
          <p:cNvSpPr txBox="1"/>
          <p:nvPr/>
        </p:nvSpPr>
        <p:spPr>
          <a:xfrm>
            <a:off x="6284639" y="3871467"/>
            <a:ext cx="1891732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ko-KR" altLang="en-US" sz="1000" b="1"/>
              <a:t>텀블러스위치 </a:t>
            </a:r>
            <a:r>
              <a:rPr lang="en-US" altLang="ko-KR" sz="1000" b="1"/>
              <a:t>6</a:t>
            </a:r>
            <a:r>
              <a:rPr lang="ko-KR" altLang="en-US" sz="1000" b="1"/>
              <a:t>구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1633C2E4-51C3-35F1-B843-ACE7669AE311}"/>
              </a:ext>
            </a:extLst>
          </p:cNvPr>
          <p:cNvSpPr txBox="1"/>
          <p:nvPr/>
        </p:nvSpPr>
        <p:spPr>
          <a:xfrm>
            <a:off x="112365" y="770606"/>
            <a:ext cx="3264447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800">
                <a:solidFill>
                  <a:srgbClr val="FF0000"/>
                </a:solidFill>
              </a:rPr>
              <a:t>**</a:t>
            </a:r>
            <a:r>
              <a:rPr lang="ko-KR" altLang="en-US" sz="800">
                <a:solidFill>
                  <a:srgbClr val="FF0000"/>
                </a:solidFill>
              </a:rPr>
              <a:t>스위치 연결을 위해 별도의 </a:t>
            </a:r>
            <a:r>
              <a:rPr lang="ko-KR" altLang="en-US" sz="800" err="1">
                <a:solidFill>
                  <a:srgbClr val="FF0000"/>
                </a:solidFill>
              </a:rPr>
              <a:t>타공이</a:t>
            </a:r>
            <a:r>
              <a:rPr lang="ko-KR" altLang="en-US" sz="800">
                <a:solidFill>
                  <a:srgbClr val="FF0000"/>
                </a:solidFill>
              </a:rPr>
              <a:t> 필요할 수 </a:t>
            </a:r>
            <a:endParaRPr lang="en-US" altLang="ko-KR" sz="800">
              <a:solidFill>
                <a:srgbClr val="FF0000"/>
              </a:solidFill>
            </a:endParaRPr>
          </a:p>
          <a:p>
            <a:r>
              <a:rPr lang="ko-KR" altLang="en-US" sz="800">
                <a:solidFill>
                  <a:srgbClr val="FF0000"/>
                </a:solidFill>
              </a:rPr>
              <a:t>있으며</a:t>
            </a:r>
            <a:r>
              <a:rPr lang="en-US" altLang="ko-KR" sz="800">
                <a:solidFill>
                  <a:srgbClr val="FF0000"/>
                </a:solidFill>
              </a:rPr>
              <a:t> </a:t>
            </a:r>
            <a:r>
              <a:rPr lang="ko-KR" altLang="en-US" sz="800">
                <a:solidFill>
                  <a:srgbClr val="FF0000"/>
                </a:solidFill>
              </a:rPr>
              <a:t>공스피커로 마감 될 수도 있음</a:t>
            </a:r>
            <a:endParaRPr lang="en-US" altLang="ko-KR" sz="800">
              <a:solidFill>
                <a:srgbClr val="FF0000"/>
              </a:solidFill>
            </a:endParaRPr>
          </a:p>
        </p:txBody>
      </p:sp>
      <p:sp>
        <p:nvSpPr>
          <p:cNvPr id="13" name="별: 꼭짓점 4개 12">
            <a:extLst>
              <a:ext uri="{FF2B5EF4-FFF2-40B4-BE49-F238E27FC236}">
                <a16:creationId xmlns:a16="http://schemas.microsoft.com/office/drawing/2014/main" id="{27171B05-2D3D-F828-7418-3245BFFF96EB}"/>
              </a:ext>
            </a:extLst>
          </p:cNvPr>
          <p:cNvSpPr/>
          <p:nvPr/>
        </p:nvSpPr>
        <p:spPr>
          <a:xfrm>
            <a:off x="6974072" y="4717281"/>
            <a:ext cx="557315" cy="559233"/>
          </a:xfrm>
          <a:prstGeom prst="star4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2645">
              <a:solidFill>
                <a:schemeClr val="tx1"/>
              </a:solidFill>
            </a:endParaRPr>
          </a:p>
        </p:txBody>
      </p:sp>
      <p:grpSp>
        <p:nvGrpSpPr>
          <p:cNvPr id="26" name="그룹 25">
            <a:extLst>
              <a:ext uri="{FF2B5EF4-FFF2-40B4-BE49-F238E27FC236}">
                <a16:creationId xmlns:a16="http://schemas.microsoft.com/office/drawing/2014/main" id="{5FEEEBF6-1FBE-B189-E519-D2C4592BC3AF}"/>
              </a:ext>
            </a:extLst>
          </p:cNvPr>
          <p:cNvGrpSpPr/>
          <p:nvPr/>
        </p:nvGrpSpPr>
        <p:grpSpPr>
          <a:xfrm rot="5400000">
            <a:off x="3884810" y="3871479"/>
            <a:ext cx="99451" cy="545492"/>
            <a:chOff x="5324822" y="4538198"/>
            <a:chExt cx="99451" cy="545492"/>
          </a:xfrm>
        </p:grpSpPr>
        <p:sp>
          <p:nvSpPr>
            <p:cNvPr id="27" name="타원 26">
              <a:extLst>
                <a:ext uri="{FF2B5EF4-FFF2-40B4-BE49-F238E27FC236}">
                  <a16:creationId xmlns:a16="http://schemas.microsoft.com/office/drawing/2014/main" id="{14F353A2-B55E-2202-CA3A-7DD3AD24654F}"/>
                </a:ext>
              </a:extLst>
            </p:cNvPr>
            <p:cNvSpPr/>
            <p:nvPr/>
          </p:nvSpPr>
          <p:spPr>
            <a:xfrm>
              <a:off x="5325888" y="4538198"/>
              <a:ext cx="98385" cy="98385"/>
            </a:xfrm>
            <a:prstGeom prst="ellipse">
              <a:avLst/>
            </a:prstGeom>
            <a:solidFill>
              <a:srgbClr val="FF0000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>
                <a:solidFill>
                  <a:schemeClr val="tx1"/>
                </a:solidFill>
              </a:endParaRPr>
            </a:p>
          </p:txBody>
        </p:sp>
        <p:sp>
          <p:nvSpPr>
            <p:cNvPr id="28" name="타원 27">
              <a:extLst>
                <a:ext uri="{FF2B5EF4-FFF2-40B4-BE49-F238E27FC236}">
                  <a16:creationId xmlns:a16="http://schemas.microsoft.com/office/drawing/2014/main" id="{608927B0-ABF3-0ED7-055D-79C9A4AAA83E}"/>
                </a:ext>
              </a:extLst>
            </p:cNvPr>
            <p:cNvSpPr/>
            <p:nvPr/>
          </p:nvSpPr>
          <p:spPr>
            <a:xfrm>
              <a:off x="5324822" y="4985305"/>
              <a:ext cx="98385" cy="98385"/>
            </a:xfrm>
            <a:prstGeom prst="ellipse">
              <a:avLst/>
            </a:prstGeom>
            <a:solidFill>
              <a:srgbClr val="FF0000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>
                <a:solidFill>
                  <a:schemeClr val="tx1"/>
                </a:solidFill>
              </a:endParaRPr>
            </a:p>
          </p:txBody>
        </p:sp>
      </p:grpSp>
      <p:sp>
        <p:nvSpPr>
          <p:cNvPr id="29" name="직사각형 28">
            <a:extLst>
              <a:ext uri="{FF2B5EF4-FFF2-40B4-BE49-F238E27FC236}">
                <a16:creationId xmlns:a16="http://schemas.microsoft.com/office/drawing/2014/main" id="{B66E6ED7-5966-E4D8-9F34-065162E6903A}"/>
              </a:ext>
            </a:extLst>
          </p:cNvPr>
          <p:cNvSpPr/>
          <p:nvPr/>
        </p:nvSpPr>
        <p:spPr>
          <a:xfrm flipV="1">
            <a:off x="4122422" y="2864481"/>
            <a:ext cx="98385" cy="777243"/>
          </a:xfrm>
          <a:prstGeom prst="rect">
            <a:avLst/>
          </a:prstGeom>
          <a:solidFill>
            <a:srgbClr val="FFFF0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>
              <a:solidFill>
                <a:schemeClr val="tx1"/>
              </a:solidFill>
            </a:endParaRPr>
          </a:p>
        </p:txBody>
      </p:sp>
      <p:sp>
        <p:nvSpPr>
          <p:cNvPr id="32" name="TextBox 31">
            <a:extLst>
              <a:ext uri="{FF2B5EF4-FFF2-40B4-BE49-F238E27FC236}">
                <a16:creationId xmlns:a16="http://schemas.microsoft.com/office/drawing/2014/main" id="{6144A174-8C8D-A62E-D989-CB0CA0DDE912}"/>
              </a:ext>
            </a:extLst>
          </p:cNvPr>
          <p:cNvSpPr txBox="1"/>
          <p:nvPr/>
        </p:nvSpPr>
        <p:spPr>
          <a:xfrm>
            <a:off x="6235446" y="6265461"/>
            <a:ext cx="2229372" cy="55399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1000" b="1" err="1">
                <a:highlight>
                  <a:srgbClr val="FFFF00"/>
                </a:highlight>
              </a:rPr>
              <a:t>실링팬</a:t>
            </a:r>
            <a:r>
              <a:rPr lang="ko-KR" altLang="en-US" sz="1000" b="1">
                <a:highlight>
                  <a:srgbClr val="FFFF00"/>
                </a:highlight>
              </a:rPr>
              <a:t> </a:t>
            </a:r>
            <a:r>
              <a:rPr lang="ko-KR" altLang="en-US" sz="1000" b="1" err="1">
                <a:highlight>
                  <a:srgbClr val="FFFF00"/>
                </a:highlight>
              </a:rPr>
              <a:t>루씨에어</a:t>
            </a:r>
            <a:endParaRPr lang="en-US" altLang="ko-KR" sz="1000" b="1">
              <a:highlight>
                <a:srgbClr val="FFFF00"/>
              </a:highlight>
            </a:endParaRPr>
          </a:p>
          <a:p>
            <a:r>
              <a:rPr lang="ko-KR" altLang="en-US" sz="1000" b="1">
                <a:highlight>
                  <a:srgbClr val="FFFF00"/>
                </a:highlight>
              </a:rPr>
              <a:t>설치</a:t>
            </a:r>
            <a:r>
              <a:rPr lang="en-US" altLang="ko-KR" sz="1000" b="1">
                <a:highlight>
                  <a:srgbClr val="FFFF00"/>
                </a:highlight>
              </a:rPr>
              <a:t>+</a:t>
            </a:r>
            <a:r>
              <a:rPr lang="ko-KR" altLang="en-US" sz="1000" b="1">
                <a:highlight>
                  <a:srgbClr val="FFFF00"/>
                </a:highlight>
              </a:rPr>
              <a:t>보강</a:t>
            </a:r>
            <a:r>
              <a:rPr lang="en-US" altLang="ko-KR" sz="1000" b="1">
                <a:highlight>
                  <a:srgbClr val="FFFF00"/>
                </a:highlight>
              </a:rPr>
              <a:t>+</a:t>
            </a:r>
            <a:r>
              <a:rPr lang="ko-KR" altLang="en-US" sz="1000" b="1">
                <a:highlight>
                  <a:srgbClr val="FFFF00"/>
                </a:highlight>
              </a:rPr>
              <a:t>우물 천장 안 실크 도배</a:t>
            </a:r>
            <a:br>
              <a:rPr lang="en-US" altLang="ko-KR" sz="1000" b="1">
                <a:highlight>
                  <a:srgbClr val="FFFF00"/>
                </a:highlight>
              </a:rPr>
            </a:br>
            <a:r>
              <a:rPr lang="ko-KR" altLang="en-US" sz="1000" b="1">
                <a:highlight>
                  <a:srgbClr val="FFFF00"/>
                </a:highlight>
              </a:rPr>
              <a:t>우물조명 </a:t>
            </a:r>
            <a:r>
              <a:rPr lang="en-US" altLang="ko-KR" sz="1000" b="1">
                <a:highlight>
                  <a:srgbClr val="FFFF00"/>
                </a:highlight>
              </a:rPr>
              <a:t>2</a:t>
            </a:r>
            <a:r>
              <a:rPr lang="ko-KR" altLang="en-US" sz="1000" b="1">
                <a:highlight>
                  <a:srgbClr val="FFFF00"/>
                </a:highlight>
              </a:rPr>
              <a:t>줄 </a:t>
            </a:r>
            <a:r>
              <a:rPr lang="ko-KR" altLang="en-US" sz="1000" b="1" err="1">
                <a:highlight>
                  <a:srgbClr val="FFFF00"/>
                </a:highlight>
              </a:rPr>
              <a:t>전구색</a:t>
            </a:r>
            <a:r>
              <a:rPr lang="en-US" altLang="ko-KR" sz="1000" b="1">
                <a:highlight>
                  <a:srgbClr val="FFFF00"/>
                </a:highlight>
              </a:rPr>
              <a:t>+</a:t>
            </a:r>
            <a:r>
              <a:rPr lang="ko-KR" altLang="en-US" sz="1000" b="1" err="1">
                <a:highlight>
                  <a:srgbClr val="FFFF00"/>
                </a:highlight>
              </a:rPr>
              <a:t>주백색</a:t>
            </a:r>
            <a:endParaRPr lang="en-US" altLang="ko-KR" sz="1000" b="1">
              <a:highlight>
                <a:srgbClr val="FFFF00"/>
              </a:highlight>
            </a:endParaRPr>
          </a:p>
        </p:txBody>
      </p:sp>
      <p:sp>
        <p:nvSpPr>
          <p:cNvPr id="33" name="TextBox 13">
            <a:extLst>
              <a:ext uri="{FF2B5EF4-FFF2-40B4-BE49-F238E27FC236}">
                <a16:creationId xmlns:a16="http://schemas.microsoft.com/office/drawing/2014/main" id="{64E23484-1C71-9A78-F436-B9A078FEF563}"/>
              </a:ext>
            </a:extLst>
          </p:cNvPr>
          <p:cNvSpPr txBox="1"/>
          <p:nvPr/>
        </p:nvSpPr>
        <p:spPr>
          <a:xfrm>
            <a:off x="142074" y="1128948"/>
            <a:ext cx="1489510" cy="461665"/>
          </a:xfrm>
          <a:prstGeom prst="rect">
            <a:avLst/>
          </a:prstGeom>
          <a:solidFill>
            <a:schemeClr val="accent6">
              <a:lumMod val="20000"/>
              <a:lumOff val="80000"/>
            </a:schemeClr>
          </a:solidFill>
        </p:spPr>
        <p:txBody>
          <a:bodyPr wrap="none" rtlCol="0">
            <a:spAutoFit/>
          </a:bodyPr>
          <a:lstStyle>
            <a:defPPr>
              <a:defRPr lang="ko-KR"/>
            </a:defPPr>
            <a:lvl1pPr marL="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ko-KR" altLang="en-US" sz="800" b="1"/>
              <a:t>욕실 </a:t>
            </a:r>
            <a:r>
              <a:rPr lang="ko-KR" altLang="en-US" sz="800" b="1" err="1"/>
              <a:t>휴젠트여부에</a:t>
            </a:r>
            <a:r>
              <a:rPr lang="ko-KR" altLang="en-US" sz="800" b="1"/>
              <a:t> 대하여</a:t>
            </a:r>
            <a:endParaRPr lang="en-US" altLang="ko-KR" sz="800" b="1"/>
          </a:p>
          <a:p>
            <a:r>
              <a:rPr lang="ko-KR" altLang="en-US" sz="800" b="1"/>
              <a:t>기사분이 현장에서 파악하여</a:t>
            </a:r>
            <a:endParaRPr lang="en-US" altLang="ko-KR" sz="800" b="1"/>
          </a:p>
          <a:p>
            <a:r>
              <a:rPr lang="ko-KR" altLang="en-US" sz="800" b="1"/>
              <a:t>센서위치를 적용해드립니다</a:t>
            </a:r>
            <a:r>
              <a:rPr lang="en-US" altLang="ko-KR" sz="800" b="1"/>
              <a:t>.</a:t>
            </a:r>
            <a:endParaRPr lang="ko-KR" altLang="en-US" sz="800" b="1"/>
          </a:p>
        </p:txBody>
      </p:sp>
      <p:grpSp>
        <p:nvGrpSpPr>
          <p:cNvPr id="34" name="그룹 33">
            <a:extLst>
              <a:ext uri="{FF2B5EF4-FFF2-40B4-BE49-F238E27FC236}">
                <a16:creationId xmlns:a16="http://schemas.microsoft.com/office/drawing/2014/main" id="{A67DDD46-C521-83A7-39CE-4F7093A1D122}"/>
              </a:ext>
            </a:extLst>
          </p:cNvPr>
          <p:cNvGrpSpPr/>
          <p:nvPr/>
        </p:nvGrpSpPr>
        <p:grpSpPr>
          <a:xfrm>
            <a:off x="166864" y="137559"/>
            <a:ext cx="2166761" cy="738664"/>
            <a:chOff x="209306" y="114311"/>
            <a:chExt cx="2166761" cy="742666"/>
          </a:xfrm>
        </p:grpSpPr>
        <p:sp>
          <p:nvSpPr>
            <p:cNvPr id="35" name="타원 34">
              <a:extLst>
                <a:ext uri="{FF2B5EF4-FFF2-40B4-BE49-F238E27FC236}">
                  <a16:creationId xmlns:a16="http://schemas.microsoft.com/office/drawing/2014/main" id="{4F30EC02-B223-446A-184F-2DCD9299522D}"/>
                </a:ext>
              </a:extLst>
            </p:cNvPr>
            <p:cNvSpPr/>
            <p:nvPr/>
          </p:nvSpPr>
          <p:spPr>
            <a:xfrm>
              <a:off x="209307" y="168341"/>
              <a:ext cx="98385" cy="98385"/>
            </a:xfrm>
            <a:prstGeom prst="ellipse">
              <a:avLst/>
            </a:prstGeom>
            <a:solidFill>
              <a:srgbClr val="FF0000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ko-KR"/>
              </a:defPPr>
              <a:lvl1pPr marL="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ko-KR" altLang="en-US">
                <a:solidFill>
                  <a:schemeClr val="tx1"/>
                </a:solidFill>
              </a:endParaRPr>
            </a:p>
          </p:txBody>
        </p:sp>
        <p:sp>
          <p:nvSpPr>
            <p:cNvPr id="36" name="타원 35">
              <a:extLst>
                <a:ext uri="{FF2B5EF4-FFF2-40B4-BE49-F238E27FC236}">
                  <a16:creationId xmlns:a16="http://schemas.microsoft.com/office/drawing/2014/main" id="{68FD90BC-9E02-4685-4425-DF328300224A}"/>
                </a:ext>
              </a:extLst>
            </p:cNvPr>
            <p:cNvSpPr/>
            <p:nvPr/>
          </p:nvSpPr>
          <p:spPr>
            <a:xfrm>
              <a:off x="209307" y="347436"/>
              <a:ext cx="98385" cy="98385"/>
            </a:xfrm>
            <a:prstGeom prst="ellipse">
              <a:avLst/>
            </a:prstGeom>
            <a:solidFill>
              <a:srgbClr val="FFFF00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ko-KR"/>
              </a:defPPr>
              <a:lvl1pPr marL="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ko-KR" altLang="en-US">
                <a:solidFill>
                  <a:schemeClr val="tx1"/>
                </a:solidFill>
              </a:endParaRPr>
            </a:p>
          </p:txBody>
        </p:sp>
        <p:sp>
          <p:nvSpPr>
            <p:cNvPr id="37" name="타원 36">
              <a:extLst>
                <a:ext uri="{FF2B5EF4-FFF2-40B4-BE49-F238E27FC236}">
                  <a16:creationId xmlns:a16="http://schemas.microsoft.com/office/drawing/2014/main" id="{59EEDE8A-9ACE-CFD6-CA13-838FD3692DD3}"/>
                </a:ext>
              </a:extLst>
            </p:cNvPr>
            <p:cNvSpPr/>
            <p:nvPr/>
          </p:nvSpPr>
          <p:spPr>
            <a:xfrm>
              <a:off x="209306" y="573831"/>
              <a:ext cx="98385" cy="98385"/>
            </a:xfrm>
            <a:prstGeom prst="ellipse">
              <a:avLst/>
            </a:prstGeom>
            <a:solidFill>
              <a:srgbClr val="FFC000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ko-KR"/>
              </a:defPPr>
              <a:lvl1pPr marL="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ko-KR" altLang="en-US">
                <a:solidFill>
                  <a:schemeClr val="tx1"/>
                </a:solidFill>
              </a:endParaRPr>
            </a:p>
          </p:txBody>
        </p:sp>
        <p:sp>
          <p:nvSpPr>
            <p:cNvPr id="38" name="TextBox 11">
              <a:extLst>
                <a:ext uri="{FF2B5EF4-FFF2-40B4-BE49-F238E27FC236}">
                  <a16:creationId xmlns:a16="http://schemas.microsoft.com/office/drawing/2014/main" id="{95473C2E-CEA3-933F-8D8C-5ED7FA4C2C4F}"/>
                </a:ext>
              </a:extLst>
            </p:cNvPr>
            <p:cNvSpPr txBox="1"/>
            <p:nvPr/>
          </p:nvSpPr>
          <p:spPr>
            <a:xfrm>
              <a:off x="318304" y="114311"/>
              <a:ext cx="2057763" cy="742666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>
              <a:defPPr>
                <a:defRPr lang="ko-KR"/>
              </a:defPPr>
              <a:lvl1pPr marL="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r>
                <a:rPr lang="ko-KR" altLang="en-US" sz="700"/>
                <a:t>간접조명 </a:t>
              </a:r>
              <a:r>
                <a:rPr lang="en-US" altLang="ko-KR" sz="700"/>
                <a:t>A SET</a:t>
              </a:r>
            </a:p>
            <a:p>
              <a:endParaRPr lang="en-US" altLang="ko-KR" sz="700"/>
            </a:p>
            <a:p>
              <a:r>
                <a:rPr lang="ko-KR" altLang="en-US" sz="700"/>
                <a:t>간접조명 센서 </a:t>
              </a:r>
              <a:r>
                <a:rPr lang="en-US" altLang="ko-KR" sz="700"/>
                <a:t>SET</a:t>
              </a:r>
            </a:p>
            <a:p>
              <a:endParaRPr lang="en-US" altLang="ko-KR" sz="700"/>
            </a:p>
            <a:p>
              <a:r>
                <a:rPr lang="ko-KR" altLang="en-US" sz="700"/>
                <a:t>우물천장간접조명 및 커튼박수 추가</a:t>
              </a:r>
              <a:r>
                <a:rPr lang="en-US" altLang="ko-KR" sz="700"/>
                <a:t>(</a:t>
              </a:r>
              <a:r>
                <a:rPr lang="ko-KR" altLang="en-US" sz="700"/>
                <a:t>별도 추가</a:t>
              </a:r>
              <a:r>
                <a:rPr lang="en-US" altLang="ko-KR" sz="700"/>
                <a:t>)</a:t>
              </a:r>
            </a:p>
            <a:p>
              <a:endParaRPr lang="en-US" altLang="ko-KR" sz="700"/>
            </a:p>
          </p:txBody>
        </p:sp>
      </p:grpSp>
      <p:sp>
        <p:nvSpPr>
          <p:cNvPr id="39" name="직사각형 38">
            <a:extLst>
              <a:ext uri="{FF2B5EF4-FFF2-40B4-BE49-F238E27FC236}">
                <a16:creationId xmlns:a16="http://schemas.microsoft.com/office/drawing/2014/main" id="{43DFB293-8438-5835-D779-DE40E11FBE80}"/>
              </a:ext>
            </a:extLst>
          </p:cNvPr>
          <p:cNvSpPr/>
          <p:nvPr/>
        </p:nvSpPr>
        <p:spPr>
          <a:xfrm rot="16200000" flipV="1">
            <a:off x="4510162" y="2741912"/>
            <a:ext cx="98385" cy="343522"/>
          </a:xfrm>
          <a:prstGeom prst="rect">
            <a:avLst/>
          </a:prstGeom>
          <a:solidFill>
            <a:srgbClr val="FFFF0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>
              <a:solidFill>
                <a:schemeClr val="tx1"/>
              </a:solidFill>
            </a:endParaRPr>
          </a:p>
        </p:txBody>
      </p:sp>
      <p:grpSp>
        <p:nvGrpSpPr>
          <p:cNvPr id="40" name="그룹 39">
            <a:extLst>
              <a:ext uri="{FF2B5EF4-FFF2-40B4-BE49-F238E27FC236}">
                <a16:creationId xmlns:a16="http://schemas.microsoft.com/office/drawing/2014/main" id="{12F88C81-020C-CD92-1D2B-A5B9140FA4FE}"/>
              </a:ext>
            </a:extLst>
          </p:cNvPr>
          <p:cNvGrpSpPr/>
          <p:nvPr/>
        </p:nvGrpSpPr>
        <p:grpSpPr>
          <a:xfrm>
            <a:off x="8134154" y="4328434"/>
            <a:ext cx="100923" cy="1356633"/>
            <a:chOff x="4735802" y="4662002"/>
            <a:chExt cx="100923" cy="1356633"/>
          </a:xfrm>
        </p:grpSpPr>
        <p:sp>
          <p:nvSpPr>
            <p:cNvPr id="41" name="타원 40">
              <a:extLst>
                <a:ext uri="{FF2B5EF4-FFF2-40B4-BE49-F238E27FC236}">
                  <a16:creationId xmlns:a16="http://schemas.microsoft.com/office/drawing/2014/main" id="{9C77D2AD-3D31-B16E-9ED5-45CD8D93D41B}"/>
                </a:ext>
              </a:extLst>
            </p:cNvPr>
            <p:cNvSpPr/>
            <p:nvPr/>
          </p:nvSpPr>
          <p:spPr>
            <a:xfrm>
              <a:off x="4737834" y="4662002"/>
              <a:ext cx="98385" cy="98385"/>
            </a:xfrm>
            <a:prstGeom prst="ellipse">
              <a:avLst/>
            </a:prstGeom>
            <a:solidFill>
              <a:srgbClr val="FF0000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>
                <a:solidFill>
                  <a:schemeClr val="tx1"/>
                </a:solidFill>
              </a:endParaRPr>
            </a:p>
          </p:txBody>
        </p:sp>
        <p:sp>
          <p:nvSpPr>
            <p:cNvPr id="42" name="타원 41">
              <a:extLst>
                <a:ext uri="{FF2B5EF4-FFF2-40B4-BE49-F238E27FC236}">
                  <a16:creationId xmlns:a16="http://schemas.microsoft.com/office/drawing/2014/main" id="{99A12D94-F383-AA44-D6C5-0FA356347EE7}"/>
                </a:ext>
              </a:extLst>
            </p:cNvPr>
            <p:cNvSpPr/>
            <p:nvPr/>
          </p:nvSpPr>
          <p:spPr>
            <a:xfrm>
              <a:off x="4735802" y="5291218"/>
              <a:ext cx="98385" cy="98385"/>
            </a:xfrm>
            <a:prstGeom prst="ellipse">
              <a:avLst/>
            </a:prstGeom>
            <a:solidFill>
              <a:srgbClr val="FF0000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>
                <a:solidFill>
                  <a:schemeClr val="tx1"/>
                </a:solidFill>
              </a:endParaRPr>
            </a:p>
          </p:txBody>
        </p:sp>
        <p:sp>
          <p:nvSpPr>
            <p:cNvPr id="43" name="타원 42">
              <a:extLst>
                <a:ext uri="{FF2B5EF4-FFF2-40B4-BE49-F238E27FC236}">
                  <a16:creationId xmlns:a16="http://schemas.microsoft.com/office/drawing/2014/main" id="{4297851F-8EDA-133C-50E2-714EDF0616D9}"/>
                </a:ext>
              </a:extLst>
            </p:cNvPr>
            <p:cNvSpPr/>
            <p:nvPr/>
          </p:nvSpPr>
          <p:spPr>
            <a:xfrm>
              <a:off x="4738340" y="5920250"/>
              <a:ext cx="98385" cy="98385"/>
            </a:xfrm>
            <a:prstGeom prst="ellipse">
              <a:avLst/>
            </a:prstGeom>
            <a:solidFill>
              <a:srgbClr val="FF0000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>
                <a:solidFill>
                  <a:schemeClr val="tx1"/>
                </a:solidFill>
              </a:endParaRPr>
            </a:p>
          </p:txBody>
        </p:sp>
      </p:grpSp>
      <p:grpSp>
        <p:nvGrpSpPr>
          <p:cNvPr id="44" name="그룹 43">
            <a:extLst>
              <a:ext uri="{FF2B5EF4-FFF2-40B4-BE49-F238E27FC236}">
                <a16:creationId xmlns:a16="http://schemas.microsoft.com/office/drawing/2014/main" id="{6AB7B4DC-4E35-4BCD-FC68-5C6E58C6FF76}"/>
              </a:ext>
            </a:extLst>
          </p:cNvPr>
          <p:cNvGrpSpPr/>
          <p:nvPr/>
        </p:nvGrpSpPr>
        <p:grpSpPr>
          <a:xfrm>
            <a:off x="6186254" y="4345865"/>
            <a:ext cx="100923" cy="1356633"/>
            <a:chOff x="4735802" y="4662002"/>
            <a:chExt cx="100923" cy="1356633"/>
          </a:xfrm>
        </p:grpSpPr>
        <p:sp>
          <p:nvSpPr>
            <p:cNvPr id="45" name="타원 44">
              <a:extLst>
                <a:ext uri="{FF2B5EF4-FFF2-40B4-BE49-F238E27FC236}">
                  <a16:creationId xmlns:a16="http://schemas.microsoft.com/office/drawing/2014/main" id="{5CFC6E0A-B37C-F315-8927-429B58584119}"/>
                </a:ext>
              </a:extLst>
            </p:cNvPr>
            <p:cNvSpPr/>
            <p:nvPr/>
          </p:nvSpPr>
          <p:spPr>
            <a:xfrm>
              <a:off x="4737834" y="4662002"/>
              <a:ext cx="98385" cy="98385"/>
            </a:xfrm>
            <a:prstGeom prst="ellipse">
              <a:avLst/>
            </a:prstGeom>
            <a:solidFill>
              <a:srgbClr val="FF0000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>
                <a:solidFill>
                  <a:schemeClr val="tx1"/>
                </a:solidFill>
              </a:endParaRPr>
            </a:p>
          </p:txBody>
        </p:sp>
        <p:sp>
          <p:nvSpPr>
            <p:cNvPr id="46" name="타원 45">
              <a:extLst>
                <a:ext uri="{FF2B5EF4-FFF2-40B4-BE49-F238E27FC236}">
                  <a16:creationId xmlns:a16="http://schemas.microsoft.com/office/drawing/2014/main" id="{CE9150FF-79CA-53E4-47D8-2B214D14BBC4}"/>
                </a:ext>
              </a:extLst>
            </p:cNvPr>
            <p:cNvSpPr/>
            <p:nvPr/>
          </p:nvSpPr>
          <p:spPr>
            <a:xfrm>
              <a:off x="4735802" y="5291218"/>
              <a:ext cx="98385" cy="98385"/>
            </a:xfrm>
            <a:prstGeom prst="ellipse">
              <a:avLst/>
            </a:prstGeom>
            <a:solidFill>
              <a:srgbClr val="FF0000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>
                <a:solidFill>
                  <a:schemeClr val="tx1"/>
                </a:solidFill>
              </a:endParaRPr>
            </a:p>
          </p:txBody>
        </p:sp>
        <p:sp>
          <p:nvSpPr>
            <p:cNvPr id="47" name="타원 46">
              <a:extLst>
                <a:ext uri="{FF2B5EF4-FFF2-40B4-BE49-F238E27FC236}">
                  <a16:creationId xmlns:a16="http://schemas.microsoft.com/office/drawing/2014/main" id="{1D2A43AC-FDE0-EFA2-EB4D-6BBBB15E1B45}"/>
                </a:ext>
              </a:extLst>
            </p:cNvPr>
            <p:cNvSpPr/>
            <p:nvPr/>
          </p:nvSpPr>
          <p:spPr>
            <a:xfrm>
              <a:off x="4738340" y="5920250"/>
              <a:ext cx="98385" cy="98385"/>
            </a:xfrm>
            <a:prstGeom prst="ellipse">
              <a:avLst/>
            </a:prstGeom>
            <a:solidFill>
              <a:srgbClr val="FF0000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>
                <a:solidFill>
                  <a:schemeClr val="tx1"/>
                </a:solidFill>
              </a:endParaRPr>
            </a:p>
          </p:txBody>
        </p:sp>
      </p:grpSp>
      <p:sp>
        <p:nvSpPr>
          <p:cNvPr id="49" name="직사각형 48">
            <a:extLst>
              <a:ext uri="{FF2B5EF4-FFF2-40B4-BE49-F238E27FC236}">
                <a16:creationId xmlns:a16="http://schemas.microsoft.com/office/drawing/2014/main" id="{AECE382F-5C26-4E56-6B54-1EA62926869C}"/>
              </a:ext>
            </a:extLst>
          </p:cNvPr>
          <p:cNvSpPr/>
          <p:nvPr/>
        </p:nvSpPr>
        <p:spPr>
          <a:xfrm rot="16200000" flipV="1">
            <a:off x="9869564" y="2394957"/>
            <a:ext cx="98385" cy="343522"/>
          </a:xfrm>
          <a:prstGeom prst="rect">
            <a:avLst/>
          </a:prstGeom>
          <a:solidFill>
            <a:srgbClr val="FFFF0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>
              <a:solidFill>
                <a:schemeClr val="tx1"/>
              </a:solidFill>
            </a:endParaRPr>
          </a:p>
        </p:txBody>
      </p:sp>
      <p:grpSp>
        <p:nvGrpSpPr>
          <p:cNvPr id="54" name="그룹 53">
            <a:extLst>
              <a:ext uri="{FF2B5EF4-FFF2-40B4-BE49-F238E27FC236}">
                <a16:creationId xmlns:a16="http://schemas.microsoft.com/office/drawing/2014/main" id="{9CFDA26B-8292-4ED2-CA6B-E9CFF5E8864D}"/>
              </a:ext>
            </a:extLst>
          </p:cNvPr>
          <p:cNvGrpSpPr/>
          <p:nvPr/>
        </p:nvGrpSpPr>
        <p:grpSpPr>
          <a:xfrm>
            <a:off x="4795876" y="3756293"/>
            <a:ext cx="764953" cy="273636"/>
            <a:chOff x="2052531" y="808997"/>
            <a:chExt cx="764953" cy="273636"/>
          </a:xfrm>
        </p:grpSpPr>
        <p:sp>
          <p:nvSpPr>
            <p:cNvPr id="55" name="TextBox 54">
              <a:extLst>
                <a:ext uri="{FF2B5EF4-FFF2-40B4-BE49-F238E27FC236}">
                  <a16:creationId xmlns:a16="http://schemas.microsoft.com/office/drawing/2014/main" id="{4D7CD77D-9D15-8BFF-EB90-F3815389C4EE}"/>
                </a:ext>
              </a:extLst>
            </p:cNvPr>
            <p:cNvSpPr txBox="1"/>
            <p:nvPr/>
          </p:nvSpPr>
          <p:spPr>
            <a:xfrm>
              <a:off x="2052531" y="897967"/>
              <a:ext cx="764953" cy="184666"/>
            </a:xfrm>
            <a:prstGeom prst="rect">
              <a:avLst/>
            </a:prstGeom>
            <a:solidFill>
              <a:schemeClr val="bg1">
                <a:lumMod val="95000"/>
              </a:schemeClr>
            </a:solidFill>
          </p:spPr>
          <p:txBody>
            <a:bodyPr wrap="none" rtlCol="0">
              <a:spAutoFit/>
            </a:bodyPr>
            <a:lstStyle/>
            <a:p>
              <a:r>
                <a:rPr lang="ko-KR" altLang="en-US" sz="600" b="1"/>
                <a:t>서비스 조명 </a:t>
              </a:r>
              <a:r>
                <a:rPr lang="en-US" altLang="ko-KR" sz="600" b="1"/>
                <a:t>2EA</a:t>
              </a:r>
              <a:endParaRPr lang="ko-KR" altLang="en-US" sz="600" b="1"/>
            </a:p>
          </p:txBody>
        </p:sp>
        <p:grpSp>
          <p:nvGrpSpPr>
            <p:cNvPr id="56" name="그룹 55">
              <a:extLst>
                <a:ext uri="{FF2B5EF4-FFF2-40B4-BE49-F238E27FC236}">
                  <a16:creationId xmlns:a16="http://schemas.microsoft.com/office/drawing/2014/main" id="{8AA0948D-C16C-5BD5-3EF6-B864F421515A}"/>
                </a:ext>
              </a:extLst>
            </p:cNvPr>
            <p:cNvGrpSpPr/>
            <p:nvPr/>
          </p:nvGrpSpPr>
          <p:grpSpPr>
            <a:xfrm rot="5400000">
              <a:off x="2382760" y="491467"/>
              <a:ext cx="98800" cy="733859"/>
              <a:chOff x="4737848" y="4877902"/>
              <a:chExt cx="98800" cy="733859"/>
            </a:xfrm>
            <a:solidFill>
              <a:srgbClr val="FF00FF"/>
            </a:solidFill>
          </p:grpSpPr>
          <p:sp>
            <p:nvSpPr>
              <p:cNvPr id="57" name="타원 56">
                <a:extLst>
                  <a:ext uri="{FF2B5EF4-FFF2-40B4-BE49-F238E27FC236}">
                    <a16:creationId xmlns:a16="http://schemas.microsoft.com/office/drawing/2014/main" id="{A013E18B-CDA3-FC83-D7D1-BB0E343847B4}"/>
                  </a:ext>
                </a:extLst>
              </p:cNvPr>
              <p:cNvSpPr/>
              <p:nvPr/>
            </p:nvSpPr>
            <p:spPr>
              <a:xfrm>
                <a:off x="4737848" y="4877902"/>
                <a:ext cx="98385" cy="98385"/>
              </a:xfrm>
              <a:prstGeom prst="ellipse">
                <a:avLst/>
              </a:prstGeom>
              <a:grpFill/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>
                  <a:solidFill>
                    <a:schemeClr val="tx1"/>
                  </a:solidFill>
                </a:endParaRPr>
              </a:p>
            </p:txBody>
          </p:sp>
          <p:sp>
            <p:nvSpPr>
              <p:cNvPr id="58" name="타원 57">
                <a:extLst>
                  <a:ext uri="{FF2B5EF4-FFF2-40B4-BE49-F238E27FC236}">
                    <a16:creationId xmlns:a16="http://schemas.microsoft.com/office/drawing/2014/main" id="{9CFE9845-D712-8A78-1045-D463144C4A37}"/>
                  </a:ext>
                </a:extLst>
              </p:cNvPr>
              <p:cNvSpPr/>
              <p:nvPr/>
            </p:nvSpPr>
            <p:spPr>
              <a:xfrm>
                <a:off x="4738263" y="5513376"/>
                <a:ext cx="98385" cy="98385"/>
              </a:xfrm>
              <a:prstGeom prst="ellipse">
                <a:avLst/>
              </a:prstGeom>
              <a:grpFill/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>
                  <a:solidFill>
                    <a:schemeClr val="tx1"/>
                  </a:solidFill>
                </a:endParaRPr>
              </a:p>
            </p:txBody>
          </p:sp>
        </p:grpSp>
      </p:grpSp>
      <p:grpSp>
        <p:nvGrpSpPr>
          <p:cNvPr id="59" name="그룹 58">
            <a:extLst>
              <a:ext uri="{FF2B5EF4-FFF2-40B4-BE49-F238E27FC236}">
                <a16:creationId xmlns:a16="http://schemas.microsoft.com/office/drawing/2014/main" id="{6C018880-F5F4-FF48-E66F-27769CB5A632}"/>
              </a:ext>
            </a:extLst>
          </p:cNvPr>
          <p:cNvGrpSpPr/>
          <p:nvPr/>
        </p:nvGrpSpPr>
        <p:grpSpPr>
          <a:xfrm>
            <a:off x="5801941" y="1089745"/>
            <a:ext cx="2087004" cy="879931"/>
            <a:chOff x="4807567" y="3887595"/>
            <a:chExt cx="2087004" cy="879931"/>
          </a:xfrm>
        </p:grpSpPr>
        <p:sp>
          <p:nvSpPr>
            <p:cNvPr id="60" name="직사각형 59">
              <a:extLst>
                <a:ext uri="{FF2B5EF4-FFF2-40B4-BE49-F238E27FC236}">
                  <a16:creationId xmlns:a16="http://schemas.microsoft.com/office/drawing/2014/main" id="{F4AFC7EA-880E-E392-7AD3-2B752EE6281A}"/>
                </a:ext>
              </a:extLst>
            </p:cNvPr>
            <p:cNvSpPr/>
            <p:nvPr/>
          </p:nvSpPr>
          <p:spPr>
            <a:xfrm rot="16200000" flipV="1">
              <a:off x="5982270" y="3855224"/>
              <a:ext cx="52664" cy="1771939"/>
            </a:xfrm>
            <a:prstGeom prst="rect">
              <a:avLst/>
            </a:prstGeom>
            <a:solidFill>
              <a:srgbClr val="FF00FF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61" name="TextBox 60">
              <a:extLst>
                <a:ext uri="{FF2B5EF4-FFF2-40B4-BE49-F238E27FC236}">
                  <a16:creationId xmlns:a16="http://schemas.microsoft.com/office/drawing/2014/main" id="{4F9D59D4-D83A-7A4E-9F1D-97685B71AD2A}"/>
                </a:ext>
              </a:extLst>
            </p:cNvPr>
            <p:cNvSpPr txBox="1"/>
            <p:nvPr/>
          </p:nvSpPr>
          <p:spPr>
            <a:xfrm>
              <a:off x="4807567" y="3887595"/>
              <a:ext cx="1303562" cy="230832"/>
            </a:xfrm>
            <a:prstGeom prst="rect">
              <a:avLst/>
            </a:prstGeom>
            <a:solidFill>
              <a:srgbClr val="FFC000"/>
            </a:solidFill>
          </p:spPr>
          <p:txBody>
            <a:bodyPr wrap="none" rtlCol="0">
              <a:spAutoFit/>
            </a:bodyPr>
            <a:lstStyle/>
            <a:p>
              <a:r>
                <a:rPr lang="ko-KR" altLang="en-US" sz="900" b="1"/>
                <a:t>싱크대 </a:t>
              </a:r>
              <a:r>
                <a:rPr lang="ko-KR" altLang="en-US" sz="900" b="1" err="1"/>
                <a:t>간접등</a:t>
              </a:r>
              <a:r>
                <a:rPr lang="ko-KR" altLang="en-US" sz="900" b="1"/>
                <a:t> 서비스</a:t>
              </a:r>
            </a:p>
          </p:txBody>
        </p:sp>
        <p:cxnSp>
          <p:nvCxnSpPr>
            <p:cNvPr id="62" name="직선 화살표 연결선 61">
              <a:extLst>
                <a:ext uri="{FF2B5EF4-FFF2-40B4-BE49-F238E27FC236}">
                  <a16:creationId xmlns:a16="http://schemas.microsoft.com/office/drawing/2014/main" id="{099FACD0-3688-444C-AE7F-0C490BC6AA42}"/>
                </a:ext>
              </a:extLst>
            </p:cNvPr>
            <p:cNvCxnSpPr>
              <a:cxnSpLocks/>
              <a:stCxn id="60" idx="2"/>
            </p:cNvCxnSpPr>
            <p:nvPr/>
          </p:nvCxnSpPr>
          <p:spPr>
            <a:xfrm flipV="1">
              <a:off x="5122633" y="4080208"/>
              <a:ext cx="0" cy="660986"/>
            </a:xfrm>
            <a:prstGeom prst="straightConnector1">
              <a:avLst/>
            </a:prstGeom>
            <a:ln>
              <a:tailEnd type="triangle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  <p:pic>
        <p:nvPicPr>
          <p:cNvPr id="25" name="그림 24" descr="텍스트, 스크린샷, 직사각형, 디자인이(가) 표시된 사진&#10;&#10;자동 생성된 설명">
            <a:extLst>
              <a:ext uri="{FF2B5EF4-FFF2-40B4-BE49-F238E27FC236}">
                <a16:creationId xmlns:a16="http://schemas.microsoft.com/office/drawing/2014/main" id="{D8EA7EF0-B813-0BDE-40F1-DFE5A88C904A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87410" y="2490140"/>
            <a:ext cx="1646484" cy="1646484"/>
          </a:xfrm>
          <a:prstGeom prst="rect">
            <a:avLst/>
          </a:prstGeom>
        </p:spPr>
      </p:pic>
      <p:pic>
        <p:nvPicPr>
          <p:cNvPr id="53" name="그림 52" descr="텍스트, 스크린샷, 직사각형, 디자인이(가) 표시된 사진&#10;&#10;자동 생성된 설명">
            <a:extLst>
              <a:ext uri="{FF2B5EF4-FFF2-40B4-BE49-F238E27FC236}">
                <a16:creationId xmlns:a16="http://schemas.microsoft.com/office/drawing/2014/main" id="{F52D0ED2-E077-B473-FE6B-E783E9B6A0EE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5102" t="3086" r="4707" b="11674"/>
          <a:stretch>
            <a:fillRect/>
          </a:stretch>
        </p:blipFill>
        <p:spPr>
          <a:xfrm>
            <a:off x="201027" y="4395376"/>
            <a:ext cx="1619250" cy="1530350"/>
          </a:xfrm>
          <a:prstGeom prst="rect">
            <a:avLst/>
          </a:prstGeom>
        </p:spPr>
      </p:pic>
      <p:sp>
        <p:nvSpPr>
          <p:cNvPr id="64" name="사각형: 둥근 모서리 63">
            <a:extLst>
              <a:ext uri="{FF2B5EF4-FFF2-40B4-BE49-F238E27FC236}">
                <a16:creationId xmlns:a16="http://schemas.microsoft.com/office/drawing/2014/main" id="{EBAD9D46-E63E-7798-DBD7-B71DD0D56937}"/>
              </a:ext>
            </a:extLst>
          </p:cNvPr>
          <p:cNvSpPr/>
          <p:nvPr/>
        </p:nvSpPr>
        <p:spPr>
          <a:xfrm>
            <a:off x="6847892" y="4589035"/>
            <a:ext cx="809827" cy="833020"/>
          </a:xfrm>
          <a:prstGeom prst="roundRect">
            <a:avLst>
              <a:gd name="adj" fmla="val 15666"/>
            </a:avLst>
          </a:prstGeom>
          <a:noFill/>
          <a:ln w="38100">
            <a:solidFill>
              <a:schemeClr val="accent2">
                <a:lumMod val="60000"/>
                <a:lumOff val="4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>
              <a:solidFill>
                <a:schemeClr val="tx1"/>
              </a:solidFill>
            </a:endParaRPr>
          </a:p>
        </p:txBody>
      </p:sp>
      <p:pic>
        <p:nvPicPr>
          <p:cNvPr id="66" name="그림 65">
            <a:extLst>
              <a:ext uri="{FF2B5EF4-FFF2-40B4-BE49-F238E27FC236}">
                <a16:creationId xmlns:a16="http://schemas.microsoft.com/office/drawing/2014/main" id="{E24A2773-8C91-2F04-8841-56DA1FFD4598}"/>
              </a:ext>
            </a:extLst>
          </p:cNvPr>
          <p:cNvPicPr>
            <a:picLocks noChangeAspect="1"/>
          </p:cNvPicPr>
          <p:nvPr/>
        </p:nvPicPr>
        <p:blipFill>
          <a:blip r:embed="rId7"/>
          <a:srcRect t="2320" b="-1"/>
          <a:stretch>
            <a:fillRect/>
          </a:stretch>
        </p:blipFill>
        <p:spPr>
          <a:xfrm>
            <a:off x="10196131" y="4395057"/>
            <a:ext cx="2236971" cy="1554480"/>
          </a:xfrm>
          <a:prstGeom prst="rect">
            <a:avLst/>
          </a:prstGeom>
        </p:spPr>
      </p:pic>
      <p:sp>
        <p:nvSpPr>
          <p:cNvPr id="2" name="TextBox 1">
            <a:extLst>
              <a:ext uri="{FF2B5EF4-FFF2-40B4-BE49-F238E27FC236}">
                <a16:creationId xmlns:a16="http://schemas.microsoft.com/office/drawing/2014/main" id="{BEDEA663-278D-EEAD-C8B5-E98BD65B4651}"/>
              </a:ext>
            </a:extLst>
          </p:cNvPr>
          <p:cNvSpPr txBox="1"/>
          <p:nvPr/>
        </p:nvSpPr>
        <p:spPr>
          <a:xfrm>
            <a:off x="3661790" y="3055627"/>
            <a:ext cx="479618" cy="2462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1000" b="1">
                <a:solidFill>
                  <a:srgbClr val="FF0000"/>
                </a:solidFill>
              </a:rPr>
              <a:t>1300</a:t>
            </a:r>
            <a:endParaRPr lang="ko-KR" altLang="en-US" sz="1000" b="1">
              <a:solidFill>
                <a:srgbClr val="FF0000"/>
              </a:solidFill>
            </a:endParaRP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3CA3A974-E32F-2C2A-04BB-88956C6A97AD}"/>
              </a:ext>
            </a:extLst>
          </p:cNvPr>
          <p:cNvSpPr txBox="1"/>
          <p:nvPr/>
        </p:nvSpPr>
        <p:spPr>
          <a:xfrm>
            <a:off x="2192887" y="6154450"/>
            <a:ext cx="479618" cy="2462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1000" b="1">
                <a:solidFill>
                  <a:srgbClr val="FF0000"/>
                </a:solidFill>
              </a:rPr>
              <a:t>2800</a:t>
            </a:r>
            <a:endParaRPr lang="ko-KR" altLang="en-US" sz="1000" b="1">
              <a:solidFill>
                <a:srgbClr val="FF0000"/>
              </a:solidFill>
            </a:endParaRP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180B04EA-2578-AFE6-BB33-47E7C8DADD26}"/>
              </a:ext>
            </a:extLst>
          </p:cNvPr>
          <p:cNvSpPr txBox="1"/>
          <p:nvPr/>
        </p:nvSpPr>
        <p:spPr>
          <a:xfrm>
            <a:off x="3865606" y="6143722"/>
            <a:ext cx="479618" cy="2462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1000" b="1">
                <a:solidFill>
                  <a:srgbClr val="FF0000"/>
                </a:solidFill>
              </a:rPr>
              <a:t>2900</a:t>
            </a:r>
            <a:endParaRPr lang="ko-KR" altLang="en-US" sz="1000" b="1">
              <a:solidFill>
                <a:srgbClr val="FF0000"/>
              </a:solidFill>
            </a:endParaRP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21B0FA66-1518-E0B5-D255-CE2DB28334BD}"/>
              </a:ext>
            </a:extLst>
          </p:cNvPr>
          <p:cNvSpPr txBox="1"/>
          <p:nvPr/>
        </p:nvSpPr>
        <p:spPr>
          <a:xfrm>
            <a:off x="6486742" y="6260772"/>
            <a:ext cx="479618" cy="2462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1000" b="1">
                <a:solidFill>
                  <a:srgbClr val="FF0000"/>
                </a:solidFill>
              </a:rPr>
              <a:t>6700</a:t>
            </a:r>
            <a:endParaRPr lang="ko-KR" altLang="en-US" sz="1000" b="1">
              <a:solidFill>
                <a:srgbClr val="FF0000"/>
              </a:solidFill>
            </a:endParaRP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82137514-B148-BBE3-AC94-446B39EF28FD}"/>
              </a:ext>
            </a:extLst>
          </p:cNvPr>
          <p:cNvSpPr txBox="1"/>
          <p:nvPr/>
        </p:nvSpPr>
        <p:spPr>
          <a:xfrm>
            <a:off x="7022838" y="4205552"/>
            <a:ext cx="479618" cy="2462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1000" b="1">
                <a:solidFill>
                  <a:srgbClr val="FF0000"/>
                </a:solidFill>
              </a:rPr>
              <a:t>3100</a:t>
            </a:r>
            <a:endParaRPr lang="ko-KR" altLang="en-US" sz="1000" b="1">
              <a:solidFill>
                <a:srgbClr val="FF0000"/>
              </a:solidFill>
            </a:endParaRP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AF634B64-F5EB-5555-B186-5F57402D876A}"/>
              </a:ext>
            </a:extLst>
          </p:cNvPr>
          <p:cNvSpPr txBox="1"/>
          <p:nvPr/>
        </p:nvSpPr>
        <p:spPr>
          <a:xfrm>
            <a:off x="6262283" y="4718965"/>
            <a:ext cx="479618" cy="2462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1000" b="1">
                <a:solidFill>
                  <a:srgbClr val="FF0000"/>
                </a:solidFill>
              </a:rPr>
              <a:t>2400</a:t>
            </a:r>
            <a:endParaRPr lang="ko-KR" altLang="en-US" sz="1000" b="1">
              <a:solidFill>
                <a:srgbClr val="FF0000"/>
              </a:solidFill>
            </a:endParaRPr>
          </a:p>
        </p:txBody>
      </p:sp>
      <p:cxnSp>
        <p:nvCxnSpPr>
          <p:cNvPr id="17" name="직선 화살표 연결선 16">
            <a:extLst>
              <a:ext uri="{FF2B5EF4-FFF2-40B4-BE49-F238E27FC236}">
                <a16:creationId xmlns:a16="http://schemas.microsoft.com/office/drawing/2014/main" id="{8C9FE7A7-87D1-846F-39AE-AAE0AB4925F8}"/>
              </a:ext>
            </a:extLst>
          </p:cNvPr>
          <p:cNvCxnSpPr>
            <a:cxnSpLocks/>
          </p:cNvCxnSpPr>
          <p:nvPr/>
        </p:nvCxnSpPr>
        <p:spPr>
          <a:xfrm flipH="1" flipV="1">
            <a:off x="4985806" y="6223267"/>
            <a:ext cx="3350326" cy="9"/>
          </a:xfrm>
          <a:prstGeom prst="straightConnector1">
            <a:avLst/>
          </a:prstGeom>
          <a:ln w="57150">
            <a:solidFill>
              <a:srgbClr val="00B050"/>
            </a:solidFill>
            <a:headEnd type="triangle"/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8" name="TextBox 17">
            <a:extLst>
              <a:ext uri="{FF2B5EF4-FFF2-40B4-BE49-F238E27FC236}">
                <a16:creationId xmlns:a16="http://schemas.microsoft.com/office/drawing/2014/main" id="{678A091A-649B-555A-4BF3-96FEF8E4C54F}"/>
              </a:ext>
            </a:extLst>
          </p:cNvPr>
          <p:cNvSpPr txBox="1"/>
          <p:nvPr/>
        </p:nvSpPr>
        <p:spPr>
          <a:xfrm>
            <a:off x="9240455" y="5817543"/>
            <a:ext cx="479618" cy="2462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1000" b="1">
                <a:solidFill>
                  <a:srgbClr val="FF0000"/>
                </a:solidFill>
              </a:rPr>
              <a:t>3500</a:t>
            </a:r>
            <a:endParaRPr lang="ko-KR" altLang="en-US" sz="1000" b="1">
              <a:solidFill>
                <a:srgbClr val="FF0000"/>
              </a:solidFill>
            </a:endParaRP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AA0EC211-A786-2ECC-F819-985027B94088}"/>
              </a:ext>
            </a:extLst>
          </p:cNvPr>
          <p:cNvSpPr txBox="1"/>
          <p:nvPr/>
        </p:nvSpPr>
        <p:spPr>
          <a:xfrm>
            <a:off x="10175682" y="4211291"/>
            <a:ext cx="479618" cy="2462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1000" b="1">
                <a:solidFill>
                  <a:srgbClr val="FF0000"/>
                </a:solidFill>
              </a:rPr>
              <a:t>1100</a:t>
            </a:r>
            <a:endParaRPr lang="ko-KR" altLang="en-US" sz="1000" b="1">
              <a:solidFill>
                <a:srgbClr val="FF0000"/>
              </a:solidFill>
            </a:endParaRPr>
          </a:p>
        </p:txBody>
      </p:sp>
      <p:cxnSp>
        <p:nvCxnSpPr>
          <p:cNvPr id="20" name="직선 화살표 연결선 19">
            <a:extLst>
              <a:ext uri="{FF2B5EF4-FFF2-40B4-BE49-F238E27FC236}">
                <a16:creationId xmlns:a16="http://schemas.microsoft.com/office/drawing/2014/main" id="{E4456CB7-A3BD-8A25-0645-AB42069BCB9F}"/>
              </a:ext>
            </a:extLst>
          </p:cNvPr>
          <p:cNvCxnSpPr>
            <a:cxnSpLocks/>
          </p:cNvCxnSpPr>
          <p:nvPr/>
        </p:nvCxnSpPr>
        <p:spPr>
          <a:xfrm>
            <a:off x="10105818" y="3692042"/>
            <a:ext cx="0" cy="653823"/>
          </a:xfrm>
          <a:prstGeom prst="straightConnector1">
            <a:avLst/>
          </a:prstGeom>
          <a:ln w="57150">
            <a:solidFill>
              <a:srgbClr val="00B050"/>
            </a:solidFill>
            <a:headEnd type="triangle"/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792850049"/>
      </p:ext>
    </p:extLst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CEE614E-FA9A-A0FC-54F7-C285CF47D2C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그림 2">
            <a:extLst>
              <a:ext uri="{FF2B5EF4-FFF2-40B4-BE49-F238E27FC236}">
                <a16:creationId xmlns:a16="http://schemas.microsoft.com/office/drawing/2014/main" id="{DE993443-A6BA-184E-B95C-ED1F5F7293AA}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/>
        </p:nvPicPr>
        <p:blipFill>
          <a:blip r:embed="rId2">
            <a:alphaModFix amt="70000"/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saturation sat="0"/>
                    </a14:imgEffect>
                  </a14:imgLayer>
                </a14:imgProps>
              </a:ext>
            </a:extLst>
          </a:blip>
          <a:stretch>
            <a:fillRect/>
          </a:stretch>
        </p:blipFill>
        <p:spPr>
          <a:xfrm>
            <a:off x="1836279" y="590334"/>
            <a:ext cx="8819021" cy="5677332"/>
          </a:xfrm>
          <a:prstGeom prst="rect">
            <a:avLst/>
          </a:prstGeom>
        </p:spPr>
      </p:pic>
      <mc:AlternateContent xmlns:mc="http://schemas.openxmlformats.org/markup-compatibility/2006">
        <mc:Choice xmlns:a14="http://schemas.microsoft.com/office/drawing/2010/main" Requires="a14">
          <p:sp>
            <p:nvSpPr>
              <p:cNvPr id="4" name="TextBox 3">
                <a:extLst>
                  <a:ext uri="{FF2B5EF4-FFF2-40B4-BE49-F238E27FC236}">
                    <a16:creationId xmlns:a16="http://schemas.microsoft.com/office/drawing/2014/main" id="{13BC8B70-FB44-1A98-DFFD-5EDB00E26666}"/>
                  </a:ext>
                </a:extLst>
              </p:cNvPr>
              <p:cNvSpPr txBox="1"/>
              <p:nvPr/>
            </p:nvSpPr>
            <p:spPr>
              <a:xfrm>
                <a:off x="10152689" y="1075737"/>
                <a:ext cx="1762781" cy="407099"/>
              </a:xfrm>
              <a:prstGeom prst="rect">
                <a:avLst/>
              </a:prstGeom>
              <a:noFill/>
            </p:spPr>
            <p:txBody>
              <a:bodyPr wrap="square">
                <a:spAutoFit/>
                <a:scene3d>
                  <a:camera prst="orthographicFront"/>
                  <a:lightRig rig="harsh" dir="t"/>
                </a:scene3d>
                <a:sp3d extrusionH="57150" prstMaterial="matte">
                  <a:bevelT w="63500" h="12700" prst="angle"/>
                  <a:contourClr>
                    <a:schemeClr val="bg1">
                      <a:lumMod val="65000"/>
                    </a:schemeClr>
                  </a:contourClr>
                </a:sp3d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right"/>
                    </m:oMathParaPr>
                    <m:oMath xmlns:m="http://schemas.openxmlformats.org/officeDocument/2006/math">
                      <m:sSup>
                        <m:sSupPr>
                          <m:ctrlPr>
                            <a:rPr lang="en-US" altLang="ko-KR" sz="2000" b="1" i="1" u="none" strike="noStrike" smtClean="0">
                              <a:ln/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altLang="ko-KR" sz="2000" b="1" i="1" u="none" strike="noStrike" smtClean="0">
                              <a:ln/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𝟖𝟒</m:t>
                          </m:r>
                          <m:r>
                            <a:rPr lang="en-US" altLang="ko-KR" sz="2000" b="1" i="1" u="none" strike="noStrike" smtClean="0">
                              <a:ln/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𝑩𝒎</m:t>
                          </m:r>
                        </m:e>
                        <m:sup>
                          <m:r>
                            <a:rPr lang="en-US" altLang="ko-KR" sz="2000" b="1" i="1" u="none" strike="noStrike" smtClean="0">
                              <a:ln/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𝟐</m:t>
                          </m:r>
                        </m:sup>
                      </m:sSup>
                    </m:oMath>
                  </m:oMathPara>
                </a14:m>
                <a:endParaRPr lang="ko-KR" altLang="en-US" sz="2000" b="1">
                  <a:ln/>
                  <a:solidFill>
                    <a:schemeClr val="tx1"/>
                  </a:solidFill>
                </a:endParaRPr>
              </a:p>
            </p:txBody>
          </p:sp>
        </mc:Choice>
        <mc:Fallback>
          <p:sp>
            <p:nvSpPr>
              <p:cNvPr id="4" name="TextBox 3">
                <a:extLst>
                  <a:ext uri="{FF2B5EF4-FFF2-40B4-BE49-F238E27FC236}">
                    <a16:creationId xmlns:a16="http://schemas.microsoft.com/office/drawing/2014/main" id="{13BC8B70-FB44-1A98-DFFD-5EDB00E26666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0152689" y="1075737"/>
                <a:ext cx="1762781" cy="407099"/>
              </a:xfrm>
              <a:prstGeom prst="rect">
                <a:avLst/>
              </a:prstGeom>
              <a:blipFill>
                <a:blip r:embed="rId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5" name="TextBox 4">
            <a:extLst>
              <a:ext uri="{FF2B5EF4-FFF2-40B4-BE49-F238E27FC236}">
                <a16:creationId xmlns:a16="http://schemas.microsoft.com/office/drawing/2014/main" id="{83672731-26DF-CD23-05F4-87B354DE0419}"/>
              </a:ext>
            </a:extLst>
          </p:cNvPr>
          <p:cNvSpPr txBox="1"/>
          <p:nvPr/>
        </p:nvSpPr>
        <p:spPr>
          <a:xfrm>
            <a:off x="1870318" y="353253"/>
            <a:ext cx="8452551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 sz="2000" b="1"/>
              <a:t>84B</a:t>
            </a:r>
            <a:r>
              <a:rPr lang="ko-KR" altLang="en-US" sz="2000" b="1"/>
              <a:t>타입 간접 프리미엄 </a:t>
            </a:r>
            <a:r>
              <a:rPr lang="en-US" altLang="ko-KR" sz="2000" b="1"/>
              <a:t>SET + </a:t>
            </a:r>
            <a:r>
              <a:rPr lang="ko-KR" altLang="en-US" sz="2000" b="1" err="1"/>
              <a:t>실링팬</a:t>
            </a:r>
            <a:r>
              <a:rPr lang="ko-KR" altLang="en-US" sz="2000" b="1"/>
              <a:t> 우물두줄</a:t>
            </a:r>
            <a:endParaRPr lang="en-US" altLang="ko-KR" sz="2000" b="1"/>
          </a:p>
        </p:txBody>
      </p:sp>
      <p:sp>
        <p:nvSpPr>
          <p:cNvPr id="8" name="직사각형 7">
            <a:extLst>
              <a:ext uri="{FF2B5EF4-FFF2-40B4-BE49-F238E27FC236}">
                <a16:creationId xmlns:a16="http://schemas.microsoft.com/office/drawing/2014/main" id="{25125C5A-41D1-702D-1EBD-F64D331E2324}"/>
              </a:ext>
            </a:extLst>
          </p:cNvPr>
          <p:cNvSpPr/>
          <p:nvPr/>
        </p:nvSpPr>
        <p:spPr>
          <a:xfrm rot="5400000">
            <a:off x="7180821" y="5029738"/>
            <a:ext cx="102820" cy="1630245"/>
          </a:xfrm>
          <a:prstGeom prst="rect">
            <a:avLst/>
          </a:prstGeom>
          <a:solidFill>
            <a:srgbClr val="FF000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>
              <a:solidFill>
                <a:schemeClr val="tx1"/>
              </a:solidFill>
            </a:endParaRPr>
          </a:p>
        </p:txBody>
      </p:sp>
      <p:sp>
        <p:nvSpPr>
          <p:cNvPr id="9" name="사각형: 둥근 모서리 8">
            <a:extLst>
              <a:ext uri="{FF2B5EF4-FFF2-40B4-BE49-F238E27FC236}">
                <a16:creationId xmlns:a16="http://schemas.microsoft.com/office/drawing/2014/main" id="{9FD12E9A-5C04-9D42-8348-4006A023695F}"/>
              </a:ext>
            </a:extLst>
          </p:cNvPr>
          <p:cNvSpPr/>
          <p:nvPr/>
        </p:nvSpPr>
        <p:spPr>
          <a:xfrm>
            <a:off x="6710006" y="4436635"/>
            <a:ext cx="1092978" cy="1103860"/>
          </a:xfrm>
          <a:prstGeom prst="roundRect">
            <a:avLst>
              <a:gd name="adj" fmla="val 15666"/>
            </a:avLst>
          </a:prstGeom>
          <a:noFill/>
          <a:ln w="38100">
            <a:solidFill>
              <a:schemeClr val="accent2">
                <a:lumMod val="60000"/>
                <a:lumOff val="4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>
              <a:solidFill>
                <a:schemeClr val="tx1"/>
              </a:solidFill>
            </a:endParaRP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2C4C59BB-281C-FAF4-6D20-BD4B8607A6E9}"/>
              </a:ext>
            </a:extLst>
          </p:cNvPr>
          <p:cNvSpPr txBox="1"/>
          <p:nvPr/>
        </p:nvSpPr>
        <p:spPr>
          <a:xfrm>
            <a:off x="6284639" y="3871467"/>
            <a:ext cx="1891732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ko-KR" altLang="en-US" sz="1000" b="1"/>
              <a:t>전자식스위치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1633C2E4-51C3-35F1-B843-ACE7669AE311}"/>
              </a:ext>
            </a:extLst>
          </p:cNvPr>
          <p:cNvSpPr txBox="1"/>
          <p:nvPr/>
        </p:nvSpPr>
        <p:spPr>
          <a:xfrm>
            <a:off x="112365" y="770606"/>
            <a:ext cx="3264447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800">
                <a:solidFill>
                  <a:srgbClr val="FF0000"/>
                </a:solidFill>
              </a:rPr>
              <a:t>**</a:t>
            </a:r>
            <a:r>
              <a:rPr lang="ko-KR" altLang="en-US" sz="800">
                <a:solidFill>
                  <a:srgbClr val="FF0000"/>
                </a:solidFill>
              </a:rPr>
              <a:t>스위치 연결을 위해 별도의 </a:t>
            </a:r>
            <a:r>
              <a:rPr lang="ko-KR" altLang="en-US" sz="800" err="1">
                <a:solidFill>
                  <a:srgbClr val="FF0000"/>
                </a:solidFill>
              </a:rPr>
              <a:t>타공이</a:t>
            </a:r>
            <a:r>
              <a:rPr lang="ko-KR" altLang="en-US" sz="800">
                <a:solidFill>
                  <a:srgbClr val="FF0000"/>
                </a:solidFill>
              </a:rPr>
              <a:t> 필요할 수 </a:t>
            </a:r>
            <a:endParaRPr lang="en-US" altLang="ko-KR" sz="800">
              <a:solidFill>
                <a:srgbClr val="FF0000"/>
              </a:solidFill>
            </a:endParaRPr>
          </a:p>
          <a:p>
            <a:r>
              <a:rPr lang="ko-KR" altLang="en-US" sz="800">
                <a:solidFill>
                  <a:srgbClr val="FF0000"/>
                </a:solidFill>
              </a:rPr>
              <a:t>있으며</a:t>
            </a:r>
            <a:r>
              <a:rPr lang="en-US" altLang="ko-KR" sz="800">
                <a:solidFill>
                  <a:srgbClr val="FF0000"/>
                </a:solidFill>
              </a:rPr>
              <a:t> </a:t>
            </a:r>
            <a:r>
              <a:rPr lang="ko-KR" altLang="en-US" sz="800">
                <a:solidFill>
                  <a:srgbClr val="FF0000"/>
                </a:solidFill>
              </a:rPr>
              <a:t>공스피커로 마감 될 수도 있음</a:t>
            </a:r>
            <a:endParaRPr lang="en-US" altLang="ko-KR" sz="800">
              <a:solidFill>
                <a:srgbClr val="FF0000"/>
              </a:solidFill>
            </a:endParaRPr>
          </a:p>
        </p:txBody>
      </p:sp>
      <p:sp>
        <p:nvSpPr>
          <p:cNvPr id="13" name="별: 꼭짓점 4개 12">
            <a:extLst>
              <a:ext uri="{FF2B5EF4-FFF2-40B4-BE49-F238E27FC236}">
                <a16:creationId xmlns:a16="http://schemas.microsoft.com/office/drawing/2014/main" id="{27171B05-2D3D-F828-7418-3245BFFF96EB}"/>
              </a:ext>
            </a:extLst>
          </p:cNvPr>
          <p:cNvSpPr/>
          <p:nvPr/>
        </p:nvSpPr>
        <p:spPr>
          <a:xfrm>
            <a:off x="6974072" y="4717281"/>
            <a:ext cx="557315" cy="559233"/>
          </a:xfrm>
          <a:prstGeom prst="star4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2645">
              <a:solidFill>
                <a:schemeClr val="tx1"/>
              </a:solidFill>
            </a:endParaRPr>
          </a:p>
        </p:txBody>
      </p:sp>
      <p:grpSp>
        <p:nvGrpSpPr>
          <p:cNvPr id="26" name="그룹 25">
            <a:extLst>
              <a:ext uri="{FF2B5EF4-FFF2-40B4-BE49-F238E27FC236}">
                <a16:creationId xmlns:a16="http://schemas.microsoft.com/office/drawing/2014/main" id="{5FEEEBF6-1FBE-B189-E519-D2C4592BC3AF}"/>
              </a:ext>
            </a:extLst>
          </p:cNvPr>
          <p:cNvGrpSpPr/>
          <p:nvPr/>
        </p:nvGrpSpPr>
        <p:grpSpPr>
          <a:xfrm rot="5400000">
            <a:off x="3884810" y="3871479"/>
            <a:ext cx="99451" cy="545492"/>
            <a:chOff x="5324822" y="4538198"/>
            <a:chExt cx="99451" cy="545492"/>
          </a:xfrm>
        </p:grpSpPr>
        <p:sp>
          <p:nvSpPr>
            <p:cNvPr id="27" name="타원 26">
              <a:extLst>
                <a:ext uri="{FF2B5EF4-FFF2-40B4-BE49-F238E27FC236}">
                  <a16:creationId xmlns:a16="http://schemas.microsoft.com/office/drawing/2014/main" id="{14F353A2-B55E-2202-CA3A-7DD3AD24654F}"/>
                </a:ext>
              </a:extLst>
            </p:cNvPr>
            <p:cNvSpPr/>
            <p:nvPr/>
          </p:nvSpPr>
          <p:spPr>
            <a:xfrm>
              <a:off x="5325888" y="4538198"/>
              <a:ext cx="98385" cy="98385"/>
            </a:xfrm>
            <a:prstGeom prst="ellipse">
              <a:avLst/>
            </a:prstGeom>
            <a:solidFill>
              <a:srgbClr val="FF0000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>
                <a:solidFill>
                  <a:schemeClr val="tx1"/>
                </a:solidFill>
              </a:endParaRPr>
            </a:p>
          </p:txBody>
        </p:sp>
        <p:sp>
          <p:nvSpPr>
            <p:cNvPr id="28" name="타원 27">
              <a:extLst>
                <a:ext uri="{FF2B5EF4-FFF2-40B4-BE49-F238E27FC236}">
                  <a16:creationId xmlns:a16="http://schemas.microsoft.com/office/drawing/2014/main" id="{608927B0-ABF3-0ED7-055D-79C9A4AAA83E}"/>
                </a:ext>
              </a:extLst>
            </p:cNvPr>
            <p:cNvSpPr/>
            <p:nvPr/>
          </p:nvSpPr>
          <p:spPr>
            <a:xfrm>
              <a:off x="5324822" y="4985305"/>
              <a:ext cx="98385" cy="98385"/>
            </a:xfrm>
            <a:prstGeom prst="ellipse">
              <a:avLst/>
            </a:prstGeom>
            <a:solidFill>
              <a:srgbClr val="FF0000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>
                <a:solidFill>
                  <a:schemeClr val="tx1"/>
                </a:solidFill>
              </a:endParaRPr>
            </a:p>
          </p:txBody>
        </p:sp>
      </p:grpSp>
      <p:sp>
        <p:nvSpPr>
          <p:cNvPr id="29" name="직사각형 28">
            <a:extLst>
              <a:ext uri="{FF2B5EF4-FFF2-40B4-BE49-F238E27FC236}">
                <a16:creationId xmlns:a16="http://schemas.microsoft.com/office/drawing/2014/main" id="{B66E6ED7-5966-E4D8-9F34-065162E6903A}"/>
              </a:ext>
            </a:extLst>
          </p:cNvPr>
          <p:cNvSpPr/>
          <p:nvPr/>
        </p:nvSpPr>
        <p:spPr>
          <a:xfrm flipV="1">
            <a:off x="4122422" y="2864481"/>
            <a:ext cx="98385" cy="777243"/>
          </a:xfrm>
          <a:prstGeom prst="rect">
            <a:avLst/>
          </a:prstGeom>
          <a:solidFill>
            <a:srgbClr val="FFFF0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>
              <a:solidFill>
                <a:schemeClr val="tx1"/>
              </a:solidFill>
            </a:endParaRPr>
          </a:p>
        </p:txBody>
      </p:sp>
      <p:sp>
        <p:nvSpPr>
          <p:cNvPr id="32" name="TextBox 31">
            <a:extLst>
              <a:ext uri="{FF2B5EF4-FFF2-40B4-BE49-F238E27FC236}">
                <a16:creationId xmlns:a16="http://schemas.microsoft.com/office/drawing/2014/main" id="{6144A174-8C8D-A62E-D989-CB0CA0DDE912}"/>
              </a:ext>
            </a:extLst>
          </p:cNvPr>
          <p:cNvSpPr txBox="1"/>
          <p:nvPr/>
        </p:nvSpPr>
        <p:spPr>
          <a:xfrm>
            <a:off x="6235446" y="6265461"/>
            <a:ext cx="2229372" cy="55399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1000" b="1" err="1">
                <a:highlight>
                  <a:srgbClr val="FFFF00"/>
                </a:highlight>
              </a:rPr>
              <a:t>실링팬</a:t>
            </a:r>
            <a:r>
              <a:rPr lang="ko-KR" altLang="en-US" sz="1000" b="1">
                <a:highlight>
                  <a:srgbClr val="FFFF00"/>
                </a:highlight>
              </a:rPr>
              <a:t> </a:t>
            </a:r>
            <a:r>
              <a:rPr lang="ko-KR" altLang="en-US" sz="1000" b="1" err="1">
                <a:highlight>
                  <a:srgbClr val="FFFF00"/>
                </a:highlight>
              </a:rPr>
              <a:t>루씨에어</a:t>
            </a:r>
            <a:r>
              <a:rPr lang="en-US" altLang="ko-KR" sz="1000" b="1">
                <a:highlight>
                  <a:srgbClr val="FFFF00"/>
                </a:highlight>
              </a:rPr>
              <a:t>-</a:t>
            </a:r>
            <a:r>
              <a:rPr lang="ko-KR" altLang="en-US" sz="1000" b="1" err="1">
                <a:highlight>
                  <a:srgbClr val="FFFF00"/>
                </a:highlight>
              </a:rPr>
              <a:t>코타라</a:t>
            </a:r>
            <a:endParaRPr lang="en-US" altLang="ko-KR" sz="1000" b="1">
              <a:highlight>
                <a:srgbClr val="FFFF00"/>
              </a:highlight>
            </a:endParaRPr>
          </a:p>
          <a:p>
            <a:r>
              <a:rPr lang="ko-KR" altLang="en-US" sz="1000" b="1">
                <a:highlight>
                  <a:srgbClr val="FFFF00"/>
                </a:highlight>
              </a:rPr>
              <a:t>설치</a:t>
            </a:r>
            <a:r>
              <a:rPr lang="en-US" altLang="ko-KR" sz="1000" b="1">
                <a:highlight>
                  <a:srgbClr val="FFFF00"/>
                </a:highlight>
              </a:rPr>
              <a:t>+</a:t>
            </a:r>
            <a:r>
              <a:rPr lang="ko-KR" altLang="en-US" sz="1000" b="1">
                <a:highlight>
                  <a:srgbClr val="FFFF00"/>
                </a:highlight>
              </a:rPr>
              <a:t>보강</a:t>
            </a:r>
            <a:r>
              <a:rPr lang="en-US" altLang="ko-KR" sz="1000" b="1">
                <a:highlight>
                  <a:srgbClr val="FFFF00"/>
                </a:highlight>
              </a:rPr>
              <a:t>+</a:t>
            </a:r>
            <a:r>
              <a:rPr lang="ko-KR" altLang="en-US" sz="1000" b="1">
                <a:highlight>
                  <a:srgbClr val="FFFF00"/>
                </a:highlight>
              </a:rPr>
              <a:t>우물 천장 안 실크 도배</a:t>
            </a:r>
            <a:br>
              <a:rPr lang="en-US" altLang="ko-KR" sz="1000" b="1">
                <a:highlight>
                  <a:srgbClr val="FFFF00"/>
                </a:highlight>
              </a:rPr>
            </a:br>
            <a:r>
              <a:rPr lang="ko-KR" altLang="en-US" sz="1000" b="1">
                <a:highlight>
                  <a:srgbClr val="FFFF00"/>
                </a:highlight>
              </a:rPr>
              <a:t>우물조명 </a:t>
            </a:r>
            <a:r>
              <a:rPr lang="en-US" altLang="ko-KR" sz="1000" b="1">
                <a:highlight>
                  <a:srgbClr val="FFFF00"/>
                </a:highlight>
              </a:rPr>
              <a:t>2</a:t>
            </a:r>
            <a:r>
              <a:rPr lang="ko-KR" altLang="en-US" sz="1000" b="1">
                <a:highlight>
                  <a:srgbClr val="FFFF00"/>
                </a:highlight>
              </a:rPr>
              <a:t>줄 </a:t>
            </a:r>
            <a:r>
              <a:rPr lang="ko-KR" altLang="en-US" sz="1000" b="1" err="1">
                <a:highlight>
                  <a:srgbClr val="FFFF00"/>
                </a:highlight>
              </a:rPr>
              <a:t>전구색</a:t>
            </a:r>
            <a:r>
              <a:rPr lang="en-US" altLang="ko-KR" sz="1000" b="1">
                <a:highlight>
                  <a:srgbClr val="FFFF00"/>
                </a:highlight>
              </a:rPr>
              <a:t>+</a:t>
            </a:r>
            <a:r>
              <a:rPr lang="ko-KR" altLang="en-US" sz="1000" b="1" err="1">
                <a:highlight>
                  <a:srgbClr val="FFFF00"/>
                </a:highlight>
              </a:rPr>
              <a:t>주백색</a:t>
            </a:r>
            <a:endParaRPr lang="en-US" altLang="ko-KR" sz="1000" b="1">
              <a:highlight>
                <a:srgbClr val="FFFF00"/>
              </a:highlight>
            </a:endParaRPr>
          </a:p>
        </p:txBody>
      </p:sp>
      <p:sp>
        <p:nvSpPr>
          <p:cNvPr id="33" name="TextBox 13">
            <a:extLst>
              <a:ext uri="{FF2B5EF4-FFF2-40B4-BE49-F238E27FC236}">
                <a16:creationId xmlns:a16="http://schemas.microsoft.com/office/drawing/2014/main" id="{64E23484-1C71-9A78-F436-B9A078FEF563}"/>
              </a:ext>
            </a:extLst>
          </p:cNvPr>
          <p:cNvSpPr txBox="1"/>
          <p:nvPr/>
        </p:nvSpPr>
        <p:spPr>
          <a:xfrm>
            <a:off x="142074" y="1128948"/>
            <a:ext cx="1489510" cy="461665"/>
          </a:xfrm>
          <a:prstGeom prst="rect">
            <a:avLst/>
          </a:prstGeom>
          <a:solidFill>
            <a:schemeClr val="accent6">
              <a:lumMod val="20000"/>
              <a:lumOff val="80000"/>
            </a:schemeClr>
          </a:solidFill>
        </p:spPr>
        <p:txBody>
          <a:bodyPr wrap="none" rtlCol="0">
            <a:spAutoFit/>
          </a:bodyPr>
          <a:lstStyle>
            <a:defPPr>
              <a:defRPr lang="ko-KR"/>
            </a:defPPr>
            <a:lvl1pPr marL="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ko-KR" altLang="en-US" sz="800" b="1"/>
              <a:t>욕실 </a:t>
            </a:r>
            <a:r>
              <a:rPr lang="ko-KR" altLang="en-US" sz="800" b="1" err="1"/>
              <a:t>휴젠트여부에</a:t>
            </a:r>
            <a:r>
              <a:rPr lang="ko-KR" altLang="en-US" sz="800" b="1"/>
              <a:t> 대하여</a:t>
            </a:r>
            <a:endParaRPr lang="en-US" altLang="ko-KR" sz="800" b="1"/>
          </a:p>
          <a:p>
            <a:r>
              <a:rPr lang="ko-KR" altLang="en-US" sz="800" b="1"/>
              <a:t>기사분이 현장에서 파악하여</a:t>
            </a:r>
            <a:endParaRPr lang="en-US" altLang="ko-KR" sz="800" b="1"/>
          </a:p>
          <a:p>
            <a:r>
              <a:rPr lang="ko-KR" altLang="en-US" sz="800" b="1"/>
              <a:t>센서위치를 적용해드립니다</a:t>
            </a:r>
            <a:r>
              <a:rPr lang="en-US" altLang="ko-KR" sz="800" b="1"/>
              <a:t>.</a:t>
            </a:r>
            <a:endParaRPr lang="ko-KR" altLang="en-US" sz="800" b="1"/>
          </a:p>
        </p:txBody>
      </p:sp>
      <p:grpSp>
        <p:nvGrpSpPr>
          <p:cNvPr id="34" name="그룹 33">
            <a:extLst>
              <a:ext uri="{FF2B5EF4-FFF2-40B4-BE49-F238E27FC236}">
                <a16:creationId xmlns:a16="http://schemas.microsoft.com/office/drawing/2014/main" id="{A67DDD46-C521-83A7-39CE-4F7093A1D122}"/>
              </a:ext>
            </a:extLst>
          </p:cNvPr>
          <p:cNvGrpSpPr/>
          <p:nvPr/>
        </p:nvGrpSpPr>
        <p:grpSpPr>
          <a:xfrm>
            <a:off x="166864" y="137559"/>
            <a:ext cx="2166761" cy="738664"/>
            <a:chOff x="209306" y="114311"/>
            <a:chExt cx="2166761" cy="742666"/>
          </a:xfrm>
        </p:grpSpPr>
        <p:sp>
          <p:nvSpPr>
            <p:cNvPr id="35" name="타원 34">
              <a:extLst>
                <a:ext uri="{FF2B5EF4-FFF2-40B4-BE49-F238E27FC236}">
                  <a16:creationId xmlns:a16="http://schemas.microsoft.com/office/drawing/2014/main" id="{4F30EC02-B223-446A-184F-2DCD9299522D}"/>
                </a:ext>
              </a:extLst>
            </p:cNvPr>
            <p:cNvSpPr/>
            <p:nvPr/>
          </p:nvSpPr>
          <p:spPr>
            <a:xfrm>
              <a:off x="209307" y="168341"/>
              <a:ext cx="98385" cy="98385"/>
            </a:xfrm>
            <a:prstGeom prst="ellipse">
              <a:avLst/>
            </a:prstGeom>
            <a:solidFill>
              <a:srgbClr val="FF0000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ko-KR"/>
              </a:defPPr>
              <a:lvl1pPr marL="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ko-KR" altLang="en-US">
                <a:solidFill>
                  <a:schemeClr val="tx1"/>
                </a:solidFill>
              </a:endParaRPr>
            </a:p>
          </p:txBody>
        </p:sp>
        <p:sp>
          <p:nvSpPr>
            <p:cNvPr id="36" name="타원 35">
              <a:extLst>
                <a:ext uri="{FF2B5EF4-FFF2-40B4-BE49-F238E27FC236}">
                  <a16:creationId xmlns:a16="http://schemas.microsoft.com/office/drawing/2014/main" id="{68FD90BC-9E02-4685-4425-DF328300224A}"/>
                </a:ext>
              </a:extLst>
            </p:cNvPr>
            <p:cNvSpPr/>
            <p:nvPr/>
          </p:nvSpPr>
          <p:spPr>
            <a:xfrm>
              <a:off x="209307" y="347436"/>
              <a:ext cx="98385" cy="98385"/>
            </a:xfrm>
            <a:prstGeom prst="ellipse">
              <a:avLst/>
            </a:prstGeom>
            <a:solidFill>
              <a:srgbClr val="FFFF00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ko-KR"/>
              </a:defPPr>
              <a:lvl1pPr marL="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ko-KR" altLang="en-US">
                <a:solidFill>
                  <a:schemeClr val="tx1"/>
                </a:solidFill>
              </a:endParaRPr>
            </a:p>
          </p:txBody>
        </p:sp>
        <p:sp>
          <p:nvSpPr>
            <p:cNvPr id="37" name="타원 36">
              <a:extLst>
                <a:ext uri="{FF2B5EF4-FFF2-40B4-BE49-F238E27FC236}">
                  <a16:creationId xmlns:a16="http://schemas.microsoft.com/office/drawing/2014/main" id="{59EEDE8A-9ACE-CFD6-CA13-838FD3692DD3}"/>
                </a:ext>
              </a:extLst>
            </p:cNvPr>
            <p:cNvSpPr/>
            <p:nvPr/>
          </p:nvSpPr>
          <p:spPr>
            <a:xfrm>
              <a:off x="209306" y="573831"/>
              <a:ext cx="98385" cy="98385"/>
            </a:xfrm>
            <a:prstGeom prst="ellipse">
              <a:avLst/>
            </a:prstGeom>
            <a:solidFill>
              <a:srgbClr val="FFC000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ko-KR"/>
              </a:defPPr>
              <a:lvl1pPr marL="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ko-KR" altLang="en-US">
                <a:solidFill>
                  <a:schemeClr val="tx1"/>
                </a:solidFill>
              </a:endParaRPr>
            </a:p>
          </p:txBody>
        </p:sp>
        <p:sp>
          <p:nvSpPr>
            <p:cNvPr id="38" name="TextBox 11">
              <a:extLst>
                <a:ext uri="{FF2B5EF4-FFF2-40B4-BE49-F238E27FC236}">
                  <a16:creationId xmlns:a16="http://schemas.microsoft.com/office/drawing/2014/main" id="{95473C2E-CEA3-933F-8D8C-5ED7FA4C2C4F}"/>
                </a:ext>
              </a:extLst>
            </p:cNvPr>
            <p:cNvSpPr txBox="1"/>
            <p:nvPr/>
          </p:nvSpPr>
          <p:spPr>
            <a:xfrm>
              <a:off x="318304" y="114311"/>
              <a:ext cx="2057763" cy="742666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>
              <a:defPPr>
                <a:defRPr lang="ko-KR"/>
              </a:defPPr>
              <a:lvl1pPr marL="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r>
                <a:rPr lang="ko-KR" altLang="en-US" sz="700"/>
                <a:t>간접조명 </a:t>
              </a:r>
              <a:r>
                <a:rPr lang="en-US" altLang="ko-KR" sz="700"/>
                <a:t>A SET</a:t>
              </a:r>
            </a:p>
            <a:p>
              <a:endParaRPr lang="en-US" altLang="ko-KR" sz="700"/>
            </a:p>
            <a:p>
              <a:r>
                <a:rPr lang="ko-KR" altLang="en-US" sz="700"/>
                <a:t>간접조명 센서 </a:t>
              </a:r>
              <a:r>
                <a:rPr lang="en-US" altLang="ko-KR" sz="700"/>
                <a:t>SET</a:t>
              </a:r>
            </a:p>
            <a:p>
              <a:endParaRPr lang="en-US" altLang="ko-KR" sz="700"/>
            </a:p>
            <a:p>
              <a:r>
                <a:rPr lang="ko-KR" altLang="en-US" sz="700"/>
                <a:t>우물천장간접조명 및 커튼박수 추가</a:t>
              </a:r>
              <a:r>
                <a:rPr lang="en-US" altLang="ko-KR" sz="700"/>
                <a:t>(</a:t>
              </a:r>
              <a:r>
                <a:rPr lang="ko-KR" altLang="en-US" sz="700"/>
                <a:t>별도 추가</a:t>
              </a:r>
              <a:r>
                <a:rPr lang="en-US" altLang="ko-KR" sz="700"/>
                <a:t>)</a:t>
              </a:r>
            </a:p>
            <a:p>
              <a:endParaRPr lang="en-US" altLang="ko-KR" sz="700"/>
            </a:p>
          </p:txBody>
        </p:sp>
      </p:grpSp>
      <p:sp>
        <p:nvSpPr>
          <p:cNvPr id="39" name="직사각형 38">
            <a:extLst>
              <a:ext uri="{FF2B5EF4-FFF2-40B4-BE49-F238E27FC236}">
                <a16:creationId xmlns:a16="http://schemas.microsoft.com/office/drawing/2014/main" id="{43DFB293-8438-5835-D779-DE40E11FBE80}"/>
              </a:ext>
            </a:extLst>
          </p:cNvPr>
          <p:cNvSpPr/>
          <p:nvPr/>
        </p:nvSpPr>
        <p:spPr>
          <a:xfrm rot="16200000" flipV="1">
            <a:off x="4510162" y="2741912"/>
            <a:ext cx="98385" cy="343522"/>
          </a:xfrm>
          <a:prstGeom prst="rect">
            <a:avLst/>
          </a:prstGeom>
          <a:solidFill>
            <a:srgbClr val="FFFF0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>
              <a:solidFill>
                <a:schemeClr val="tx1"/>
              </a:solidFill>
            </a:endParaRPr>
          </a:p>
        </p:txBody>
      </p:sp>
      <p:grpSp>
        <p:nvGrpSpPr>
          <p:cNvPr id="40" name="그룹 39">
            <a:extLst>
              <a:ext uri="{FF2B5EF4-FFF2-40B4-BE49-F238E27FC236}">
                <a16:creationId xmlns:a16="http://schemas.microsoft.com/office/drawing/2014/main" id="{12F88C81-020C-CD92-1D2B-A5B9140FA4FE}"/>
              </a:ext>
            </a:extLst>
          </p:cNvPr>
          <p:cNvGrpSpPr/>
          <p:nvPr/>
        </p:nvGrpSpPr>
        <p:grpSpPr>
          <a:xfrm>
            <a:off x="8134154" y="4328434"/>
            <a:ext cx="100923" cy="1356633"/>
            <a:chOff x="4735802" y="4662002"/>
            <a:chExt cx="100923" cy="1356633"/>
          </a:xfrm>
        </p:grpSpPr>
        <p:sp>
          <p:nvSpPr>
            <p:cNvPr id="41" name="타원 40">
              <a:extLst>
                <a:ext uri="{FF2B5EF4-FFF2-40B4-BE49-F238E27FC236}">
                  <a16:creationId xmlns:a16="http://schemas.microsoft.com/office/drawing/2014/main" id="{9C77D2AD-3D31-B16E-9ED5-45CD8D93D41B}"/>
                </a:ext>
              </a:extLst>
            </p:cNvPr>
            <p:cNvSpPr/>
            <p:nvPr/>
          </p:nvSpPr>
          <p:spPr>
            <a:xfrm>
              <a:off x="4737834" y="4662002"/>
              <a:ext cx="98385" cy="98385"/>
            </a:xfrm>
            <a:prstGeom prst="ellipse">
              <a:avLst/>
            </a:prstGeom>
            <a:solidFill>
              <a:srgbClr val="FF0000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>
                <a:solidFill>
                  <a:schemeClr val="tx1"/>
                </a:solidFill>
              </a:endParaRPr>
            </a:p>
          </p:txBody>
        </p:sp>
        <p:sp>
          <p:nvSpPr>
            <p:cNvPr id="42" name="타원 41">
              <a:extLst>
                <a:ext uri="{FF2B5EF4-FFF2-40B4-BE49-F238E27FC236}">
                  <a16:creationId xmlns:a16="http://schemas.microsoft.com/office/drawing/2014/main" id="{99A12D94-F383-AA44-D6C5-0FA356347EE7}"/>
                </a:ext>
              </a:extLst>
            </p:cNvPr>
            <p:cNvSpPr/>
            <p:nvPr/>
          </p:nvSpPr>
          <p:spPr>
            <a:xfrm>
              <a:off x="4735802" y="5291218"/>
              <a:ext cx="98385" cy="98385"/>
            </a:xfrm>
            <a:prstGeom prst="ellipse">
              <a:avLst/>
            </a:prstGeom>
            <a:solidFill>
              <a:srgbClr val="FF0000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>
                <a:solidFill>
                  <a:schemeClr val="tx1"/>
                </a:solidFill>
              </a:endParaRPr>
            </a:p>
          </p:txBody>
        </p:sp>
        <p:sp>
          <p:nvSpPr>
            <p:cNvPr id="43" name="타원 42">
              <a:extLst>
                <a:ext uri="{FF2B5EF4-FFF2-40B4-BE49-F238E27FC236}">
                  <a16:creationId xmlns:a16="http://schemas.microsoft.com/office/drawing/2014/main" id="{4297851F-8EDA-133C-50E2-714EDF0616D9}"/>
                </a:ext>
              </a:extLst>
            </p:cNvPr>
            <p:cNvSpPr/>
            <p:nvPr/>
          </p:nvSpPr>
          <p:spPr>
            <a:xfrm>
              <a:off x="4738340" y="5920250"/>
              <a:ext cx="98385" cy="98385"/>
            </a:xfrm>
            <a:prstGeom prst="ellipse">
              <a:avLst/>
            </a:prstGeom>
            <a:solidFill>
              <a:srgbClr val="FF0000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>
                <a:solidFill>
                  <a:schemeClr val="tx1"/>
                </a:solidFill>
              </a:endParaRPr>
            </a:p>
          </p:txBody>
        </p:sp>
      </p:grpSp>
      <p:grpSp>
        <p:nvGrpSpPr>
          <p:cNvPr id="44" name="그룹 43">
            <a:extLst>
              <a:ext uri="{FF2B5EF4-FFF2-40B4-BE49-F238E27FC236}">
                <a16:creationId xmlns:a16="http://schemas.microsoft.com/office/drawing/2014/main" id="{6AB7B4DC-4E35-4BCD-FC68-5C6E58C6FF76}"/>
              </a:ext>
            </a:extLst>
          </p:cNvPr>
          <p:cNvGrpSpPr/>
          <p:nvPr/>
        </p:nvGrpSpPr>
        <p:grpSpPr>
          <a:xfrm>
            <a:off x="6186254" y="4345865"/>
            <a:ext cx="100923" cy="1356633"/>
            <a:chOff x="4735802" y="4662002"/>
            <a:chExt cx="100923" cy="1356633"/>
          </a:xfrm>
        </p:grpSpPr>
        <p:sp>
          <p:nvSpPr>
            <p:cNvPr id="45" name="타원 44">
              <a:extLst>
                <a:ext uri="{FF2B5EF4-FFF2-40B4-BE49-F238E27FC236}">
                  <a16:creationId xmlns:a16="http://schemas.microsoft.com/office/drawing/2014/main" id="{5CFC6E0A-B37C-F315-8927-429B58584119}"/>
                </a:ext>
              </a:extLst>
            </p:cNvPr>
            <p:cNvSpPr/>
            <p:nvPr/>
          </p:nvSpPr>
          <p:spPr>
            <a:xfrm>
              <a:off x="4737834" y="4662002"/>
              <a:ext cx="98385" cy="98385"/>
            </a:xfrm>
            <a:prstGeom prst="ellipse">
              <a:avLst/>
            </a:prstGeom>
            <a:solidFill>
              <a:srgbClr val="FF0000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>
                <a:solidFill>
                  <a:schemeClr val="tx1"/>
                </a:solidFill>
              </a:endParaRPr>
            </a:p>
          </p:txBody>
        </p:sp>
        <p:sp>
          <p:nvSpPr>
            <p:cNvPr id="46" name="타원 45">
              <a:extLst>
                <a:ext uri="{FF2B5EF4-FFF2-40B4-BE49-F238E27FC236}">
                  <a16:creationId xmlns:a16="http://schemas.microsoft.com/office/drawing/2014/main" id="{CE9150FF-79CA-53E4-47D8-2B214D14BBC4}"/>
                </a:ext>
              </a:extLst>
            </p:cNvPr>
            <p:cNvSpPr/>
            <p:nvPr/>
          </p:nvSpPr>
          <p:spPr>
            <a:xfrm>
              <a:off x="4735802" y="5291218"/>
              <a:ext cx="98385" cy="98385"/>
            </a:xfrm>
            <a:prstGeom prst="ellipse">
              <a:avLst/>
            </a:prstGeom>
            <a:solidFill>
              <a:srgbClr val="FF0000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>
                <a:solidFill>
                  <a:schemeClr val="tx1"/>
                </a:solidFill>
              </a:endParaRPr>
            </a:p>
          </p:txBody>
        </p:sp>
        <p:sp>
          <p:nvSpPr>
            <p:cNvPr id="47" name="타원 46">
              <a:extLst>
                <a:ext uri="{FF2B5EF4-FFF2-40B4-BE49-F238E27FC236}">
                  <a16:creationId xmlns:a16="http://schemas.microsoft.com/office/drawing/2014/main" id="{1D2A43AC-FDE0-EFA2-EB4D-6BBBB15E1B45}"/>
                </a:ext>
              </a:extLst>
            </p:cNvPr>
            <p:cNvSpPr/>
            <p:nvPr/>
          </p:nvSpPr>
          <p:spPr>
            <a:xfrm>
              <a:off x="4738340" y="5920250"/>
              <a:ext cx="98385" cy="98385"/>
            </a:xfrm>
            <a:prstGeom prst="ellipse">
              <a:avLst/>
            </a:prstGeom>
            <a:solidFill>
              <a:srgbClr val="FF0000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>
                <a:solidFill>
                  <a:schemeClr val="tx1"/>
                </a:solidFill>
              </a:endParaRPr>
            </a:p>
          </p:txBody>
        </p:sp>
      </p:grpSp>
      <p:sp>
        <p:nvSpPr>
          <p:cNvPr id="49" name="직사각형 48">
            <a:extLst>
              <a:ext uri="{FF2B5EF4-FFF2-40B4-BE49-F238E27FC236}">
                <a16:creationId xmlns:a16="http://schemas.microsoft.com/office/drawing/2014/main" id="{AECE382F-5C26-4E56-6B54-1EA62926869C}"/>
              </a:ext>
            </a:extLst>
          </p:cNvPr>
          <p:cNvSpPr/>
          <p:nvPr/>
        </p:nvSpPr>
        <p:spPr>
          <a:xfrm rot="16200000" flipV="1">
            <a:off x="9869564" y="2394957"/>
            <a:ext cx="98385" cy="343522"/>
          </a:xfrm>
          <a:prstGeom prst="rect">
            <a:avLst/>
          </a:prstGeom>
          <a:solidFill>
            <a:srgbClr val="FFFF0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>
              <a:solidFill>
                <a:schemeClr val="tx1"/>
              </a:solidFill>
            </a:endParaRPr>
          </a:p>
        </p:txBody>
      </p:sp>
      <p:grpSp>
        <p:nvGrpSpPr>
          <p:cNvPr id="54" name="그룹 53">
            <a:extLst>
              <a:ext uri="{FF2B5EF4-FFF2-40B4-BE49-F238E27FC236}">
                <a16:creationId xmlns:a16="http://schemas.microsoft.com/office/drawing/2014/main" id="{9CFDA26B-8292-4ED2-CA6B-E9CFF5E8864D}"/>
              </a:ext>
            </a:extLst>
          </p:cNvPr>
          <p:cNvGrpSpPr/>
          <p:nvPr/>
        </p:nvGrpSpPr>
        <p:grpSpPr>
          <a:xfrm>
            <a:off x="4795876" y="3756293"/>
            <a:ext cx="764953" cy="273636"/>
            <a:chOff x="2052531" y="808997"/>
            <a:chExt cx="764953" cy="273636"/>
          </a:xfrm>
        </p:grpSpPr>
        <p:sp>
          <p:nvSpPr>
            <p:cNvPr id="55" name="TextBox 54">
              <a:extLst>
                <a:ext uri="{FF2B5EF4-FFF2-40B4-BE49-F238E27FC236}">
                  <a16:creationId xmlns:a16="http://schemas.microsoft.com/office/drawing/2014/main" id="{4D7CD77D-9D15-8BFF-EB90-F3815389C4EE}"/>
                </a:ext>
              </a:extLst>
            </p:cNvPr>
            <p:cNvSpPr txBox="1"/>
            <p:nvPr/>
          </p:nvSpPr>
          <p:spPr>
            <a:xfrm>
              <a:off x="2052531" y="897967"/>
              <a:ext cx="764953" cy="184666"/>
            </a:xfrm>
            <a:prstGeom prst="rect">
              <a:avLst/>
            </a:prstGeom>
            <a:solidFill>
              <a:schemeClr val="bg1">
                <a:lumMod val="95000"/>
              </a:schemeClr>
            </a:solidFill>
          </p:spPr>
          <p:txBody>
            <a:bodyPr wrap="none" rtlCol="0">
              <a:spAutoFit/>
            </a:bodyPr>
            <a:lstStyle/>
            <a:p>
              <a:r>
                <a:rPr lang="ko-KR" altLang="en-US" sz="600" b="1"/>
                <a:t>서비스 조명 </a:t>
              </a:r>
              <a:r>
                <a:rPr lang="en-US" altLang="ko-KR" sz="600" b="1"/>
                <a:t>2EA</a:t>
              </a:r>
              <a:endParaRPr lang="ko-KR" altLang="en-US" sz="600" b="1"/>
            </a:p>
          </p:txBody>
        </p:sp>
        <p:grpSp>
          <p:nvGrpSpPr>
            <p:cNvPr id="56" name="그룹 55">
              <a:extLst>
                <a:ext uri="{FF2B5EF4-FFF2-40B4-BE49-F238E27FC236}">
                  <a16:creationId xmlns:a16="http://schemas.microsoft.com/office/drawing/2014/main" id="{8AA0948D-C16C-5BD5-3EF6-B864F421515A}"/>
                </a:ext>
              </a:extLst>
            </p:cNvPr>
            <p:cNvGrpSpPr/>
            <p:nvPr/>
          </p:nvGrpSpPr>
          <p:grpSpPr>
            <a:xfrm rot="5400000">
              <a:off x="2382760" y="491467"/>
              <a:ext cx="98800" cy="733859"/>
              <a:chOff x="4737848" y="4877902"/>
              <a:chExt cx="98800" cy="733859"/>
            </a:xfrm>
            <a:solidFill>
              <a:srgbClr val="FF00FF"/>
            </a:solidFill>
          </p:grpSpPr>
          <p:sp>
            <p:nvSpPr>
              <p:cNvPr id="57" name="타원 56">
                <a:extLst>
                  <a:ext uri="{FF2B5EF4-FFF2-40B4-BE49-F238E27FC236}">
                    <a16:creationId xmlns:a16="http://schemas.microsoft.com/office/drawing/2014/main" id="{A013E18B-CDA3-FC83-D7D1-BB0E343847B4}"/>
                  </a:ext>
                </a:extLst>
              </p:cNvPr>
              <p:cNvSpPr/>
              <p:nvPr/>
            </p:nvSpPr>
            <p:spPr>
              <a:xfrm>
                <a:off x="4737848" y="4877902"/>
                <a:ext cx="98385" cy="98385"/>
              </a:xfrm>
              <a:prstGeom prst="ellipse">
                <a:avLst/>
              </a:prstGeom>
              <a:grpFill/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>
                  <a:solidFill>
                    <a:schemeClr val="tx1"/>
                  </a:solidFill>
                </a:endParaRPr>
              </a:p>
            </p:txBody>
          </p:sp>
          <p:sp>
            <p:nvSpPr>
              <p:cNvPr id="58" name="타원 57">
                <a:extLst>
                  <a:ext uri="{FF2B5EF4-FFF2-40B4-BE49-F238E27FC236}">
                    <a16:creationId xmlns:a16="http://schemas.microsoft.com/office/drawing/2014/main" id="{9CFE9845-D712-8A78-1045-D463144C4A37}"/>
                  </a:ext>
                </a:extLst>
              </p:cNvPr>
              <p:cNvSpPr/>
              <p:nvPr/>
            </p:nvSpPr>
            <p:spPr>
              <a:xfrm>
                <a:off x="4738263" y="5513376"/>
                <a:ext cx="98385" cy="98385"/>
              </a:xfrm>
              <a:prstGeom prst="ellipse">
                <a:avLst/>
              </a:prstGeom>
              <a:grpFill/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>
                  <a:solidFill>
                    <a:schemeClr val="tx1"/>
                  </a:solidFill>
                </a:endParaRPr>
              </a:p>
            </p:txBody>
          </p:sp>
        </p:grpSp>
      </p:grpSp>
      <p:grpSp>
        <p:nvGrpSpPr>
          <p:cNvPr id="59" name="그룹 58">
            <a:extLst>
              <a:ext uri="{FF2B5EF4-FFF2-40B4-BE49-F238E27FC236}">
                <a16:creationId xmlns:a16="http://schemas.microsoft.com/office/drawing/2014/main" id="{6C018880-F5F4-FF48-E66F-27769CB5A632}"/>
              </a:ext>
            </a:extLst>
          </p:cNvPr>
          <p:cNvGrpSpPr/>
          <p:nvPr/>
        </p:nvGrpSpPr>
        <p:grpSpPr>
          <a:xfrm>
            <a:off x="5801941" y="1089745"/>
            <a:ext cx="2087004" cy="879931"/>
            <a:chOff x="4807567" y="3887595"/>
            <a:chExt cx="2087004" cy="879931"/>
          </a:xfrm>
        </p:grpSpPr>
        <p:sp>
          <p:nvSpPr>
            <p:cNvPr id="60" name="직사각형 59">
              <a:extLst>
                <a:ext uri="{FF2B5EF4-FFF2-40B4-BE49-F238E27FC236}">
                  <a16:creationId xmlns:a16="http://schemas.microsoft.com/office/drawing/2014/main" id="{F4AFC7EA-880E-E392-7AD3-2B752EE6281A}"/>
                </a:ext>
              </a:extLst>
            </p:cNvPr>
            <p:cNvSpPr/>
            <p:nvPr/>
          </p:nvSpPr>
          <p:spPr>
            <a:xfrm rot="16200000" flipV="1">
              <a:off x="5982270" y="3855224"/>
              <a:ext cx="52664" cy="1771939"/>
            </a:xfrm>
            <a:prstGeom prst="rect">
              <a:avLst/>
            </a:prstGeom>
            <a:solidFill>
              <a:srgbClr val="FF00FF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61" name="TextBox 60">
              <a:extLst>
                <a:ext uri="{FF2B5EF4-FFF2-40B4-BE49-F238E27FC236}">
                  <a16:creationId xmlns:a16="http://schemas.microsoft.com/office/drawing/2014/main" id="{4F9D59D4-D83A-7A4E-9F1D-97685B71AD2A}"/>
                </a:ext>
              </a:extLst>
            </p:cNvPr>
            <p:cNvSpPr txBox="1"/>
            <p:nvPr/>
          </p:nvSpPr>
          <p:spPr>
            <a:xfrm>
              <a:off x="4807567" y="3887595"/>
              <a:ext cx="1303562" cy="230832"/>
            </a:xfrm>
            <a:prstGeom prst="rect">
              <a:avLst/>
            </a:prstGeom>
            <a:solidFill>
              <a:srgbClr val="FFC000"/>
            </a:solidFill>
          </p:spPr>
          <p:txBody>
            <a:bodyPr wrap="none" rtlCol="0">
              <a:spAutoFit/>
            </a:bodyPr>
            <a:lstStyle/>
            <a:p>
              <a:r>
                <a:rPr lang="ko-KR" altLang="en-US" sz="900" b="1"/>
                <a:t>싱크대 </a:t>
              </a:r>
              <a:r>
                <a:rPr lang="ko-KR" altLang="en-US" sz="900" b="1" err="1"/>
                <a:t>간접등</a:t>
              </a:r>
              <a:r>
                <a:rPr lang="ko-KR" altLang="en-US" sz="900" b="1"/>
                <a:t> 서비스</a:t>
              </a:r>
            </a:p>
          </p:txBody>
        </p:sp>
        <p:cxnSp>
          <p:nvCxnSpPr>
            <p:cNvPr id="62" name="직선 화살표 연결선 61">
              <a:extLst>
                <a:ext uri="{FF2B5EF4-FFF2-40B4-BE49-F238E27FC236}">
                  <a16:creationId xmlns:a16="http://schemas.microsoft.com/office/drawing/2014/main" id="{099FACD0-3688-444C-AE7F-0C490BC6AA42}"/>
                </a:ext>
              </a:extLst>
            </p:cNvPr>
            <p:cNvCxnSpPr>
              <a:cxnSpLocks/>
              <a:stCxn id="60" idx="2"/>
            </p:cNvCxnSpPr>
            <p:nvPr/>
          </p:nvCxnSpPr>
          <p:spPr>
            <a:xfrm flipV="1">
              <a:off x="5122633" y="4080208"/>
              <a:ext cx="0" cy="660986"/>
            </a:xfrm>
            <a:prstGeom prst="straightConnector1">
              <a:avLst/>
            </a:prstGeom>
            <a:ln>
              <a:tailEnd type="triangle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  <p:pic>
        <p:nvPicPr>
          <p:cNvPr id="53" name="그림 52" descr="텍스트, 스크린샷, 직사각형, 디자인이(가) 표시된 사진&#10;&#10;자동 생성된 설명">
            <a:extLst>
              <a:ext uri="{FF2B5EF4-FFF2-40B4-BE49-F238E27FC236}">
                <a16:creationId xmlns:a16="http://schemas.microsoft.com/office/drawing/2014/main" id="{F52D0ED2-E077-B473-FE6B-E783E9B6A0EE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5102" t="3086" r="4707" b="11674"/>
          <a:stretch>
            <a:fillRect/>
          </a:stretch>
        </p:blipFill>
        <p:spPr>
          <a:xfrm>
            <a:off x="201027" y="4395376"/>
            <a:ext cx="1619250" cy="1530350"/>
          </a:xfrm>
          <a:prstGeom prst="rect">
            <a:avLst/>
          </a:prstGeom>
        </p:spPr>
      </p:pic>
      <p:sp>
        <p:nvSpPr>
          <p:cNvPr id="64" name="사각형: 둥근 모서리 63">
            <a:extLst>
              <a:ext uri="{FF2B5EF4-FFF2-40B4-BE49-F238E27FC236}">
                <a16:creationId xmlns:a16="http://schemas.microsoft.com/office/drawing/2014/main" id="{EBAD9D46-E63E-7798-DBD7-B71DD0D56937}"/>
              </a:ext>
            </a:extLst>
          </p:cNvPr>
          <p:cNvSpPr/>
          <p:nvPr/>
        </p:nvSpPr>
        <p:spPr>
          <a:xfrm>
            <a:off x="6847892" y="4589035"/>
            <a:ext cx="809827" cy="833020"/>
          </a:xfrm>
          <a:prstGeom prst="roundRect">
            <a:avLst>
              <a:gd name="adj" fmla="val 15666"/>
            </a:avLst>
          </a:prstGeom>
          <a:noFill/>
          <a:ln w="38100">
            <a:solidFill>
              <a:schemeClr val="accent2">
                <a:lumMod val="60000"/>
                <a:lumOff val="4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>
              <a:solidFill>
                <a:schemeClr val="tx1"/>
              </a:solidFill>
            </a:endParaRPr>
          </a:p>
        </p:txBody>
      </p:sp>
      <p:pic>
        <p:nvPicPr>
          <p:cNvPr id="66" name="그림 65">
            <a:extLst>
              <a:ext uri="{FF2B5EF4-FFF2-40B4-BE49-F238E27FC236}">
                <a16:creationId xmlns:a16="http://schemas.microsoft.com/office/drawing/2014/main" id="{E24A2773-8C91-2F04-8841-56DA1FFD4598}"/>
              </a:ext>
            </a:extLst>
          </p:cNvPr>
          <p:cNvPicPr>
            <a:picLocks noChangeAspect="1"/>
          </p:cNvPicPr>
          <p:nvPr/>
        </p:nvPicPr>
        <p:blipFill>
          <a:blip r:embed="rId6"/>
          <a:srcRect t="2320" b="-1"/>
          <a:stretch>
            <a:fillRect/>
          </a:stretch>
        </p:blipFill>
        <p:spPr>
          <a:xfrm>
            <a:off x="10198494" y="5303520"/>
            <a:ext cx="2236971" cy="1554480"/>
          </a:xfrm>
          <a:prstGeom prst="rect">
            <a:avLst/>
          </a:prstGeom>
        </p:spPr>
      </p:pic>
      <p:pic>
        <p:nvPicPr>
          <p:cNvPr id="6" name="그림 5" descr="텍스트, 스크린샷이(가) 표시된 사진&#10;&#10;AI 생성 콘텐츠는 정확하지 않을 수 있습니다.">
            <a:extLst>
              <a:ext uri="{FF2B5EF4-FFF2-40B4-BE49-F238E27FC236}">
                <a16:creationId xmlns:a16="http://schemas.microsoft.com/office/drawing/2014/main" id="{88C9F1CB-D215-85AF-CC15-4F29081E6BFE}"/>
              </a:ext>
            </a:extLst>
          </p:cNvPr>
          <p:cNvPicPr>
            <a:picLocks noChangeAspect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16056" y="2519765"/>
            <a:ext cx="1778731" cy="1466673"/>
          </a:xfrm>
          <a:prstGeom prst="rect">
            <a:avLst/>
          </a:prstGeom>
        </p:spPr>
      </p:pic>
      <p:grpSp>
        <p:nvGrpSpPr>
          <p:cNvPr id="10" name="그룹 9">
            <a:extLst>
              <a:ext uri="{FF2B5EF4-FFF2-40B4-BE49-F238E27FC236}">
                <a16:creationId xmlns:a16="http://schemas.microsoft.com/office/drawing/2014/main" id="{97348468-A400-78AA-7713-6A9DAEF9A8D0}"/>
              </a:ext>
            </a:extLst>
          </p:cNvPr>
          <p:cNvGrpSpPr/>
          <p:nvPr/>
        </p:nvGrpSpPr>
        <p:grpSpPr>
          <a:xfrm>
            <a:off x="10281713" y="4029929"/>
            <a:ext cx="2153752" cy="1204197"/>
            <a:chOff x="149488" y="3169907"/>
            <a:chExt cx="2153752" cy="1204197"/>
          </a:xfrm>
        </p:grpSpPr>
        <p:pic>
          <p:nvPicPr>
            <p:cNvPr id="14" name="그림 13">
              <a:extLst>
                <a:ext uri="{FF2B5EF4-FFF2-40B4-BE49-F238E27FC236}">
                  <a16:creationId xmlns:a16="http://schemas.microsoft.com/office/drawing/2014/main" id="{5E7119B8-8180-C8A1-8B69-14ECDB0D3AAA}"/>
                </a:ext>
              </a:extLst>
            </p:cNvPr>
            <p:cNvPicPr>
              <a:picLocks noChangeAspect="1"/>
            </p:cNvPicPr>
            <p:nvPr/>
          </p:nvPicPr>
          <p:blipFill>
            <a:blip r:embed="rId8"/>
            <a:stretch>
              <a:fillRect/>
            </a:stretch>
          </p:blipFill>
          <p:spPr>
            <a:xfrm>
              <a:off x="149488" y="3169907"/>
              <a:ext cx="2153752" cy="1203311"/>
            </a:xfrm>
            <a:prstGeom prst="rect">
              <a:avLst/>
            </a:prstGeom>
          </p:spPr>
        </p:pic>
        <p:sp>
          <p:nvSpPr>
            <p:cNvPr id="15" name="TextBox 14">
              <a:extLst>
                <a:ext uri="{FF2B5EF4-FFF2-40B4-BE49-F238E27FC236}">
                  <a16:creationId xmlns:a16="http://schemas.microsoft.com/office/drawing/2014/main" id="{728CD181-6AD5-D948-74E6-953FC855EA10}"/>
                </a:ext>
              </a:extLst>
            </p:cNvPr>
            <p:cNvSpPr txBox="1">
              <a:spLocks/>
            </p:cNvSpPr>
            <p:nvPr/>
          </p:nvSpPr>
          <p:spPr>
            <a:xfrm>
              <a:off x="243433" y="4066327"/>
              <a:ext cx="723275" cy="307777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ko-KR" altLang="en-US" sz="1400" b="1" err="1"/>
                <a:t>코타라</a:t>
              </a:r>
              <a:endParaRPr lang="ko-KR" altLang="en-US" sz="1400" b="1"/>
            </a:p>
          </p:txBody>
        </p:sp>
      </p:grpSp>
      <p:sp>
        <p:nvSpPr>
          <p:cNvPr id="2" name="TextBox 1">
            <a:extLst>
              <a:ext uri="{FF2B5EF4-FFF2-40B4-BE49-F238E27FC236}">
                <a16:creationId xmlns:a16="http://schemas.microsoft.com/office/drawing/2014/main" id="{8C9DEDFF-6B76-DEE5-5AAB-16C01B7DEB21}"/>
              </a:ext>
            </a:extLst>
          </p:cNvPr>
          <p:cNvSpPr txBox="1"/>
          <p:nvPr/>
        </p:nvSpPr>
        <p:spPr>
          <a:xfrm>
            <a:off x="3661790" y="3055627"/>
            <a:ext cx="479618" cy="2462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1000" b="1">
                <a:solidFill>
                  <a:srgbClr val="FF0000"/>
                </a:solidFill>
              </a:rPr>
              <a:t>1300</a:t>
            </a:r>
            <a:endParaRPr lang="ko-KR" altLang="en-US" sz="1000" b="1">
              <a:solidFill>
                <a:srgbClr val="FF0000"/>
              </a:solidFill>
            </a:endParaRP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9213ABD0-294F-7B30-BF2E-816B8ADD478E}"/>
              </a:ext>
            </a:extLst>
          </p:cNvPr>
          <p:cNvSpPr txBox="1"/>
          <p:nvPr/>
        </p:nvSpPr>
        <p:spPr>
          <a:xfrm>
            <a:off x="2192887" y="6154450"/>
            <a:ext cx="479618" cy="2462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1000" b="1">
                <a:solidFill>
                  <a:srgbClr val="FF0000"/>
                </a:solidFill>
              </a:rPr>
              <a:t>2800</a:t>
            </a:r>
            <a:endParaRPr lang="ko-KR" altLang="en-US" sz="1000" b="1">
              <a:solidFill>
                <a:srgbClr val="FF0000"/>
              </a:solidFill>
            </a:endParaRP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AFCDFE7B-3514-2615-EE2E-80F79A9CD67C}"/>
              </a:ext>
            </a:extLst>
          </p:cNvPr>
          <p:cNvSpPr txBox="1"/>
          <p:nvPr/>
        </p:nvSpPr>
        <p:spPr>
          <a:xfrm>
            <a:off x="3865606" y="6143722"/>
            <a:ext cx="479618" cy="2462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1000" b="1">
                <a:solidFill>
                  <a:srgbClr val="FF0000"/>
                </a:solidFill>
              </a:rPr>
              <a:t>2900</a:t>
            </a:r>
            <a:endParaRPr lang="ko-KR" altLang="en-US" sz="1000" b="1">
              <a:solidFill>
                <a:srgbClr val="FF0000"/>
              </a:solidFill>
            </a:endParaRP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ACFD5216-F1E0-5800-278C-C44383F623A5}"/>
              </a:ext>
            </a:extLst>
          </p:cNvPr>
          <p:cNvSpPr txBox="1"/>
          <p:nvPr/>
        </p:nvSpPr>
        <p:spPr>
          <a:xfrm>
            <a:off x="6486742" y="6260772"/>
            <a:ext cx="479618" cy="2462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1000" b="1">
                <a:solidFill>
                  <a:srgbClr val="FF0000"/>
                </a:solidFill>
              </a:rPr>
              <a:t>6700</a:t>
            </a:r>
            <a:endParaRPr lang="ko-KR" altLang="en-US" sz="1000" b="1">
              <a:solidFill>
                <a:srgbClr val="FF0000"/>
              </a:solidFill>
            </a:endParaRP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8C67488D-6425-CF81-06C3-84728A22591F}"/>
              </a:ext>
            </a:extLst>
          </p:cNvPr>
          <p:cNvSpPr txBox="1"/>
          <p:nvPr/>
        </p:nvSpPr>
        <p:spPr>
          <a:xfrm>
            <a:off x="7022838" y="4205552"/>
            <a:ext cx="479618" cy="2462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1000" b="1">
                <a:solidFill>
                  <a:srgbClr val="FF0000"/>
                </a:solidFill>
              </a:rPr>
              <a:t>3100</a:t>
            </a:r>
            <a:endParaRPr lang="ko-KR" altLang="en-US" sz="1000" b="1">
              <a:solidFill>
                <a:srgbClr val="FF0000"/>
              </a:solidFill>
            </a:endParaRP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0F796DF5-E451-94F3-6417-85DA6F08F849}"/>
              </a:ext>
            </a:extLst>
          </p:cNvPr>
          <p:cNvSpPr txBox="1"/>
          <p:nvPr/>
        </p:nvSpPr>
        <p:spPr>
          <a:xfrm>
            <a:off x="6262283" y="4718965"/>
            <a:ext cx="479618" cy="2462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1000" b="1">
                <a:solidFill>
                  <a:srgbClr val="FF0000"/>
                </a:solidFill>
              </a:rPr>
              <a:t>2400</a:t>
            </a:r>
            <a:endParaRPr lang="ko-KR" altLang="en-US" sz="1000" b="1">
              <a:solidFill>
                <a:srgbClr val="FF0000"/>
              </a:solidFill>
            </a:endParaRPr>
          </a:p>
        </p:txBody>
      </p:sp>
      <p:cxnSp>
        <p:nvCxnSpPr>
          <p:cNvPr id="21" name="직선 화살표 연결선 20">
            <a:extLst>
              <a:ext uri="{FF2B5EF4-FFF2-40B4-BE49-F238E27FC236}">
                <a16:creationId xmlns:a16="http://schemas.microsoft.com/office/drawing/2014/main" id="{78F904B0-1167-C95E-E196-BB33F7075821}"/>
              </a:ext>
            </a:extLst>
          </p:cNvPr>
          <p:cNvCxnSpPr>
            <a:cxnSpLocks/>
          </p:cNvCxnSpPr>
          <p:nvPr/>
        </p:nvCxnSpPr>
        <p:spPr>
          <a:xfrm flipH="1" flipV="1">
            <a:off x="4985806" y="6223267"/>
            <a:ext cx="3350326" cy="9"/>
          </a:xfrm>
          <a:prstGeom prst="straightConnector1">
            <a:avLst/>
          </a:prstGeom>
          <a:ln w="57150">
            <a:solidFill>
              <a:srgbClr val="00B050"/>
            </a:solidFill>
            <a:headEnd type="triangle"/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2" name="TextBox 21">
            <a:extLst>
              <a:ext uri="{FF2B5EF4-FFF2-40B4-BE49-F238E27FC236}">
                <a16:creationId xmlns:a16="http://schemas.microsoft.com/office/drawing/2014/main" id="{625ABFD4-45F2-CD66-F8A6-E367A6AC34FE}"/>
              </a:ext>
            </a:extLst>
          </p:cNvPr>
          <p:cNvSpPr txBox="1"/>
          <p:nvPr/>
        </p:nvSpPr>
        <p:spPr>
          <a:xfrm>
            <a:off x="9240455" y="5817543"/>
            <a:ext cx="479618" cy="2462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1000" b="1">
                <a:solidFill>
                  <a:srgbClr val="FF0000"/>
                </a:solidFill>
              </a:rPr>
              <a:t>3500</a:t>
            </a:r>
            <a:endParaRPr lang="ko-KR" altLang="en-US" sz="1000" b="1">
              <a:solidFill>
                <a:srgbClr val="FF0000"/>
              </a:solidFill>
            </a:endParaRPr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5833AC77-8F2E-51F9-3186-1910B63132FF}"/>
              </a:ext>
            </a:extLst>
          </p:cNvPr>
          <p:cNvSpPr txBox="1"/>
          <p:nvPr/>
        </p:nvSpPr>
        <p:spPr>
          <a:xfrm>
            <a:off x="10175682" y="4211291"/>
            <a:ext cx="479618" cy="2462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1000" b="1">
                <a:solidFill>
                  <a:srgbClr val="FF0000"/>
                </a:solidFill>
              </a:rPr>
              <a:t>1100</a:t>
            </a:r>
            <a:endParaRPr lang="ko-KR" altLang="en-US" sz="1000" b="1">
              <a:solidFill>
                <a:srgbClr val="FF0000"/>
              </a:solidFill>
            </a:endParaRPr>
          </a:p>
        </p:txBody>
      </p:sp>
      <p:cxnSp>
        <p:nvCxnSpPr>
          <p:cNvPr id="24" name="직선 화살표 연결선 23">
            <a:extLst>
              <a:ext uri="{FF2B5EF4-FFF2-40B4-BE49-F238E27FC236}">
                <a16:creationId xmlns:a16="http://schemas.microsoft.com/office/drawing/2014/main" id="{F897AC91-6BBD-1CA1-6900-2C87127E6A44}"/>
              </a:ext>
            </a:extLst>
          </p:cNvPr>
          <p:cNvCxnSpPr>
            <a:cxnSpLocks/>
          </p:cNvCxnSpPr>
          <p:nvPr/>
        </p:nvCxnSpPr>
        <p:spPr>
          <a:xfrm>
            <a:off x="10105818" y="3692042"/>
            <a:ext cx="0" cy="653823"/>
          </a:xfrm>
          <a:prstGeom prst="straightConnector1">
            <a:avLst/>
          </a:prstGeom>
          <a:ln w="57150">
            <a:solidFill>
              <a:srgbClr val="00B050"/>
            </a:solidFill>
            <a:headEnd type="triangle"/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236084604"/>
      </p:ext>
    </p:extLst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CEE614E-FA9A-A0FC-54F7-C285CF47D2C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그림 2">
            <a:extLst>
              <a:ext uri="{FF2B5EF4-FFF2-40B4-BE49-F238E27FC236}">
                <a16:creationId xmlns:a16="http://schemas.microsoft.com/office/drawing/2014/main" id="{DE993443-A6BA-184E-B95C-ED1F5F7293AA}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/>
        </p:nvPicPr>
        <p:blipFill>
          <a:blip r:embed="rId2">
            <a:alphaModFix amt="70000"/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saturation sat="0"/>
                    </a14:imgEffect>
                  </a14:imgLayer>
                </a14:imgProps>
              </a:ext>
            </a:extLst>
          </a:blip>
          <a:stretch>
            <a:fillRect/>
          </a:stretch>
        </p:blipFill>
        <p:spPr>
          <a:xfrm>
            <a:off x="1836279" y="590334"/>
            <a:ext cx="8819021" cy="5677332"/>
          </a:xfrm>
          <a:prstGeom prst="rect">
            <a:avLst/>
          </a:prstGeom>
        </p:spPr>
      </p:pic>
      <mc:AlternateContent xmlns:mc="http://schemas.openxmlformats.org/markup-compatibility/2006">
        <mc:Choice xmlns:a14="http://schemas.microsoft.com/office/drawing/2010/main" Requires="a14">
          <p:sp>
            <p:nvSpPr>
              <p:cNvPr id="4" name="TextBox 3">
                <a:extLst>
                  <a:ext uri="{FF2B5EF4-FFF2-40B4-BE49-F238E27FC236}">
                    <a16:creationId xmlns:a16="http://schemas.microsoft.com/office/drawing/2014/main" id="{13BC8B70-FB44-1A98-DFFD-5EDB00E26666}"/>
                  </a:ext>
                </a:extLst>
              </p:cNvPr>
              <p:cNvSpPr txBox="1"/>
              <p:nvPr/>
            </p:nvSpPr>
            <p:spPr>
              <a:xfrm>
                <a:off x="10152689" y="1075737"/>
                <a:ext cx="1762781" cy="407099"/>
              </a:xfrm>
              <a:prstGeom prst="rect">
                <a:avLst/>
              </a:prstGeom>
              <a:noFill/>
            </p:spPr>
            <p:txBody>
              <a:bodyPr wrap="square">
                <a:spAutoFit/>
                <a:scene3d>
                  <a:camera prst="orthographicFront"/>
                  <a:lightRig rig="harsh" dir="t"/>
                </a:scene3d>
                <a:sp3d extrusionH="57150" prstMaterial="matte">
                  <a:bevelT w="63500" h="12700" prst="angle"/>
                  <a:contourClr>
                    <a:schemeClr val="bg1">
                      <a:lumMod val="65000"/>
                    </a:schemeClr>
                  </a:contourClr>
                </a:sp3d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right"/>
                    </m:oMathParaPr>
                    <m:oMath xmlns:m="http://schemas.openxmlformats.org/officeDocument/2006/math">
                      <m:sSup>
                        <m:sSupPr>
                          <m:ctrlPr>
                            <a:rPr lang="en-US" altLang="ko-KR" sz="2000" b="1" i="1" u="none" strike="noStrike" smtClean="0">
                              <a:ln/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altLang="ko-KR" sz="2000" b="1" i="1" u="none" strike="noStrike" smtClean="0">
                              <a:ln/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𝟖𝟒</m:t>
                          </m:r>
                          <m:r>
                            <a:rPr lang="en-US" altLang="ko-KR" sz="2000" b="1" i="1" u="none" strike="noStrike" smtClean="0">
                              <a:ln/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𝑩𝒎</m:t>
                          </m:r>
                        </m:e>
                        <m:sup>
                          <m:r>
                            <a:rPr lang="en-US" altLang="ko-KR" sz="2000" b="1" i="1" u="none" strike="noStrike" smtClean="0">
                              <a:ln/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𝟐</m:t>
                          </m:r>
                        </m:sup>
                      </m:sSup>
                    </m:oMath>
                  </m:oMathPara>
                </a14:m>
                <a:endParaRPr lang="ko-KR" altLang="en-US" sz="2000" b="1">
                  <a:ln/>
                  <a:solidFill>
                    <a:schemeClr val="tx1"/>
                  </a:solidFill>
                </a:endParaRPr>
              </a:p>
            </p:txBody>
          </p:sp>
        </mc:Choice>
        <mc:Fallback>
          <p:sp>
            <p:nvSpPr>
              <p:cNvPr id="4" name="TextBox 3">
                <a:extLst>
                  <a:ext uri="{FF2B5EF4-FFF2-40B4-BE49-F238E27FC236}">
                    <a16:creationId xmlns:a16="http://schemas.microsoft.com/office/drawing/2014/main" id="{13BC8B70-FB44-1A98-DFFD-5EDB00E26666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0152689" y="1075737"/>
                <a:ext cx="1762781" cy="407099"/>
              </a:xfrm>
              <a:prstGeom prst="rect">
                <a:avLst/>
              </a:prstGeom>
              <a:blipFill>
                <a:blip r:embed="rId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5" name="TextBox 4">
            <a:extLst>
              <a:ext uri="{FF2B5EF4-FFF2-40B4-BE49-F238E27FC236}">
                <a16:creationId xmlns:a16="http://schemas.microsoft.com/office/drawing/2014/main" id="{83672731-26DF-CD23-05F4-87B354DE0419}"/>
              </a:ext>
            </a:extLst>
          </p:cNvPr>
          <p:cNvSpPr txBox="1"/>
          <p:nvPr/>
        </p:nvSpPr>
        <p:spPr>
          <a:xfrm>
            <a:off x="1870318" y="353253"/>
            <a:ext cx="8452551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 sz="2000" b="1"/>
              <a:t>84B</a:t>
            </a:r>
            <a:r>
              <a:rPr lang="ko-KR" altLang="en-US" sz="2000" b="1"/>
              <a:t>타입 간접 프리미엄 </a:t>
            </a:r>
            <a:r>
              <a:rPr lang="en-US" altLang="ko-KR" sz="2000" b="1"/>
              <a:t>SET + </a:t>
            </a:r>
            <a:r>
              <a:rPr lang="ko-KR" altLang="en-US" sz="2000" b="1" err="1"/>
              <a:t>실링팬</a:t>
            </a:r>
            <a:r>
              <a:rPr lang="ko-KR" altLang="en-US" sz="2000" b="1"/>
              <a:t> 우물두줄</a:t>
            </a:r>
            <a:endParaRPr lang="en-US" altLang="ko-KR" sz="2000" b="1"/>
          </a:p>
        </p:txBody>
      </p:sp>
      <p:sp>
        <p:nvSpPr>
          <p:cNvPr id="6" name="직사각형 5">
            <a:extLst>
              <a:ext uri="{FF2B5EF4-FFF2-40B4-BE49-F238E27FC236}">
                <a16:creationId xmlns:a16="http://schemas.microsoft.com/office/drawing/2014/main" id="{9C08DED8-CB5C-F9E3-31F6-235F63C1CCD7}"/>
              </a:ext>
            </a:extLst>
          </p:cNvPr>
          <p:cNvSpPr/>
          <p:nvPr/>
        </p:nvSpPr>
        <p:spPr>
          <a:xfrm>
            <a:off x="8661176" y="5491918"/>
            <a:ext cx="1178149" cy="103264"/>
          </a:xfrm>
          <a:prstGeom prst="rect">
            <a:avLst/>
          </a:prstGeom>
          <a:solidFill>
            <a:srgbClr val="00B0F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127947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ko-KR" altLang="en-US" sz="135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맑은 고딕"/>
              <a:ea typeface="맑은 고딕" panose="020B0503020000020004" pitchFamily="50" charset="-127"/>
              <a:cs typeface="+mn-cs"/>
            </a:endParaRPr>
          </a:p>
        </p:txBody>
      </p:sp>
      <p:sp>
        <p:nvSpPr>
          <p:cNvPr id="8" name="직사각형 7">
            <a:extLst>
              <a:ext uri="{FF2B5EF4-FFF2-40B4-BE49-F238E27FC236}">
                <a16:creationId xmlns:a16="http://schemas.microsoft.com/office/drawing/2014/main" id="{25125C5A-41D1-702D-1EBD-F64D331E2324}"/>
              </a:ext>
            </a:extLst>
          </p:cNvPr>
          <p:cNvSpPr/>
          <p:nvPr/>
        </p:nvSpPr>
        <p:spPr>
          <a:xfrm rot="5400000">
            <a:off x="7180821" y="5029738"/>
            <a:ext cx="102820" cy="1630245"/>
          </a:xfrm>
          <a:prstGeom prst="rect">
            <a:avLst/>
          </a:prstGeom>
          <a:solidFill>
            <a:srgbClr val="FF000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>
              <a:solidFill>
                <a:schemeClr val="tx1"/>
              </a:solidFill>
            </a:endParaRPr>
          </a:p>
        </p:txBody>
      </p:sp>
      <p:sp>
        <p:nvSpPr>
          <p:cNvPr id="9" name="사각형: 둥근 모서리 8">
            <a:extLst>
              <a:ext uri="{FF2B5EF4-FFF2-40B4-BE49-F238E27FC236}">
                <a16:creationId xmlns:a16="http://schemas.microsoft.com/office/drawing/2014/main" id="{9FD12E9A-5C04-9D42-8348-4006A023695F}"/>
              </a:ext>
            </a:extLst>
          </p:cNvPr>
          <p:cNvSpPr/>
          <p:nvPr/>
        </p:nvSpPr>
        <p:spPr>
          <a:xfrm>
            <a:off x="6710006" y="4436635"/>
            <a:ext cx="1092978" cy="1103860"/>
          </a:xfrm>
          <a:prstGeom prst="roundRect">
            <a:avLst>
              <a:gd name="adj" fmla="val 15666"/>
            </a:avLst>
          </a:prstGeom>
          <a:noFill/>
          <a:ln w="38100">
            <a:solidFill>
              <a:schemeClr val="accent2">
                <a:lumMod val="60000"/>
                <a:lumOff val="4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>
              <a:solidFill>
                <a:schemeClr val="tx1"/>
              </a:solidFill>
            </a:endParaRP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2C4C59BB-281C-FAF4-6D20-BD4B8607A6E9}"/>
              </a:ext>
            </a:extLst>
          </p:cNvPr>
          <p:cNvSpPr txBox="1"/>
          <p:nvPr/>
        </p:nvSpPr>
        <p:spPr>
          <a:xfrm>
            <a:off x="6284639" y="3871467"/>
            <a:ext cx="1891732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ko-KR" altLang="en-US" sz="1000" b="1"/>
              <a:t>전자식스위치</a:t>
            </a:r>
            <a:r>
              <a:rPr lang="en-US" altLang="ko-KR" sz="1000" b="1"/>
              <a:t>+</a:t>
            </a:r>
            <a:r>
              <a:rPr lang="ko-KR" altLang="en-US" sz="1000" b="1"/>
              <a:t>리모컨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1633C2E4-51C3-35F1-B843-ACE7669AE311}"/>
              </a:ext>
            </a:extLst>
          </p:cNvPr>
          <p:cNvSpPr txBox="1"/>
          <p:nvPr/>
        </p:nvSpPr>
        <p:spPr>
          <a:xfrm>
            <a:off x="112365" y="770606"/>
            <a:ext cx="3264447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800">
                <a:solidFill>
                  <a:srgbClr val="FF0000"/>
                </a:solidFill>
              </a:rPr>
              <a:t>**</a:t>
            </a:r>
            <a:r>
              <a:rPr lang="ko-KR" altLang="en-US" sz="800">
                <a:solidFill>
                  <a:srgbClr val="FF0000"/>
                </a:solidFill>
              </a:rPr>
              <a:t>스위치 연결을 위해 별도의 </a:t>
            </a:r>
            <a:r>
              <a:rPr lang="ko-KR" altLang="en-US" sz="800" err="1">
                <a:solidFill>
                  <a:srgbClr val="FF0000"/>
                </a:solidFill>
              </a:rPr>
              <a:t>타공이</a:t>
            </a:r>
            <a:r>
              <a:rPr lang="ko-KR" altLang="en-US" sz="800">
                <a:solidFill>
                  <a:srgbClr val="FF0000"/>
                </a:solidFill>
              </a:rPr>
              <a:t> 필요할 수 </a:t>
            </a:r>
            <a:endParaRPr lang="en-US" altLang="ko-KR" sz="800">
              <a:solidFill>
                <a:srgbClr val="FF0000"/>
              </a:solidFill>
            </a:endParaRPr>
          </a:p>
          <a:p>
            <a:r>
              <a:rPr lang="ko-KR" altLang="en-US" sz="800">
                <a:solidFill>
                  <a:srgbClr val="FF0000"/>
                </a:solidFill>
              </a:rPr>
              <a:t>있으며</a:t>
            </a:r>
            <a:r>
              <a:rPr lang="en-US" altLang="ko-KR" sz="800">
                <a:solidFill>
                  <a:srgbClr val="FF0000"/>
                </a:solidFill>
              </a:rPr>
              <a:t> </a:t>
            </a:r>
            <a:r>
              <a:rPr lang="ko-KR" altLang="en-US" sz="800">
                <a:solidFill>
                  <a:srgbClr val="FF0000"/>
                </a:solidFill>
              </a:rPr>
              <a:t>공스피커로 마감 될 수도 있음</a:t>
            </a:r>
            <a:endParaRPr lang="en-US" altLang="ko-KR" sz="800">
              <a:solidFill>
                <a:srgbClr val="FF0000"/>
              </a:solidFill>
            </a:endParaRPr>
          </a:p>
        </p:txBody>
      </p:sp>
      <p:sp>
        <p:nvSpPr>
          <p:cNvPr id="13" name="별: 꼭짓점 4개 12">
            <a:extLst>
              <a:ext uri="{FF2B5EF4-FFF2-40B4-BE49-F238E27FC236}">
                <a16:creationId xmlns:a16="http://schemas.microsoft.com/office/drawing/2014/main" id="{27171B05-2D3D-F828-7418-3245BFFF96EB}"/>
              </a:ext>
            </a:extLst>
          </p:cNvPr>
          <p:cNvSpPr/>
          <p:nvPr/>
        </p:nvSpPr>
        <p:spPr>
          <a:xfrm>
            <a:off x="6974072" y="4717281"/>
            <a:ext cx="557315" cy="559233"/>
          </a:xfrm>
          <a:prstGeom prst="star4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2645">
              <a:solidFill>
                <a:schemeClr val="tx1"/>
              </a:solidFill>
            </a:endParaRPr>
          </a:p>
        </p:txBody>
      </p:sp>
      <p:grpSp>
        <p:nvGrpSpPr>
          <p:cNvPr id="14" name="그룹 13">
            <a:extLst>
              <a:ext uri="{FF2B5EF4-FFF2-40B4-BE49-F238E27FC236}">
                <a16:creationId xmlns:a16="http://schemas.microsoft.com/office/drawing/2014/main" id="{54C37984-37F9-B89E-DCC2-707C7A162B63}"/>
              </a:ext>
            </a:extLst>
          </p:cNvPr>
          <p:cNvGrpSpPr/>
          <p:nvPr/>
        </p:nvGrpSpPr>
        <p:grpSpPr>
          <a:xfrm>
            <a:off x="9985354" y="4510716"/>
            <a:ext cx="98814" cy="650518"/>
            <a:chOff x="4737834" y="4900127"/>
            <a:chExt cx="98814" cy="650518"/>
          </a:xfrm>
          <a:solidFill>
            <a:srgbClr val="00B0F0"/>
          </a:solidFill>
        </p:grpSpPr>
        <p:sp>
          <p:nvSpPr>
            <p:cNvPr id="15" name="타원 14">
              <a:extLst>
                <a:ext uri="{FF2B5EF4-FFF2-40B4-BE49-F238E27FC236}">
                  <a16:creationId xmlns:a16="http://schemas.microsoft.com/office/drawing/2014/main" id="{4D03C2B8-29B2-3050-1EEA-445812592A75}"/>
                </a:ext>
              </a:extLst>
            </p:cNvPr>
            <p:cNvSpPr/>
            <p:nvPr/>
          </p:nvSpPr>
          <p:spPr>
            <a:xfrm>
              <a:off x="4737834" y="4900127"/>
              <a:ext cx="98385" cy="98385"/>
            </a:xfrm>
            <a:prstGeom prst="ellipse">
              <a:avLst/>
            </a:prstGeom>
            <a:grpFill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>
                <a:solidFill>
                  <a:schemeClr val="tx1"/>
                </a:solidFill>
              </a:endParaRPr>
            </a:p>
          </p:txBody>
        </p:sp>
        <p:sp>
          <p:nvSpPr>
            <p:cNvPr id="16" name="타원 15">
              <a:extLst>
                <a:ext uri="{FF2B5EF4-FFF2-40B4-BE49-F238E27FC236}">
                  <a16:creationId xmlns:a16="http://schemas.microsoft.com/office/drawing/2014/main" id="{AA55C4FB-41C3-598B-B299-BB16E0C41E6A}"/>
                </a:ext>
              </a:extLst>
            </p:cNvPr>
            <p:cNvSpPr/>
            <p:nvPr/>
          </p:nvSpPr>
          <p:spPr>
            <a:xfrm>
              <a:off x="4738263" y="5452260"/>
              <a:ext cx="98385" cy="98385"/>
            </a:xfrm>
            <a:prstGeom prst="ellipse">
              <a:avLst/>
            </a:prstGeom>
            <a:grpFill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>
                <a:solidFill>
                  <a:schemeClr val="tx1"/>
                </a:solidFill>
              </a:endParaRPr>
            </a:p>
          </p:txBody>
        </p:sp>
      </p:grpSp>
      <p:grpSp>
        <p:nvGrpSpPr>
          <p:cNvPr id="17" name="그룹 16">
            <a:extLst>
              <a:ext uri="{FF2B5EF4-FFF2-40B4-BE49-F238E27FC236}">
                <a16:creationId xmlns:a16="http://schemas.microsoft.com/office/drawing/2014/main" id="{A46A9B58-3992-9A09-669E-BC550B4138EE}"/>
              </a:ext>
            </a:extLst>
          </p:cNvPr>
          <p:cNvGrpSpPr/>
          <p:nvPr/>
        </p:nvGrpSpPr>
        <p:grpSpPr>
          <a:xfrm>
            <a:off x="3575875" y="3012768"/>
            <a:ext cx="444200" cy="497746"/>
            <a:chOff x="9191246" y="3797098"/>
            <a:chExt cx="444200" cy="497746"/>
          </a:xfrm>
          <a:solidFill>
            <a:srgbClr val="CC0000"/>
          </a:solidFill>
        </p:grpSpPr>
        <p:grpSp>
          <p:nvGrpSpPr>
            <p:cNvPr id="18" name="그룹 17">
              <a:extLst>
                <a:ext uri="{FF2B5EF4-FFF2-40B4-BE49-F238E27FC236}">
                  <a16:creationId xmlns:a16="http://schemas.microsoft.com/office/drawing/2014/main" id="{15AF903A-0E27-1C56-5B9E-5280804A01AE}"/>
                </a:ext>
              </a:extLst>
            </p:cNvPr>
            <p:cNvGrpSpPr/>
            <p:nvPr/>
          </p:nvGrpSpPr>
          <p:grpSpPr>
            <a:xfrm>
              <a:off x="9536632" y="3799905"/>
              <a:ext cx="98814" cy="494939"/>
              <a:chOff x="4650521" y="4900127"/>
              <a:chExt cx="98814" cy="494939"/>
            </a:xfrm>
            <a:grpFill/>
            <a:effectLst>
              <a:glow rad="127000">
                <a:srgbClr val="FFFF00">
                  <a:alpha val="31000"/>
                </a:srgbClr>
              </a:glow>
            </a:effectLst>
          </p:grpSpPr>
          <p:sp>
            <p:nvSpPr>
              <p:cNvPr id="23" name="타원 22">
                <a:extLst>
                  <a:ext uri="{FF2B5EF4-FFF2-40B4-BE49-F238E27FC236}">
                    <a16:creationId xmlns:a16="http://schemas.microsoft.com/office/drawing/2014/main" id="{AA3343E6-FA9C-06B6-A34F-97305437ECCB}"/>
                  </a:ext>
                </a:extLst>
              </p:cNvPr>
              <p:cNvSpPr/>
              <p:nvPr/>
            </p:nvSpPr>
            <p:spPr>
              <a:xfrm>
                <a:off x="4650521" y="4900127"/>
                <a:ext cx="98385" cy="98385"/>
              </a:xfrm>
              <a:prstGeom prst="ellipse">
                <a:avLst/>
              </a:prstGeom>
              <a:grpFill/>
              <a:ln w="9525">
                <a:solidFill>
                  <a:srgbClr val="FFFF00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>
                  <a:solidFill>
                    <a:schemeClr val="tx1"/>
                  </a:solidFill>
                </a:endParaRPr>
              </a:p>
            </p:txBody>
          </p:sp>
          <p:sp>
            <p:nvSpPr>
              <p:cNvPr id="24" name="타원 23">
                <a:extLst>
                  <a:ext uri="{FF2B5EF4-FFF2-40B4-BE49-F238E27FC236}">
                    <a16:creationId xmlns:a16="http://schemas.microsoft.com/office/drawing/2014/main" id="{505BE3CE-C9FB-F160-777A-8FBB18AFB56F}"/>
                  </a:ext>
                </a:extLst>
              </p:cNvPr>
              <p:cNvSpPr/>
              <p:nvPr/>
            </p:nvSpPr>
            <p:spPr>
              <a:xfrm>
                <a:off x="4650950" y="5296681"/>
                <a:ext cx="98385" cy="98385"/>
              </a:xfrm>
              <a:prstGeom prst="ellipse">
                <a:avLst/>
              </a:prstGeom>
              <a:grpFill/>
              <a:ln w="9525">
                <a:solidFill>
                  <a:srgbClr val="FFFF00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>
                  <a:solidFill>
                    <a:schemeClr val="tx1"/>
                  </a:solidFill>
                </a:endParaRPr>
              </a:p>
            </p:txBody>
          </p:sp>
        </p:grpSp>
        <p:sp>
          <p:nvSpPr>
            <p:cNvPr id="19" name="별: 꼭짓점 7개 18">
              <a:extLst>
                <a:ext uri="{FF2B5EF4-FFF2-40B4-BE49-F238E27FC236}">
                  <a16:creationId xmlns:a16="http://schemas.microsoft.com/office/drawing/2014/main" id="{EAAC9F01-BD50-74A9-2051-E0928F327B0C}"/>
                </a:ext>
              </a:extLst>
            </p:cNvPr>
            <p:cNvSpPr/>
            <p:nvPr/>
          </p:nvSpPr>
          <p:spPr>
            <a:xfrm rot="5400000">
              <a:off x="9291865" y="3924297"/>
              <a:ext cx="244351" cy="235659"/>
            </a:xfrm>
            <a:prstGeom prst="star7">
              <a:avLst/>
            </a:prstGeom>
            <a:grpFill/>
            <a:ln>
              <a:solidFill>
                <a:srgbClr val="FFFF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sz="1286" b="1">
                <a:ln w="22225">
                  <a:solidFill>
                    <a:srgbClr val="FFFF00"/>
                  </a:solidFill>
                  <a:prstDash val="solid"/>
                </a:ln>
                <a:solidFill>
                  <a:srgbClr val="C00000"/>
                </a:solidFill>
                <a:effectLst>
                  <a:glow rad="63500">
                    <a:schemeClr val="accent2">
                      <a:satMod val="175000"/>
                      <a:alpha val="40000"/>
                    </a:schemeClr>
                  </a:glow>
                </a:effectLst>
              </a:endParaRPr>
            </a:p>
          </p:txBody>
        </p:sp>
        <p:grpSp>
          <p:nvGrpSpPr>
            <p:cNvPr id="20" name="그룹 19">
              <a:extLst>
                <a:ext uri="{FF2B5EF4-FFF2-40B4-BE49-F238E27FC236}">
                  <a16:creationId xmlns:a16="http://schemas.microsoft.com/office/drawing/2014/main" id="{8B15C892-F28A-6D9C-5871-64493009DEDC}"/>
                </a:ext>
              </a:extLst>
            </p:cNvPr>
            <p:cNvGrpSpPr/>
            <p:nvPr/>
          </p:nvGrpSpPr>
          <p:grpSpPr>
            <a:xfrm>
              <a:off x="9191246" y="3797098"/>
              <a:ext cx="98814" cy="494939"/>
              <a:chOff x="4737834" y="4900127"/>
              <a:chExt cx="98814" cy="494939"/>
            </a:xfrm>
            <a:grpFill/>
            <a:effectLst>
              <a:glow rad="127000">
                <a:srgbClr val="FFFF00">
                  <a:alpha val="31000"/>
                </a:srgbClr>
              </a:glow>
            </a:effectLst>
          </p:grpSpPr>
          <p:sp>
            <p:nvSpPr>
              <p:cNvPr id="21" name="타원 20">
                <a:extLst>
                  <a:ext uri="{FF2B5EF4-FFF2-40B4-BE49-F238E27FC236}">
                    <a16:creationId xmlns:a16="http://schemas.microsoft.com/office/drawing/2014/main" id="{1E8550A6-15E8-7EE1-7A2E-F07668ED121C}"/>
                  </a:ext>
                </a:extLst>
              </p:cNvPr>
              <p:cNvSpPr/>
              <p:nvPr/>
            </p:nvSpPr>
            <p:spPr>
              <a:xfrm>
                <a:off x="4737834" y="4900127"/>
                <a:ext cx="98385" cy="98385"/>
              </a:xfrm>
              <a:prstGeom prst="ellipse">
                <a:avLst/>
              </a:prstGeom>
              <a:grpFill/>
              <a:ln w="9525">
                <a:solidFill>
                  <a:srgbClr val="FFFF00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>
                  <a:solidFill>
                    <a:schemeClr val="tx1"/>
                  </a:solidFill>
                </a:endParaRPr>
              </a:p>
            </p:txBody>
          </p:sp>
          <p:sp>
            <p:nvSpPr>
              <p:cNvPr id="22" name="타원 21">
                <a:extLst>
                  <a:ext uri="{FF2B5EF4-FFF2-40B4-BE49-F238E27FC236}">
                    <a16:creationId xmlns:a16="http://schemas.microsoft.com/office/drawing/2014/main" id="{D9CCA290-36AA-9791-9E58-BEC01EFA762A}"/>
                  </a:ext>
                </a:extLst>
              </p:cNvPr>
              <p:cNvSpPr/>
              <p:nvPr/>
            </p:nvSpPr>
            <p:spPr>
              <a:xfrm>
                <a:off x="4738263" y="5296681"/>
                <a:ext cx="98385" cy="98385"/>
              </a:xfrm>
              <a:prstGeom prst="ellipse">
                <a:avLst/>
              </a:prstGeom>
              <a:grpFill/>
              <a:ln w="9525">
                <a:solidFill>
                  <a:srgbClr val="FFFF00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>
                  <a:solidFill>
                    <a:schemeClr val="tx1"/>
                  </a:solidFill>
                </a:endParaRPr>
              </a:p>
            </p:txBody>
          </p:sp>
        </p:grpSp>
      </p:grpSp>
      <p:grpSp>
        <p:nvGrpSpPr>
          <p:cNvPr id="26" name="그룹 25">
            <a:extLst>
              <a:ext uri="{FF2B5EF4-FFF2-40B4-BE49-F238E27FC236}">
                <a16:creationId xmlns:a16="http://schemas.microsoft.com/office/drawing/2014/main" id="{5FEEEBF6-1FBE-B189-E519-D2C4592BC3AF}"/>
              </a:ext>
            </a:extLst>
          </p:cNvPr>
          <p:cNvGrpSpPr/>
          <p:nvPr/>
        </p:nvGrpSpPr>
        <p:grpSpPr>
          <a:xfrm rot="5400000">
            <a:off x="3884810" y="3871479"/>
            <a:ext cx="99451" cy="545492"/>
            <a:chOff x="5324822" y="4538198"/>
            <a:chExt cx="99451" cy="545492"/>
          </a:xfrm>
        </p:grpSpPr>
        <p:sp>
          <p:nvSpPr>
            <p:cNvPr id="27" name="타원 26">
              <a:extLst>
                <a:ext uri="{FF2B5EF4-FFF2-40B4-BE49-F238E27FC236}">
                  <a16:creationId xmlns:a16="http://schemas.microsoft.com/office/drawing/2014/main" id="{14F353A2-B55E-2202-CA3A-7DD3AD24654F}"/>
                </a:ext>
              </a:extLst>
            </p:cNvPr>
            <p:cNvSpPr/>
            <p:nvPr/>
          </p:nvSpPr>
          <p:spPr>
            <a:xfrm>
              <a:off x="5325888" y="4538198"/>
              <a:ext cx="98385" cy="98385"/>
            </a:xfrm>
            <a:prstGeom prst="ellipse">
              <a:avLst/>
            </a:prstGeom>
            <a:solidFill>
              <a:srgbClr val="FF0000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>
                <a:solidFill>
                  <a:schemeClr val="tx1"/>
                </a:solidFill>
              </a:endParaRPr>
            </a:p>
          </p:txBody>
        </p:sp>
        <p:sp>
          <p:nvSpPr>
            <p:cNvPr id="28" name="타원 27">
              <a:extLst>
                <a:ext uri="{FF2B5EF4-FFF2-40B4-BE49-F238E27FC236}">
                  <a16:creationId xmlns:a16="http://schemas.microsoft.com/office/drawing/2014/main" id="{608927B0-ABF3-0ED7-055D-79C9A4AAA83E}"/>
                </a:ext>
              </a:extLst>
            </p:cNvPr>
            <p:cNvSpPr/>
            <p:nvPr/>
          </p:nvSpPr>
          <p:spPr>
            <a:xfrm>
              <a:off x="5324822" y="4985305"/>
              <a:ext cx="98385" cy="98385"/>
            </a:xfrm>
            <a:prstGeom prst="ellipse">
              <a:avLst/>
            </a:prstGeom>
            <a:solidFill>
              <a:srgbClr val="FF0000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>
                <a:solidFill>
                  <a:schemeClr val="tx1"/>
                </a:solidFill>
              </a:endParaRPr>
            </a:p>
          </p:txBody>
        </p:sp>
      </p:grpSp>
      <p:sp>
        <p:nvSpPr>
          <p:cNvPr id="29" name="직사각형 28">
            <a:extLst>
              <a:ext uri="{FF2B5EF4-FFF2-40B4-BE49-F238E27FC236}">
                <a16:creationId xmlns:a16="http://schemas.microsoft.com/office/drawing/2014/main" id="{B66E6ED7-5966-E4D8-9F34-065162E6903A}"/>
              </a:ext>
            </a:extLst>
          </p:cNvPr>
          <p:cNvSpPr/>
          <p:nvPr/>
        </p:nvSpPr>
        <p:spPr>
          <a:xfrm flipV="1">
            <a:off x="4122422" y="2864481"/>
            <a:ext cx="98385" cy="777243"/>
          </a:xfrm>
          <a:prstGeom prst="rect">
            <a:avLst/>
          </a:prstGeom>
          <a:solidFill>
            <a:srgbClr val="FFFF0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>
              <a:solidFill>
                <a:schemeClr val="tx1"/>
              </a:solidFill>
            </a:endParaRPr>
          </a:p>
        </p:txBody>
      </p:sp>
      <p:sp>
        <p:nvSpPr>
          <p:cNvPr id="32" name="TextBox 31">
            <a:extLst>
              <a:ext uri="{FF2B5EF4-FFF2-40B4-BE49-F238E27FC236}">
                <a16:creationId xmlns:a16="http://schemas.microsoft.com/office/drawing/2014/main" id="{6144A174-8C8D-A62E-D989-CB0CA0DDE912}"/>
              </a:ext>
            </a:extLst>
          </p:cNvPr>
          <p:cNvSpPr txBox="1"/>
          <p:nvPr/>
        </p:nvSpPr>
        <p:spPr>
          <a:xfrm>
            <a:off x="6416701" y="6244315"/>
            <a:ext cx="2229372" cy="55399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1000" b="1" err="1">
                <a:highlight>
                  <a:srgbClr val="FFFF00"/>
                </a:highlight>
              </a:rPr>
              <a:t>실링팬</a:t>
            </a:r>
            <a:r>
              <a:rPr lang="ko-KR" altLang="en-US" sz="1000" b="1">
                <a:highlight>
                  <a:srgbClr val="FFFF00"/>
                </a:highlight>
              </a:rPr>
              <a:t> </a:t>
            </a:r>
            <a:r>
              <a:rPr lang="ko-KR" altLang="en-US" sz="1000" b="1" err="1">
                <a:highlight>
                  <a:srgbClr val="FFFF00"/>
                </a:highlight>
              </a:rPr>
              <a:t>루씨에어</a:t>
            </a:r>
            <a:endParaRPr lang="en-US" altLang="ko-KR" sz="1000" b="1">
              <a:highlight>
                <a:srgbClr val="FFFF00"/>
              </a:highlight>
            </a:endParaRPr>
          </a:p>
          <a:p>
            <a:r>
              <a:rPr lang="ko-KR" altLang="en-US" sz="1000" b="1">
                <a:highlight>
                  <a:srgbClr val="FFFF00"/>
                </a:highlight>
              </a:rPr>
              <a:t>설치</a:t>
            </a:r>
            <a:r>
              <a:rPr lang="en-US" altLang="ko-KR" sz="1000" b="1">
                <a:highlight>
                  <a:srgbClr val="FFFF00"/>
                </a:highlight>
              </a:rPr>
              <a:t>+</a:t>
            </a:r>
            <a:r>
              <a:rPr lang="ko-KR" altLang="en-US" sz="1000" b="1">
                <a:highlight>
                  <a:srgbClr val="FFFF00"/>
                </a:highlight>
              </a:rPr>
              <a:t>보강</a:t>
            </a:r>
            <a:r>
              <a:rPr lang="en-US" altLang="ko-KR" sz="1000" b="1">
                <a:highlight>
                  <a:srgbClr val="FFFF00"/>
                </a:highlight>
              </a:rPr>
              <a:t>+</a:t>
            </a:r>
            <a:r>
              <a:rPr lang="ko-KR" altLang="en-US" sz="1000" b="1">
                <a:highlight>
                  <a:srgbClr val="FFFF00"/>
                </a:highlight>
              </a:rPr>
              <a:t>우물 천장 안 실크 도배</a:t>
            </a:r>
            <a:br>
              <a:rPr lang="en-US" altLang="ko-KR" sz="1000" b="1">
                <a:highlight>
                  <a:srgbClr val="FFFF00"/>
                </a:highlight>
              </a:rPr>
            </a:br>
            <a:r>
              <a:rPr lang="ko-KR" altLang="en-US" sz="1000" b="1">
                <a:highlight>
                  <a:srgbClr val="FFFF00"/>
                </a:highlight>
              </a:rPr>
              <a:t>우물조명 </a:t>
            </a:r>
            <a:r>
              <a:rPr lang="en-US" altLang="ko-KR" sz="1000" b="1">
                <a:highlight>
                  <a:srgbClr val="FFFF00"/>
                </a:highlight>
              </a:rPr>
              <a:t>2</a:t>
            </a:r>
            <a:r>
              <a:rPr lang="ko-KR" altLang="en-US" sz="1000" b="1">
                <a:highlight>
                  <a:srgbClr val="FFFF00"/>
                </a:highlight>
              </a:rPr>
              <a:t>줄 </a:t>
            </a:r>
            <a:r>
              <a:rPr lang="ko-KR" altLang="en-US" sz="1000" b="1" err="1">
                <a:highlight>
                  <a:srgbClr val="FFFF00"/>
                </a:highlight>
              </a:rPr>
              <a:t>전구색</a:t>
            </a:r>
            <a:r>
              <a:rPr lang="en-US" altLang="ko-KR" sz="1000" b="1">
                <a:highlight>
                  <a:srgbClr val="FFFF00"/>
                </a:highlight>
              </a:rPr>
              <a:t>+</a:t>
            </a:r>
            <a:r>
              <a:rPr lang="ko-KR" altLang="en-US" sz="1000" b="1" err="1">
                <a:highlight>
                  <a:srgbClr val="FFFF00"/>
                </a:highlight>
              </a:rPr>
              <a:t>주백색</a:t>
            </a:r>
            <a:endParaRPr lang="en-US" altLang="ko-KR" sz="1000" b="1">
              <a:highlight>
                <a:srgbClr val="FFFF00"/>
              </a:highlight>
            </a:endParaRPr>
          </a:p>
        </p:txBody>
      </p:sp>
      <p:sp>
        <p:nvSpPr>
          <p:cNvPr id="33" name="TextBox 13">
            <a:extLst>
              <a:ext uri="{FF2B5EF4-FFF2-40B4-BE49-F238E27FC236}">
                <a16:creationId xmlns:a16="http://schemas.microsoft.com/office/drawing/2014/main" id="{64E23484-1C71-9A78-F436-B9A078FEF563}"/>
              </a:ext>
            </a:extLst>
          </p:cNvPr>
          <p:cNvSpPr txBox="1"/>
          <p:nvPr/>
        </p:nvSpPr>
        <p:spPr>
          <a:xfrm>
            <a:off x="142074" y="1128948"/>
            <a:ext cx="1489510" cy="461665"/>
          </a:xfrm>
          <a:prstGeom prst="rect">
            <a:avLst/>
          </a:prstGeom>
          <a:solidFill>
            <a:schemeClr val="accent6">
              <a:lumMod val="20000"/>
              <a:lumOff val="80000"/>
            </a:schemeClr>
          </a:solidFill>
        </p:spPr>
        <p:txBody>
          <a:bodyPr wrap="none" rtlCol="0">
            <a:spAutoFit/>
          </a:bodyPr>
          <a:lstStyle>
            <a:defPPr>
              <a:defRPr lang="ko-KR"/>
            </a:defPPr>
            <a:lvl1pPr marL="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ko-KR" altLang="en-US" sz="800" b="1"/>
              <a:t>욕실 </a:t>
            </a:r>
            <a:r>
              <a:rPr lang="ko-KR" altLang="en-US" sz="800" b="1" err="1"/>
              <a:t>휴젠트여부에</a:t>
            </a:r>
            <a:r>
              <a:rPr lang="ko-KR" altLang="en-US" sz="800" b="1"/>
              <a:t> 대하여</a:t>
            </a:r>
            <a:endParaRPr lang="en-US" altLang="ko-KR" sz="800" b="1"/>
          </a:p>
          <a:p>
            <a:r>
              <a:rPr lang="ko-KR" altLang="en-US" sz="800" b="1"/>
              <a:t>기사분이 현장에서 파악하여</a:t>
            </a:r>
            <a:endParaRPr lang="en-US" altLang="ko-KR" sz="800" b="1"/>
          </a:p>
          <a:p>
            <a:r>
              <a:rPr lang="ko-KR" altLang="en-US" sz="800" b="1"/>
              <a:t>센서위치를 적용해드립니다</a:t>
            </a:r>
            <a:r>
              <a:rPr lang="en-US" altLang="ko-KR" sz="800" b="1"/>
              <a:t>.</a:t>
            </a:r>
            <a:endParaRPr lang="ko-KR" altLang="en-US" sz="800" b="1"/>
          </a:p>
        </p:txBody>
      </p:sp>
      <p:grpSp>
        <p:nvGrpSpPr>
          <p:cNvPr id="34" name="그룹 33">
            <a:extLst>
              <a:ext uri="{FF2B5EF4-FFF2-40B4-BE49-F238E27FC236}">
                <a16:creationId xmlns:a16="http://schemas.microsoft.com/office/drawing/2014/main" id="{A67DDD46-C521-83A7-39CE-4F7093A1D122}"/>
              </a:ext>
            </a:extLst>
          </p:cNvPr>
          <p:cNvGrpSpPr/>
          <p:nvPr/>
        </p:nvGrpSpPr>
        <p:grpSpPr>
          <a:xfrm>
            <a:off x="166864" y="137559"/>
            <a:ext cx="2166761" cy="738664"/>
            <a:chOff x="209306" y="114311"/>
            <a:chExt cx="2166761" cy="742666"/>
          </a:xfrm>
        </p:grpSpPr>
        <p:sp>
          <p:nvSpPr>
            <p:cNvPr id="35" name="타원 34">
              <a:extLst>
                <a:ext uri="{FF2B5EF4-FFF2-40B4-BE49-F238E27FC236}">
                  <a16:creationId xmlns:a16="http://schemas.microsoft.com/office/drawing/2014/main" id="{4F30EC02-B223-446A-184F-2DCD9299522D}"/>
                </a:ext>
              </a:extLst>
            </p:cNvPr>
            <p:cNvSpPr/>
            <p:nvPr/>
          </p:nvSpPr>
          <p:spPr>
            <a:xfrm>
              <a:off x="209307" y="168341"/>
              <a:ext cx="98385" cy="98385"/>
            </a:xfrm>
            <a:prstGeom prst="ellipse">
              <a:avLst/>
            </a:prstGeom>
            <a:solidFill>
              <a:srgbClr val="FF0000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ko-KR"/>
              </a:defPPr>
              <a:lvl1pPr marL="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ko-KR" altLang="en-US">
                <a:solidFill>
                  <a:schemeClr val="tx1"/>
                </a:solidFill>
              </a:endParaRPr>
            </a:p>
          </p:txBody>
        </p:sp>
        <p:sp>
          <p:nvSpPr>
            <p:cNvPr id="36" name="타원 35">
              <a:extLst>
                <a:ext uri="{FF2B5EF4-FFF2-40B4-BE49-F238E27FC236}">
                  <a16:creationId xmlns:a16="http://schemas.microsoft.com/office/drawing/2014/main" id="{68FD90BC-9E02-4685-4425-DF328300224A}"/>
                </a:ext>
              </a:extLst>
            </p:cNvPr>
            <p:cNvSpPr/>
            <p:nvPr/>
          </p:nvSpPr>
          <p:spPr>
            <a:xfrm>
              <a:off x="209307" y="347436"/>
              <a:ext cx="98385" cy="98385"/>
            </a:xfrm>
            <a:prstGeom prst="ellipse">
              <a:avLst/>
            </a:prstGeom>
            <a:solidFill>
              <a:srgbClr val="FFFF00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ko-KR"/>
              </a:defPPr>
              <a:lvl1pPr marL="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ko-KR" altLang="en-US">
                <a:solidFill>
                  <a:schemeClr val="tx1"/>
                </a:solidFill>
              </a:endParaRPr>
            </a:p>
          </p:txBody>
        </p:sp>
        <p:sp>
          <p:nvSpPr>
            <p:cNvPr id="37" name="타원 36">
              <a:extLst>
                <a:ext uri="{FF2B5EF4-FFF2-40B4-BE49-F238E27FC236}">
                  <a16:creationId xmlns:a16="http://schemas.microsoft.com/office/drawing/2014/main" id="{59EEDE8A-9ACE-CFD6-CA13-838FD3692DD3}"/>
                </a:ext>
              </a:extLst>
            </p:cNvPr>
            <p:cNvSpPr/>
            <p:nvPr/>
          </p:nvSpPr>
          <p:spPr>
            <a:xfrm>
              <a:off x="209306" y="573831"/>
              <a:ext cx="98385" cy="98385"/>
            </a:xfrm>
            <a:prstGeom prst="ellipse">
              <a:avLst/>
            </a:prstGeom>
            <a:solidFill>
              <a:srgbClr val="FFC000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ko-KR"/>
              </a:defPPr>
              <a:lvl1pPr marL="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ko-KR" altLang="en-US">
                <a:solidFill>
                  <a:schemeClr val="tx1"/>
                </a:solidFill>
              </a:endParaRPr>
            </a:p>
          </p:txBody>
        </p:sp>
        <p:sp>
          <p:nvSpPr>
            <p:cNvPr id="38" name="TextBox 11">
              <a:extLst>
                <a:ext uri="{FF2B5EF4-FFF2-40B4-BE49-F238E27FC236}">
                  <a16:creationId xmlns:a16="http://schemas.microsoft.com/office/drawing/2014/main" id="{95473C2E-CEA3-933F-8D8C-5ED7FA4C2C4F}"/>
                </a:ext>
              </a:extLst>
            </p:cNvPr>
            <p:cNvSpPr txBox="1"/>
            <p:nvPr/>
          </p:nvSpPr>
          <p:spPr>
            <a:xfrm>
              <a:off x="318304" y="114311"/>
              <a:ext cx="2057763" cy="742666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>
              <a:defPPr>
                <a:defRPr lang="ko-KR"/>
              </a:defPPr>
              <a:lvl1pPr marL="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r>
                <a:rPr lang="ko-KR" altLang="en-US" sz="700"/>
                <a:t>간접조명 </a:t>
              </a:r>
              <a:r>
                <a:rPr lang="en-US" altLang="ko-KR" sz="700"/>
                <a:t>A SET</a:t>
              </a:r>
            </a:p>
            <a:p>
              <a:endParaRPr lang="en-US" altLang="ko-KR" sz="700"/>
            </a:p>
            <a:p>
              <a:r>
                <a:rPr lang="ko-KR" altLang="en-US" sz="700"/>
                <a:t>간접조명 센서 </a:t>
              </a:r>
              <a:r>
                <a:rPr lang="en-US" altLang="ko-KR" sz="700"/>
                <a:t>SET</a:t>
              </a:r>
            </a:p>
            <a:p>
              <a:endParaRPr lang="en-US" altLang="ko-KR" sz="700"/>
            </a:p>
            <a:p>
              <a:r>
                <a:rPr lang="ko-KR" altLang="en-US" sz="700"/>
                <a:t>우물천장간접조명 및 커튼박수 추가</a:t>
              </a:r>
              <a:r>
                <a:rPr lang="en-US" altLang="ko-KR" sz="700"/>
                <a:t>(</a:t>
              </a:r>
              <a:r>
                <a:rPr lang="ko-KR" altLang="en-US" sz="700"/>
                <a:t>별도 추가</a:t>
              </a:r>
              <a:r>
                <a:rPr lang="en-US" altLang="ko-KR" sz="700"/>
                <a:t>)</a:t>
              </a:r>
            </a:p>
            <a:p>
              <a:endParaRPr lang="en-US" altLang="ko-KR" sz="700"/>
            </a:p>
          </p:txBody>
        </p:sp>
      </p:grpSp>
      <p:sp>
        <p:nvSpPr>
          <p:cNvPr id="39" name="직사각형 38">
            <a:extLst>
              <a:ext uri="{FF2B5EF4-FFF2-40B4-BE49-F238E27FC236}">
                <a16:creationId xmlns:a16="http://schemas.microsoft.com/office/drawing/2014/main" id="{43DFB293-8438-5835-D779-DE40E11FBE80}"/>
              </a:ext>
            </a:extLst>
          </p:cNvPr>
          <p:cNvSpPr/>
          <p:nvPr/>
        </p:nvSpPr>
        <p:spPr>
          <a:xfrm rot="16200000" flipV="1">
            <a:off x="4510162" y="2741912"/>
            <a:ext cx="98385" cy="343522"/>
          </a:xfrm>
          <a:prstGeom prst="rect">
            <a:avLst/>
          </a:prstGeom>
          <a:solidFill>
            <a:srgbClr val="FFFF0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>
              <a:solidFill>
                <a:schemeClr val="tx1"/>
              </a:solidFill>
            </a:endParaRPr>
          </a:p>
        </p:txBody>
      </p:sp>
      <p:grpSp>
        <p:nvGrpSpPr>
          <p:cNvPr id="40" name="그룹 39">
            <a:extLst>
              <a:ext uri="{FF2B5EF4-FFF2-40B4-BE49-F238E27FC236}">
                <a16:creationId xmlns:a16="http://schemas.microsoft.com/office/drawing/2014/main" id="{12F88C81-020C-CD92-1D2B-A5B9140FA4FE}"/>
              </a:ext>
            </a:extLst>
          </p:cNvPr>
          <p:cNvGrpSpPr/>
          <p:nvPr/>
        </p:nvGrpSpPr>
        <p:grpSpPr>
          <a:xfrm>
            <a:off x="8134154" y="4328434"/>
            <a:ext cx="100923" cy="1356633"/>
            <a:chOff x="4735802" y="4662002"/>
            <a:chExt cx="100923" cy="1356633"/>
          </a:xfrm>
        </p:grpSpPr>
        <p:sp>
          <p:nvSpPr>
            <p:cNvPr id="41" name="타원 40">
              <a:extLst>
                <a:ext uri="{FF2B5EF4-FFF2-40B4-BE49-F238E27FC236}">
                  <a16:creationId xmlns:a16="http://schemas.microsoft.com/office/drawing/2014/main" id="{9C77D2AD-3D31-B16E-9ED5-45CD8D93D41B}"/>
                </a:ext>
              </a:extLst>
            </p:cNvPr>
            <p:cNvSpPr/>
            <p:nvPr/>
          </p:nvSpPr>
          <p:spPr>
            <a:xfrm>
              <a:off x="4737834" y="4662002"/>
              <a:ext cx="98385" cy="98385"/>
            </a:xfrm>
            <a:prstGeom prst="ellipse">
              <a:avLst/>
            </a:prstGeom>
            <a:solidFill>
              <a:srgbClr val="FF0000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>
                <a:solidFill>
                  <a:schemeClr val="tx1"/>
                </a:solidFill>
              </a:endParaRPr>
            </a:p>
          </p:txBody>
        </p:sp>
        <p:sp>
          <p:nvSpPr>
            <p:cNvPr id="42" name="타원 41">
              <a:extLst>
                <a:ext uri="{FF2B5EF4-FFF2-40B4-BE49-F238E27FC236}">
                  <a16:creationId xmlns:a16="http://schemas.microsoft.com/office/drawing/2014/main" id="{99A12D94-F383-AA44-D6C5-0FA356347EE7}"/>
                </a:ext>
              </a:extLst>
            </p:cNvPr>
            <p:cNvSpPr/>
            <p:nvPr/>
          </p:nvSpPr>
          <p:spPr>
            <a:xfrm>
              <a:off x="4735802" y="5291218"/>
              <a:ext cx="98385" cy="98385"/>
            </a:xfrm>
            <a:prstGeom prst="ellipse">
              <a:avLst/>
            </a:prstGeom>
            <a:solidFill>
              <a:srgbClr val="FF0000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>
                <a:solidFill>
                  <a:schemeClr val="tx1"/>
                </a:solidFill>
              </a:endParaRPr>
            </a:p>
          </p:txBody>
        </p:sp>
        <p:sp>
          <p:nvSpPr>
            <p:cNvPr id="43" name="타원 42">
              <a:extLst>
                <a:ext uri="{FF2B5EF4-FFF2-40B4-BE49-F238E27FC236}">
                  <a16:creationId xmlns:a16="http://schemas.microsoft.com/office/drawing/2014/main" id="{4297851F-8EDA-133C-50E2-714EDF0616D9}"/>
                </a:ext>
              </a:extLst>
            </p:cNvPr>
            <p:cNvSpPr/>
            <p:nvPr/>
          </p:nvSpPr>
          <p:spPr>
            <a:xfrm>
              <a:off x="4738340" y="5920250"/>
              <a:ext cx="98385" cy="98385"/>
            </a:xfrm>
            <a:prstGeom prst="ellipse">
              <a:avLst/>
            </a:prstGeom>
            <a:solidFill>
              <a:srgbClr val="FF0000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>
                <a:solidFill>
                  <a:schemeClr val="tx1"/>
                </a:solidFill>
              </a:endParaRPr>
            </a:p>
          </p:txBody>
        </p:sp>
      </p:grpSp>
      <p:grpSp>
        <p:nvGrpSpPr>
          <p:cNvPr id="44" name="그룹 43">
            <a:extLst>
              <a:ext uri="{FF2B5EF4-FFF2-40B4-BE49-F238E27FC236}">
                <a16:creationId xmlns:a16="http://schemas.microsoft.com/office/drawing/2014/main" id="{6AB7B4DC-4E35-4BCD-FC68-5C6E58C6FF76}"/>
              </a:ext>
            </a:extLst>
          </p:cNvPr>
          <p:cNvGrpSpPr/>
          <p:nvPr/>
        </p:nvGrpSpPr>
        <p:grpSpPr>
          <a:xfrm>
            <a:off x="6186254" y="4345865"/>
            <a:ext cx="100923" cy="1356633"/>
            <a:chOff x="4735802" y="4662002"/>
            <a:chExt cx="100923" cy="1356633"/>
          </a:xfrm>
        </p:grpSpPr>
        <p:sp>
          <p:nvSpPr>
            <p:cNvPr id="45" name="타원 44">
              <a:extLst>
                <a:ext uri="{FF2B5EF4-FFF2-40B4-BE49-F238E27FC236}">
                  <a16:creationId xmlns:a16="http://schemas.microsoft.com/office/drawing/2014/main" id="{5CFC6E0A-B37C-F315-8927-429B58584119}"/>
                </a:ext>
              </a:extLst>
            </p:cNvPr>
            <p:cNvSpPr/>
            <p:nvPr/>
          </p:nvSpPr>
          <p:spPr>
            <a:xfrm>
              <a:off x="4737834" y="4662002"/>
              <a:ext cx="98385" cy="98385"/>
            </a:xfrm>
            <a:prstGeom prst="ellipse">
              <a:avLst/>
            </a:prstGeom>
            <a:solidFill>
              <a:srgbClr val="FF0000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>
                <a:solidFill>
                  <a:schemeClr val="tx1"/>
                </a:solidFill>
              </a:endParaRPr>
            </a:p>
          </p:txBody>
        </p:sp>
        <p:sp>
          <p:nvSpPr>
            <p:cNvPr id="46" name="타원 45">
              <a:extLst>
                <a:ext uri="{FF2B5EF4-FFF2-40B4-BE49-F238E27FC236}">
                  <a16:creationId xmlns:a16="http://schemas.microsoft.com/office/drawing/2014/main" id="{CE9150FF-79CA-53E4-47D8-2B214D14BBC4}"/>
                </a:ext>
              </a:extLst>
            </p:cNvPr>
            <p:cNvSpPr/>
            <p:nvPr/>
          </p:nvSpPr>
          <p:spPr>
            <a:xfrm>
              <a:off x="4735802" y="5291218"/>
              <a:ext cx="98385" cy="98385"/>
            </a:xfrm>
            <a:prstGeom prst="ellipse">
              <a:avLst/>
            </a:prstGeom>
            <a:solidFill>
              <a:srgbClr val="FF0000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>
                <a:solidFill>
                  <a:schemeClr val="tx1"/>
                </a:solidFill>
              </a:endParaRPr>
            </a:p>
          </p:txBody>
        </p:sp>
        <p:sp>
          <p:nvSpPr>
            <p:cNvPr id="47" name="타원 46">
              <a:extLst>
                <a:ext uri="{FF2B5EF4-FFF2-40B4-BE49-F238E27FC236}">
                  <a16:creationId xmlns:a16="http://schemas.microsoft.com/office/drawing/2014/main" id="{1D2A43AC-FDE0-EFA2-EB4D-6BBBB15E1B45}"/>
                </a:ext>
              </a:extLst>
            </p:cNvPr>
            <p:cNvSpPr/>
            <p:nvPr/>
          </p:nvSpPr>
          <p:spPr>
            <a:xfrm>
              <a:off x="4738340" y="5920250"/>
              <a:ext cx="98385" cy="98385"/>
            </a:xfrm>
            <a:prstGeom prst="ellipse">
              <a:avLst/>
            </a:prstGeom>
            <a:solidFill>
              <a:srgbClr val="FF0000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>
                <a:solidFill>
                  <a:schemeClr val="tx1"/>
                </a:solidFill>
              </a:endParaRPr>
            </a:p>
          </p:txBody>
        </p:sp>
      </p:grpSp>
      <p:sp>
        <p:nvSpPr>
          <p:cNvPr id="48" name="TextBox 47">
            <a:extLst>
              <a:ext uri="{FF2B5EF4-FFF2-40B4-BE49-F238E27FC236}">
                <a16:creationId xmlns:a16="http://schemas.microsoft.com/office/drawing/2014/main" id="{2E9C8FDC-5BD3-8A52-7ED6-6258D080381D}"/>
              </a:ext>
            </a:extLst>
          </p:cNvPr>
          <p:cNvSpPr txBox="1"/>
          <p:nvPr/>
        </p:nvSpPr>
        <p:spPr>
          <a:xfrm>
            <a:off x="8349828" y="4606641"/>
            <a:ext cx="841797" cy="400110"/>
          </a:xfrm>
          <a:prstGeom prst="rect">
            <a:avLst/>
          </a:prstGeom>
          <a:solidFill>
            <a:schemeClr val="bg2">
              <a:lumMod val="90000"/>
            </a:schemeClr>
          </a:solidFill>
        </p:spPr>
        <p:txBody>
          <a:bodyPr wrap="square" rtlCol="0">
            <a:spAutoFit/>
          </a:bodyPr>
          <a:lstStyle/>
          <a:p>
            <a:pPr algn="ctr"/>
            <a:r>
              <a:rPr lang="ko-KR" altLang="en-US" sz="1000" b="1" err="1"/>
              <a:t>무선리모컨</a:t>
            </a:r>
            <a:endParaRPr lang="en-US" altLang="ko-KR" sz="1000" b="1"/>
          </a:p>
          <a:p>
            <a:pPr algn="ctr"/>
            <a:r>
              <a:rPr lang="en-US" altLang="ko-KR" sz="1000" b="1"/>
              <a:t>1</a:t>
            </a:r>
            <a:r>
              <a:rPr lang="ko-KR" altLang="en-US" sz="1000" b="1"/>
              <a:t>구</a:t>
            </a:r>
            <a:r>
              <a:rPr lang="en-US" altLang="ko-KR" sz="1000" b="1"/>
              <a:t>(3</a:t>
            </a:r>
            <a:r>
              <a:rPr lang="ko-KR" altLang="en-US" sz="1000" b="1"/>
              <a:t>채널</a:t>
            </a:r>
            <a:r>
              <a:rPr lang="en-US" altLang="ko-KR" sz="1000" b="1"/>
              <a:t>)</a:t>
            </a:r>
            <a:endParaRPr lang="ko-KR" altLang="en-US" sz="1000" b="1"/>
          </a:p>
        </p:txBody>
      </p:sp>
      <p:sp>
        <p:nvSpPr>
          <p:cNvPr id="49" name="직사각형 48">
            <a:extLst>
              <a:ext uri="{FF2B5EF4-FFF2-40B4-BE49-F238E27FC236}">
                <a16:creationId xmlns:a16="http://schemas.microsoft.com/office/drawing/2014/main" id="{AECE382F-5C26-4E56-6B54-1EA62926869C}"/>
              </a:ext>
            </a:extLst>
          </p:cNvPr>
          <p:cNvSpPr/>
          <p:nvPr/>
        </p:nvSpPr>
        <p:spPr>
          <a:xfrm rot="16200000" flipV="1">
            <a:off x="9869564" y="2394957"/>
            <a:ext cx="98385" cy="343522"/>
          </a:xfrm>
          <a:prstGeom prst="rect">
            <a:avLst/>
          </a:prstGeom>
          <a:solidFill>
            <a:srgbClr val="FFFF0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>
              <a:solidFill>
                <a:schemeClr val="tx1"/>
              </a:solidFill>
            </a:endParaRPr>
          </a:p>
        </p:txBody>
      </p:sp>
      <p:grpSp>
        <p:nvGrpSpPr>
          <p:cNvPr id="54" name="그룹 53">
            <a:extLst>
              <a:ext uri="{FF2B5EF4-FFF2-40B4-BE49-F238E27FC236}">
                <a16:creationId xmlns:a16="http://schemas.microsoft.com/office/drawing/2014/main" id="{9CFDA26B-8292-4ED2-CA6B-E9CFF5E8864D}"/>
              </a:ext>
            </a:extLst>
          </p:cNvPr>
          <p:cNvGrpSpPr/>
          <p:nvPr/>
        </p:nvGrpSpPr>
        <p:grpSpPr>
          <a:xfrm>
            <a:off x="4795876" y="3756293"/>
            <a:ext cx="764953" cy="273636"/>
            <a:chOff x="2052531" y="808997"/>
            <a:chExt cx="764953" cy="273636"/>
          </a:xfrm>
        </p:grpSpPr>
        <p:sp>
          <p:nvSpPr>
            <p:cNvPr id="55" name="TextBox 54">
              <a:extLst>
                <a:ext uri="{FF2B5EF4-FFF2-40B4-BE49-F238E27FC236}">
                  <a16:creationId xmlns:a16="http://schemas.microsoft.com/office/drawing/2014/main" id="{4D7CD77D-9D15-8BFF-EB90-F3815389C4EE}"/>
                </a:ext>
              </a:extLst>
            </p:cNvPr>
            <p:cNvSpPr txBox="1"/>
            <p:nvPr/>
          </p:nvSpPr>
          <p:spPr>
            <a:xfrm>
              <a:off x="2052531" y="897967"/>
              <a:ext cx="764953" cy="184666"/>
            </a:xfrm>
            <a:prstGeom prst="rect">
              <a:avLst/>
            </a:prstGeom>
            <a:solidFill>
              <a:schemeClr val="bg1">
                <a:lumMod val="95000"/>
              </a:schemeClr>
            </a:solidFill>
          </p:spPr>
          <p:txBody>
            <a:bodyPr wrap="none" rtlCol="0">
              <a:spAutoFit/>
            </a:bodyPr>
            <a:lstStyle/>
            <a:p>
              <a:r>
                <a:rPr lang="ko-KR" altLang="en-US" sz="600" b="1"/>
                <a:t>서비스 조명 </a:t>
              </a:r>
              <a:r>
                <a:rPr lang="en-US" altLang="ko-KR" sz="600" b="1"/>
                <a:t>2EA</a:t>
              </a:r>
              <a:endParaRPr lang="ko-KR" altLang="en-US" sz="600" b="1"/>
            </a:p>
          </p:txBody>
        </p:sp>
        <p:grpSp>
          <p:nvGrpSpPr>
            <p:cNvPr id="56" name="그룹 55">
              <a:extLst>
                <a:ext uri="{FF2B5EF4-FFF2-40B4-BE49-F238E27FC236}">
                  <a16:creationId xmlns:a16="http://schemas.microsoft.com/office/drawing/2014/main" id="{8AA0948D-C16C-5BD5-3EF6-B864F421515A}"/>
                </a:ext>
              </a:extLst>
            </p:cNvPr>
            <p:cNvGrpSpPr/>
            <p:nvPr/>
          </p:nvGrpSpPr>
          <p:grpSpPr>
            <a:xfrm rot="5400000">
              <a:off x="2382760" y="491467"/>
              <a:ext cx="98800" cy="733859"/>
              <a:chOff x="4737848" y="4877902"/>
              <a:chExt cx="98800" cy="733859"/>
            </a:xfrm>
            <a:solidFill>
              <a:srgbClr val="FF00FF"/>
            </a:solidFill>
          </p:grpSpPr>
          <p:sp>
            <p:nvSpPr>
              <p:cNvPr id="57" name="타원 56">
                <a:extLst>
                  <a:ext uri="{FF2B5EF4-FFF2-40B4-BE49-F238E27FC236}">
                    <a16:creationId xmlns:a16="http://schemas.microsoft.com/office/drawing/2014/main" id="{A013E18B-CDA3-FC83-D7D1-BB0E343847B4}"/>
                  </a:ext>
                </a:extLst>
              </p:cNvPr>
              <p:cNvSpPr/>
              <p:nvPr/>
            </p:nvSpPr>
            <p:spPr>
              <a:xfrm>
                <a:off x="4737848" y="4877902"/>
                <a:ext cx="98385" cy="98385"/>
              </a:xfrm>
              <a:prstGeom prst="ellipse">
                <a:avLst/>
              </a:prstGeom>
              <a:grpFill/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>
                  <a:solidFill>
                    <a:schemeClr val="tx1"/>
                  </a:solidFill>
                </a:endParaRPr>
              </a:p>
            </p:txBody>
          </p:sp>
          <p:sp>
            <p:nvSpPr>
              <p:cNvPr id="58" name="타원 57">
                <a:extLst>
                  <a:ext uri="{FF2B5EF4-FFF2-40B4-BE49-F238E27FC236}">
                    <a16:creationId xmlns:a16="http://schemas.microsoft.com/office/drawing/2014/main" id="{9CFE9845-D712-8A78-1045-D463144C4A37}"/>
                  </a:ext>
                </a:extLst>
              </p:cNvPr>
              <p:cNvSpPr/>
              <p:nvPr/>
            </p:nvSpPr>
            <p:spPr>
              <a:xfrm>
                <a:off x="4738263" y="5513376"/>
                <a:ext cx="98385" cy="98385"/>
              </a:xfrm>
              <a:prstGeom prst="ellipse">
                <a:avLst/>
              </a:prstGeom>
              <a:grpFill/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>
                  <a:solidFill>
                    <a:schemeClr val="tx1"/>
                  </a:solidFill>
                </a:endParaRPr>
              </a:p>
            </p:txBody>
          </p:sp>
        </p:grpSp>
      </p:grpSp>
      <p:grpSp>
        <p:nvGrpSpPr>
          <p:cNvPr id="59" name="그룹 58">
            <a:extLst>
              <a:ext uri="{FF2B5EF4-FFF2-40B4-BE49-F238E27FC236}">
                <a16:creationId xmlns:a16="http://schemas.microsoft.com/office/drawing/2014/main" id="{6C018880-F5F4-FF48-E66F-27769CB5A632}"/>
              </a:ext>
            </a:extLst>
          </p:cNvPr>
          <p:cNvGrpSpPr/>
          <p:nvPr/>
        </p:nvGrpSpPr>
        <p:grpSpPr>
          <a:xfrm>
            <a:off x="5801941" y="1089745"/>
            <a:ext cx="2087004" cy="879931"/>
            <a:chOff x="4807567" y="3887595"/>
            <a:chExt cx="2087004" cy="879931"/>
          </a:xfrm>
        </p:grpSpPr>
        <p:sp>
          <p:nvSpPr>
            <p:cNvPr id="60" name="직사각형 59">
              <a:extLst>
                <a:ext uri="{FF2B5EF4-FFF2-40B4-BE49-F238E27FC236}">
                  <a16:creationId xmlns:a16="http://schemas.microsoft.com/office/drawing/2014/main" id="{F4AFC7EA-880E-E392-7AD3-2B752EE6281A}"/>
                </a:ext>
              </a:extLst>
            </p:cNvPr>
            <p:cNvSpPr/>
            <p:nvPr/>
          </p:nvSpPr>
          <p:spPr>
            <a:xfrm rot="16200000" flipV="1">
              <a:off x="5982270" y="3855224"/>
              <a:ext cx="52664" cy="1771939"/>
            </a:xfrm>
            <a:prstGeom prst="rect">
              <a:avLst/>
            </a:prstGeom>
            <a:solidFill>
              <a:srgbClr val="FF00FF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61" name="TextBox 60">
              <a:extLst>
                <a:ext uri="{FF2B5EF4-FFF2-40B4-BE49-F238E27FC236}">
                  <a16:creationId xmlns:a16="http://schemas.microsoft.com/office/drawing/2014/main" id="{4F9D59D4-D83A-7A4E-9F1D-97685B71AD2A}"/>
                </a:ext>
              </a:extLst>
            </p:cNvPr>
            <p:cNvSpPr txBox="1"/>
            <p:nvPr/>
          </p:nvSpPr>
          <p:spPr>
            <a:xfrm>
              <a:off x="4807567" y="3887595"/>
              <a:ext cx="1303562" cy="230832"/>
            </a:xfrm>
            <a:prstGeom prst="rect">
              <a:avLst/>
            </a:prstGeom>
            <a:solidFill>
              <a:srgbClr val="FFC000"/>
            </a:solidFill>
          </p:spPr>
          <p:txBody>
            <a:bodyPr wrap="none" rtlCol="0">
              <a:spAutoFit/>
            </a:bodyPr>
            <a:lstStyle/>
            <a:p>
              <a:r>
                <a:rPr lang="ko-KR" altLang="en-US" sz="900" b="1"/>
                <a:t>싱크대 </a:t>
              </a:r>
              <a:r>
                <a:rPr lang="ko-KR" altLang="en-US" sz="900" b="1" err="1"/>
                <a:t>간접등</a:t>
              </a:r>
              <a:r>
                <a:rPr lang="ko-KR" altLang="en-US" sz="900" b="1"/>
                <a:t> 서비스</a:t>
              </a:r>
            </a:p>
          </p:txBody>
        </p:sp>
        <p:cxnSp>
          <p:nvCxnSpPr>
            <p:cNvPr id="62" name="직선 화살표 연결선 61">
              <a:extLst>
                <a:ext uri="{FF2B5EF4-FFF2-40B4-BE49-F238E27FC236}">
                  <a16:creationId xmlns:a16="http://schemas.microsoft.com/office/drawing/2014/main" id="{099FACD0-3688-444C-AE7F-0C490BC6AA42}"/>
                </a:ext>
              </a:extLst>
            </p:cNvPr>
            <p:cNvCxnSpPr>
              <a:cxnSpLocks/>
              <a:stCxn id="60" idx="2"/>
            </p:cNvCxnSpPr>
            <p:nvPr/>
          </p:nvCxnSpPr>
          <p:spPr>
            <a:xfrm flipV="1">
              <a:off x="5122633" y="4080208"/>
              <a:ext cx="0" cy="660986"/>
            </a:xfrm>
            <a:prstGeom prst="straightConnector1">
              <a:avLst/>
            </a:prstGeom>
            <a:ln>
              <a:tailEnd type="triangle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25" name="사각형: 둥근 모서리 24">
            <a:extLst>
              <a:ext uri="{FF2B5EF4-FFF2-40B4-BE49-F238E27FC236}">
                <a16:creationId xmlns:a16="http://schemas.microsoft.com/office/drawing/2014/main" id="{5C1C8E66-DBB6-F2F6-1184-D686862987CC}"/>
              </a:ext>
            </a:extLst>
          </p:cNvPr>
          <p:cNvSpPr/>
          <p:nvPr/>
        </p:nvSpPr>
        <p:spPr>
          <a:xfrm>
            <a:off x="6847892" y="4589035"/>
            <a:ext cx="809827" cy="833020"/>
          </a:xfrm>
          <a:prstGeom prst="roundRect">
            <a:avLst>
              <a:gd name="adj" fmla="val 15666"/>
            </a:avLst>
          </a:prstGeom>
          <a:noFill/>
          <a:ln w="38100">
            <a:solidFill>
              <a:schemeClr val="accent2">
                <a:lumMod val="60000"/>
                <a:lumOff val="4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>
              <a:solidFill>
                <a:schemeClr val="tx1"/>
              </a:solidFill>
            </a:endParaRPr>
          </a:p>
        </p:txBody>
      </p:sp>
      <p:sp>
        <p:nvSpPr>
          <p:cNvPr id="53" name="TextBox 52">
            <a:extLst>
              <a:ext uri="{FF2B5EF4-FFF2-40B4-BE49-F238E27FC236}">
                <a16:creationId xmlns:a16="http://schemas.microsoft.com/office/drawing/2014/main" id="{A36533DE-9948-E792-3866-560C83555B25}"/>
              </a:ext>
            </a:extLst>
          </p:cNvPr>
          <p:cNvSpPr txBox="1"/>
          <p:nvPr/>
        </p:nvSpPr>
        <p:spPr>
          <a:xfrm>
            <a:off x="1650076" y="2303866"/>
            <a:ext cx="902811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sz="1400" b="1">
                <a:highlight>
                  <a:srgbClr val="FFFF00"/>
                </a:highlight>
              </a:rPr>
              <a:t>현관미정</a:t>
            </a:r>
          </a:p>
        </p:txBody>
      </p:sp>
      <p:pic>
        <p:nvPicPr>
          <p:cNvPr id="64" name="그림 63">
            <a:extLst>
              <a:ext uri="{FF2B5EF4-FFF2-40B4-BE49-F238E27FC236}">
                <a16:creationId xmlns:a16="http://schemas.microsoft.com/office/drawing/2014/main" id="{2984E582-EE3C-3B5C-95ED-57A2F76A1D11}"/>
              </a:ext>
            </a:extLst>
          </p:cNvPr>
          <p:cNvPicPr>
            <a:picLocks noChangeAspect="1"/>
          </p:cNvPicPr>
          <p:nvPr/>
        </p:nvPicPr>
        <p:blipFill>
          <a:blip r:embed="rId5"/>
          <a:srcRect t="2320" b="-1"/>
          <a:stretch>
            <a:fillRect/>
          </a:stretch>
        </p:blipFill>
        <p:spPr>
          <a:xfrm>
            <a:off x="10504167" y="4426819"/>
            <a:ext cx="2236971" cy="1554480"/>
          </a:xfrm>
          <a:prstGeom prst="rect">
            <a:avLst/>
          </a:prstGeom>
        </p:spPr>
      </p:pic>
      <p:pic>
        <p:nvPicPr>
          <p:cNvPr id="66" name="그림 65" descr="텍스트, 스크린샷, 직사각형, 디자인이(가) 표시된 사진&#10;&#10;자동 생성된 설명">
            <a:extLst>
              <a:ext uri="{FF2B5EF4-FFF2-40B4-BE49-F238E27FC236}">
                <a16:creationId xmlns:a16="http://schemas.microsoft.com/office/drawing/2014/main" id="{C07B3B35-D4BA-FE48-A8FA-64F44C5FF724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5102" t="3086" r="4707" b="11674"/>
          <a:stretch>
            <a:fillRect/>
          </a:stretch>
        </p:blipFill>
        <p:spPr>
          <a:xfrm>
            <a:off x="201109" y="4511339"/>
            <a:ext cx="1619250" cy="1530350"/>
          </a:xfrm>
          <a:prstGeom prst="rect">
            <a:avLst/>
          </a:prstGeom>
        </p:spPr>
      </p:pic>
      <p:pic>
        <p:nvPicPr>
          <p:cNvPr id="68" name="그림 67" descr="텍스트, 스크린샷, 리모컨, 전자 기기이(가) 표시된 사진&#10;&#10;AI 생성 콘텐츠는 정확하지 않을 수 있습니다.">
            <a:extLst>
              <a:ext uri="{FF2B5EF4-FFF2-40B4-BE49-F238E27FC236}">
                <a16:creationId xmlns:a16="http://schemas.microsoft.com/office/drawing/2014/main" id="{ADC9A573-DA17-297B-ABE2-4ADAC2C38F8C}"/>
              </a:ext>
            </a:extLst>
          </p:cNvPr>
          <p:cNvPicPr>
            <a:picLocks noChangeAspect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01109" y="2759010"/>
            <a:ext cx="1757580" cy="1445609"/>
          </a:xfrm>
          <a:prstGeom prst="rect">
            <a:avLst/>
          </a:prstGeom>
        </p:spPr>
      </p:pic>
      <p:sp>
        <p:nvSpPr>
          <p:cNvPr id="2" name="TextBox 1">
            <a:extLst>
              <a:ext uri="{FF2B5EF4-FFF2-40B4-BE49-F238E27FC236}">
                <a16:creationId xmlns:a16="http://schemas.microsoft.com/office/drawing/2014/main" id="{910D5736-8E76-42CB-90C7-D0A9E0D01460}"/>
              </a:ext>
            </a:extLst>
          </p:cNvPr>
          <p:cNvSpPr txBox="1"/>
          <p:nvPr/>
        </p:nvSpPr>
        <p:spPr>
          <a:xfrm>
            <a:off x="3661790" y="3055627"/>
            <a:ext cx="479618" cy="2462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1000" b="1">
                <a:solidFill>
                  <a:srgbClr val="FF0000"/>
                </a:solidFill>
              </a:rPr>
              <a:t>1300</a:t>
            </a:r>
            <a:endParaRPr lang="ko-KR" altLang="en-US" sz="1000" b="1">
              <a:solidFill>
                <a:srgbClr val="FF0000"/>
              </a:solidFill>
            </a:endParaRP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715CADCE-3A47-1491-9729-12F2B47C90E8}"/>
              </a:ext>
            </a:extLst>
          </p:cNvPr>
          <p:cNvSpPr txBox="1"/>
          <p:nvPr/>
        </p:nvSpPr>
        <p:spPr>
          <a:xfrm>
            <a:off x="2192887" y="6154450"/>
            <a:ext cx="479618" cy="2462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1000" b="1">
                <a:solidFill>
                  <a:srgbClr val="FF0000"/>
                </a:solidFill>
              </a:rPr>
              <a:t>2800</a:t>
            </a:r>
            <a:endParaRPr lang="ko-KR" altLang="en-US" sz="1000" b="1">
              <a:solidFill>
                <a:srgbClr val="FF0000"/>
              </a:solidFill>
            </a:endParaRPr>
          </a:p>
        </p:txBody>
      </p:sp>
      <p:sp>
        <p:nvSpPr>
          <p:cNvPr id="30" name="TextBox 29">
            <a:extLst>
              <a:ext uri="{FF2B5EF4-FFF2-40B4-BE49-F238E27FC236}">
                <a16:creationId xmlns:a16="http://schemas.microsoft.com/office/drawing/2014/main" id="{70535589-3EBB-198E-B532-2A2C516984C3}"/>
              </a:ext>
            </a:extLst>
          </p:cNvPr>
          <p:cNvSpPr txBox="1"/>
          <p:nvPr/>
        </p:nvSpPr>
        <p:spPr>
          <a:xfrm>
            <a:off x="3865606" y="6143722"/>
            <a:ext cx="479618" cy="2462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1000" b="1">
                <a:solidFill>
                  <a:srgbClr val="FF0000"/>
                </a:solidFill>
              </a:rPr>
              <a:t>2900</a:t>
            </a:r>
            <a:endParaRPr lang="ko-KR" altLang="en-US" sz="1000" b="1">
              <a:solidFill>
                <a:srgbClr val="FF0000"/>
              </a:solidFill>
            </a:endParaRPr>
          </a:p>
        </p:txBody>
      </p:sp>
      <p:sp>
        <p:nvSpPr>
          <p:cNvPr id="31" name="TextBox 30">
            <a:extLst>
              <a:ext uri="{FF2B5EF4-FFF2-40B4-BE49-F238E27FC236}">
                <a16:creationId xmlns:a16="http://schemas.microsoft.com/office/drawing/2014/main" id="{D74F1E52-0C10-3B2C-EF79-9EF506A669B7}"/>
              </a:ext>
            </a:extLst>
          </p:cNvPr>
          <p:cNvSpPr txBox="1"/>
          <p:nvPr/>
        </p:nvSpPr>
        <p:spPr>
          <a:xfrm>
            <a:off x="6486742" y="6260772"/>
            <a:ext cx="479618" cy="2462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1000" b="1">
                <a:solidFill>
                  <a:srgbClr val="FF0000"/>
                </a:solidFill>
              </a:rPr>
              <a:t>6700</a:t>
            </a:r>
            <a:endParaRPr lang="ko-KR" altLang="en-US" sz="1000" b="1">
              <a:solidFill>
                <a:srgbClr val="FF0000"/>
              </a:solidFill>
            </a:endParaRPr>
          </a:p>
        </p:txBody>
      </p:sp>
      <p:sp>
        <p:nvSpPr>
          <p:cNvPr id="51" name="TextBox 50">
            <a:extLst>
              <a:ext uri="{FF2B5EF4-FFF2-40B4-BE49-F238E27FC236}">
                <a16:creationId xmlns:a16="http://schemas.microsoft.com/office/drawing/2014/main" id="{A35BC0AF-B893-0D50-5B32-938708DDBD47}"/>
              </a:ext>
            </a:extLst>
          </p:cNvPr>
          <p:cNvSpPr txBox="1"/>
          <p:nvPr/>
        </p:nvSpPr>
        <p:spPr>
          <a:xfrm>
            <a:off x="7022838" y="4205552"/>
            <a:ext cx="479618" cy="2462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1000" b="1">
                <a:solidFill>
                  <a:srgbClr val="FF0000"/>
                </a:solidFill>
              </a:rPr>
              <a:t>3100</a:t>
            </a:r>
            <a:endParaRPr lang="ko-KR" altLang="en-US" sz="1000" b="1">
              <a:solidFill>
                <a:srgbClr val="FF0000"/>
              </a:solidFill>
            </a:endParaRPr>
          </a:p>
        </p:txBody>
      </p:sp>
      <p:sp>
        <p:nvSpPr>
          <p:cNvPr id="63" name="TextBox 62">
            <a:extLst>
              <a:ext uri="{FF2B5EF4-FFF2-40B4-BE49-F238E27FC236}">
                <a16:creationId xmlns:a16="http://schemas.microsoft.com/office/drawing/2014/main" id="{012EC4A1-6D69-714B-00F8-C0485FB532EF}"/>
              </a:ext>
            </a:extLst>
          </p:cNvPr>
          <p:cNvSpPr txBox="1"/>
          <p:nvPr/>
        </p:nvSpPr>
        <p:spPr>
          <a:xfrm>
            <a:off x="6262283" y="4718965"/>
            <a:ext cx="479618" cy="2462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1000" b="1">
                <a:solidFill>
                  <a:srgbClr val="FF0000"/>
                </a:solidFill>
              </a:rPr>
              <a:t>2400</a:t>
            </a:r>
            <a:endParaRPr lang="ko-KR" altLang="en-US" sz="1000" b="1">
              <a:solidFill>
                <a:srgbClr val="FF0000"/>
              </a:solidFill>
            </a:endParaRPr>
          </a:p>
        </p:txBody>
      </p:sp>
      <p:cxnSp>
        <p:nvCxnSpPr>
          <p:cNvPr id="65" name="직선 화살표 연결선 64">
            <a:extLst>
              <a:ext uri="{FF2B5EF4-FFF2-40B4-BE49-F238E27FC236}">
                <a16:creationId xmlns:a16="http://schemas.microsoft.com/office/drawing/2014/main" id="{322761C2-5BD7-FF42-6FB7-AD3561EA4AE7}"/>
              </a:ext>
            </a:extLst>
          </p:cNvPr>
          <p:cNvCxnSpPr>
            <a:cxnSpLocks/>
          </p:cNvCxnSpPr>
          <p:nvPr/>
        </p:nvCxnSpPr>
        <p:spPr>
          <a:xfrm flipH="1" flipV="1">
            <a:off x="4985806" y="6223267"/>
            <a:ext cx="3350326" cy="9"/>
          </a:xfrm>
          <a:prstGeom prst="straightConnector1">
            <a:avLst/>
          </a:prstGeom>
          <a:ln w="57150">
            <a:solidFill>
              <a:srgbClr val="00B050"/>
            </a:solidFill>
            <a:headEnd type="triangle"/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7" name="TextBox 66">
            <a:extLst>
              <a:ext uri="{FF2B5EF4-FFF2-40B4-BE49-F238E27FC236}">
                <a16:creationId xmlns:a16="http://schemas.microsoft.com/office/drawing/2014/main" id="{4B7795C1-FC07-64EA-BBD2-4A2C04802200}"/>
              </a:ext>
            </a:extLst>
          </p:cNvPr>
          <p:cNvSpPr txBox="1"/>
          <p:nvPr/>
        </p:nvSpPr>
        <p:spPr>
          <a:xfrm>
            <a:off x="9240455" y="5817543"/>
            <a:ext cx="479618" cy="2462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1000" b="1">
                <a:solidFill>
                  <a:srgbClr val="FF0000"/>
                </a:solidFill>
              </a:rPr>
              <a:t>3500</a:t>
            </a:r>
            <a:endParaRPr lang="ko-KR" altLang="en-US" sz="1000" b="1">
              <a:solidFill>
                <a:srgbClr val="FF0000"/>
              </a:solidFill>
            </a:endParaRPr>
          </a:p>
        </p:txBody>
      </p:sp>
      <p:sp>
        <p:nvSpPr>
          <p:cNvPr id="69" name="TextBox 68">
            <a:extLst>
              <a:ext uri="{FF2B5EF4-FFF2-40B4-BE49-F238E27FC236}">
                <a16:creationId xmlns:a16="http://schemas.microsoft.com/office/drawing/2014/main" id="{3CBBD114-29CA-82C5-02F1-974DC11A31C7}"/>
              </a:ext>
            </a:extLst>
          </p:cNvPr>
          <p:cNvSpPr txBox="1"/>
          <p:nvPr/>
        </p:nvSpPr>
        <p:spPr>
          <a:xfrm>
            <a:off x="10175682" y="4211291"/>
            <a:ext cx="479618" cy="2462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1000" b="1">
                <a:solidFill>
                  <a:srgbClr val="FF0000"/>
                </a:solidFill>
              </a:rPr>
              <a:t>1100</a:t>
            </a:r>
            <a:endParaRPr lang="ko-KR" altLang="en-US" sz="1000" b="1">
              <a:solidFill>
                <a:srgbClr val="FF0000"/>
              </a:solidFill>
            </a:endParaRPr>
          </a:p>
        </p:txBody>
      </p:sp>
      <p:cxnSp>
        <p:nvCxnSpPr>
          <p:cNvPr id="70" name="직선 화살표 연결선 69">
            <a:extLst>
              <a:ext uri="{FF2B5EF4-FFF2-40B4-BE49-F238E27FC236}">
                <a16:creationId xmlns:a16="http://schemas.microsoft.com/office/drawing/2014/main" id="{531F6D10-BB01-130A-9F26-B7A7E31EAFD0}"/>
              </a:ext>
            </a:extLst>
          </p:cNvPr>
          <p:cNvCxnSpPr>
            <a:cxnSpLocks/>
          </p:cNvCxnSpPr>
          <p:nvPr/>
        </p:nvCxnSpPr>
        <p:spPr>
          <a:xfrm>
            <a:off x="10105818" y="3692042"/>
            <a:ext cx="0" cy="653823"/>
          </a:xfrm>
          <a:prstGeom prst="straightConnector1">
            <a:avLst/>
          </a:prstGeom>
          <a:ln w="57150">
            <a:solidFill>
              <a:srgbClr val="00B050"/>
            </a:solidFill>
            <a:headEnd type="triangle"/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702192189"/>
      </p:ext>
    </p:extLst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9C12F8E-434A-C19D-BFBB-E00B9F33DE1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그림 2">
            <a:extLst>
              <a:ext uri="{FF2B5EF4-FFF2-40B4-BE49-F238E27FC236}">
                <a16:creationId xmlns:a16="http://schemas.microsoft.com/office/drawing/2014/main" id="{AF5602D4-22F7-51CF-2573-C4DBBFE0F49D}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/>
        </p:nvPicPr>
        <p:blipFill>
          <a:blip r:embed="rId2">
            <a:alphaModFix amt="70000"/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saturation sat="0"/>
                    </a14:imgEffect>
                  </a14:imgLayer>
                </a14:imgProps>
              </a:ext>
            </a:extLst>
          </a:blip>
          <a:stretch>
            <a:fillRect/>
          </a:stretch>
        </p:blipFill>
        <p:spPr>
          <a:xfrm>
            <a:off x="1836279" y="590334"/>
            <a:ext cx="8819021" cy="5677332"/>
          </a:xfrm>
          <a:prstGeom prst="rect">
            <a:avLst/>
          </a:prstGeom>
        </p:spPr>
      </p:pic>
      <mc:AlternateContent xmlns:mc="http://schemas.openxmlformats.org/markup-compatibility/2006">
        <mc:Choice xmlns:a14="http://schemas.microsoft.com/office/drawing/2010/main" Requires="a14">
          <p:sp>
            <p:nvSpPr>
              <p:cNvPr id="4" name="TextBox 3">
                <a:extLst>
                  <a:ext uri="{FF2B5EF4-FFF2-40B4-BE49-F238E27FC236}">
                    <a16:creationId xmlns:a16="http://schemas.microsoft.com/office/drawing/2014/main" id="{F1161727-2804-E8A5-4D10-51EDF5F05169}"/>
                  </a:ext>
                </a:extLst>
              </p:cNvPr>
              <p:cNvSpPr txBox="1"/>
              <p:nvPr/>
            </p:nvSpPr>
            <p:spPr>
              <a:xfrm>
                <a:off x="10152689" y="1075737"/>
                <a:ext cx="1762781" cy="407099"/>
              </a:xfrm>
              <a:prstGeom prst="rect">
                <a:avLst/>
              </a:prstGeom>
              <a:noFill/>
            </p:spPr>
            <p:txBody>
              <a:bodyPr wrap="square">
                <a:spAutoFit/>
                <a:scene3d>
                  <a:camera prst="orthographicFront"/>
                  <a:lightRig rig="harsh" dir="t"/>
                </a:scene3d>
                <a:sp3d extrusionH="57150" prstMaterial="matte">
                  <a:bevelT w="63500" h="12700" prst="angle"/>
                  <a:contourClr>
                    <a:schemeClr val="bg1">
                      <a:lumMod val="65000"/>
                    </a:schemeClr>
                  </a:contourClr>
                </a:sp3d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right"/>
                    </m:oMathParaPr>
                    <m:oMath xmlns:m="http://schemas.openxmlformats.org/officeDocument/2006/math">
                      <m:sSup>
                        <m:sSupPr>
                          <m:ctrlPr>
                            <a:rPr lang="en-US" altLang="ko-KR" sz="2000" b="1" i="1" u="none" strike="noStrike" smtClean="0">
                              <a:ln/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altLang="ko-KR" sz="2000" b="1" i="1" u="none" strike="noStrike" smtClean="0">
                              <a:ln/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𝟖𝟒</m:t>
                          </m:r>
                          <m:r>
                            <a:rPr lang="en-US" altLang="ko-KR" sz="2000" b="1" i="1" u="none" strike="noStrike" smtClean="0">
                              <a:ln/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𝑩𝒎</m:t>
                          </m:r>
                        </m:e>
                        <m:sup>
                          <m:r>
                            <a:rPr lang="en-US" altLang="ko-KR" sz="2000" b="1" i="1" u="none" strike="noStrike" smtClean="0">
                              <a:ln/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𝟐</m:t>
                          </m:r>
                        </m:sup>
                      </m:sSup>
                    </m:oMath>
                  </m:oMathPara>
                </a14:m>
                <a:endParaRPr lang="ko-KR" altLang="en-US" sz="2000" b="1">
                  <a:ln/>
                  <a:solidFill>
                    <a:schemeClr val="tx1"/>
                  </a:solidFill>
                </a:endParaRPr>
              </a:p>
            </p:txBody>
          </p:sp>
        </mc:Choice>
        <mc:Fallback>
          <p:sp>
            <p:nvSpPr>
              <p:cNvPr id="4" name="TextBox 3">
                <a:extLst>
                  <a:ext uri="{FF2B5EF4-FFF2-40B4-BE49-F238E27FC236}">
                    <a16:creationId xmlns:a16="http://schemas.microsoft.com/office/drawing/2014/main" id="{F1161727-2804-E8A5-4D10-51EDF5F05169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0152689" y="1075737"/>
                <a:ext cx="1762781" cy="407099"/>
              </a:xfrm>
              <a:prstGeom prst="rect">
                <a:avLst/>
              </a:prstGeom>
              <a:blipFill>
                <a:blip r:embed="rId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5" name="TextBox 4">
            <a:extLst>
              <a:ext uri="{FF2B5EF4-FFF2-40B4-BE49-F238E27FC236}">
                <a16:creationId xmlns:a16="http://schemas.microsoft.com/office/drawing/2014/main" id="{06C6500E-B3CB-BD98-8738-1C8D4E16B14D}"/>
              </a:ext>
            </a:extLst>
          </p:cNvPr>
          <p:cNvSpPr txBox="1"/>
          <p:nvPr/>
        </p:nvSpPr>
        <p:spPr>
          <a:xfrm>
            <a:off x="1870318" y="353253"/>
            <a:ext cx="8452551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 sz="2000" b="1"/>
              <a:t>84B</a:t>
            </a:r>
            <a:r>
              <a:rPr lang="ko-KR" altLang="en-US" sz="2000" b="1"/>
              <a:t>타입 간접</a:t>
            </a:r>
            <a:r>
              <a:rPr lang="en-US" altLang="ko-KR" sz="2000" b="1"/>
              <a:t>A /</a:t>
            </a:r>
            <a:r>
              <a:rPr lang="ko-KR" altLang="en-US" sz="2000" b="1"/>
              <a:t>간접</a:t>
            </a:r>
            <a:r>
              <a:rPr lang="en-US" altLang="ko-KR" sz="2000" b="1"/>
              <a:t> </a:t>
            </a:r>
            <a:r>
              <a:rPr lang="ko-KR" altLang="en-US" sz="2000" b="1"/>
              <a:t>센서 </a:t>
            </a:r>
            <a:r>
              <a:rPr lang="en-US" altLang="ko-KR" sz="2000" b="1"/>
              <a:t>SET</a:t>
            </a:r>
          </a:p>
        </p:txBody>
      </p:sp>
      <p:sp>
        <p:nvSpPr>
          <p:cNvPr id="8" name="직사각형 7">
            <a:extLst>
              <a:ext uri="{FF2B5EF4-FFF2-40B4-BE49-F238E27FC236}">
                <a16:creationId xmlns:a16="http://schemas.microsoft.com/office/drawing/2014/main" id="{5BFC8EC2-4B1A-5FC3-CA7A-53130C0D16C9}"/>
              </a:ext>
            </a:extLst>
          </p:cNvPr>
          <p:cNvSpPr/>
          <p:nvPr/>
        </p:nvSpPr>
        <p:spPr>
          <a:xfrm rot="5400000">
            <a:off x="7180821" y="5029738"/>
            <a:ext cx="102820" cy="1630245"/>
          </a:xfrm>
          <a:prstGeom prst="rect">
            <a:avLst/>
          </a:prstGeom>
          <a:solidFill>
            <a:srgbClr val="FF000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>
              <a:solidFill>
                <a:schemeClr val="tx1"/>
              </a:solidFill>
            </a:endParaRP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FEF55AC0-7D0A-5A7E-FC00-46B842A3B18F}"/>
              </a:ext>
            </a:extLst>
          </p:cNvPr>
          <p:cNvSpPr txBox="1"/>
          <p:nvPr/>
        </p:nvSpPr>
        <p:spPr>
          <a:xfrm>
            <a:off x="6284639" y="3871467"/>
            <a:ext cx="1891732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ko-KR" altLang="en-US" sz="1000" b="1"/>
              <a:t>전자식스위치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EF21475B-661F-D2D5-B267-B2EC3FAA1284}"/>
              </a:ext>
            </a:extLst>
          </p:cNvPr>
          <p:cNvSpPr txBox="1"/>
          <p:nvPr/>
        </p:nvSpPr>
        <p:spPr>
          <a:xfrm>
            <a:off x="112365" y="770606"/>
            <a:ext cx="3264447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800">
                <a:solidFill>
                  <a:srgbClr val="FF0000"/>
                </a:solidFill>
              </a:rPr>
              <a:t>**</a:t>
            </a:r>
            <a:r>
              <a:rPr lang="ko-KR" altLang="en-US" sz="800">
                <a:solidFill>
                  <a:srgbClr val="FF0000"/>
                </a:solidFill>
              </a:rPr>
              <a:t>스위치 연결을 위해 별도의 </a:t>
            </a:r>
            <a:r>
              <a:rPr lang="ko-KR" altLang="en-US" sz="800" err="1">
                <a:solidFill>
                  <a:srgbClr val="FF0000"/>
                </a:solidFill>
              </a:rPr>
              <a:t>타공이</a:t>
            </a:r>
            <a:r>
              <a:rPr lang="ko-KR" altLang="en-US" sz="800">
                <a:solidFill>
                  <a:srgbClr val="FF0000"/>
                </a:solidFill>
              </a:rPr>
              <a:t> 필요할 수 </a:t>
            </a:r>
            <a:endParaRPr lang="en-US" altLang="ko-KR" sz="800">
              <a:solidFill>
                <a:srgbClr val="FF0000"/>
              </a:solidFill>
            </a:endParaRPr>
          </a:p>
          <a:p>
            <a:r>
              <a:rPr lang="ko-KR" altLang="en-US" sz="800">
                <a:solidFill>
                  <a:srgbClr val="FF0000"/>
                </a:solidFill>
              </a:rPr>
              <a:t>있으며</a:t>
            </a:r>
            <a:r>
              <a:rPr lang="en-US" altLang="ko-KR" sz="800">
                <a:solidFill>
                  <a:srgbClr val="FF0000"/>
                </a:solidFill>
              </a:rPr>
              <a:t> </a:t>
            </a:r>
            <a:r>
              <a:rPr lang="ko-KR" altLang="en-US" sz="800">
                <a:solidFill>
                  <a:srgbClr val="FF0000"/>
                </a:solidFill>
              </a:rPr>
              <a:t>공스피커로 마감 될 수도 있음</a:t>
            </a:r>
            <a:endParaRPr lang="en-US" altLang="ko-KR" sz="800">
              <a:solidFill>
                <a:srgbClr val="FF0000"/>
              </a:solidFill>
            </a:endParaRPr>
          </a:p>
        </p:txBody>
      </p:sp>
      <p:grpSp>
        <p:nvGrpSpPr>
          <p:cNvPr id="26" name="그룹 25">
            <a:extLst>
              <a:ext uri="{FF2B5EF4-FFF2-40B4-BE49-F238E27FC236}">
                <a16:creationId xmlns:a16="http://schemas.microsoft.com/office/drawing/2014/main" id="{0E4A2921-BDE2-6EBA-B584-0919AC681CD6}"/>
              </a:ext>
            </a:extLst>
          </p:cNvPr>
          <p:cNvGrpSpPr/>
          <p:nvPr/>
        </p:nvGrpSpPr>
        <p:grpSpPr>
          <a:xfrm rot="5400000">
            <a:off x="3884810" y="3871479"/>
            <a:ext cx="99451" cy="545492"/>
            <a:chOff x="5324822" y="4538198"/>
            <a:chExt cx="99451" cy="545492"/>
          </a:xfrm>
        </p:grpSpPr>
        <p:sp>
          <p:nvSpPr>
            <p:cNvPr id="27" name="타원 26">
              <a:extLst>
                <a:ext uri="{FF2B5EF4-FFF2-40B4-BE49-F238E27FC236}">
                  <a16:creationId xmlns:a16="http://schemas.microsoft.com/office/drawing/2014/main" id="{F8F8A39F-4C5C-F79E-DB20-DF087981FCE3}"/>
                </a:ext>
              </a:extLst>
            </p:cNvPr>
            <p:cNvSpPr/>
            <p:nvPr/>
          </p:nvSpPr>
          <p:spPr>
            <a:xfrm>
              <a:off x="5325888" y="4538198"/>
              <a:ext cx="98385" cy="98385"/>
            </a:xfrm>
            <a:prstGeom prst="ellipse">
              <a:avLst/>
            </a:prstGeom>
            <a:solidFill>
              <a:srgbClr val="FF0000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>
                <a:solidFill>
                  <a:schemeClr val="tx1"/>
                </a:solidFill>
              </a:endParaRPr>
            </a:p>
          </p:txBody>
        </p:sp>
        <p:sp>
          <p:nvSpPr>
            <p:cNvPr id="28" name="타원 27">
              <a:extLst>
                <a:ext uri="{FF2B5EF4-FFF2-40B4-BE49-F238E27FC236}">
                  <a16:creationId xmlns:a16="http://schemas.microsoft.com/office/drawing/2014/main" id="{9D062106-5314-F1B6-F9A9-E79EFE858E61}"/>
                </a:ext>
              </a:extLst>
            </p:cNvPr>
            <p:cNvSpPr/>
            <p:nvPr/>
          </p:nvSpPr>
          <p:spPr>
            <a:xfrm>
              <a:off x="5324822" y="4985305"/>
              <a:ext cx="98385" cy="98385"/>
            </a:xfrm>
            <a:prstGeom prst="ellipse">
              <a:avLst/>
            </a:prstGeom>
            <a:solidFill>
              <a:srgbClr val="FF0000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>
                <a:solidFill>
                  <a:schemeClr val="tx1"/>
                </a:solidFill>
              </a:endParaRPr>
            </a:p>
          </p:txBody>
        </p:sp>
      </p:grpSp>
      <p:sp>
        <p:nvSpPr>
          <p:cNvPr id="29" name="직사각형 28">
            <a:extLst>
              <a:ext uri="{FF2B5EF4-FFF2-40B4-BE49-F238E27FC236}">
                <a16:creationId xmlns:a16="http://schemas.microsoft.com/office/drawing/2014/main" id="{1D4AEE6D-5C1B-778F-2EC7-52942ABFF027}"/>
              </a:ext>
            </a:extLst>
          </p:cNvPr>
          <p:cNvSpPr/>
          <p:nvPr/>
        </p:nvSpPr>
        <p:spPr>
          <a:xfrm flipV="1">
            <a:off x="4122422" y="2864481"/>
            <a:ext cx="98385" cy="777243"/>
          </a:xfrm>
          <a:prstGeom prst="rect">
            <a:avLst/>
          </a:prstGeom>
          <a:solidFill>
            <a:srgbClr val="FFFF0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>
              <a:solidFill>
                <a:schemeClr val="tx1"/>
              </a:solidFill>
            </a:endParaRPr>
          </a:p>
        </p:txBody>
      </p:sp>
      <p:sp>
        <p:nvSpPr>
          <p:cNvPr id="33" name="TextBox 13">
            <a:extLst>
              <a:ext uri="{FF2B5EF4-FFF2-40B4-BE49-F238E27FC236}">
                <a16:creationId xmlns:a16="http://schemas.microsoft.com/office/drawing/2014/main" id="{F95D7ABD-34AF-B8E8-1669-B8FFBA744053}"/>
              </a:ext>
            </a:extLst>
          </p:cNvPr>
          <p:cNvSpPr txBox="1"/>
          <p:nvPr/>
        </p:nvSpPr>
        <p:spPr>
          <a:xfrm>
            <a:off x="142074" y="1128948"/>
            <a:ext cx="1489510" cy="461665"/>
          </a:xfrm>
          <a:prstGeom prst="rect">
            <a:avLst/>
          </a:prstGeom>
          <a:solidFill>
            <a:schemeClr val="accent6">
              <a:lumMod val="20000"/>
              <a:lumOff val="80000"/>
            </a:schemeClr>
          </a:solidFill>
        </p:spPr>
        <p:txBody>
          <a:bodyPr wrap="none" rtlCol="0">
            <a:spAutoFit/>
          </a:bodyPr>
          <a:lstStyle>
            <a:defPPr>
              <a:defRPr lang="ko-KR"/>
            </a:defPPr>
            <a:lvl1pPr marL="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ko-KR" altLang="en-US" sz="800" b="1"/>
              <a:t>욕실 </a:t>
            </a:r>
            <a:r>
              <a:rPr lang="ko-KR" altLang="en-US" sz="800" b="1" err="1"/>
              <a:t>휴젠트여부에</a:t>
            </a:r>
            <a:r>
              <a:rPr lang="ko-KR" altLang="en-US" sz="800" b="1"/>
              <a:t> 대하여</a:t>
            </a:r>
            <a:endParaRPr lang="en-US" altLang="ko-KR" sz="800" b="1"/>
          </a:p>
          <a:p>
            <a:r>
              <a:rPr lang="ko-KR" altLang="en-US" sz="800" b="1"/>
              <a:t>기사분이 현장에서 파악하여</a:t>
            </a:r>
            <a:endParaRPr lang="en-US" altLang="ko-KR" sz="800" b="1"/>
          </a:p>
          <a:p>
            <a:r>
              <a:rPr lang="ko-KR" altLang="en-US" sz="800" b="1"/>
              <a:t>센서위치를 적용해드립니다</a:t>
            </a:r>
            <a:r>
              <a:rPr lang="en-US" altLang="ko-KR" sz="800" b="1"/>
              <a:t>.</a:t>
            </a:r>
            <a:endParaRPr lang="ko-KR" altLang="en-US" sz="800" b="1"/>
          </a:p>
        </p:txBody>
      </p:sp>
      <p:grpSp>
        <p:nvGrpSpPr>
          <p:cNvPr id="34" name="그룹 33">
            <a:extLst>
              <a:ext uri="{FF2B5EF4-FFF2-40B4-BE49-F238E27FC236}">
                <a16:creationId xmlns:a16="http://schemas.microsoft.com/office/drawing/2014/main" id="{B163ECEF-D3B6-F9EF-FD83-903C8F1E7AE3}"/>
              </a:ext>
            </a:extLst>
          </p:cNvPr>
          <p:cNvGrpSpPr/>
          <p:nvPr/>
        </p:nvGrpSpPr>
        <p:grpSpPr>
          <a:xfrm>
            <a:off x="166864" y="137559"/>
            <a:ext cx="2166761" cy="738664"/>
            <a:chOff x="209306" y="114311"/>
            <a:chExt cx="2166761" cy="742666"/>
          </a:xfrm>
        </p:grpSpPr>
        <p:sp>
          <p:nvSpPr>
            <p:cNvPr id="35" name="타원 34">
              <a:extLst>
                <a:ext uri="{FF2B5EF4-FFF2-40B4-BE49-F238E27FC236}">
                  <a16:creationId xmlns:a16="http://schemas.microsoft.com/office/drawing/2014/main" id="{00501A8E-4A1C-D169-32C4-7292857F276C}"/>
                </a:ext>
              </a:extLst>
            </p:cNvPr>
            <p:cNvSpPr/>
            <p:nvPr/>
          </p:nvSpPr>
          <p:spPr>
            <a:xfrm>
              <a:off x="209307" y="168341"/>
              <a:ext cx="98385" cy="98385"/>
            </a:xfrm>
            <a:prstGeom prst="ellipse">
              <a:avLst/>
            </a:prstGeom>
            <a:solidFill>
              <a:srgbClr val="FF0000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ko-KR"/>
              </a:defPPr>
              <a:lvl1pPr marL="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ko-KR" altLang="en-US">
                <a:solidFill>
                  <a:schemeClr val="tx1"/>
                </a:solidFill>
              </a:endParaRPr>
            </a:p>
          </p:txBody>
        </p:sp>
        <p:sp>
          <p:nvSpPr>
            <p:cNvPr id="36" name="타원 35">
              <a:extLst>
                <a:ext uri="{FF2B5EF4-FFF2-40B4-BE49-F238E27FC236}">
                  <a16:creationId xmlns:a16="http://schemas.microsoft.com/office/drawing/2014/main" id="{09311F68-45E0-6029-BC4E-5BB08A83F7F2}"/>
                </a:ext>
              </a:extLst>
            </p:cNvPr>
            <p:cNvSpPr/>
            <p:nvPr/>
          </p:nvSpPr>
          <p:spPr>
            <a:xfrm>
              <a:off x="209307" y="347436"/>
              <a:ext cx="98385" cy="98385"/>
            </a:xfrm>
            <a:prstGeom prst="ellipse">
              <a:avLst/>
            </a:prstGeom>
            <a:solidFill>
              <a:srgbClr val="FFFF00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ko-KR"/>
              </a:defPPr>
              <a:lvl1pPr marL="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ko-KR" altLang="en-US">
                <a:solidFill>
                  <a:schemeClr val="tx1"/>
                </a:solidFill>
              </a:endParaRPr>
            </a:p>
          </p:txBody>
        </p:sp>
        <p:sp>
          <p:nvSpPr>
            <p:cNvPr id="37" name="타원 36">
              <a:extLst>
                <a:ext uri="{FF2B5EF4-FFF2-40B4-BE49-F238E27FC236}">
                  <a16:creationId xmlns:a16="http://schemas.microsoft.com/office/drawing/2014/main" id="{1B38566A-A758-BB63-7F17-7FD0504490F3}"/>
                </a:ext>
              </a:extLst>
            </p:cNvPr>
            <p:cNvSpPr/>
            <p:nvPr/>
          </p:nvSpPr>
          <p:spPr>
            <a:xfrm>
              <a:off x="209306" y="573831"/>
              <a:ext cx="98385" cy="98385"/>
            </a:xfrm>
            <a:prstGeom prst="ellipse">
              <a:avLst/>
            </a:prstGeom>
            <a:solidFill>
              <a:srgbClr val="FFC000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ko-KR"/>
              </a:defPPr>
              <a:lvl1pPr marL="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ko-KR" altLang="en-US">
                <a:solidFill>
                  <a:schemeClr val="tx1"/>
                </a:solidFill>
              </a:endParaRPr>
            </a:p>
          </p:txBody>
        </p:sp>
        <p:sp>
          <p:nvSpPr>
            <p:cNvPr id="38" name="TextBox 11">
              <a:extLst>
                <a:ext uri="{FF2B5EF4-FFF2-40B4-BE49-F238E27FC236}">
                  <a16:creationId xmlns:a16="http://schemas.microsoft.com/office/drawing/2014/main" id="{FB7169BB-6E18-0D0F-4D03-1307CF7736D3}"/>
                </a:ext>
              </a:extLst>
            </p:cNvPr>
            <p:cNvSpPr txBox="1"/>
            <p:nvPr/>
          </p:nvSpPr>
          <p:spPr>
            <a:xfrm>
              <a:off x="318304" y="114311"/>
              <a:ext cx="2057763" cy="742666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>
              <a:defPPr>
                <a:defRPr lang="ko-KR"/>
              </a:defPPr>
              <a:lvl1pPr marL="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r>
                <a:rPr lang="ko-KR" altLang="en-US" sz="700"/>
                <a:t>간접조명 </a:t>
              </a:r>
              <a:r>
                <a:rPr lang="en-US" altLang="ko-KR" sz="700"/>
                <a:t>A SET</a:t>
              </a:r>
            </a:p>
            <a:p>
              <a:endParaRPr lang="en-US" altLang="ko-KR" sz="700"/>
            </a:p>
            <a:p>
              <a:r>
                <a:rPr lang="ko-KR" altLang="en-US" sz="700"/>
                <a:t>간접조명 센서 </a:t>
              </a:r>
              <a:r>
                <a:rPr lang="en-US" altLang="ko-KR" sz="700"/>
                <a:t>SET</a:t>
              </a:r>
            </a:p>
            <a:p>
              <a:endParaRPr lang="en-US" altLang="ko-KR" sz="700"/>
            </a:p>
            <a:p>
              <a:r>
                <a:rPr lang="ko-KR" altLang="en-US" sz="700"/>
                <a:t>우물천장간접조명 및 커튼박수 추가</a:t>
              </a:r>
              <a:r>
                <a:rPr lang="en-US" altLang="ko-KR" sz="700"/>
                <a:t>(</a:t>
              </a:r>
              <a:r>
                <a:rPr lang="ko-KR" altLang="en-US" sz="700"/>
                <a:t>별도 추가</a:t>
              </a:r>
              <a:r>
                <a:rPr lang="en-US" altLang="ko-KR" sz="700"/>
                <a:t>)</a:t>
              </a:r>
            </a:p>
            <a:p>
              <a:endParaRPr lang="en-US" altLang="ko-KR" sz="700"/>
            </a:p>
          </p:txBody>
        </p:sp>
      </p:grpSp>
      <p:sp>
        <p:nvSpPr>
          <p:cNvPr id="39" name="직사각형 38">
            <a:extLst>
              <a:ext uri="{FF2B5EF4-FFF2-40B4-BE49-F238E27FC236}">
                <a16:creationId xmlns:a16="http://schemas.microsoft.com/office/drawing/2014/main" id="{55172D89-5BAF-3CBD-047A-0E60209EDDE8}"/>
              </a:ext>
            </a:extLst>
          </p:cNvPr>
          <p:cNvSpPr/>
          <p:nvPr/>
        </p:nvSpPr>
        <p:spPr>
          <a:xfrm rot="16200000" flipV="1">
            <a:off x="4510162" y="2741912"/>
            <a:ext cx="98385" cy="343522"/>
          </a:xfrm>
          <a:prstGeom prst="rect">
            <a:avLst/>
          </a:prstGeom>
          <a:solidFill>
            <a:srgbClr val="FFFF0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>
              <a:solidFill>
                <a:schemeClr val="tx1"/>
              </a:solidFill>
            </a:endParaRPr>
          </a:p>
        </p:txBody>
      </p:sp>
      <p:grpSp>
        <p:nvGrpSpPr>
          <p:cNvPr id="40" name="그룹 39">
            <a:extLst>
              <a:ext uri="{FF2B5EF4-FFF2-40B4-BE49-F238E27FC236}">
                <a16:creationId xmlns:a16="http://schemas.microsoft.com/office/drawing/2014/main" id="{8DE0A1D0-B0A1-A8C3-F8E0-E8C55F048545}"/>
              </a:ext>
            </a:extLst>
          </p:cNvPr>
          <p:cNvGrpSpPr/>
          <p:nvPr/>
        </p:nvGrpSpPr>
        <p:grpSpPr>
          <a:xfrm>
            <a:off x="8134154" y="4328434"/>
            <a:ext cx="100923" cy="1356633"/>
            <a:chOff x="4735802" y="4662002"/>
            <a:chExt cx="100923" cy="1356633"/>
          </a:xfrm>
        </p:grpSpPr>
        <p:sp>
          <p:nvSpPr>
            <p:cNvPr id="41" name="타원 40">
              <a:extLst>
                <a:ext uri="{FF2B5EF4-FFF2-40B4-BE49-F238E27FC236}">
                  <a16:creationId xmlns:a16="http://schemas.microsoft.com/office/drawing/2014/main" id="{550E717B-8CFF-37DC-C4D9-FFE662B449DF}"/>
                </a:ext>
              </a:extLst>
            </p:cNvPr>
            <p:cNvSpPr/>
            <p:nvPr/>
          </p:nvSpPr>
          <p:spPr>
            <a:xfrm>
              <a:off x="4737834" y="4662002"/>
              <a:ext cx="98385" cy="98385"/>
            </a:xfrm>
            <a:prstGeom prst="ellipse">
              <a:avLst/>
            </a:prstGeom>
            <a:solidFill>
              <a:srgbClr val="FF0000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>
                <a:solidFill>
                  <a:schemeClr val="tx1"/>
                </a:solidFill>
              </a:endParaRPr>
            </a:p>
          </p:txBody>
        </p:sp>
        <p:sp>
          <p:nvSpPr>
            <p:cNvPr id="42" name="타원 41">
              <a:extLst>
                <a:ext uri="{FF2B5EF4-FFF2-40B4-BE49-F238E27FC236}">
                  <a16:creationId xmlns:a16="http://schemas.microsoft.com/office/drawing/2014/main" id="{88F41EE4-8B01-706F-DC57-B83DE10725E6}"/>
                </a:ext>
              </a:extLst>
            </p:cNvPr>
            <p:cNvSpPr/>
            <p:nvPr/>
          </p:nvSpPr>
          <p:spPr>
            <a:xfrm>
              <a:off x="4735802" y="5291218"/>
              <a:ext cx="98385" cy="98385"/>
            </a:xfrm>
            <a:prstGeom prst="ellipse">
              <a:avLst/>
            </a:prstGeom>
            <a:solidFill>
              <a:srgbClr val="FF0000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>
                <a:solidFill>
                  <a:schemeClr val="tx1"/>
                </a:solidFill>
              </a:endParaRPr>
            </a:p>
          </p:txBody>
        </p:sp>
        <p:sp>
          <p:nvSpPr>
            <p:cNvPr id="43" name="타원 42">
              <a:extLst>
                <a:ext uri="{FF2B5EF4-FFF2-40B4-BE49-F238E27FC236}">
                  <a16:creationId xmlns:a16="http://schemas.microsoft.com/office/drawing/2014/main" id="{03BDC3F5-F5C7-2339-0BD5-4D9BF846100F}"/>
                </a:ext>
              </a:extLst>
            </p:cNvPr>
            <p:cNvSpPr/>
            <p:nvPr/>
          </p:nvSpPr>
          <p:spPr>
            <a:xfrm>
              <a:off x="4738340" y="5920250"/>
              <a:ext cx="98385" cy="98385"/>
            </a:xfrm>
            <a:prstGeom prst="ellipse">
              <a:avLst/>
            </a:prstGeom>
            <a:solidFill>
              <a:srgbClr val="FF0000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>
                <a:solidFill>
                  <a:schemeClr val="tx1"/>
                </a:solidFill>
              </a:endParaRPr>
            </a:p>
          </p:txBody>
        </p:sp>
      </p:grpSp>
      <p:grpSp>
        <p:nvGrpSpPr>
          <p:cNvPr id="44" name="그룹 43">
            <a:extLst>
              <a:ext uri="{FF2B5EF4-FFF2-40B4-BE49-F238E27FC236}">
                <a16:creationId xmlns:a16="http://schemas.microsoft.com/office/drawing/2014/main" id="{8285165D-1CCC-9C9E-8035-20095746933B}"/>
              </a:ext>
            </a:extLst>
          </p:cNvPr>
          <p:cNvGrpSpPr/>
          <p:nvPr/>
        </p:nvGrpSpPr>
        <p:grpSpPr>
          <a:xfrm>
            <a:off x="6186254" y="4345865"/>
            <a:ext cx="100923" cy="1356633"/>
            <a:chOff x="4735802" y="4662002"/>
            <a:chExt cx="100923" cy="1356633"/>
          </a:xfrm>
        </p:grpSpPr>
        <p:sp>
          <p:nvSpPr>
            <p:cNvPr id="45" name="타원 44">
              <a:extLst>
                <a:ext uri="{FF2B5EF4-FFF2-40B4-BE49-F238E27FC236}">
                  <a16:creationId xmlns:a16="http://schemas.microsoft.com/office/drawing/2014/main" id="{BC8E88C3-FB89-6CB1-0380-7F5389AAA3AF}"/>
                </a:ext>
              </a:extLst>
            </p:cNvPr>
            <p:cNvSpPr/>
            <p:nvPr/>
          </p:nvSpPr>
          <p:spPr>
            <a:xfrm>
              <a:off x="4737834" y="4662002"/>
              <a:ext cx="98385" cy="98385"/>
            </a:xfrm>
            <a:prstGeom prst="ellipse">
              <a:avLst/>
            </a:prstGeom>
            <a:solidFill>
              <a:srgbClr val="FF0000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>
                <a:solidFill>
                  <a:schemeClr val="tx1"/>
                </a:solidFill>
              </a:endParaRPr>
            </a:p>
          </p:txBody>
        </p:sp>
        <p:sp>
          <p:nvSpPr>
            <p:cNvPr id="46" name="타원 45">
              <a:extLst>
                <a:ext uri="{FF2B5EF4-FFF2-40B4-BE49-F238E27FC236}">
                  <a16:creationId xmlns:a16="http://schemas.microsoft.com/office/drawing/2014/main" id="{FC9539D3-28CB-BD28-5EE9-AB809F2E3CF8}"/>
                </a:ext>
              </a:extLst>
            </p:cNvPr>
            <p:cNvSpPr/>
            <p:nvPr/>
          </p:nvSpPr>
          <p:spPr>
            <a:xfrm>
              <a:off x="4735802" y="5291218"/>
              <a:ext cx="98385" cy="98385"/>
            </a:xfrm>
            <a:prstGeom prst="ellipse">
              <a:avLst/>
            </a:prstGeom>
            <a:solidFill>
              <a:srgbClr val="FF0000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>
                <a:solidFill>
                  <a:schemeClr val="tx1"/>
                </a:solidFill>
              </a:endParaRPr>
            </a:p>
          </p:txBody>
        </p:sp>
        <p:sp>
          <p:nvSpPr>
            <p:cNvPr id="47" name="타원 46">
              <a:extLst>
                <a:ext uri="{FF2B5EF4-FFF2-40B4-BE49-F238E27FC236}">
                  <a16:creationId xmlns:a16="http://schemas.microsoft.com/office/drawing/2014/main" id="{9093FFEF-07B4-0C68-03F1-AC593BA084D4}"/>
                </a:ext>
              </a:extLst>
            </p:cNvPr>
            <p:cNvSpPr/>
            <p:nvPr/>
          </p:nvSpPr>
          <p:spPr>
            <a:xfrm>
              <a:off x="4738340" y="5920250"/>
              <a:ext cx="98385" cy="98385"/>
            </a:xfrm>
            <a:prstGeom prst="ellipse">
              <a:avLst/>
            </a:prstGeom>
            <a:solidFill>
              <a:srgbClr val="FF0000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>
                <a:solidFill>
                  <a:schemeClr val="tx1"/>
                </a:solidFill>
              </a:endParaRPr>
            </a:p>
          </p:txBody>
        </p:sp>
      </p:grpSp>
      <p:sp>
        <p:nvSpPr>
          <p:cNvPr id="49" name="직사각형 48">
            <a:extLst>
              <a:ext uri="{FF2B5EF4-FFF2-40B4-BE49-F238E27FC236}">
                <a16:creationId xmlns:a16="http://schemas.microsoft.com/office/drawing/2014/main" id="{FDDE4B0E-8EC7-AB38-EC16-1128947D179F}"/>
              </a:ext>
            </a:extLst>
          </p:cNvPr>
          <p:cNvSpPr/>
          <p:nvPr/>
        </p:nvSpPr>
        <p:spPr>
          <a:xfrm rot="16200000" flipV="1">
            <a:off x="9869564" y="2394957"/>
            <a:ext cx="98385" cy="343522"/>
          </a:xfrm>
          <a:prstGeom prst="rect">
            <a:avLst/>
          </a:prstGeom>
          <a:solidFill>
            <a:srgbClr val="FFFF0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>
              <a:solidFill>
                <a:schemeClr val="tx1"/>
              </a:solidFill>
            </a:endParaRPr>
          </a:p>
        </p:txBody>
      </p:sp>
      <p:sp>
        <p:nvSpPr>
          <p:cNvPr id="6" name="직사각형 5">
            <a:extLst>
              <a:ext uri="{FF2B5EF4-FFF2-40B4-BE49-F238E27FC236}">
                <a16:creationId xmlns:a16="http://schemas.microsoft.com/office/drawing/2014/main" id="{F71B4487-8DA3-1ED9-849F-C835F1698C01}"/>
              </a:ext>
            </a:extLst>
          </p:cNvPr>
          <p:cNvSpPr/>
          <p:nvPr/>
        </p:nvSpPr>
        <p:spPr>
          <a:xfrm>
            <a:off x="5920594" y="4456950"/>
            <a:ext cx="191222" cy="1464425"/>
          </a:xfrm>
          <a:prstGeom prst="rect">
            <a:avLst/>
          </a:prstGeom>
          <a:solidFill>
            <a:schemeClr val="accent1">
              <a:lumMod val="40000"/>
              <a:lumOff val="6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050" b="1" err="1"/>
              <a:t>가벽</a:t>
            </a:r>
            <a:endParaRPr lang="ko-KR" altLang="en-US" sz="1050" b="1"/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F0DA4A3E-BB2A-C6F1-5B4C-206055D6B26C}"/>
              </a:ext>
            </a:extLst>
          </p:cNvPr>
          <p:cNvSpPr txBox="1"/>
          <p:nvPr/>
        </p:nvSpPr>
        <p:spPr>
          <a:xfrm>
            <a:off x="4407200" y="6416299"/>
            <a:ext cx="1988045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sz="1400" b="1" err="1">
                <a:highlight>
                  <a:srgbClr val="FFFF00"/>
                </a:highlight>
              </a:rPr>
              <a:t>가벽</a:t>
            </a:r>
            <a:r>
              <a:rPr lang="ko-KR" altLang="en-US" sz="1400" b="1">
                <a:highlight>
                  <a:srgbClr val="FFFF00"/>
                </a:highlight>
              </a:rPr>
              <a:t> 있나 확인 필요함</a:t>
            </a:r>
          </a:p>
        </p:txBody>
      </p:sp>
      <p:sp>
        <p:nvSpPr>
          <p:cNvPr id="15" name="화살표: 위쪽 14">
            <a:extLst>
              <a:ext uri="{FF2B5EF4-FFF2-40B4-BE49-F238E27FC236}">
                <a16:creationId xmlns:a16="http://schemas.microsoft.com/office/drawing/2014/main" id="{2244FF4A-6053-35B2-245F-2EFCC4F31994}"/>
              </a:ext>
            </a:extLst>
          </p:cNvPr>
          <p:cNvSpPr/>
          <p:nvPr/>
        </p:nvSpPr>
        <p:spPr>
          <a:xfrm>
            <a:off x="5920594" y="5940425"/>
            <a:ext cx="162296" cy="500171"/>
          </a:xfrm>
          <a:prstGeom prst="up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grpSp>
        <p:nvGrpSpPr>
          <p:cNvPr id="18" name="그룹 17">
            <a:extLst>
              <a:ext uri="{FF2B5EF4-FFF2-40B4-BE49-F238E27FC236}">
                <a16:creationId xmlns:a16="http://schemas.microsoft.com/office/drawing/2014/main" id="{36776882-ED00-BE8C-747B-FA3EFF4EA914}"/>
              </a:ext>
            </a:extLst>
          </p:cNvPr>
          <p:cNvGrpSpPr/>
          <p:nvPr/>
        </p:nvGrpSpPr>
        <p:grpSpPr>
          <a:xfrm>
            <a:off x="4795876" y="3756293"/>
            <a:ext cx="764953" cy="273636"/>
            <a:chOff x="2052531" y="808997"/>
            <a:chExt cx="764953" cy="273636"/>
          </a:xfrm>
        </p:grpSpPr>
        <p:sp>
          <p:nvSpPr>
            <p:cNvPr id="19" name="TextBox 18">
              <a:extLst>
                <a:ext uri="{FF2B5EF4-FFF2-40B4-BE49-F238E27FC236}">
                  <a16:creationId xmlns:a16="http://schemas.microsoft.com/office/drawing/2014/main" id="{20EE07C2-0C80-8F9B-3F18-72302C3AAA0F}"/>
                </a:ext>
              </a:extLst>
            </p:cNvPr>
            <p:cNvSpPr txBox="1"/>
            <p:nvPr/>
          </p:nvSpPr>
          <p:spPr>
            <a:xfrm>
              <a:off x="2052531" y="897967"/>
              <a:ext cx="764953" cy="184666"/>
            </a:xfrm>
            <a:prstGeom prst="rect">
              <a:avLst/>
            </a:prstGeom>
            <a:solidFill>
              <a:schemeClr val="bg1">
                <a:lumMod val="95000"/>
              </a:schemeClr>
            </a:solidFill>
          </p:spPr>
          <p:txBody>
            <a:bodyPr wrap="none" rtlCol="0">
              <a:spAutoFit/>
            </a:bodyPr>
            <a:lstStyle/>
            <a:p>
              <a:r>
                <a:rPr lang="ko-KR" altLang="en-US" sz="600" b="1"/>
                <a:t>서비스 조명 </a:t>
              </a:r>
              <a:r>
                <a:rPr lang="en-US" altLang="ko-KR" sz="600" b="1"/>
                <a:t>2EA</a:t>
              </a:r>
              <a:endParaRPr lang="ko-KR" altLang="en-US" sz="600" b="1"/>
            </a:p>
          </p:txBody>
        </p:sp>
        <p:grpSp>
          <p:nvGrpSpPr>
            <p:cNvPr id="20" name="그룹 19">
              <a:extLst>
                <a:ext uri="{FF2B5EF4-FFF2-40B4-BE49-F238E27FC236}">
                  <a16:creationId xmlns:a16="http://schemas.microsoft.com/office/drawing/2014/main" id="{97D5D695-23D0-9C36-4BC8-708FF56F5CE2}"/>
                </a:ext>
              </a:extLst>
            </p:cNvPr>
            <p:cNvGrpSpPr/>
            <p:nvPr/>
          </p:nvGrpSpPr>
          <p:grpSpPr>
            <a:xfrm rot="5400000">
              <a:off x="2382760" y="491467"/>
              <a:ext cx="98800" cy="733859"/>
              <a:chOff x="4737848" y="4877902"/>
              <a:chExt cx="98800" cy="733859"/>
            </a:xfrm>
            <a:solidFill>
              <a:srgbClr val="FF00FF"/>
            </a:solidFill>
          </p:grpSpPr>
          <p:sp>
            <p:nvSpPr>
              <p:cNvPr id="21" name="타원 20">
                <a:extLst>
                  <a:ext uri="{FF2B5EF4-FFF2-40B4-BE49-F238E27FC236}">
                    <a16:creationId xmlns:a16="http://schemas.microsoft.com/office/drawing/2014/main" id="{6DB57444-7849-1388-1A3E-10954312E855}"/>
                  </a:ext>
                </a:extLst>
              </p:cNvPr>
              <p:cNvSpPr/>
              <p:nvPr/>
            </p:nvSpPr>
            <p:spPr>
              <a:xfrm>
                <a:off x="4737848" y="4877902"/>
                <a:ext cx="98385" cy="98385"/>
              </a:xfrm>
              <a:prstGeom prst="ellipse">
                <a:avLst/>
              </a:prstGeom>
              <a:grpFill/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>
                  <a:solidFill>
                    <a:schemeClr val="tx1"/>
                  </a:solidFill>
                </a:endParaRPr>
              </a:p>
            </p:txBody>
          </p:sp>
          <p:sp>
            <p:nvSpPr>
              <p:cNvPr id="22" name="타원 21">
                <a:extLst>
                  <a:ext uri="{FF2B5EF4-FFF2-40B4-BE49-F238E27FC236}">
                    <a16:creationId xmlns:a16="http://schemas.microsoft.com/office/drawing/2014/main" id="{770FA9FC-D7B9-BA88-DC26-237144EF3F35}"/>
                  </a:ext>
                </a:extLst>
              </p:cNvPr>
              <p:cNvSpPr/>
              <p:nvPr/>
            </p:nvSpPr>
            <p:spPr>
              <a:xfrm>
                <a:off x="4738263" y="5513376"/>
                <a:ext cx="98385" cy="98385"/>
              </a:xfrm>
              <a:prstGeom prst="ellipse">
                <a:avLst/>
              </a:prstGeom>
              <a:grpFill/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>
                  <a:solidFill>
                    <a:schemeClr val="tx1"/>
                  </a:solidFill>
                </a:endParaRPr>
              </a:p>
            </p:txBody>
          </p:sp>
        </p:grpSp>
      </p:grpSp>
      <p:pic>
        <p:nvPicPr>
          <p:cNvPr id="24" name="그림 23" descr="텍스트, 스크린샷이(가) 표시된 사진&#10;&#10;AI 생성 콘텐츠는 정확하지 않을 수 있습니다.">
            <a:extLst>
              <a:ext uri="{FF2B5EF4-FFF2-40B4-BE49-F238E27FC236}">
                <a16:creationId xmlns:a16="http://schemas.microsoft.com/office/drawing/2014/main" id="{20D7CE18-DC39-AB37-D5BD-AF1E0F907F4C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57265" y="2563256"/>
            <a:ext cx="1778731" cy="1466673"/>
          </a:xfrm>
          <a:prstGeom prst="rect">
            <a:avLst/>
          </a:prstGeom>
        </p:spPr>
      </p:pic>
      <p:pic>
        <p:nvPicPr>
          <p:cNvPr id="16" name="그림 15">
            <a:extLst>
              <a:ext uri="{FF2B5EF4-FFF2-40B4-BE49-F238E27FC236}">
                <a16:creationId xmlns:a16="http://schemas.microsoft.com/office/drawing/2014/main" id="{255105EC-556D-F78A-5E21-00607ED9A26F}"/>
              </a:ext>
            </a:extLst>
          </p:cNvPr>
          <p:cNvPicPr>
            <a:picLocks noChangeAspect="1"/>
          </p:cNvPicPr>
          <p:nvPr/>
        </p:nvPicPr>
        <p:blipFill>
          <a:blip r:embed="rId6"/>
          <a:srcRect t="2320" b="-1"/>
          <a:stretch>
            <a:fillRect/>
          </a:stretch>
        </p:blipFill>
        <p:spPr>
          <a:xfrm>
            <a:off x="10196131" y="4395057"/>
            <a:ext cx="2236971" cy="1554480"/>
          </a:xfrm>
          <a:prstGeom prst="rect">
            <a:avLst/>
          </a:prstGeom>
        </p:spPr>
      </p:pic>
      <p:grpSp>
        <p:nvGrpSpPr>
          <p:cNvPr id="17" name="그룹 16">
            <a:extLst>
              <a:ext uri="{FF2B5EF4-FFF2-40B4-BE49-F238E27FC236}">
                <a16:creationId xmlns:a16="http://schemas.microsoft.com/office/drawing/2014/main" id="{2805A277-D98D-9534-8BFD-D29F186E4B25}"/>
              </a:ext>
            </a:extLst>
          </p:cNvPr>
          <p:cNvGrpSpPr/>
          <p:nvPr/>
        </p:nvGrpSpPr>
        <p:grpSpPr>
          <a:xfrm>
            <a:off x="6768342" y="4456950"/>
            <a:ext cx="923754" cy="1063926"/>
            <a:chOff x="449238" y="1785325"/>
            <a:chExt cx="923754" cy="1063926"/>
          </a:xfrm>
        </p:grpSpPr>
        <p:grpSp>
          <p:nvGrpSpPr>
            <p:cNvPr id="23" name="그룹 22">
              <a:extLst>
                <a:ext uri="{FF2B5EF4-FFF2-40B4-BE49-F238E27FC236}">
                  <a16:creationId xmlns:a16="http://schemas.microsoft.com/office/drawing/2014/main" id="{23801148-3CE4-9430-6502-3E1EC5314828}"/>
                </a:ext>
              </a:extLst>
            </p:cNvPr>
            <p:cNvGrpSpPr/>
            <p:nvPr/>
          </p:nvGrpSpPr>
          <p:grpSpPr>
            <a:xfrm>
              <a:off x="449238" y="1794193"/>
              <a:ext cx="98814" cy="425884"/>
              <a:chOff x="270066" y="1691351"/>
              <a:chExt cx="98814" cy="425884"/>
            </a:xfrm>
            <a:solidFill>
              <a:schemeClr val="accent2">
                <a:lumMod val="60000"/>
                <a:lumOff val="40000"/>
              </a:schemeClr>
            </a:solidFill>
          </p:grpSpPr>
          <p:grpSp>
            <p:nvGrpSpPr>
              <p:cNvPr id="61" name="그룹 60">
                <a:extLst>
                  <a:ext uri="{FF2B5EF4-FFF2-40B4-BE49-F238E27FC236}">
                    <a16:creationId xmlns:a16="http://schemas.microsoft.com/office/drawing/2014/main" id="{0DA4E0A4-B198-5248-7F1F-8D1C11182484}"/>
                  </a:ext>
                </a:extLst>
              </p:cNvPr>
              <p:cNvGrpSpPr/>
              <p:nvPr/>
            </p:nvGrpSpPr>
            <p:grpSpPr>
              <a:xfrm>
                <a:off x="270066" y="1691351"/>
                <a:ext cx="98814" cy="425884"/>
                <a:chOff x="4737834" y="4900127"/>
                <a:chExt cx="98814" cy="425884"/>
              </a:xfrm>
              <a:grpFill/>
            </p:grpSpPr>
            <p:sp>
              <p:nvSpPr>
                <p:cNvPr id="63" name="타원 62">
                  <a:extLst>
                    <a:ext uri="{FF2B5EF4-FFF2-40B4-BE49-F238E27FC236}">
                      <a16:creationId xmlns:a16="http://schemas.microsoft.com/office/drawing/2014/main" id="{47EAE227-5170-473F-9AB7-04B78C45C23B}"/>
                    </a:ext>
                  </a:extLst>
                </p:cNvPr>
                <p:cNvSpPr/>
                <p:nvPr/>
              </p:nvSpPr>
              <p:spPr>
                <a:xfrm>
                  <a:off x="4737834" y="4900127"/>
                  <a:ext cx="98385" cy="98385"/>
                </a:xfrm>
                <a:prstGeom prst="ellipse">
                  <a:avLst/>
                </a:prstGeom>
                <a:grpFill/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ko-KR" altLang="en-US">
                    <a:solidFill>
                      <a:schemeClr val="tx1"/>
                    </a:solidFill>
                  </a:endParaRPr>
                </a:p>
              </p:txBody>
            </p:sp>
            <p:sp>
              <p:nvSpPr>
                <p:cNvPr id="64" name="타원 63">
                  <a:extLst>
                    <a:ext uri="{FF2B5EF4-FFF2-40B4-BE49-F238E27FC236}">
                      <a16:creationId xmlns:a16="http://schemas.microsoft.com/office/drawing/2014/main" id="{ED89B2C9-395F-B412-0194-51261F2AEFC3}"/>
                    </a:ext>
                  </a:extLst>
                </p:cNvPr>
                <p:cNvSpPr/>
                <p:nvPr/>
              </p:nvSpPr>
              <p:spPr>
                <a:xfrm>
                  <a:off x="4738263" y="5227626"/>
                  <a:ext cx="98385" cy="98385"/>
                </a:xfrm>
                <a:prstGeom prst="ellipse">
                  <a:avLst/>
                </a:prstGeom>
                <a:grpFill/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ko-KR" altLang="en-US">
                    <a:solidFill>
                      <a:schemeClr val="tx1"/>
                    </a:solidFill>
                  </a:endParaRPr>
                </a:p>
              </p:txBody>
            </p:sp>
          </p:grpSp>
          <p:sp>
            <p:nvSpPr>
              <p:cNvPr id="62" name="타원 61">
                <a:extLst>
                  <a:ext uri="{FF2B5EF4-FFF2-40B4-BE49-F238E27FC236}">
                    <a16:creationId xmlns:a16="http://schemas.microsoft.com/office/drawing/2014/main" id="{FC33C1A5-59D7-5150-CDA5-555F4F40AAAC}"/>
                  </a:ext>
                </a:extLst>
              </p:cNvPr>
              <p:cNvSpPr/>
              <p:nvPr/>
            </p:nvSpPr>
            <p:spPr>
              <a:xfrm>
                <a:off x="270066" y="1851602"/>
                <a:ext cx="98385" cy="98385"/>
              </a:xfrm>
              <a:prstGeom prst="ellipse">
                <a:avLst/>
              </a:prstGeom>
              <a:grpFill/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>
                  <a:solidFill>
                    <a:schemeClr val="tx1"/>
                  </a:solidFill>
                </a:endParaRPr>
              </a:p>
            </p:txBody>
          </p:sp>
        </p:grpSp>
        <p:sp>
          <p:nvSpPr>
            <p:cNvPr id="25" name="별: 꼭짓점 4개 24">
              <a:extLst>
                <a:ext uri="{FF2B5EF4-FFF2-40B4-BE49-F238E27FC236}">
                  <a16:creationId xmlns:a16="http://schemas.microsoft.com/office/drawing/2014/main" id="{93D7DA5B-A291-6A68-AD46-B6F72EFA5A33}"/>
                </a:ext>
              </a:extLst>
            </p:cNvPr>
            <p:cNvSpPr/>
            <p:nvPr/>
          </p:nvSpPr>
          <p:spPr>
            <a:xfrm>
              <a:off x="632672" y="2064641"/>
              <a:ext cx="557315" cy="559233"/>
            </a:xfrm>
            <a:prstGeom prst="star4">
              <a:avLst/>
            </a:prstGeom>
            <a:solidFill>
              <a:schemeClr val="accent1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sz="2645">
                <a:solidFill>
                  <a:schemeClr val="tx1"/>
                </a:solidFill>
              </a:endParaRPr>
            </a:p>
          </p:txBody>
        </p:sp>
        <p:grpSp>
          <p:nvGrpSpPr>
            <p:cNvPr id="30" name="그룹 29">
              <a:extLst>
                <a:ext uri="{FF2B5EF4-FFF2-40B4-BE49-F238E27FC236}">
                  <a16:creationId xmlns:a16="http://schemas.microsoft.com/office/drawing/2014/main" id="{50508AE7-64D0-6621-73DF-AFEB05D8B1D8}"/>
                </a:ext>
              </a:extLst>
            </p:cNvPr>
            <p:cNvGrpSpPr/>
            <p:nvPr/>
          </p:nvGrpSpPr>
          <p:grpSpPr>
            <a:xfrm>
              <a:off x="1274178" y="1785325"/>
              <a:ext cx="98814" cy="425884"/>
              <a:chOff x="270066" y="1691351"/>
              <a:chExt cx="98814" cy="425884"/>
            </a:xfrm>
            <a:solidFill>
              <a:schemeClr val="accent2">
                <a:lumMod val="60000"/>
                <a:lumOff val="40000"/>
              </a:schemeClr>
            </a:solidFill>
          </p:grpSpPr>
          <p:grpSp>
            <p:nvGrpSpPr>
              <p:cNvPr id="57" name="그룹 56">
                <a:extLst>
                  <a:ext uri="{FF2B5EF4-FFF2-40B4-BE49-F238E27FC236}">
                    <a16:creationId xmlns:a16="http://schemas.microsoft.com/office/drawing/2014/main" id="{998433B4-F952-8B70-E4D2-1C5B2187B20F}"/>
                  </a:ext>
                </a:extLst>
              </p:cNvPr>
              <p:cNvGrpSpPr/>
              <p:nvPr/>
            </p:nvGrpSpPr>
            <p:grpSpPr>
              <a:xfrm>
                <a:off x="270066" y="1691351"/>
                <a:ext cx="98814" cy="425884"/>
                <a:chOff x="4737834" y="4900127"/>
                <a:chExt cx="98814" cy="425884"/>
              </a:xfrm>
              <a:grpFill/>
            </p:grpSpPr>
            <p:sp>
              <p:nvSpPr>
                <p:cNvPr id="59" name="타원 58">
                  <a:extLst>
                    <a:ext uri="{FF2B5EF4-FFF2-40B4-BE49-F238E27FC236}">
                      <a16:creationId xmlns:a16="http://schemas.microsoft.com/office/drawing/2014/main" id="{8C0E2902-5464-5619-B770-75A38F51416E}"/>
                    </a:ext>
                  </a:extLst>
                </p:cNvPr>
                <p:cNvSpPr/>
                <p:nvPr/>
              </p:nvSpPr>
              <p:spPr>
                <a:xfrm>
                  <a:off x="4737834" y="4900127"/>
                  <a:ext cx="98385" cy="98385"/>
                </a:xfrm>
                <a:prstGeom prst="ellipse">
                  <a:avLst/>
                </a:prstGeom>
                <a:grpFill/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ko-KR" altLang="en-US">
                    <a:solidFill>
                      <a:schemeClr val="tx1"/>
                    </a:solidFill>
                  </a:endParaRPr>
                </a:p>
              </p:txBody>
            </p:sp>
            <p:sp>
              <p:nvSpPr>
                <p:cNvPr id="60" name="타원 59">
                  <a:extLst>
                    <a:ext uri="{FF2B5EF4-FFF2-40B4-BE49-F238E27FC236}">
                      <a16:creationId xmlns:a16="http://schemas.microsoft.com/office/drawing/2014/main" id="{12F6B08E-201B-768A-5059-99C18245DF4A}"/>
                    </a:ext>
                  </a:extLst>
                </p:cNvPr>
                <p:cNvSpPr/>
                <p:nvPr/>
              </p:nvSpPr>
              <p:spPr>
                <a:xfrm>
                  <a:off x="4738263" y="5227626"/>
                  <a:ext cx="98385" cy="98385"/>
                </a:xfrm>
                <a:prstGeom prst="ellipse">
                  <a:avLst/>
                </a:prstGeom>
                <a:grpFill/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ko-KR" altLang="en-US">
                    <a:solidFill>
                      <a:schemeClr val="tx1"/>
                    </a:solidFill>
                  </a:endParaRPr>
                </a:p>
              </p:txBody>
            </p:sp>
          </p:grpSp>
          <p:sp>
            <p:nvSpPr>
              <p:cNvPr id="58" name="타원 57">
                <a:extLst>
                  <a:ext uri="{FF2B5EF4-FFF2-40B4-BE49-F238E27FC236}">
                    <a16:creationId xmlns:a16="http://schemas.microsoft.com/office/drawing/2014/main" id="{E80AEBD0-DB21-1E78-46B9-95AB14FFD70B}"/>
                  </a:ext>
                </a:extLst>
              </p:cNvPr>
              <p:cNvSpPr/>
              <p:nvPr/>
            </p:nvSpPr>
            <p:spPr>
              <a:xfrm>
                <a:off x="270066" y="1851602"/>
                <a:ext cx="98385" cy="98385"/>
              </a:xfrm>
              <a:prstGeom prst="ellipse">
                <a:avLst/>
              </a:prstGeom>
              <a:grpFill/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>
                  <a:solidFill>
                    <a:schemeClr val="tx1"/>
                  </a:solidFill>
                </a:endParaRPr>
              </a:p>
            </p:txBody>
          </p:sp>
        </p:grpSp>
        <p:grpSp>
          <p:nvGrpSpPr>
            <p:cNvPr id="31" name="그룹 30">
              <a:extLst>
                <a:ext uri="{FF2B5EF4-FFF2-40B4-BE49-F238E27FC236}">
                  <a16:creationId xmlns:a16="http://schemas.microsoft.com/office/drawing/2014/main" id="{9FCD0561-AA11-106F-2B07-5D758B7D807D}"/>
                </a:ext>
              </a:extLst>
            </p:cNvPr>
            <p:cNvGrpSpPr/>
            <p:nvPr/>
          </p:nvGrpSpPr>
          <p:grpSpPr>
            <a:xfrm>
              <a:off x="449238" y="2423367"/>
              <a:ext cx="98814" cy="425884"/>
              <a:chOff x="270066" y="1691351"/>
              <a:chExt cx="98814" cy="425884"/>
            </a:xfrm>
            <a:solidFill>
              <a:schemeClr val="accent2">
                <a:lumMod val="60000"/>
                <a:lumOff val="40000"/>
              </a:schemeClr>
            </a:solidFill>
          </p:grpSpPr>
          <p:grpSp>
            <p:nvGrpSpPr>
              <p:cNvPr id="53" name="그룹 52">
                <a:extLst>
                  <a:ext uri="{FF2B5EF4-FFF2-40B4-BE49-F238E27FC236}">
                    <a16:creationId xmlns:a16="http://schemas.microsoft.com/office/drawing/2014/main" id="{2A719D37-C213-6EC5-837D-4AB68F28BEF5}"/>
                  </a:ext>
                </a:extLst>
              </p:cNvPr>
              <p:cNvGrpSpPr/>
              <p:nvPr/>
            </p:nvGrpSpPr>
            <p:grpSpPr>
              <a:xfrm>
                <a:off x="270066" y="1691351"/>
                <a:ext cx="98814" cy="425884"/>
                <a:chOff x="4737834" y="4900127"/>
                <a:chExt cx="98814" cy="425884"/>
              </a:xfrm>
              <a:grpFill/>
            </p:grpSpPr>
            <p:sp>
              <p:nvSpPr>
                <p:cNvPr id="55" name="타원 54">
                  <a:extLst>
                    <a:ext uri="{FF2B5EF4-FFF2-40B4-BE49-F238E27FC236}">
                      <a16:creationId xmlns:a16="http://schemas.microsoft.com/office/drawing/2014/main" id="{72A815BE-E47D-453D-D425-5AB8D5908E57}"/>
                    </a:ext>
                  </a:extLst>
                </p:cNvPr>
                <p:cNvSpPr/>
                <p:nvPr/>
              </p:nvSpPr>
              <p:spPr>
                <a:xfrm>
                  <a:off x="4737834" y="4900127"/>
                  <a:ext cx="98385" cy="98385"/>
                </a:xfrm>
                <a:prstGeom prst="ellipse">
                  <a:avLst/>
                </a:prstGeom>
                <a:grpFill/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ko-KR" altLang="en-US">
                    <a:solidFill>
                      <a:schemeClr val="tx1"/>
                    </a:solidFill>
                  </a:endParaRPr>
                </a:p>
              </p:txBody>
            </p:sp>
            <p:sp>
              <p:nvSpPr>
                <p:cNvPr id="56" name="타원 55">
                  <a:extLst>
                    <a:ext uri="{FF2B5EF4-FFF2-40B4-BE49-F238E27FC236}">
                      <a16:creationId xmlns:a16="http://schemas.microsoft.com/office/drawing/2014/main" id="{BA36DC0F-2523-F709-8584-25CFB105EA5F}"/>
                    </a:ext>
                  </a:extLst>
                </p:cNvPr>
                <p:cNvSpPr/>
                <p:nvPr/>
              </p:nvSpPr>
              <p:spPr>
                <a:xfrm>
                  <a:off x="4738263" y="5227626"/>
                  <a:ext cx="98385" cy="98385"/>
                </a:xfrm>
                <a:prstGeom prst="ellipse">
                  <a:avLst/>
                </a:prstGeom>
                <a:grpFill/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ko-KR" altLang="en-US">
                    <a:solidFill>
                      <a:schemeClr val="tx1"/>
                    </a:solidFill>
                  </a:endParaRPr>
                </a:p>
              </p:txBody>
            </p:sp>
          </p:grpSp>
          <p:sp>
            <p:nvSpPr>
              <p:cNvPr id="54" name="타원 53">
                <a:extLst>
                  <a:ext uri="{FF2B5EF4-FFF2-40B4-BE49-F238E27FC236}">
                    <a16:creationId xmlns:a16="http://schemas.microsoft.com/office/drawing/2014/main" id="{D11F439B-AF3E-3E71-C67A-22C6CAC8E214}"/>
                  </a:ext>
                </a:extLst>
              </p:cNvPr>
              <p:cNvSpPr/>
              <p:nvPr/>
            </p:nvSpPr>
            <p:spPr>
              <a:xfrm>
                <a:off x="270066" y="1851602"/>
                <a:ext cx="98385" cy="98385"/>
              </a:xfrm>
              <a:prstGeom prst="ellipse">
                <a:avLst/>
              </a:prstGeom>
              <a:grpFill/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>
                  <a:solidFill>
                    <a:schemeClr val="tx1"/>
                  </a:solidFill>
                </a:endParaRPr>
              </a:p>
            </p:txBody>
          </p:sp>
        </p:grpSp>
        <p:grpSp>
          <p:nvGrpSpPr>
            <p:cNvPr id="32" name="그룹 31">
              <a:extLst>
                <a:ext uri="{FF2B5EF4-FFF2-40B4-BE49-F238E27FC236}">
                  <a16:creationId xmlns:a16="http://schemas.microsoft.com/office/drawing/2014/main" id="{842D2A87-D93F-C16D-70FA-3DEFECE14845}"/>
                </a:ext>
              </a:extLst>
            </p:cNvPr>
            <p:cNvGrpSpPr/>
            <p:nvPr/>
          </p:nvGrpSpPr>
          <p:grpSpPr>
            <a:xfrm>
              <a:off x="1274178" y="2416939"/>
              <a:ext cx="98814" cy="425884"/>
              <a:chOff x="270066" y="1691351"/>
              <a:chExt cx="98814" cy="425884"/>
            </a:xfrm>
            <a:solidFill>
              <a:schemeClr val="accent2">
                <a:lumMod val="60000"/>
                <a:lumOff val="40000"/>
              </a:schemeClr>
            </a:solidFill>
          </p:grpSpPr>
          <p:grpSp>
            <p:nvGrpSpPr>
              <p:cNvPr id="48" name="그룹 47">
                <a:extLst>
                  <a:ext uri="{FF2B5EF4-FFF2-40B4-BE49-F238E27FC236}">
                    <a16:creationId xmlns:a16="http://schemas.microsoft.com/office/drawing/2014/main" id="{7C975C67-CFB4-89E9-51F7-BCAA0FF554C5}"/>
                  </a:ext>
                </a:extLst>
              </p:cNvPr>
              <p:cNvGrpSpPr/>
              <p:nvPr/>
            </p:nvGrpSpPr>
            <p:grpSpPr>
              <a:xfrm>
                <a:off x="270066" y="1691351"/>
                <a:ext cx="98814" cy="425884"/>
                <a:chOff x="4737834" y="4900127"/>
                <a:chExt cx="98814" cy="425884"/>
              </a:xfrm>
              <a:grpFill/>
            </p:grpSpPr>
            <p:sp>
              <p:nvSpPr>
                <p:cNvPr id="51" name="타원 50">
                  <a:extLst>
                    <a:ext uri="{FF2B5EF4-FFF2-40B4-BE49-F238E27FC236}">
                      <a16:creationId xmlns:a16="http://schemas.microsoft.com/office/drawing/2014/main" id="{7B57E457-260B-1A83-4F4B-83B8A9C26942}"/>
                    </a:ext>
                  </a:extLst>
                </p:cNvPr>
                <p:cNvSpPr/>
                <p:nvPr/>
              </p:nvSpPr>
              <p:spPr>
                <a:xfrm>
                  <a:off x="4737834" y="4900127"/>
                  <a:ext cx="98385" cy="98385"/>
                </a:xfrm>
                <a:prstGeom prst="ellipse">
                  <a:avLst/>
                </a:prstGeom>
                <a:grpFill/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ko-KR" altLang="en-US">
                    <a:solidFill>
                      <a:schemeClr val="tx1"/>
                    </a:solidFill>
                  </a:endParaRPr>
                </a:p>
              </p:txBody>
            </p:sp>
            <p:sp>
              <p:nvSpPr>
                <p:cNvPr id="52" name="타원 51">
                  <a:extLst>
                    <a:ext uri="{FF2B5EF4-FFF2-40B4-BE49-F238E27FC236}">
                      <a16:creationId xmlns:a16="http://schemas.microsoft.com/office/drawing/2014/main" id="{C4DE36E0-716B-FD6C-C8F4-DDDCB0FD24C3}"/>
                    </a:ext>
                  </a:extLst>
                </p:cNvPr>
                <p:cNvSpPr/>
                <p:nvPr/>
              </p:nvSpPr>
              <p:spPr>
                <a:xfrm>
                  <a:off x="4738263" y="5227626"/>
                  <a:ext cx="98385" cy="98385"/>
                </a:xfrm>
                <a:prstGeom prst="ellipse">
                  <a:avLst/>
                </a:prstGeom>
                <a:grpFill/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ko-KR" altLang="en-US">
                    <a:solidFill>
                      <a:schemeClr val="tx1"/>
                    </a:solidFill>
                  </a:endParaRPr>
                </a:p>
              </p:txBody>
            </p:sp>
          </p:grpSp>
          <p:sp>
            <p:nvSpPr>
              <p:cNvPr id="50" name="타원 49">
                <a:extLst>
                  <a:ext uri="{FF2B5EF4-FFF2-40B4-BE49-F238E27FC236}">
                    <a16:creationId xmlns:a16="http://schemas.microsoft.com/office/drawing/2014/main" id="{E9384AAD-8857-7728-2552-7A6E117ECF11}"/>
                  </a:ext>
                </a:extLst>
              </p:cNvPr>
              <p:cNvSpPr/>
              <p:nvPr/>
            </p:nvSpPr>
            <p:spPr>
              <a:xfrm>
                <a:off x="270066" y="1851602"/>
                <a:ext cx="98385" cy="98385"/>
              </a:xfrm>
              <a:prstGeom prst="ellipse">
                <a:avLst/>
              </a:prstGeom>
              <a:grpFill/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>
                  <a:solidFill>
                    <a:schemeClr val="tx1"/>
                  </a:solidFill>
                </a:endParaRPr>
              </a:p>
            </p:txBody>
          </p:sp>
        </p:grpSp>
      </p:grpSp>
      <p:sp>
        <p:nvSpPr>
          <p:cNvPr id="66" name="TextBox 65">
            <a:extLst>
              <a:ext uri="{FF2B5EF4-FFF2-40B4-BE49-F238E27FC236}">
                <a16:creationId xmlns:a16="http://schemas.microsoft.com/office/drawing/2014/main" id="{56A84535-91F4-68ED-7841-0AA18263C197}"/>
              </a:ext>
            </a:extLst>
          </p:cNvPr>
          <p:cNvSpPr txBox="1"/>
          <p:nvPr/>
        </p:nvSpPr>
        <p:spPr>
          <a:xfrm>
            <a:off x="6390953" y="6256615"/>
            <a:ext cx="2607400" cy="55399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ko-KR" altLang="en-US" sz="1000" b="1" err="1">
                <a:highlight>
                  <a:srgbClr val="FFFF00"/>
                </a:highlight>
              </a:rPr>
              <a:t>실링팬</a:t>
            </a:r>
            <a:r>
              <a:rPr lang="ko-KR" altLang="en-US" sz="1000" b="1">
                <a:highlight>
                  <a:srgbClr val="FFFF00"/>
                </a:highlight>
              </a:rPr>
              <a:t> </a:t>
            </a:r>
            <a:r>
              <a:rPr lang="ko-KR" altLang="en-US" sz="1000" b="1" err="1">
                <a:highlight>
                  <a:srgbClr val="FFFF00"/>
                </a:highlight>
              </a:rPr>
              <a:t>루씨에어</a:t>
            </a:r>
            <a:endParaRPr lang="en-US" altLang="ko-KR" sz="1000" b="1">
              <a:highlight>
                <a:srgbClr val="FFFF00"/>
              </a:highlight>
            </a:endParaRPr>
          </a:p>
          <a:p>
            <a:r>
              <a:rPr lang="ko-KR" altLang="en-US" sz="1000" b="1">
                <a:highlight>
                  <a:srgbClr val="FFFF00"/>
                </a:highlight>
              </a:rPr>
              <a:t>설치</a:t>
            </a:r>
            <a:r>
              <a:rPr lang="en-US" altLang="ko-KR" sz="1000" b="1">
                <a:highlight>
                  <a:srgbClr val="FFFF00"/>
                </a:highlight>
              </a:rPr>
              <a:t>+</a:t>
            </a:r>
            <a:r>
              <a:rPr lang="ko-KR" altLang="en-US" sz="1000" b="1">
                <a:highlight>
                  <a:srgbClr val="FFFF00"/>
                </a:highlight>
              </a:rPr>
              <a:t>보강</a:t>
            </a:r>
            <a:r>
              <a:rPr lang="en-US" altLang="ko-KR" sz="1000" b="1">
                <a:highlight>
                  <a:srgbClr val="FFFF00"/>
                </a:highlight>
              </a:rPr>
              <a:t>+</a:t>
            </a:r>
            <a:r>
              <a:rPr lang="ko-KR" altLang="en-US" sz="1000" b="1">
                <a:highlight>
                  <a:srgbClr val="FFFF00"/>
                </a:highlight>
              </a:rPr>
              <a:t>우물 천장 안 </a:t>
            </a:r>
            <a:r>
              <a:rPr lang="ko-KR" altLang="en-US" sz="1000" b="1" err="1">
                <a:highlight>
                  <a:srgbClr val="FFFF00"/>
                </a:highlight>
              </a:rPr>
              <a:t>실크도배</a:t>
            </a:r>
            <a:endParaRPr lang="en-US" altLang="ko-KR" sz="1000" b="1">
              <a:highlight>
                <a:srgbClr val="FFFF00"/>
              </a:highlight>
            </a:endParaRPr>
          </a:p>
          <a:p>
            <a:r>
              <a:rPr lang="ko-KR" altLang="en-US" sz="1000" b="1" err="1">
                <a:highlight>
                  <a:srgbClr val="FFFF00"/>
                </a:highlight>
              </a:rPr>
              <a:t>우물안</a:t>
            </a:r>
            <a:r>
              <a:rPr lang="ko-KR" altLang="en-US" sz="1000" b="1">
                <a:highlight>
                  <a:srgbClr val="FFFF00"/>
                </a:highlight>
              </a:rPr>
              <a:t> </a:t>
            </a:r>
            <a:r>
              <a:rPr lang="ko-KR" altLang="en-US" sz="1000" b="1" err="1">
                <a:highlight>
                  <a:srgbClr val="FFFF00"/>
                </a:highlight>
              </a:rPr>
              <a:t>매입등</a:t>
            </a:r>
            <a:r>
              <a:rPr lang="en-US" altLang="ko-KR" sz="1000" b="1">
                <a:highlight>
                  <a:srgbClr val="FFFF00"/>
                </a:highlight>
              </a:rPr>
              <a:t>12</a:t>
            </a:r>
            <a:r>
              <a:rPr lang="ko-KR" altLang="en-US" sz="1000" b="1">
                <a:highlight>
                  <a:srgbClr val="FFFF00"/>
                </a:highlight>
              </a:rPr>
              <a:t>개 확산형 </a:t>
            </a:r>
            <a:r>
              <a:rPr lang="ko-KR" altLang="en-US" sz="1000" b="1" err="1">
                <a:highlight>
                  <a:srgbClr val="FFFF00"/>
                </a:highlight>
              </a:rPr>
              <a:t>주백색</a:t>
            </a:r>
            <a:r>
              <a:rPr lang="ko-KR" altLang="en-US" sz="1000" b="1">
                <a:highlight>
                  <a:srgbClr val="FFFF00"/>
                </a:highlight>
              </a:rPr>
              <a:t> </a:t>
            </a:r>
            <a:endParaRPr lang="en-US" altLang="ko-KR" sz="1000" b="1">
              <a:highlight>
                <a:srgbClr val="FFFF00"/>
              </a:highlight>
            </a:endParaRPr>
          </a:p>
        </p:txBody>
      </p:sp>
      <p:sp>
        <p:nvSpPr>
          <p:cNvPr id="68" name="직사각형 67">
            <a:extLst>
              <a:ext uri="{FF2B5EF4-FFF2-40B4-BE49-F238E27FC236}">
                <a16:creationId xmlns:a16="http://schemas.microsoft.com/office/drawing/2014/main" id="{53520822-E726-6EF2-2214-0EAC2B88D0D6}"/>
              </a:ext>
            </a:extLst>
          </p:cNvPr>
          <p:cNvSpPr/>
          <p:nvPr/>
        </p:nvSpPr>
        <p:spPr>
          <a:xfrm rot="5400000">
            <a:off x="5440949" y="5415916"/>
            <a:ext cx="102820" cy="856469"/>
          </a:xfrm>
          <a:prstGeom prst="rect">
            <a:avLst/>
          </a:prstGeom>
          <a:solidFill>
            <a:srgbClr val="00B05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>
              <a:solidFill>
                <a:schemeClr val="tx1"/>
              </a:solidFill>
            </a:endParaRPr>
          </a:p>
        </p:txBody>
      </p:sp>
      <p:sp>
        <p:nvSpPr>
          <p:cNvPr id="69" name="직사각형 68">
            <a:extLst>
              <a:ext uri="{FF2B5EF4-FFF2-40B4-BE49-F238E27FC236}">
                <a16:creationId xmlns:a16="http://schemas.microsoft.com/office/drawing/2014/main" id="{71C77969-5D60-F29E-9A91-806067240263}"/>
              </a:ext>
            </a:extLst>
          </p:cNvPr>
          <p:cNvSpPr/>
          <p:nvPr/>
        </p:nvSpPr>
        <p:spPr>
          <a:xfrm>
            <a:off x="8661176" y="5491918"/>
            <a:ext cx="1178149" cy="103264"/>
          </a:xfrm>
          <a:prstGeom prst="rect">
            <a:avLst/>
          </a:prstGeom>
          <a:solidFill>
            <a:srgbClr val="00B0F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127947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ko-KR" altLang="en-US" sz="135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맑은 고딕"/>
              <a:ea typeface="맑은 고딕" panose="020B0503020000020004" pitchFamily="50" charset="-127"/>
              <a:cs typeface="+mn-cs"/>
            </a:endParaRPr>
          </a:p>
        </p:txBody>
      </p:sp>
      <p:grpSp>
        <p:nvGrpSpPr>
          <p:cNvPr id="70" name="그룹 69">
            <a:extLst>
              <a:ext uri="{FF2B5EF4-FFF2-40B4-BE49-F238E27FC236}">
                <a16:creationId xmlns:a16="http://schemas.microsoft.com/office/drawing/2014/main" id="{44C719A7-2D0D-4E31-47F8-A9848384771E}"/>
              </a:ext>
            </a:extLst>
          </p:cNvPr>
          <p:cNvGrpSpPr/>
          <p:nvPr/>
        </p:nvGrpSpPr>
        <p:grpSpPr>
          <a:xfrm>
            <a:off x="9985354" y="4510716"/>
            <a:ext cx="98814" cy="650518"/>
            <a:chOff x="4737834" y="4900127"/>
            <a:chExt cx="98814" cy="650518"/>
          </a:xfrm>
          <a:solidFill>
            <a:srgbClr val="00B0F0"/>
          </a:solidFill>
        </p:grpSpPr>
        <p:sp>
          <p:nvSpPr>
            <p:cNvPr id="71" name="타원 70">
              <a:extLst>
                <a:ext uri="{FF2B5EF4-FFF2-40B4-BE49-F238E27FC236}">
                  <a16:creationId xmlns:a16="http://schemas.microsoft.com/office/drawing/2014/main" id="{A134F160-5035-D0C9-818E-8FB3D76AC9A4}"/>
                </a:ext>
              </a:extLst>
            </p:cNvPr>
            <p:cNvSpPr/>
            <p:nvPr/>
          </p:nvSpPr>
          <p:spPr>
            <a:xfrm>
              <a:off x="4737834" y="4900127"/>
              <a:ext cx="98385" cy="98385"/>
            </a:xfrm>
            <a:prstGeom prst="ellipse">
              <a:avLst/>
            </a:prstGeom>
            <a:grpFill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>
                <a:solidFill>
                  <a:schemeClr val="tx1"/>
                </a:solidFill>
              </a:endParaRPr>
            </a:p>
          </p:txBody>
        </p:sp>
        <p:sp>
          <p:nvSpPr>
            <p:cNvPr id="72" name="타원 71">
              <a:extLst>
                <a:ext uri="{FF2B5EF4-FFF2-40B4-BE49-F238E27FC236}">
                  <a16:creationId xmlns:a16="http://schemas.microsoft.com/office/drawing/2014/main" id="{5986B908-5C80-4F78-7B4C-C622891FE011}"/>
                </a:ext>
              </a:extLst>
            </p:cNvPr>
            <p:cNvSpPr/>
            <p:nvPr/>
          </p:nvSpPr>
          <p:spPr>
            <a:xfrm>
              <a:off x="4738263" y="5452260"/>
              <a:ext cx="98385" cy="98385"/>
            </a:xfrm>
            <a:prstGeom prst="ellipse">
              <a:avLst/>
            </a:prstGeom>
            <a:grpFill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>
                <a:solidFill>
                  <a:schemeClr val="tx1"/>
                </a:solidFill>
              </a:endParaRPr>
            </a:p>
          </p:txBody>
        </p:sp>
      </p:grpSp>
      <p:sp>
        <p:nvSpPr>
          <p:cNvPr id="73" name="TextBox 72">
            <a:extLst>
              <a:ext uri="{FF2B5EF4-FFF2-40B4-BE49-F238E27FC236}">
                <a16:creationId xmlns:a16="http://schemas.microsoft.com/office/drawing/2014/main" id="{5167F1F8-7E11-F0CA-EE4C-177615656CBD}"/>
              </a:ext>
            </a:extLst>
          </p:cNvPr>
          <p:cNvSpPr txBox="1"/>
          <p:nvPr/>
        </p:nvSpPr>
        <p:spPr>
          <a:xfrm>
            <a:off x="8349828" y="4606641"/>
            <a:ext cx="841797" cy="400110"/>
          </a:xfrm>
          <a:prstGeom prst="rect">
            <a:avLst/>
          </a:prstGeom>
          <a:solidFill>
            <a:schemeClr val="bg2">
              <a:lumMod val="90000"/>
            </a:schemeClr>
          </a:solidFill>
        </p:spPr>
        <p:txBody>
          <a:bodyPr wrap="square" rtlCol="0">
            <a:spAutoFit/>
          </a:bodyPr>
          <a:lstStyle/>
          <a:p>
            <a:pPr algn="ctr"/>
            <a:r>
              <a:rPr lang="ko-KR" altLang="en-US" sz="1000" b="1" err="1"/>
              <a:t>무선리모컨</a:t>
            </a:r>
            <a:endParaRPr lang="en-US" altLang="ko-KR" sz="1000" b="1"/>
          </a:p>
          <a:p>
            <a:pPr algn="ctr"/>
            <a:r>
              <a:rPr lang="en-US" altLang="ko-KR" sz="1000" b="1"/>
              <a:t>1</a:t>
            </a:r>
            <a:r>
              <a:rPr lang="ko-KR" altLang="en-US" sz="1000" b="1"/>
              <a:t>구</a:t>
            </a:r>
            <a:r>
              <a:rPr lang="en-US" altLang="ko-KR" sz="1000" b="1"/>
              <a:t>(3</a:t>
            </a:r>
            <a:r>
              <a:rPr lang="ko-KR" altLang="en-US" sz="1000" b="1"/>
              <a:t>채널</a:t>
            </a:r>
            <a:r>
              <a:rPr lang="en-US" altLang="ko-KR" sz="1000" b="1"/>
              <a:t>)</a:t>
            </a:r>
            <a:endParaRPr lang="ko-KR" altLang="en-US" sz="1000" b="1"/>
          </a:p>
        </p:txBody>
      </p:sp>
      <p:grpSp>
        <p:nvGrpSpPr>
          <p:cNvPr id="74" name="그룹 73">
            <a:extLst>
              <a:ext uri="{FF2B5EF4-FFF2-40B4-BE49-F238E27FC236}">
                <a16:creationId xmlns:a16="http://schemas.microsoft.com/office/drawing/2014/main" id="{A6FE8CE1-2ADB-7B3C-6305-F981D118FE13}"/>
              </a:ext>
            </a:extLst>
          </p:cNvPr>
          <p:cNvGrpSpPr/>
          <p:nvPr/>
        </p:nvGrpSpPr>
        <p:grpSpPr>
          <a:xfrm>
            <a:off x="4817274" y="4777836"/>
            <a:ext cx="98814" cy="650518"/>
            <a:chOff x="4737834" y="4900127"/>
            <a:chExt cx="98814" cy="650518"/>
          </a:xfrm>
          <a:solidFill>
            <a:srgbClr val="00B0F0"/>
          </a:solidFill>
        </p:grpSpPr>
        <p:sp>
          <p:nvSpPr>
            <p:cNvPr id="75" name="타원 74">
              <a:extLst>
                <a:ext uri="{FF2B5EF4-FFF2-40B4-BE49-F238E27FC236}">
                  <a16:creationId xmlns:a16="http://schemas.microsoft.com/office/drawing/2014/main" id="{161DF736-BA44-1DB2-C409-644F12978685}"/>
                </a:ext>
              </a:extLst>
            </p:cNvPr>
            <p:cNvSpPr/>
            <p:nvPr/>
          </p:nvSpPr>
          <p:spPr>
            <a:xfrm>
              <a:off x="4737834" y="4900127"/>
              <a:ext cx="98385" cy="98385"/>
            </a:xfrm>
            <a:prstGeom prst="ellipse">
              <a:avLst/>
            </a:prstGeom>
            <a:grpFill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>
                <a:solidFill>
                  <a:schemeClr val="tx1"/>
                </a:solidFill>
              </a:endParaRPr>
            </a:p>
          </p:txBody>
        </p:sp>
        <p:sp>
          <p:nvSpPr>
            <p:cNvPr id="76" name="타원 75">
              <a:extLst>
                <a:ext uri="{FF2B5EF4-FFF2-40B4-BE49-F238E27FC236}">
                  <a16:creationId xmlns:a16="http://schemas.microsoft.com/office/drawing/2014/main" id="{286598FF-3634-775C-1CBC-B6469184E321}"/>
                </a:ext>
              </a:extLst>
            </p:cNvPr>
            <p:cNvSpPr/>
            <p:nvPr/>
          </p:nvSpPr>
          <p:spPr>
            <a:xfrm>
              <a:off x="4738263" y="5452260"/>
              <a:ext cx="98385" cy="98385"/>
            </a:xfrm>
            <a:prstGeom prst="ellipse">
              <a:avLst/>
            </a:prstGeom>
            <a:grpFill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>
                <a:solidFill>
                  <a:schemeClr val="tx1"/>
                </a:solidFill>
              </a:endParaRPr>
            </a:p>
          </p:txBody>
        </p:sp>
      </p:grpSp>
      <p:grpSp>
        <p:nvGrpSpPr>
          <p:cNvPr id="77" name="그룹 76">
            <a:extLst>
              <a:ext uri="{FF2B5EF4-FFF2-40B4-BE49-F238E27FC236}">
                <a16:creationId xmlns:a16="http://schemas.microsoft.com/office/drawing/2014/main" id="{F61B05FF-2542-CE6D-F081-D95021FF7497}"/>
              </a:ext>
            </a:extLst>
          </p:cNvPr>
          <p:cNvGrpSpPr/>
          <p:nvPr/>
        </p:nvGrpSpPr>
        <p:grpSpPr>
          <a:xfrm>
            <a:off x="3236565" y="4765545"/>
            <a:ext cx="98814" cy="650518"/>
            <a:chOff x="4737834" y="4900127"/>
            <a:chExt cx="98814" cy="650518"/>
          </a:xfrm>
          <a:solidFill>
            <a:srgbClr val="00B0F0"/>
          </a:solidFill>
        </p:grpSpPr>
        <p:sp>
          <p:nvSpPr>
            <p:cNvPr id="78" name="타원 77">
              <a:extLst>
                <a:ext uri="{FF2B5EF4-FFF2-40B4-BE49-F238E27FC236}">
                  <a16:creationId xmlns:a16="http://schemas.microsoft.com/office/drawing/2014/main" id="{EFFDEBA3-972E-569B-8059-F4B34C55D858}"/>
                </a:ext>
              </a:extLst>
            </p:cNvPr>
            <p:cNvSpPr/>
            <p:nvPr/>
          </p:nvSpPr>
          <p:spPr>
            <a:xfrm>
              <a:off x="4737834" y="4900127"/>
              <a:ext cx="98385" cy="98385"/>
            </a:xfrm>
            <a:prstGeom prst="ellipse">
              <a:avLst/>
            </a:prstGeom>
            <a:grpFill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>
                <a:solidFill>
                  <a:schemeClr val="tx1"/>
                </a:solidFill>
              </a:endParaRPr>
            </a:p>
          </p:txBody>
        </p:sp>
        <p:sp>
          <p:nvSpPr>
            <p:cNvPr id="79" name="타원 78">
              <a:extLst>
                <a:ext uri="{FF2B5EF4-FFF2-40B4-BE49-F238E27FC236}">
                  <a16:creationId xmlns:a16="http://schemas.microsoft.com/office/drawing/2014/main" id="{4400A357-7251-4791-E220-B17CD247ACB5}"/>
                </a:ext>
              </a:extLst>
            </p:cNvPr>
            <p:cNvSpPr/>
            <p:nvPr/>
          </p:nvSpPr>
          <p:spPr>
            <a:xfrm>
              <a:off x="4738263" y="5452260"/>
              <a:ext cx="98385" cy="98385"/>
            </a:xfrm>
            <a:prstGeom prst="ellipse">
              <a:avLst/>
            </a:prstGeom>
            <a:grpFill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>
                <a:solidFill>
                  <a:schemeClr val="tx1"/>
                </a:solidFill>
              </a:endParaRPr>
            </a:p>
          </p:txBody>
        </p:sp>
      </p:grpSp>
      <p:sp>
        <p:nvSpPr>
          <p:cNvPr id="81" name="직사각형 80">
            <a:extLst>
              <a:ext uri="{FF2B5EF4-FFF2-40B4-BE49-F238E27FC236}">
                <a16:creationId xmlns:a16="http://schemas.microsoft.com/office/drawing/2014/main" id="{94D7F731-BD80-29BF-8F0A-9058A0494DAB}"/>
              </a:ext>
            </a:extLst>
          </p:cNvPr>
          <p:cNvSpPr/>
          <p:nvPr/>
        </p:nvSpPr>
        <p:spPr>
          <a:xfrm>
            <a:off x="3647728" y="5792909"/>
            <a:ext cx="1178149" cy="103264"/>
          </a:xfrm>
          <a:prstGeom prst="rect">
            <a:avLst/>
          </a:prstGeom>
          <a:solidFill>
            <a:srgbClr val="00B0F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127947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ko-KR" altLang="en-US" sz="135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맑은 고딕"/>
              <a:ea typeface="맑은 고딕" panose="020B0503020000020004" pitchFamily="50" charset="-127"/>
              <a:cs typeface="+mn-cs"/>
            </a:endParaRPr>
          </a:p>
        </p:txBody>
      </p:sp>
      <p:sp>
        <p:nvSpPr>
          <p:cNvPr id="83" name="직사각형 82">
            <a:extLst>
              <a:ext uri="{FF2B5EF4-FFF2-40B4-BE49-F238E27FC236}">
                <a16:creationId xmlns:a16="http://schemas.microsoft.com/office/drawing/2014/main" id="{3C597CCB-9523-DE23-A398-A7EE74502424}"/>
              </a:ext>
            </a:extLst>
          </p:cNvPr>
          <p:cNvSpPr/>
          <p:nvPr/>
        </p:nvSpPr>
        <p:spPr>
          <a:xfrm>
            <a:off x="2126658" y="5792518"/>
            <a:ext cx="1178149" cy="103264"/>
          </a:xfrm>
          <a:prstGeom prst="rect">
            <a:avLst/>
          </a:prstGeom>
          <a:solidFill>
            <a:srgbClr val="00B0F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127947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ko-KR" altLang="en-US" sz="135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맑은 고딕"/>
              <a:ea typeface="맑은 고딕" panose="020B0503020000020004" pitchFamily="50" charset="-127"/>
              <a:cs typeface="+mn-cs"/>
            </a:endParaRPr>
          </a:p>
        </p:txBody>
      </p:sp>
      <p:sp>
        <p:nvSpPr>
          <p:cNvPr id="85" name="TextBox 84">
            <a:extLst>
              <a:ext uri="{FF2B5EF4-FFF2-40B4-BE49-F238E27FC236}">
                <a16:creationId xmlns:a16="http://schemas.microsoft.com/office/drawing/2014/main" id="{51B9FF46-1FF9-7774-9860-0C869F4A1357}"/>
              </a:ext>
            </a:extLst>
          </p:cNvPr>
          <p:cNvSpPr txBox="1"/>
          <p:nvPr/>
        </p:nvSpPr>
        <p:spPr>
          <a:xfrm>
            <a:off x="3717557" y="4896073"/>
            <a:ext cx="841797" cy="400110"/>
          </a:xfrm>
          <a:prstGeom prst="rect">
            <a:avLst/>
          </a:prstGeom>
          <a:solidFill>
            <a:schemeClr val="bg2">
              <a:lumMod val="90000"/>
            </a:schemeClr>
          </a:solidFill>
        </p:spPr>
        <p:txBody>
          <a:bodyPr wrap="square" rtlCol="0">
            <a:spAutoFit/>
          </a:bodyPr>
          <a:lstStyle/>
          <a:p>
            <a:pPr algn="ctr"/>
            <a:r>
              <a:rPr lang="ko-KR" altLang="en-US" sz="1000" b="1" err="1"/>
              <a:t>무선리모컨</a:t>
            </a:r>
            <a:endParaRPr lang="en-US" altLang="ko-KR" sz="1000" b="1"/>
          </a:p>
          <a:p>
            <a:pPr algn="ctr"/>
            <a:r>
              <a:rPr lang="en-US" altLang="ko-KR" sz="1000" b="1"/>
              <a:t>1</a:t>
            </a:r>
            <a:r>
              <a:rPr lang="ko-KR" altLang="en-US" sz="1000" b="1"/>
              <a:t>구</a:t>
            </a:r>
            <a:r>
              <a:rPr lang="en-US" altLang="ko-KR" sz="1000" b="1"/>
              <a:t>(3</a:t>
            </a:r>
            <a:r>
              <a:rPr lang="ko-KR" altLang="en-US" sz="1000" b="1"/>
              <a:t>채널</a:t>
            </a:r>
            <a:r>
              <a:rPr lang="en-US" altLang="ko-KR" sz="1000" b="1"/>
              <a:t>)</a:t>
            </a:r>
            <a:endParaRPr lang="ko-KR" altLang="en-US" sz="1000" b="1"/>
          </a:p>
        </p:txBody>
      </p:sp>
      <p:sp>
        <p:nvSpPr>
          <p:cNvPr id="87" name="TextBox 86">
            <a:extLst>
              <a:ext uri="{FF2B5EF4-FFF2-40B4-BE49-F238E27FC236}">
                <a16:creationId xmlns:a16="http://schemas.microsoft.com/office/drawing/2014/main" id="{905C2FFB-90D3-8D37-CAB1-1A54B34D0A5B}"/>
              </a:ext>
            </a:extLst>
          </p:cNvPr>
          <p:cNvSpPr txBox="1"/>
          <p:nvPr/>
        </p:nvSpPr>
        <p:spPr>
          <a:xfrm>
            <a:off x="2218028" y="4882834"/>
            <a:ext cx="841797" cy="400110"/>
          </a:xfrm>
          <a:prstGeom prst="rect">
            <a:avLst/>
          </a:prstGeom>
          <a:solidFill>
            <a:schemeClr val="bg2">
              <a:lumMod val="90000"/>
            </a:schemeClr>
          </a:solidFill>
        </p:spPr>
        <p:txBody>
          <a:bodyPr wrap="square" rtlCol="0">
            <a:spAutoFit/>
          </a:bodyPr>
          <a:lstStyle/>
          <a:p>
            <a:pPr algn="ctr"/>
            <a:r>
              <a:rPr lang="ko-KR" altLang="en-US" sz="1000" b="1" err="1"/>
              <a:t>무선리모컨</a:t>
            </a:r>
            <a:endParaRPr lang="en-US" altLang="ko-KR" sz="1000" b="1"/>
          </a:p>
          <a:p>
            <a:pPr algn="ctr"/>
            <a:r>
              <a:rPr lang="en-US" altLang="ko-KR" sz="1000" b="1"/>
              <a:t>1</a:t>
            </a:r>
            <a:r>
              <a:rPr lang="ko-KR" altLang="en-US" sz="1000" b="1"/>
              <a:t>구</a:t>
            </a:r>
            <a:r>
              <a:rPr lang="en-US" altLang="ko-KR" sz="1000" b="1"/>
              <a:t>(3</a:t>
            </a:r>
            <a:r>
              <a:rPr lang="ko-KR" altLang="en-US" sz="1000" b="1"/>
              <a:t>채널</a:t>
            </a:r>
            <a:r>
              <a:rPr lang="en-US" altLang="ko-KR" sz="1000" b="1"/>
              <a:t>)</a:t>
            </a:r>
            <a:endParaRPr lang="ko-KR" altLang="en-US" sz="1000" b="1"/>
          </a:p>
        </p:txBody>
      </p:sp>
    </p:spTree>
    <p:extLst>
      <p:ext uri="{BB962C8B-B14F-4D97-AF65-F5344CB8AC3E}">
        <p14:creationId xmlns:p14="http://schemas.microsoft.com/office/powerpoint/2010/main" val="2588244151"/>
      </p:ext>
    </p:extLst>
  </p:cSld>
  <p:clrMapOvr>
    <a:masterClrMapping/>
  </p:clrMapOvr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CEE614E-FA9A-A0FC-54F7-C285CF47D2C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그림 2">
            <a:extLst>
              <a:ext uri="{FF2B5EF4-FFF2-40B4-BE49-F238E27FC236}">
                <a16:creationId xmlns:a16="http://schemas.microsoft.com/office/drawing/2014/main" id="{DE993443-A6BA-184E-B95C-ED1F5F7293AA}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/>
        </p:nvPicPr>
        <p:blipFill>
          <a:blip r:embed="rId2">
            <a:alphaModFix amt="70000"/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saturation sat="0"/>
                    </a14:imgEffect>
                  </a14:imgLayer>
                </a14:imgProps>
              </a:ext>
            </a:extLst>
          </a:blip>
          <a:stretch>
            <a:fillRect/>
          </a:stretch>
        </p:blipFill>
        <p:spPr>
          <a:xfrm>
            <a:off x="1836279" y="590334"/>
            <a:ext cx="8819021" cy="5677332"/>
          </a:xfrm>
          <a:prstGeom prst="rect">
            <a:avLst/>
          </a:prstGeom>
        </p:spPr>
      </p:pic>
      <mc:AlternateContent xmlns:mc="http://schemas.openxmlformats.org/markup-compatibility/2006">
        <mc:Choice xmlns:a14="http://schemas.microsoft.com/office/drawing/2010/main" Requires="a14">
          <p:sp>
            <p:nvSpPr>
              <p:cNvPr id="4" name="TextBox 3">
                <a:extLst>
                  <a:ext uri="{FF2B5EF4-FFF2-40B4-BE49-F238E27FC236}">
                    <a16:creationId xmlns:a16="http://schemas.microsoft.com/office/drawing/2014/main" id="{13BC8B70-FB44-1A98-DFFD-5EDB00E26666}"/>
                  </a:ext>
                </a:extLst>
              </p:cNvPr>
              <p:cNvSpPr txBox="1"/>
              <p:nvPr/>
            </p:nvSpPr>
            <p:spPr>
              <a:xfrm>
                <a:off x="10152689" y="1075737"/>
                <a:ext cx="1762781" cy="407099"/>
              </a:xfrm>
              <a:prstGeom prst="rect">
                <a:avLst/>
              </a:prstGeom>
              <a:noFill/>
            </p:spPr>
            <p:txBody>
              <a:bodyPr wrap="square">
                <a:spAutoFit/>
                <a:scene3d>
                  <a:camera prst="orthographicFront"/>
                  <a:lightRig rig="harsh" dir="t"/>
                </a:scene3d>
                <a:sp3d extrusionH="57150" prstMaterial="matte">
                  <a:bevelT w="63500" h="12700" prst="angle"/>
                  <a:contourClr>
                    <a:schemeClr val="bg1">
                      <a:lumMod val="65000"/>
                    </a:schemeClr>
                  </a:contourClr>
                </a:sp3d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right"/>
                    </m:oMathParaPr>
                    <m:oMath xmlns:m="http://schemas.openxmlformats.org/officeDocument/2006/math">
                      <m:sSup>
                        <m:sSupPr>
                          <m:ctrlPr>
                            <a:rPr lang="en-US" altLang="ko-KR" sz="2000" b="1" i="1" u="none" strike="noStrike" smtClean="0">
                              <a:ln/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altLang="ko-KR" sz="2000" b="1" i="1" u="none" strike="noStrike" smtClean="0">
                              <a:ln/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𝟖𝟒</m:t>
                          </m:r>
                          <m:r>
                            <a:rPr lang="en-US" altLang="ko-KR" sz="2000" b="1" i="1" u="none" strike="noStrike" smtClean="0">
                              <a:ln/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𝑩𝒎</m:t>
                          </m:r>
                        </m:e>
                        <m:sup>
                          <m:r>
                            <a:rPr lang="en-US" altLang="ko-KR" sz="2000" b="1" i="1" u="none" strike="noStrike" smtClean="0">
                              <a:ln/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𝟐</m:t>
                          </m:r>
                        </m:sup>
                      </m:sSup>
                    </m:oMath>
                  </m:oMathPara>
                </a14:m>
                <a:endParaRPr lang="ko-KR" altLang="en-US" sz="2000" b="1">
                  <a:ln/>
                  <a:solidFill>
                    <a:schemeClr val="tx1"/>
                  </a:solidFill>
                </a:endParaRPr>
              </a:p>
            </p:txBody>
          </p:sp>
        </mc:Choice>
        <mc:Fallback>
          <p:sp>
            <p:nvSpPr>
              <p:cNvPr id="4" name="TextBox 3">
                <a:extLst>
                  <a:ext uri="{FF2B5EF4-FFF2-40B4-BE49-F238E27FC236}">
                    <a16:creationId xmlns:a16="http://schemas.microsoft.com/office/drawing/2014/main" id="{13BC8B70-FB44-1A98-DFFD-5EDB00E26666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0152689" y="1075737"/>
                <a:ext cx="1762781" cy="407099"/>
              </a:xfrm>
              <a:prstGeom prst="rect">
                <a:avLst/>
              </a:prstGeom>
              <a:blipFill>
                <a:blip r:embed="rId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5" name="TextBox 4">
            <a:extLst>
              <a:ext uri="{FF2B5EF4-FFF2-40B4-BE49-F238E27FC236}">
                <a16:creationId xmlns:a16="http://schemas.microsoft.com/office/drawing/2014/main" id="{83672731-26DF-CD23-05F4-87B354DE0419}"/>
              </a:ext>
            </a:extLst>
          </p:cNvPr>
          <p:cNvSpPr txBox="1"/>
          <p:nvPr/>
        </p:nvSpPr>
        <p:spPr>
          <a:xfrm>
            <a:off x="1870318" y="353253"/>
            <a:ext cx="8452551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 sz="2000" b="1"/>
              <a:t>84B</a:t>
            </a:r>
            <a:r>
              <a:rPr lang="ko-KR" altLang="en-US" sz="2000" b="1"/>
              <a:t>타입 간접 프리미엄 </a:t>
            </a:r>
            <a:r>
              <a:rPr lang="en-US" altLang="ko-KR" sz="2000" b="1"/>
              <a:t>SET + </a:t>
            </a:r>
            <a:r>
              <a:rPr lang="ko-KR" altLang="en-US" sz="2000" b="1" err="1"/>
              <a:t>실링팬</a:t>
            </a:r>
            <a:r>
              <a:rPr lang="ko-KR" altLang="en-US" sz="2000" b="1"/>
              <a:t> 우물두줄</a:t>
            </a:r>
            <a:endParaRPr lang="en-US" altLang="ko-KR" sz="2000" b="1"/>
          </a:p>
        </p:txBody>
      </p:sp>
      <p:sp>
        <p:nvSpPr>
          <p:cNvPr id="8" name="직사각형 7">
            <a:extLst>
              <a:ext uri="{FF2B5EF4-FFF2-40B4-BE49-F238E27FC236}">
                <a16:creationId xmlns:a16="http://schemas.microsoft.com/office/drawing/2014/main" id="{25125C5A-41D1-702D-1EBD-F64D331E2324}"/>
              </a:ext>
            </a:extLst>
          </p:cNvPr>
          <p:cNvSpPr/>
          <p:nvPr/>
        </p:nvSpPr>
        <p:spPr>
          <a:xfrm rot="5400000">
            <a:off x="7180821" y="5029738"/>
            <a:ext cx="102820" cy="1630245"/>
          </a:xfrm>
          <a:prstGeom prst="rect">
            <a:avLst/>
          </a:prstGeom>
          <a:solidFill>
            <a:srgbClr val="FF000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>
              <a:solidFill>
                <a:schemeClr val="tx1"/>
              </a:solidFill>
            </a:endParaRPr>
          </a:p>
        </p:txBody>
      </p:sp>
      <p:sp>
        <p:nvSpPr>
          <p:cNvPr id="9" name="사각형: 둥근 모서리 8">
            <a:extLst>
              <a:ext uri="{FF2B5EF4-FFF2-40B4-BE49-F238E27FC236}">
                <a16:creationId xmlns:a16="http://schemas.microsoft.com/office/drawing/2014/main" id="{9FD12E9A-5C04-9D42-8348-4006A023695F}"/>
              </a:ext>
            </a:extLst>
          </p:cNvPr>
          <p:cNvSpPr/>
          <p:nvPr/>
        </p:nvSpPr>
        <p:spPr>
          <a:xfrm>
            <a:off x="6710006" y="4436635"/>
            <a:ext cx="1092978" cy="1103860"/>
          </a:xfrm>
          <a:prstGeom prst="roundRect">
            <a:avLst>
              <a:gd name="adj" fmla="val 15666"/>
            </a:avLst>
          </a:prstGeom>
          <a:noFill/>
          <a:ln w="38100">
            <a:solidFill>
              <a:schemeClr val="accent2">
                <a:lumMod val="60000"/>
                <a:lumOff val="4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>
              <a:solidFill>
                <a:schemeClr val="tx1"/>
              </a:solidFill>
            </a:endParaRP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2C4C59BB-281C-FAF4-6D20-BD4B8607A6E9}"/>
              </a:ext>
            </a:extLst>
          </p:cNvPr>
          <p:cNvSpPr txBox="1"/>
          <p:nvPr/>
        </p:nvSpPr>
        <p:spPr>
          <a:xfrm>
            <a:off x="6284639" y="3871467"/>
            <a:ext cx="1891732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ko-KR" altLang="en-US" sz="1000" b="1"/>
              <a:t>전자식스위치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1633C2E4-51C3-35F1-B843-ACE7669AE311}"/>
              </a:ext>
            </a:extLst>
          </p:cNvPr>
          <p:cNvSpPr txBox="1"/>
          <p:nvPr/>
        </p:nvSpPr>
        <p:spPr>
          <a:xfrm>
            <a:off x="112365" y="770606"/>
            <a:ext cx="3264447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800">
                <a:solidFill>
                  <a:srgbClr val="FF0000"/>
                </a:solidFill>
              </a:rPr>
              <a:t>**</a:t>
            </a:r>
            <a:r>
              <a:rPr lang="ko-KR" altLang="en-US" sz="800">
                <a:solidFill>
                  <a:srgbClr val="FF0000"/>
                </a:solidFill>
              </a:rPr>
              <a:t>스위치 연결을 위해 별도의 </a:t>
            </a:r>
            <a:r>
              <a:rPr lang="ko-KR" altLang="en-US" sz="800" err="1">
                <a:solidFill>
                  <a:srgbClr val="FF0000"/>
                </a:solidFill>
              </a:rPr>
              <a:t>타공이</a:t>
            </a:r>
            <a:r>
              <a:rPr lang="ko-KR" altLang="en-US" sz="800">
                <a:solidFill>
                  <a:srgbClr val="FF0000"/>
                </a:solidFill>
              </a:rPr>
              <a:t> 필요할 수 </a:t>
            </a:r>
            <a:endParaRPr lang="en-US" altLang="ko-KR" sz="800">
              <a:solidFill>
                <a:srgbClr val="FF0000"/>
              </a:solidFill>
            </a:endParaRPr>
          </a:p>
          <a:p>
            <a:r>
              <a:rPr lang="ko-KR" altLang="en-US" sz="800">
                <a:solidFill>
                  <a:srgbClr val="FF0000"/>
                </a:solidFill>
              </a:rPr>
              <a:t>있으며</a:t>
            </a:r>
            <a:r>
              <a:rPr lang="en-US" altLang="ko-KR" sz="800">
                <a:solidFill>
                  <a:srgbClr val="FF0000"/>
                </a:solidFill>
              </a:rPr>
              <a:t> </a:t>
            </a:r>
            <a:r>
              <a:rPr lang="ko-KR" altLang="en-US" sz="800">
                <a:solidFill>
                  <a:srgbClr val="FF0000"/>
                </a:solidFill>
              </a:rPr>
              <a:t>공스피커로 마감 될 수도 있음</a:t>
            </a:r>
            <a:endParaRPr lang="en-US" altLang="ko-KR" sz="800">
              <a:solidFill>
                <a:srgbClr val="FF0000"/>
              </a:solidFill>
            </a:endParaRPr>
          </a:p>
        </p:txBody>
      </p:sp>
      <p:sp>
        <p:nvSpPr>
          <p:cNvPr id="13" name="별: 꼭짓점 4개 12">
            <a:extLst>
              <a:ext uri="{FF2B5EF4-FFF2-40B4-BE49-F238E27FC236}">
                <a16:creationId xmlns:a16="http://schemas.microsoft.com/office/drawing/2014/main" id="{27171B05-2D3D-F828-7418-3245BFFF96EB}"/>
              </a:ext>
            </a:extLst>
          </p:cNvPr>
          <p:cNvSpPr/>
          <p:nvPr/>
        </p:nvSpPr>
        <p:spPr>
          <a:xfrm>
            <a:off x="6974072" y="4717281"/>
            <a:ext cx="557315" cy="559233"/>
          </a:xfrm>
          <a:prstGeom prst="star4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2645">
              <a:solidFill>
                <a:schemeClr val="tx1"/>
              </a:solidFill>
            </a:endParaRPr>
          </a:p>
        </p:txBody>
      </p:sp>
      <p:grpSp>
        <p:nvGrpSpPr>
          <p:cNvPr id="26" name="그룹 25">
            <a:extLst>
              <a:ext uri="{FF2B5EF4-FFF2-40B4-BE49-F238E27FC236}">
                <a16:creationId xmlns:a16="http://schemas.microsoft.com/office/drawing/2014/main" id="{5FEEEBF6-1FBE-B189-E519-D2C4592BC3AF}"/>
              </a:ext>
            </a:extLst>
          </p:cNvPr>
          <p:cNvGrpSpPr/>
          <p:nvPr/>
        </p:nvGrpSpPr>
        <p:grpSpPr>
          <a:xfrm rot="5400000">
            <a:off x="3884810" y="3871479"/>
            <a:ext cx="99451" cy="545492"/>
            <a:chOff x="5324822" y="4538198"/>
            <a:chExt cx="99451" cy="545492"/>
          </a:xfrm>
        </p:grpSpPr>
        <p:sp>
          <p:nvSpPr>
            <p:cNvPr id="27" name="타원 26">
              <a:extLst>
                <a:ext uri="{FF2B5EF4-FFF2-40B4-BE49-F238E27FC236}">
                  <a16:creationId xmlns:a16="http://schemas.microsoft.com/office/drawing/2014/main" id="{14F353A2-B55E-2202-CA3A-7DD3AD24654F}"/>
                </a:ext>
              </a:extLst>
            </p:cNvPr>
            <p:cNvSpPr/>
            <p:nvPr/>
          </p:nvSpPr>
          <p:spPr>
            <a:xfrm>
              <a:off x="5325888" y="4538198"/>
              <a:ext cx="98385" cy="98385"/>
            </a:xfrm>
            <a:prstGeom prst="ellipse">
              <a:avLst/>
            </a:prstGeom>
            <a:solidFill>
              <a:srgbClr val="FF0000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>
                <a:solidFill>
                  <a:schemeClr val="tx1"/>
                </a:solidFill>
              </a:endParaRPr>
            </a:p>
          </p:txBody>
        </p:sp>
        <p:sp>
          <p:nvSpPr>
            <p:cNvPr id="28" name="타원 27">
              <a:extLst>
                <a:ext uri="{FF2B5EF4-FFF2-40B4-BE49-F238E27FC236}">
                  <a16:creationId xmlns:a16="http://schemas.microsoft.com/office/drawing/2014/main" id="{608927B0-ABF3-0ED7-055D-79C9A4AAA83E}"/>
                </a:ext>
              </a:extLst>
            </p:cNvPr>
            <p:cNvSpPr/>
            <p:nvPr/>
          </p:nvSpPr>
          <p:spPr>
            <a:xfrm>
              <a:off x="5324822" y="4985305"/>
              <a:ext cx="98385" cy="98385"/>
            </a:xfrm>
            <a:prstGeom prst="ellipse">
              <a:avLst/>
            </a:prstGeom>
            <a:solidFill>
              <a:srgbClr val="FF0000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>
                <a:solidFill>
                  <a:schemeClr val="tx1"/>
                </a:solidFill>
              </a:endParaRPr>
            </a:p>
          </p:txBody>
        </p:sp>
      </p:grpSp>
      <p:sp>
        <p:nvSpPr>
          <p:cNvPr id="29" name="직사각형 28">
            <a:extLst>
              <a:ext uri="{FF2B5EF4-FFF2-40B4-BE49-F238E27FC236}">
                <a16:creationId xmlns:a16="http://schemas.microsoft.com/office/drawing/2014/main" id="{B66E6ED7-5966-E4D8-9F34-065162E6903A}"/>
              </a:ext>
            </a:extLst>
          </p:cNvPr>
          <p:cNvSpPr/>
          <p:nvPr/>
        </p:nvSpPr>
        <p:spPr>
          <a:xfrm flipV="1">
            <a:off x="4122422" y="2864481"/>
            <a:ext cx="98385" cy="777243"/>
          </a:xfrm>
          <a:prstGeom prst="rect">
            <a:avLst/>
          </a:prstGeom>
          <a:solidFill>
            <a:srgbClr val="FFFF0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>
              <a:solidFill>
                <a:schemeClr val="tx1"/>
              </a:solidFill>
            </a:endParaRPr>
          </a:p>
        </p:txBody>
      </p:sp>
      <p:sp>
        <p:nvSpPr>
          <p:cNvPr id="32" name="TextBox 31">
            <a:extLst>
              <a:ext uri="{FF2B5EF4-FFF2-40B4-BE49-F238E27FC236}">
                <a16:creationId xmlns:a16="http://schemas.microsoft.com/office/drawing/2014/main" id="{6144A174-8C8D-A62E-D989-CB0CA0DDE912}"/>
              </a:ext>
            </a:extLst>
          </p:cNvPr>
          <p:cNvSpPr txBox="1"/>
          <p:nvPr/>
        </p:nvSpPr>
        <p:spPr>
          <a:xfrm>
            <a:off x="6681177" y="6224457"/>
            <a:ext cx="2229372" cy="55399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1000" b="1" err="1">
                <a:highlight>
                  <a:srgbClr val="FFFF00"/>
                </a:highlight>
              </a:rPr>
              <a:t>실링팬</a:t>
            </a:r>
            <a:r>
              <a:rPr lang="ko-KR" altLang="en-US" sz="1000" b="1">
                <a:highlight>
                  <a:srgbClr val="FFFF00"/>
                </a:highlight>
              </a:rPr>
              <a:t> </a:t>
            </a:r>
            <a:r>
              <a:rPr lang="ko-KR" altLang="en-US" sz="1000" b="1" err="1">
                <a:highlight>
                  <a:srgbClr val="FFFF00"/>
                </a:highlight>
              </a:rPr>
              <a:t>루씨에어</a:t>
            </a:r>
            <a:endParaRPr lang="en-US" altLang="ko-KR" sz="1000" b="1">
              <a:highlight>
                <a:srgbClr val="FFFF00"/>
              </a:highlight>
            </a:endParaRPr>
          </a:p>
          <a:p>
            <a:r>
              <a:rPr lang="ko-KR" altLang="en-US" sz="1000" b="1">
                <a:highlight>
                  <a:srgbClr val="FFFF00"/>
                </a:highlight>
              </a:rPr>
              <a:t>설치</a:t>
            </a:r>
            <a:r>
              <a:rPr lang="en-US" altLang="ko-KR" sz="1000" b="1">
                <a:highlight>
                  <a:srgbClr val="FFFF00"/>
                </a:highlight>
              </a:rPr>
              <a:t>+</a:t>
            </a:r>
            <a:r>
              <a:rPr lang="ko-KR" altLang="en-US" sz="1000" b="1">
                <a:highlight>
                  <a:srgbClr val="FFFF00"/>
                </a:highlight>
              </a:rPr>
              <a:t>보강</a:t>
            </a:r>
            <a:endParaRPr lang="en-US" altLang="ko-KR" sz="1000" b="1">
              <a:highlight>
                <a:srgbClr val="FFFF00"/>
              </a:highlight>
            </a:endParaRPr>
          </a:p>
          <a:p>
            <a:r>
              <a:rPr lang="ko-KR" altLang="en-US" sz="1000" b="1">
                <a:highlight>
                  <a:srgbClr val="FFFF00"/>
                </a:highlight>
              </a:rPr>
              <a:t>우물조명 </a:t>
            </a:r>
            <a:r>
              <a:rPr lang="en-US" altLang="ko-KR" sz="1000" b="1">
                <a:highlight>
                  <a:srgbClr val="FFFF00"/>
                </a:highlight>
              </a:rPr>
              <a:t>2</a:t>
            </a:r>
            <a:r>
              <a:rPr lang="ko-KR" altLang="en-US" sz="1000" b="1">
                <a:highlight>
                  <a:srgbClr val="FFFF00"/>
                </a:highlight>
              </a:rPr>
              <a:t>줄 </a:t>
            </a:r>
            <a:r>
              <a:rPr lang="ko-KR" altLang="en-US" sz="1000" b="1" err="1">
                <a:highlight>
                  <a:srgbClr val="FFFF00"/>
                </a:highlight>
              </a:rPr>
              <a:t>전구색</a:t>
            </a:r>
            <a:r>
              <a:rPr lang="en-US" altLang="ko-KR" sz="1000" b="1">
                <a:highlight>
                  <a:srgbClr val="FFFF00"/>
                </a:highlight>
              </a:rPr>
              <a:t>+</a:t>
            </a:r>
            <a:r>
              <a:rPr lang="ko-KR" altLang="en-US" sz="1000" b="1" err="1">
                <a:highlight>
                  <a:srgbClr val="FFFF00"/>
                </a:highlight>
              </a:rPr>
              <a:t>주백색</a:t>
            </a:r>
            <a:endParaRPr lang="en-US" altLang="ko-KR" sz="1000" b="1">
              <a:highlight>
                <a:srgbClr val="FFFF00"/>
              </a:highlight>
            </a:endParaRPr>
          </a:p>
        </p:txBody>
      </p:sp>
      <p:sp>
        <p:nvSpPr>
          <p:cNvPr id="33" name="TextBox 13">
            <a:extLst>
              <a:ext uri="{FF2B5EF4-FFF2-40B4-BE49-F238E27FC236}">
                <a16:creationId xmlns:a16="http://schemas.microsoft.com/office/drawing/2014/main" id="{64E23484-1C71-9A78-F436-B9A078FEF563}"/>
              </a:ext>
            </a:extLst>
          </p:cNvPr>
          <p:cNvSpPr txBox="1"/>
          <p:nvPr/>
        </p:nvSpPr>
        <p:spPr>
          <a:xfrm>
            <a:off x="142074" y="1128948"/>
            <a:ext cx="1489510" cy="461665"/>
          </a:xfrm>
          <a:prstGeom prst="rect">
            <a:avLst/>
          </a:prstGeom>
          <a:solidFill>
            <a:schemeClr val="accent6">
              <a:lumMod val="20000"/>
              <a:lumOff val="80000"/>
            </a:schemeClr>
          </a:solidFill>
        </p:spPr>
        <p:txBody>
          <a:bodyPr wrap="none" rtlCol="0">
            <a:spAutoFit/>
          </a:bodyPr>
          <a:lstStyle>
            <a:defPPr>
              <a:defRPr lang="ko-KR"/>
            </a:defPPr>
            <a:lvl1pPr marL="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ko-KR" altLang="en-US" sz="800" b="1"/>
              <a:t>욕실 </a:t>
            </a:r>
            <a:r>
              <a:rPr lang="ko-KR" altLang="en-US" sz="800" b="1" err="1"/>
              <a:t>휴젠트여부에</a:t>
            </a:r>
            <a:r>
              <a:rPr lang="ko-KR" altLang="en-US" sz="800" b="1"/>
              <a:t> 대하여</a:t>
            </a:r>
            <a:endParaRPr lang="en-US" altLang="ko-KR" sz="800" b="1"/>
          </a:p>
          <a:p>
            <a:r>
              <a:rPr lang="ko-KR" altLang="en-US" sz="800" b="1"/>
              <a:t>기사분이 현장에서 파악하여</a:t>
            </a:r>
            <a:endParaRPr lang="en-US" altLang="ko-KR" sz="800" b="1"/>
          </a:p>
          <a:p>
            <a:r>
              <a:rPr lang="ko-KR" altLang="en-US" sz="800" b="1"/>
              <a:t>센서위치를 적용해드립니다</a:t>
            </a:r>
            <a:r>
              <a:rPr lang="en-US" altLang="ko-KR" sz="800" b="1"/>
              <a:t>.</a:t>
            </a:r>
            <a:endParaRPr lang="ko-KR" altLang="en-US" sz="800" b="1"/>
          </a:p>
        </p:txBody>
      </p:sp>
      <p:grpSp>
        <p:nvGrpSpPr>
          <p:cNvPr id="34" name="그룹 33">
            <a:extLst>
              <a:ext uri="{FF2B5EF4-FFF2-40B4-BE49-F238E27FC236}">
                <a16:creationId xmlns:a16="http://schemas.microsoft.com/office/drawing/2014/main" id="{A67DDD46-C521-83A7-39CE-4F7093A1D122}"/>
              </a:ext>
            </a:extLst>
          </p:cNvPr>
          <p:cNvGrpSpPr/>
          <p:nvPr/>
        </p:nvGrpSpPr>
        <p:grpSpPr>
          <a:xfrm>
            <a:off x="166864" y="137559"/>
            <a:ext cx="2166761" cy="738664"/>
            <a:chOff x="209306" y="114311"/>
            <a:chExt cx="2166761" cy="742666"/>
          </a:xfrm>
        </p:grpSpPr>
        <p:sp>
          <p:nvSpPr>
            <p:cNvPr id="35" name="타원 34">
              <a:extLst>
                <a:ext uri="{FF2B5EF4-FFF2-40B4-BE49-F238E27FC236}">
                  <a16:creationId xmlns:a16="http://schemas.microsoft.com/office/drawing/2014/main" id="{4F30EC02-B223-446A-184F-2DCD9299522D}"/>
                </a:ext>
              </a:extLst>
            </p:cNvPr>
            <p:cNvSpPr/>
            <p:nvPr/>
          </p:nvSpPr>
          <p:spPr>
            <a:xfrm>
              <a:off x="209307" y="168341"/>
              <a:ext cx="98385" cy="98385"/>
            </a:xfrm>
            <a:prstGeom prst="ellipse">
              <a:avLst/>
            </a:prstGeom>
            <a:solidFill>
              <a:srgbClr val="FF0000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ko-KR"/>
              </a:defPPr>
              <a:lvl1pPr marL="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ko-KR" altLang="en-US">
                <a:solidFill>
                  <a:schemeClr val="tx1"/>
                </a:solidFill>
              </a:endParaRPr>
            </a:p>
          </p:txBody>
        </p:sp>
        <p:sp>
          <p:nvSpPr>
            <p:cNvPr id="36" name="타원 35">
              <a:extLst>
                <a:ext uri="{FF2B5EF4-FFF2-40B4-BE49-F238E27FC236}">
                  <a16:creationId xmlns:a16="http://schemas.microsoft.com/office/drawing/2014/main" id="{68FD90BC-9E02-4685-4425-DF328300224A}"/>
                </a:ext>
              </a:extLst>
            </p:cNvPr>
            <p:cNvSpPr/>
            <p:nvPr/>
          </p:nvSpPr>
          <p:spPr>
            <a:xfrm>
              <a:off x="209307" y="347436"/>
              <a:ext cx="98385" cy="98385"/>
            </a:xfrm>
            <a:prstGeom prst="ellipse">
              <a:avLst/>
            </a:prstGeom>
            <a:solidFill>
              <a:srgbClr val="FFFF00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ko-KR"/>
              </a:defPPr>
              <a:lvl1pPr marL="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ko-KR" altLang="en-US">
                <a:solidFill>
                  <a:schemeClr val="tx1"/>
                </a:solidFill>
              </a:endParaRPr>
            </a:p>
          </p:txBody>
        </p:sp>
        <p:sp>
          <p:nvSpPr>
            <p:cNvPr id="37" name="타원 36">
              <a:extLst>
                <a:ext uri="{FF2B5EF4-FFF2-40B4-BE49-F238E27FC236}">
                  <a16:creationId xmlns:a16="http://schemas.microsoft.com/office/drawing/2014/main" id="{59EEDE8A-9ACE-CFD6-CA13-838FD3692DD3}"/>
                </a:ext>
              </a:extLst>
            </p:cNvPr>
            <p:cNvSpPr/>
            <p:nvPr/>
          </p:nvSpPr>
          <p:spPr>
            <a:xfrm>
              <a:off x="209306" y="573831"/>
              <a:ext cx="98385" cy="98385"/>
            </a:xfrm>
            <a:prstGeom prst="ellipse">
              <a:avLst/>
            </a:prstGeom>
            <a:solidFill>
              <a:srgbClr val="FFC000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ko-KR"/>
              </a:defPPr>
              <a:lvl1pPr marL="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ko-KR" altLang="en-US">
                <a:solidFill>
                  <a:schemeClr val="tx1"/>
                </a:solidFill>
              </a:endParaRPr>
            </a:p>
          </p:txBody>
        </p:sp>
        <p:sp>
          <p:nvSpPr>
            <p:cNvPr id="38" name="TextBox 11">
              <a:extLst>
                <a:ext uri="{FF2B5EF4-FFF2-40B4-BE49-F238E27FC236}">
                  <a16:creationId xmlns:a16="http://schemas.microsoft.com/office/drawing/2014/main" id="{95473C2E-CEA3-933F-8D8C-5ED7FA4C2C4F}"/>
                </a:ext>
              </a:extLst>
            </p:cNvPr>
            <p:cNvSpPr txBox="1"/>
            <p:nvPr/>
          </p:nvSpPr>
          <p:spPr>
            <a:xfrm>
              <a:off x="318304" y="114311"/>
              <a:ext cx="2057763" cy="742666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>
              <a:defPPr>
                <a:defRPr lang="ko-KR"/>
              </a:defPPr>
              <a:lvl1pPr marL="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r>
                <a:rPr lang="ko-KR" altLang="en-US" sz="700"/>
                <a:t>간접조명 </a:t>
              </a:r>
              <a:r>
                <a:rPr lang="en-US" altLang="ko-KR" sz="700"/>
                <a:t>A SET</a:t>
              </a:r>
            </a:p>
            <a:p>
              <a:endParaRPr lang="en-US" altLang="ko-KR" sz="700"/>
            </a:p>
            <a:p>
              <a:r>
                <a:rPr lang="ko-KR" altLang="en-US" sz="700"/>
                <a:t>간접조명 센서 </a:t>
              </a:r>
              <a:r>
                <a:rPr lang="en-US" altLang="ko-KR" sz="700"/>
                <a:t>SET</a:t>
              </a:r>
            </a:p>
            <a:p>
              <a:endParaRPr lang="en-US" altLang="ko-KR" sz="700"/>
            </a:p>
            <a:p>
              <a:r>
                <a:rPr lang="ko-KR" altLang="en-US" sz="700"/>
                <a:t>우물천장간접조명 및 커튼박수 추가</a:t>
              </a:r>
              <a:r>
                <a:rPr lang="en-US" altLang="ko-KR" sz="700"/>
                <a:t>(</a:t>
              </a:r>
              <a:r>
                <a:rPr lang="ko-KR" altLang="en-US" sz="700"/>
                <a:t>별도 추가</a:t>
              </a:r>
              <a:r>
                <a:rPr lang="en-US" altLang="ko-KR" sz="700"/>
                <a:t>)</a:t>
              </a:r>
            </a:p>
            <a:p>
              <a:endParaRPr lang="en-US" altLang="ko-KR" sz="700"/>
            </a:p>
          </p:txBody>
        </p:sp>
      </p:grpSp>
      <p:sp>
        <p:nvSpPr>
          <p:cNvPr id="39" name="직사각형 38">
            <a:extLst>
              <a:ext uri="{FF2B5EF4-FFF2-40B4-BE49-F238E27FC236}">
                <a16:creationId xmlns:a16="http://schemas.microsoft.com/office/drawing/2014/main" id="{43DFB293-8438-5835-D779-DE40E11FBE80}"/>
              </a:ext>
            </a:extLst>
          </p:cNvPr>
          <p:cNvSpPr/>
          <p:nvPr/>
        </p:nvSpPr>
        <p:spPr>
          <a:xfrm rot="16200000" flipV="1">
            <a:off x="4510162" y="2741912"/>
            <a:ext cx="98385" cy="343522"/>
          </a:xfrm>
          <a:prstGeom prst="rect">
            <a:avLst/>
          </a:prstGeom>
          <a:solidFill>
            <a:srgbClr val="FFFF0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>
              <a:solidFill>
                <a:schemeClr val="tx1"/>
              </a:solidFill>
            </a:endParaRPr>
          </a:p>
        </p:txBody>
      </p:sp>
      <p:grpSp>
        <p:nvGrpSpPr>
          <p:cNvPr id="40" name="그룹 39">
            <a:extLst>
              <a:ext uri="{FF2B5EF4-FFF2-40B4-BE49-F238E27FC236}">
                <a16:creationId xmlns:a16="http://schemas.microsoft.com/office/drawing/2014/main" id="{12F88C81-020C-CD92-1D2B-A5B9140FA4FE}"/>
              </a:ext>
            </a:extLst>
          </p:cNvPr>
          <p:cNvGrpSpPr/>
          <p:nvPr/>
        </p:nvGrpSpPr>
        <p:grpSpPr>
          <a:xfrm>
            <a:off x="8134154" y="4328434"/>
            <a:ext cx="100923" cy="1356633"/>
            <a:chOff x="4735802" y="4662002"/>
            <a:chExt cx="100923" cy="1356633"/>
          </a:xfrm>
        </p:grpSpPr>
        <p:sp>
          <p:nvSpPr>
            <p:cNvPr id="41" name="타원 40">
              <a:extLst>
                <a:ext uri="{FF2B5EF4-FFF2-40B4-BE49-F238E27FC236}">
                  <a16:creationId xmlns:a16="http://schemas.microsoft.com/office/drawing/2014/main" id="{9C77D2AD-3D31-B16E-9ED5-45CD8D93D41B}"/>
                </a:ext>
              </a:extLst>
            </p:cNvPr>
            <p:cNvSpPr/>
            <p:nvPr/>
          </p:nvSpPr>
          <p:spPr>
            <a:xfrm>
              <a:off x="4737834" y="4662002"/>
              <a:ext cx="98385" cy="98385"/>
            </a:xfrm>
            <a:prstGeom prst="ellipse">
              <a:avLst/>
            </a:prstGeom>
            <a:solidFill>
              <a:srgbClr val="FF0000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>
                <a:solidFill>
                  <a:schemeClr val="tx1"/>
                </a:solidFill>
              </a:endParaRPr>
            </a:p>
          </p:txBody>
        </p:sp>
        <p:sp>
          <p:nvSpPr>
            <p:cNvPr id="42" name="타원 41">
              <a:extLst>
                <a:ext uri="{FF2B5EF4-FFF2-40B4-BE49-F238E27FC236}">
                  <a16:creationId xmlns:a16="http://schemas.microsoft.com/office/drawing/2014/main" id="{99A12D94-F383-AA44-D6C5-0FA356347EE7}"/>
                </a:ext>
              </a:extLst>
            </p:cNvPr>
            <p:cNvSpPr/>
            <p:nvPr/>
          </p:nvSpPr>
          <p:spPr>
            <a:xfrm>
              <a:off x="4735802" y="5291218"/>
              <a:ext cx="98385" cy="98385"/>
            </a:xfrm>
            <a:prstGeom prst="ellipse">
              <a:avLst/>
            </a:prstGeom>
            <a:solidFill>
              <a:srgbClr val="FF0000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>
                <a:solidFill>
                  <a:schemeClr val="tx1"/>
                </a:solidFill>
              </a:endParaRPr>
            </a:p>
          </p:txBody>
        </p:sp>
        <p:sp>
          <p:nvSpPr>
            <p:cNvPr id="43" name="타원 42">
              <a:extLst>
                <a:ext uri="{FF2B5EF4-FFF2-40B4-BE49-F238E27FC236}">
                  <a16:creationId xmlns:a16="http://schemas.microsoft.com/office/drawing/2014/main" id="{4297851F-8EDA-133C-50E2-714EDF0616D9}"/>
                </a:ext>
              </a:extLst>
            </p:cNvPr>
            <p:cNvSpPr/>
            <p:nvPr/>
          </p:nvSpPr>
          <p:spPr>
            <a:xfrm>
              <a:off x="4738340" y="5920250"/>
              <a:ext cx="98385" cy="98385"/>
            </a:xfrm>
            <a:prstGeom prst="ellipse">
              <a:avLst/>
            </a:prstGeom>
            <a:solidFill>
              <a:srgbClr val="FF0000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>
                <a:solidFill>
                  <a:schemeClr val="tx1"/>
                </a:solidFill>
              </a:endParaRPr>
            </a:p>
          </p:txBody>
        </p:sp>
      </p:grpSp>
      <p:grpSp>
        <p:nvGrpSpPr>
          <p:cNvPr id="44" name="그룹 43">
            <a:extLst>
              <a:ext uri="{FF2B5EF4-FFF2-40B4-BE49-F238E27FC236}">
                <a16:creationId xmlns:a16="http://schemas.microsoft.com/office/drawing/2014/main" id="{6AB7B4DC-4E35-4BCD-FC68-5C6E58C6FF76}"/>
              </a:ext>
            </a:extLst>
          </p:cNvPr>
          <p:cNvGrpSpPr/>
          <p:nvPr/>
        </p:nvGrpSpPr>
        <p:grpSpPr>
          <a:xfrm>
            <a:off x="6186254" y="4345865"/>
            <a:ext cx="100923" cy="1356633"/>
            <a:chOff x="4735802" y="4662002"/>
            <a:chExt cx="100923" cy="1356633"/>
          </a:xfrm>
        </p:grpSpPr>
        <p:sp>
          <p:nvSpPr>
            <p:cNvPr id="45" name="타원 44">
              <a:extLst>
                <a:ext uri="{FF2B5EF4-FFF2-40B4-BE49-F238E27FC236}">
                  <a16:creationId xmlns:a16="http://schemas.microsoft.com/office/drawing/2014/main" id="{5CFC6E0A-B37C-F315-8927-429B58584119}"/>
                </a:ext>
              </a:extLst>
            </p:cNvPr>
            <p:cNvSpPr/>
            <p:nvPr/>
          </p:nvSpPr>
          <p:spPr>
            <a:xfrm>
              <a:off x="4737834" y="4662002"/>
              <a:ext cx="98385" cy="98385"/>
            </a:xfrm>
            <a:prstGeom prst="ellipse">
              <a:avLst/>
            </a:prstGeom>
            <a:solidFill>
              <a:srgbClr val="FF0000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>
                <a:solidFill>
                  <a:schemeClr val="tx1"/>
                </a:solidFill>
              </a:endParaRPr>
            </a:p>
          </p:txBody>
        </p:sp>
        <p:sp>
          <p:nvSpPr>
            <p:cNvPr id="46" name="타원 45">
              <a:extLst>
                <a:ext uri="{FF2B5EF4-FFF2-40B4-BE49-F238E27FC236}">
                  <a16:creationId xmlns:a16="http://schemas.microsoft.com/office/drawing/2014/main" id="{CE9150FF-79CA-53E4-47D8-2B214D14BBC4}"/>
                </a:ext>
              </a:extLst>
            </p:cNvPr>
            <p:cNvSpPr/>
            <p:nvPr/>
          </p:nvSpPr>
          <p:spPr>
            <a:xfrm>
              <a:off x="4735802" y="5291218"/>
              <a:ext cx="98385" cy="98385"/>
            </a:xfrm>
            <a:prstGeom prst="ellipse">
              <a:avLst/>
            </a:prstGeom>
            <a:solidFill>
              <a:srgbClr val="FF0000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>
                <a:solidFill>
                  <a:schemeClr val="tx1"/>
                </a:solidFill>
              </a:endParaRPr>
            </a:p>
          </p:txBody>
        </p:sp>
        <p:sp>
          <p:nvSpPr>
            <p:cNvPr id="47" name="타원 46">
              <a:extLst>
                <a:ext uri="{FF2B5EF4-FFF2-40B4-BE49-F238E27FC236}">
                  <a16:creationId xmlns:a16="http://schemas.microsoft.com/office/drawing/2014/main" id="{1D2A43AC-FDE0-EFA2-EB4D-6BBBB15E1B45}"/>
                </a:ext>
              </a:extLst>
            </p:cNvPr>
            <p:cNvSpPr/>
            <p:nvPr/>
          </p:nvSpPr>
          <p:spPr>
            <a:xfrm>
              <a:off x="4738340" y="5920250"/>
              <a:ext cx="98385" cy="98385"/>
            </a:xfrm>
            <a:prstGeom prst="ellipse">
              <a:avLst/>
            </a:prstGeom>
            <a:solidFill>
              <a:srgbClr val="FF0000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>
                <a:solidFill>
                  <a:schemeClr val="tx1"/>
                </a:solidFill>
              </a:endParaRPr>
            </a:p>
          </p:txBody>
        </p:sp>
      </p:grpSp>
      <p:sp>
        <p:nvSpPr>
          <p:cNvPr id="49" name="직사각형 48">
            <a:extLst>
              <a:ext uri="{FF2B5EF4-FFF2-40B4-BE49-F238E27FC236}">
                <a16:creationId xmlns:a16="http://schemas.microsoft.com/office/drawing/2014/main" id="{AECE382F-5C26-4E56-6B54-1EA62926869C}"/>
              </a:ext>
            </a:extLst>
          </p:cNvPr>
          <p:cNvSpPr/>
          <p:nvPr/>
        </p:nvSpPr>
        <p:spPr>
          <a:xfrm rot="16200000" flipV="1">
            <a:off x="9869564" y="2394957"/>
            <a:ext cx="98385" cy="343522"/>
          </a:xfrm>
          <a:prstGeom prst="rect">
            <a:avLst/>
          </a:prstGeom>
          <a:solidFill>
            <a:srgbClr val="FFFF0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>
              <a:solidFill>
                <a:schemeClr val="tx1"/>
              </a:solidFill>
            </a:endParaRPr>
          </a:p>
        </p:txBody>
      </p:sp>
      <p:grpSp>
        <p:nvGrpSpPr>
          <p:cNvPr id="54" name="그룹 53">
            <a:extLst>
              <a:ext uri="{FF2B5EF4-FFF2-40B4-BE49-F238E27FC236}">
                <a16:creationId xmlns:a16="http://schemas.microsoft.com/office/drawing/2014/main" id="{9CFDA26B-8292-4ED2-CA6B-E9CFF5E8864D}"/>
              </a:ext>
            </a:extLst>
          </p:cNvPr>
          <p:cNvGrpSpPr/>
          <p:nvPr/>
        </p:nvGrpSpPr>
        <p:grpSpPr>
          <a:xfrm>
            <a:off x="4795876" y="3756293"/>
            <a:ext cx="764953" cy="273636"/>
            <a:chOff x="2052531" y="808997"/>
            <a:chExt cx="764953" cy="273636"/>
          </a:xfrm>
        </p:grpSpPr>
        <p:sp>
          <p:nvSpPr>
            <p:cNvPr id="55" name="TextBox 54">
              <a:extLst>
                <a:ext uri="{FF2B5EF4-FFF2-40B4-BE49-F238E27FC236}">
                  <a16:creationId xmlns:a16="http://schemas.microsoft.com/office/drawing/2014/main" id="{4D7CD77D-9D15-8BFF-EB90-F3815389C4EE}"/>
                </a:ext>
              </a:extLst>
            </p:cNvPr>
            <p:cNvSpPr txBox="1"/>
            <p:nvPr/>
          </p:nvSpPr>
          <p:spPr>
            <a:xfrm>
              <a:off x="2052531" y="897967"/>
              <a:ext cx="764953" cy="184666"/>
            </a:xfrm>
            <a:prstGeom prst="rect">
              <a:avLst/>
            </a:prstGeom>
            <a:solidFill>
              <a:schemeClr val="bg1">
                <a:lumMod val="95000"/>
              </a:schemeClr>
            </a:solidFill>
          </p:spPr>
          <p:txBody>
            <a:bodyPr wrap="none" rtlCol="0">
              <a:spAutoFit/>
            </a:bodyPr>
            <a:lstStyle/>
            <a:p>
              <a:r>
                <a:rPr lang="ko-KR" altLang="en-US" sz="600" b="1"/>
                <a:t>서비스 조명 </a:t>
              </a:r>
              <a:r>
                <a:rPr lang="en-US" altLang="ko-KR" sz="600" b="1"/>
                <a:t>2EA</a:t>
              </a:r>
              <a:endParaRPr lang="ko-KR" altLang="en-US" sz="600" b="1"/>
            </a:p>
          </p:txBody>
        </p:sp>
        <p:grpSp>
          <p:nvGrpSpPr>
            <p:cNvPr id="56" name="그룹 55">
              <a:extLst>
                <a:ext uri="{FF2B5EF4-FFF2-40B4-BE49-F238E27FC236}">
                  <a16:creationId xmlns:a16="http://schemas.microsoft.com/office/drawing/2014/main" id="{8AA0948D-C16C-5BD5-3EF6-B864F421515A}"/>
                </a:ext>
              </a:extLst>
            </p:cNvPr>
            <p:cNvGrpSpPr/>
            <p:nvPr/>
          </p:nvGrpSpPr>
          <p:grpSpPr>
            <a:xfrm rot="5400000">
              <a:off x="2382760" y="491467"/>
              <a:ext cx="98800" cy="733859"/>
              <a:chOff x="4737848" y="4877902"/>
              <a:chExt cx="98800" cy="733859"/>
            </a:xfrm>
            <a:solidFill>
              <a:srgbClr val="FF00FF"/>
            </a:solidFill>
          </p:grpSpPr>
          <p:sp>
            <p:nvSpPr>
              <p:cNvPr id="57" name="타원 56">
                <a:extLst>
                  <a:ext uri="{FF2B5EF4-FFF2-40B4-BE49-F238E27FC236}">
                    <a16:creationId xmlns:a16="http://schemas.microsoft.com/office/drawing/2014/main" id="{A013E18B-CDA3-FC83-D7D1-BB0E343847B4}"/>
                  </a:ext>
                </a:extLst>
              </p:cNvPr>
              <p:cNvSpPr/>
              <p:nvPr/>
            </p:nvSpPr>
            <p:spPr>
              <a:xfrm>
                <a:off x="4737848" y="4877902"/>
                <a:ext cx="98385" cy="98385"/>
              </a:xfrm>
              <a:prstGeom prst="ellipse">
                <a:avLst/>
              </a:prstGeom>
              <a:grpFill/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>
                  <a:solidFill>
                    <a:schemeClr val="tx1"/>
                  </a:solidFill>
                </a:endParaRPr>
              </a:p>
            </p:txBody>
          </p:sp>
          <p:sp>
            <p:nvSpPr>
              <p:cNvPr id="58" name="타원 57">
                <a:extLst>
                  <a:ext uri="{FF2B5EF4-FFF2-40B4-BE49-F238E27FC236}">
                    <a16:creationId xmlns:a16="http://schemas.microsoft.com/office/drawing/2014/main" id="{9CFE9845-D712-8A78-1045-D463144C4A37}"/>
                  </a:ext>
                </a:extLst>
              </p:cNvPr>
              <p:cNvSpPr/>
              <p:nvPr/>
            </p:nvSpPr>
            <p:spPr>
              <a:xfrm>
                <a:off x="4738263" y="5513376"/>
                <a:ext cx="98385" cy="98385"/>
              </a:xfrm>
              <a:prstGeom prst="ellipse">
                <a:avLst/>
              </a:prstGeom>
              <a:grpFill/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>
                  <a:solidFill>
                    <a:schemeClr val="tx1"/>
                  </a:solidFill>
                </a:endParaRPr>
              </a:p>
            </p:txBody>
          </p:sp>
        </p:grpSp>
      </p:grpSp>
      <p:grpSp>
        <p:nvGrpSpPr>
          <p:cNvPr id="59" name="그룹 58">
            <a:extLst>
              <a:ext uri="{FF2B5EF4-FFF2-40B4-BE49-F238E27FC236}">
                <a16:creationId xmlns:a16="http://schemas.microsoft.com/office/drawing/2014/main" id="{6C018880-F5F4-FF48-E66F-27769CB5A632}"/>
              </a:ext>
            </a:extLst>
          </p:cNvPr>
          <p:cNvGrpSpPr/>
          <p:nvPr/>
        </p:nvGrpSpPr>
        <p:grpSpPr>
          <a:xfrm>
            <a:off x="5801941" y="1089745"/>
            <a:ext cx="2087004" cy="879931"/>
            <a:chOff x="4807567" y="3887595"/>
            <a:chExt cx="2087004" cy="879931"/>
          </a:xfrm>
        </p:grpSpPr>
        <p:sp>
          <p:nvSpPr>
            <p:cNvPr id="60" name="직사각형 59">
              <a:extLst>
                <a:ext uri="{FF2B5EF4-FFF2-40B4-BE49-F238E27FC236}">
                  <a16:creationId xmlns:a16="http://schemas.microsoft.com/office/drawing/2014/main" id="{F4AFC7EA-880E-E392-7AD3-2B752EE6281A}"/>
                </a:ext>
              </a:extLst>
            </p:cNvPr>
            <p:cNvSpPr/>
            <p:nvPr/>
          </p:nvSpPr>
          <p:spPr>
            <a:xfrm rot="16200000" flipV="1">
              <a:off x="5982270" y="3855224"/>
              <a:ext cx="52664" cy="1771939"/>
            </a:xfrm>
            <a:prstGeom prst="rect">
              <a:avLst/>
            </a:prstGeom>
            <a:solidFill>
              <a:srgbClr val="FF00FF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61" name="TextBox 60">
              <a:extLst>
                <a:ext uri="{FF2B5EF4-FFF2-40B4-BE49-F238E27FC236}">
                  <a16:creationId xmlns:a16="http://schemas.microsoft.com/office/drawing/2014/main" id="{4F9D59D4-D83A-7A4E-9F1D-97685B71AD2A}"/>
                </a:ext>
              </a:extLst>
            </p:cNvPr>
            <p:cNvSpPr txBox="1"/>
            <p:nvPr/>
          </p:nvSpPr>
          <p:spPr>
            <a:xfrm>
              <a:off x="4807567" y="3887595"/>
              <a:ext cx="1303562" cy="230832"/>
            </a:xfrm>
            <a:prstGeom prst="rect">
              <a:avLst/>
            </a:prstGeom>
            <a:solidFill>
              <a:srgbClr val="FFC000"/>
            </a:solidFill>
          </p:spPr>
          <p:txBody>
            <a:bodyPr wrap="none" rtlCol="0">
              <a:spAutoFit/>
            </a:bodyPr>
            <a:lstStyle/>
            <a:p>
              <a:r>
                <a:rPr lang="ko-KR" altLang="en-US" sz="900" b="1"/>
                <a:t>싱크대 </a:t>
              </a:r>
              <a:r>
                <a:rPr lang="ko-KR" altLang="en-US" sz="900" b="1" err="1"/>
                <a:t>간접등</a:t>
              </a:r>
              <a:r>
                <a:rPr lang="ko-KR" altLang="en-US" sz="900" b="1"/>
                <a:t> 서비스</a:t>
              </a:r>
            </a:p>
          </p:txBody>
        </p:sp>
        <p:cxnSp>
          <p:nvCxnSpPr>
            <p:cNvPr id="62" name="직선 화살표 연결선 61">
              <a:extLst>
                <a:ext uri="{FF2B5EF4-FFF2-40B4-BE49-F238E27FC236}">
                  <a16:creationId xmlns:a16="http://schemas.microsoft.com/office/drawing/2014/main" id="{099FACD0-3688-444C-AE7F-0C490BC6AA42}"/>
                </a:ext>
              </a:extLst>
            </p:cNvPr>
            <p:cNvCxnSpPr>
              <a:cxnSpLocks/>
              <a:stCxn id="60" idx="2"/>
            </p:cNvCxnSpPr>
            <p:nvPr/>
          </p:nvCxnSpPr>
          <p:spPr>
            <a:xfrm flipV="1">
              <a:off x="5122633" y="4080208"/>
              <a:ext cx="0" cy="660986"/>
            </a:xfrm>
            <a:prstGeom prst="straightConnector1">
              <a:avLst/>
            </a:prstGeom>
            <a:ln>
              <a:tailEnd type="triangle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64" name="사각형: 둥근 모서리 63">
            <a:extLst>
              <a:ext uri="{FF2B5EF4-FFF2-40B4-BE49-F238E27FC236}">
                <a16:creationId xmlns:a16="http://schemas.microsoft.com/office/drawing/2014/main" id="{EBAD9D46-E63E-7798-DBD7-B71DD0D56937}"/>
              </a:ext>
            </a:extLst>
          </p:cNvPr>
          <p:cNvSpPr/>
          <p:nvPr/>
        </p:nvSpPr>
        <p:spPr>
          <a:xfrm>
            <a:off x="6847892" y="4589035"/>
            <a:ext cx="809827" cy="833020"/>
          </a:xfrm>
          <a:prstGeom prst="roundRect">
            <a:avLst>
              <a:gd name="adj" fmla="val 15666"/>
            </a:avLst>
          </a:prstGeom>
          <a:noFill/>
          <a:ln w="38100">
            <a:solidFill>
              <a:schemeClr val="accent2">
                <a:lumMod val="60000"/>
                <a:lumOff val="4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>
              <a:solidFill>
                <a:schemeClr val="tx1"/>
              </a:solidFill>
            </a:endParaRPr>
          </a:p>
        </p:txBody>
      </p:sp>
      <p:pic>
        <p:nvPicPr>
          <p:cNvPr id="66" name="그림 65">
            <a:extLst>
              <a:ext uri="{FF2B5EF4-FFF2-40B4-BE49-F238E27FC236}">
                <a16:creationId xmlns:a16="http://schemas.microsoft.com/office/drawing/2014/main" id="{E24A2773-8C91-2F04-8841-56DA1FFD4598}"/>
              </a:ext>
            </a:extLst>
          </p:cNvPr>
          <p:cNvPicPr>
            <a:picLocks noChangeAspect="1"/>
          </p:cNvPicPr>
          <p:nvPr/>
        </p:nvPicPr>
        <p:blipFill>
          <a:blip r:embed="rId5"/>
          <a:srcRect t="2320" b="-1"/>
          <a:stretch>
            <a:fillRect/>
          </a:stretch>
        </p:blipFill>
        <p:spPr>
          <a:xfrm>
            <a:off x="10196131" y="4411922"/>
            <a:ext cx="2236971" cy="1554480"/>
          </a:xfrm>
          <a:prstGeom prst="rect">
            <a:avLst/>
          </a:prstGeom>
        </p:spPr>
      </p:pic>
      <p:pic>
        <p:nvPicPr>
          <p:cNvPr id="6" name="그림 5" descr="텍스트, 스크린샷이(가) 표시된 사진&#10;&#10;AI 생성 콘텐츠는 정확하지 않을 수 있습니다.">
            <a:extLst>
              <a:ext uri="{FF2B5EF4-FFF2-40B4-BE49-F238E27FC236}">
                <a16:creationId xmlns:a16="http://schemas.microsoft.com/office/drawing/2014/main" id="{88C9F1CB-D215-85AF-CC15-4F29081E6BFE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87028" y="2519765"/>
            <a:ext cx="1778731" cy="1466673"/>
          </a:xfrm>
          <a:prstGeom prst="rect">
            <a:avLst/>
          </a:prstGeom>
        </p:spPr>
      </p:pic>
      <p:pic>
        <p:nvPicPr>
          <p:cNvPr id="16" name="그림 15" descr="텍스트, 스크린샷, 디자인, 폰트이(가) 표시된 사진&#10;&#10;자동 생성된 설명">
            <a:extLst>
              <a:ext uri="{FF2B5EF4-FFF2-40B4-BE49-F238E27FC236}">
                <a16:creationId xmlns:a16="http://schemas.microsoft.com/office/drawing/2014/main" id="{EF9E293A-970E-4F4E-86CC-8CCF063669D0}"/>
              </a:ext>
            </a:extLst>
          </p:cNvPr>
          <p:cNvPicPr>
            <a:picLocks noChangeAspect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18814" y="4544855"/>
            <a:ext cx="1404781" cy="1157643"/>
          </a:xfrm>
          <a:prstGeom prst="rect">
            <a:avLst/>
          </a:prstGeom>
        </p:spPr>
      </p:pic>
      <p:sp>
        <p:nvSpPr>
          <p:cNvPr id="18" name="TextBox 17">
            <a:extLst>
              <a:ext uri="{FF2B5EF4-FFF2-40B4-BE49-F238E27FC236}">
                <a16:creationId xmlns:a16="http://schemas.microsoft.com/office/drawing/2014/main" id="{D972FBF7-85D1-DD4E-71C9-40800F505A5E}"/>
              </a:ext>
            </a:extLst>
          </p:cNvPr>
          <p:cNvSpPr txBox="1"/>
          <p:nvPr/>
        </p:nvSpPr>
        <p:spPr>
          <a:xfrm>
            <a:off x="3144044" y="1287524"/>
            <a:ext cx="165141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b="1">
                <a:highlight>
                  <a:srgbClr val="00FFFF"/>
                </a:highlight>
              </a:rPr>
              <a:t>라운드 </a:t>
            </a:r>
            <a:r>
              <a:rPr lang="ko-KR" altLang="en-US" b="1" err="1">
                <a:highlight>
                  <a:srgbClr val="00FFFF"/>
                </a:highlight>
              </a:rPr>
              <a:t>무몰딩</a:t>
            </a:r>
            <a:endParaRPr lang="ko-KR" altLang="en-US" b="1">
              <a:highlight>
                <a:srgbClr val="00FFFF"/>
              </a:highlight>
            </a:endParaRP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3019CEEC-8926-0D97-D0ED-970E8FCAFD75}"/>
              </a:ext>
            </a:extLst>
          </p:cNvPr>
          <p:cNvSpPr txBox="1"/>
          <p:nvPr/>
        </p:nvSpPr>
        <p:spPr>
          <a:xfrm>
            <a:off x="3661790" y="3055627"/>
            <a:ext cx="479618" cy="2462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1000" b="1">
                <a:solidFill>
                  <a:srgbClr val="FF0000"/>
                </a:solidFill>
              </a:rPr>
              <a:t>1300</a:t>
            </a:r>
            <a:endParaRPr lang="ko-KR" altLang="en-US" sz="1000" b="1">
              <a:solidFill>
                <a:srgbClr val="FF0000"/>
              </a:solidFill>
            </a:endParaRP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3540B2B9-9A0F-8EFD-ABE9-134AE6ED5B5A}"/>
              </a:ext>
            </a:extLst>
          </p:cNvPr>
          <p:cNvSpPr txBox="1"/>
          <p:nvPr/>
        </p:nvSpPr>
        <p:spPr>
          <a:xfrm>
            <a:off x="2192887" y="6154450"/>
            <a:ext cx="479618" cy="2462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1000" b="1">
                <a:solidFill>
                  <a:srgbClr val="FF0000"/>
                </a:solidFill>
              </a:rPr>
              <a:t>2800</a:t>
            </a:r>
            <a:endParaRPr lang="ko-KR" altLang="en-US" sz="1000" b="1">
              <a:solidFill>
                <a:srgbClr val="FF0000"/>
              </a:solidFill>
            </a:endParaRP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69CA7F9E-F04B-6C7E-4B26-5DFF1C5C28BA}"/>
              </a:ext>
            </a:extLst>
          </p:cNvPr>
          <p:cNvSpPr txBox="1"/>
          <p:nvPr/>
        </p:nvSpPr>
        <p:spPr>
          <a:xfrm>
            <a:off x="3865606" y="6143722"/>
            <a:ext cx="479618" cy="2462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1000" b="1">
                <a:solidFill>
                  <a:srgbClr val="FF0000"/>
                </a:solidFill>
              </a:rPr>
              <a:t>2900</a:t>
            </a:r>
            <a:endParaRPr lang="ko-KR" altLang="en-US" sz="1000" b="1">
              <a:solidFill>
                <a:srgbClr val="FF0000"/>
              </a:solidFill>
            </a:endParaRP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A7300399-C908-A6B7-D015-A0CA81B1EAB0}"/>
              </a:ext>
            </a:extLst>
          </p:cNvPr>
          <p:cNvSpPr txBox="1"/>
          <p:nvPr/>
        </p:nvSpPr>
        <p:spPr>
          <a:xfrm>
            <a:off x="6486742" y="6260772"/>
            <a:ext cx="479618" cy="2462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1000" b="1">
                <a:solidFill>
                  <a:srgbClr val="FF0000"/>
                </a:solidFill>
              </a:rPr>
              <a:t>6700</a:t>
            </a:r>
            <a:endParaRPr lang="ko-KR" altLang="en-US" sz="1000" b="1">
              <a:solidFill>
                <a:srgbClr val="FF0000"/>
              </a:solidFill>
            </a:endParaRP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CE358E9A-B893-51C2-DEEB-28EF6C6BBBD5}"/>
              </a:ext>
            </a:extLst>
          </p:cNvPr>
          <p:cNvSpPr txBox="1"/>
          <p:nvPr/>
        </p:nvSpPr>
        <p:spPr>
          <a:xfrm>
            <a:off x="7022838" y="4205552"/>
            <a:ext cx="479618" cy="2462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1000" b="1">
                <a:solidFill>
                  <a:srgbClr val="FF0000"/>
                </a:solidFill>
              </a:rPr>
              <a:t>3100</a:t>
            </a:r>
            <a:endParaRPr lang="ko-KR" altLang="en-US" sz="1000" b="1">
              <a:solidFill>
                <a:srgbClr val="FF0000"/>
              </a:solidFill>
            </a:endParaRP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DE5DA2E4-5BC7-E959-0651-FF45E37A2E55}"/>
              </a:ext>
            </a:extLst>
          </p:cNvPr>
          <p:cNvSpPr txBox="1"/>
          <p:nvPr/>
        </p:nvSpPr>
        <p:spPr>
          <a:xfrm>
            <a:off x="6262283" y="4718965"/>
            <a:ext cx="479618" cy="2462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1000" b="1">
                <a:solidFill>
                  <a:srgbClr val="FF0000"/>
                </a:solidFill>
              </a:rPr>
              <a:t>2400</a:t>
            </a:r>
            <a:endParaRPr lang="ko-KR" altLang="en-US" sz="1000" b="1">
              <a:solidFill>
                <a:srgbClr val="FF0000"/>
              </a:solidFill>
            </a:endParaRPr>
          </a:p>
        </p:txBody>
      </p:sp>
      <p:cxnSp>
        <p:nvCxnSpPr>
          <p:cNvPr id="20" name="직선 화살표 연결선 19">
            <a:extLst>
              <a:ext uri="{FF2B5EF4-FFF2-40B4-BE49-F238E27FC236}">
                <a16:creationId xmlns:a16="http://schemas.microsoft.com/office/drawing/2014/main" id="{68D16EF4-DA5C-817D-2F8B-16E3A64D8379}"/>
              </a:ext>
            </a:extLst>
          </p:cNvPr>
          <p:cNvCxnSpPr>
            <a:cxnSpLocks/>
          </p:cNvCxnSpPr>
          <p:nvPr/>
        </p:nvCxnSpPr>
        <p:spPr>
          <a:xfrm flipH="1" flipV="1">
            <a:off x="4985806" y="6223267"/>
            <a:ext cx="3350326" cy="9"/>
          </a:xfrm>
          <a:prstGeom prst="straightConnector1">
            <a:avLst/>
          </a:prstGeom>
          <a:ln w="57150">
            <a:solidFill>
              <a:srgbClr val="00B050"/>
            </a:solidFill>
            <a:headEnd type="triangle"/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1" name="TextBox 20">
            <a:extLst>
              <a:ext uri="{FF2B5EF4-FFF2-40B4-BE49-F238E27FC236}">
                <a16:creationId xmlns:a16="http://schemas.microsoft.com/office/drawing/2014/main" id="{44EF1746-BACA-9333-DBAC-2205879E748B}"/>
              </a:ext>
            </a:extLst>
          </p:cNvPr>
          <p:cNvSpPr txBox="1"/>
          <p:nvPr/>
        </p:nvSpPr>
        <p:spPr>
          <a:xfrm>
            <a:off x="9240455" y="5817543"/>
            <a:ext cx="479618" cy="2462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1000" b="1">
                <a:solidFill>
                  <a:srgbClr val="FF0000"/>
                </a:solidFill>
              </a:rPr>
              <a:t>3500</a:t>
            </a:r>
            <a:endParaRPr lang="ko-KR" altLang="en-US" sz="1000" b="1">
              <a:solidFill>
                <a:srgbClr val="FF0000"/>
              </a:solidFill>
            </a:endParaRPr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595AEB33-A1BD-0473-2D02-0F295327FC1F}"/>
              </a:ext>
            </a:extLst>
          </p:cNvPr>
          <p:cNvSpPr txBox="1"/>
          <p:nvPr/>
        </p:nvSpPr>
        <p:spPr>
          <a:xfrm>
            <a:off x="10175682" y="4211291"/>
            <a:ext cx="479618" cy="2462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1000" b="1">
                <a:solidFill>
                  <a:srgbClr val="FF0000"/>
                </a:solidFill>
              </a:rPr>
              <a:t>1100</a:t>
            </a:r>
            <a:endParaRPr lang="ko-KR" altLang="en-US" sz="1000" b="1">
              <a:solidFill>
                <a:srgbClr val="FF0000"/>
              </a:solidFill>
            </a:endParaRPr>
          </a:p>
        </p:txBody>
      </p:sp>
      <p:cxnSp>
        <p:nvCxnSpPr>
          <p:cNvPr id="23" name="직선 화살표 연결선 22">
            <a:extLst>
              <a:ext uri="{FF2B5EF4-FFF2-40B4-BE49-F238E27FC236}">
                <a16:creationId xmlns:a16="http://schemas.microsoft.com/office/drawing/2014/main" id="{F7B233C9-9B7C-F0F0-4AFC-FB1FA7013005}"/>
              </a:ext>
            </a:extLst>
          </p:cNvPr>
          <p:cNvCxnSpPr>
            <a:cxnSpLocks/>
          </p:cNvCxnSpPr>
          <p:nvPr/>
        </p:nvCxnSpPr>
        <p:spPr>
          <a:xfrm>
            <a:off x="10105818" y="3692042"/>
            <a:ext cx="0" cy="653823"/>
          </a:xfrm>
          <a:prstGeom prst="straightConnector1">
            <a:avLst/>
          </a:prstGeom>
          <a:ln w="57150">
            <a:solidFill>
              <a:srgbClr val="00B050"/>
            </a:solidFill>
            <a:headEnd type="triangle"/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19780544"/>
      </p:ext>
    </p:extLst>
  </p:cSld>
  <p:clrMapOvr>
    <a:masterClrMapping/>
  </p:clrMapOvr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9C12F8E-434A-C19D-BFBB-E00B9F33DE1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그림 2">
            <a:extLst>
              <a:ext uri="{FF2B5EF4-FFF2-40B4-BE49-F238E27FC236}">
                <a16:creationId xmlns:a16="http://schemas.microsoft.com/office/drawing/2014/main" id="{AF5602D4-22F7-51CF-2573-C4DBBFE0F49D}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/>
        </p:nvPicPr>
        <p:blipFill>
          <a:blip r:embed="rId2">
            <a:alphaModFix amt="70000"/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saturation sat="0"/>
                    </a14:imgEffect>
                  </a14:imgLayer>
                </a14:imgProps>
              </a:ext>
            </a:extLst>
          </a:blip>
          <a:stretch>
            <a:fillRect/>
          </a:stretch>
        </p:blipFill>
        <p:spPr>
          <a:xfrm>
            <a:off x="1836279" y="590334"/>
            <a:ext cx="8819021" cy="5677332"/>
          </a:xfrm>
          <a:prstGeom prst="rect">
            <a:avLst/>
          </a:prstGeom>
        </p:spPr>
      </p:pic>
      <mc:AlternateContent xmlns:mc="http://schemas.openxmlformats.org/markup-compatibility/2006">
        <mc:Choice xmlns:a14="http://schemas.microsoft.com/office/drawing/2010/main" Requires="a14">
          <p:sp>
            <p:nvSpPr>
              <p:cNvPr id="4" name="TextBox 3">
                <a:extLst>
                  <a:ext uri="{FF2B5EF4-FFF2-40B4-BE49-F238E27FC236}">
                    <a16:creationId xmlns:a16="http://schemas.microsoft.com/office/drawing/2014/main" id="{F1161727-2804-E8A5-4D10-51EDF5F05169}"/>
                  </a:ext>
                </a:extLst>
              </p:cNvPr>
              <p:cNvSpPr txBox="1"/>
              <p:nvPr/>
            </p:nvSpPr>
            <p:spPr>
              <a:xfrm>
                <a:off x="10152689" y="1075737"/>
                <a:ext cx="1762781" cy="407099"/>
              </a:xfrm>
              <a:prstGeom prst="rect">
                <a:avLst/>
              </a:prstGeom>
              <a:noFill/>
            </p:spPr>
            <p:txBody>
              <a:bodyPr wrap="square">
                <a:spAutoFit/>
                <a:scene3d>
                  <a:camera prst="orthographicFront"/>
                  <a:lightRig rig="harsh" dir="t"/>
                </a:scene3d>
                <a:sp3d extrusionH="57150" prstMaterial="matte">
                  <a:bevelT w="63500" h="12700" prst="angle"/>
                  <a:contourClr>
                    <a:schemeClr val="bg1">
                      <a:lumMod val="65000"/>
                    </a:schemeClr>
                  </a:contourClr>
                </a:sp3d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right"/>
                    </m:oMathParaPr>
                    <m:oMath xmlns:m="http://schemas.openxmlformats.org/officeDocument/2006/math">
                      <m:sSup>
                        <m:sSupPr>
                          <m:ctrlPr>
                            <a:rPr lang="en-US" altLang="ko-KR" sz="2000" b="1" i="1" u="none" strike="noStrike" smtClean="0">
                              <a:ln/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altLang="ko-KR" sz="2000" b="1" i="1" u="none" strike="noStrike" smtClean="0">
                              <a:ln/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𝟖𝟒</m:t>
                          </m:r>
                          <m:r>
                            <a:rPr lang="en-US" altLang="ko-KR" sz="2000" b="1" i="1" u="none" strike="noStrike" smtClean="0">
                              <a:ln/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𝑩𝒎</m:t>
                          </m:r>
                        </m:e>
                        <m:sup>
                          <m:r>
                            <a:rPr lang="en-US" altLang="ko-KR" sz="2000" b="1" i="1" u="none" strike="noStrike" smtClean="0">
                              <a:ln/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𝟐</m:t>
                          </m:r>
                        </m:sup>
                      </m:sSup>
                    </m:oMath>
                  </m:oMathPara>
                </a14:m>
                <a:endParaRPr lang="ko-KR" altLang="en-US" sz="2000" b="1">
                  <a:ln/>
                  <a:solidFill>
                    <a:schemeClr val="tx1"/>
                  </a:solidFill>
                </a:endParaRPr>
              </a:p>
            </p:txBody>
          </p:sp>
        </mc:Choice>
        <mc:Fallback>
          <p:sp>
            <p:nvSpPr>
              <p:cNvPr id="4" name="TextBox 3">
                <a:extLst>
                  <a:ext uri="{FF2B5EF4-FFF2-40B4-BE49-F238E27FC236}">
                    <a16:creationId xmlns:a16="http://schemas.microsoft.com/office/drawing/2014/main" id="{F1161727-2804-E8A5-4D10-51EDF5F05169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0152689" y="1075737"/>
                <a:ext cx="1762781" cy="407099"/>
              </a:xfrm>
              <a:prstGeom prst="rect">
                <a:avLst/>
              </a:prstGeom>
              <a:blipFill>
                <a:blip r:embed="rId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5" name="TextBox 4">
            <a:extLst>
              <a:ext uri="{FF2B5EF4-FFF2-40B4-BE49-F238E27FC236}">
                <a16:creationId xmlns:a16="http://schemas.microsoft.com/office/drawing/2014/main" id="{06C6500E-B3CB-BD98-8738-1C8D4E16B14D}"/>
              </a:ext>
            </a:extLst>
          </p:cNvPr>
          <p:cNvSpPr txBox="1"/>
          <p:nvPr/>
        </p:nvSpPr>
        <p:spPr>
          <a:xfrm>
            <a:off x="1870318" y="353253"/>
            <a:ext cx="8452551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 sz="2000" b="1"/>
              <a:t>84B</a:t>
            </a:r>
            <a:r>
              <a:rPr lang="ko-KR" altLang="en-US" sz="2000" b="1"/>
              <a:t>타입 간접</a:t>
            </a:r>
            <a:r>
              <a:rPr lang="en-US" altLang="ko-KR" sz="2000" b="1"/>
              <a:t>A /</a:t>
            </a:r>
            <a:r>
              <a:rPr lang="ko-KR" altLang="en-US" sz="2000" b="1"/>
              <a:t>간접</a:t>
            </a:r>
            <a:r>
              <a:rPr lang="en-US" altLang="ko-KR" sz="2000" b="1"/>
              <a:t> </a:t>
            </a:r>
            <a:r>
              <a:rPr lang="ko-KR" altLang="en-US" sz="2000" b="1"/>
              <a:t>센서 </a:t>
            </a:r>
            <a:r>
              <a:rPr lang="en-US" altLang="ko-KR" sz="2000" b="1"/>
              <a:t>SET</a:t>
            </a:r>
          </a:p>
        </p:txBody>
      </p:sp>
      <p:sp>
        <p:nvSpPr>
          <p:cNvPr id="8" name="직사각형 7">
            <a:extLst>
              <a:ext uri="{FF2B5EF4-FFF2-40B4-BE49-F238E27FC236}">
                <a16:creationId xmlns:a16="http://schemas.microsoft.com/office/drawing/2014/main" id="{5BFC8EC2-4B1A-5FC3-CA7A-53130C0D16C9}"/>
              </a:ext>
            </a:extLst>
          </p:cNvPr>
          <p:cNvSpPr/>
          <p:nvPr/>
        </p:nvSpPr>
        <p:spPr>
          <a:xfrm rot="5400000">
            <a:off x="7180821" y="5029738"/>
            <a:ext cx="102820" cy="1630245"/>
          </a:xfrm>
          <a:prstGeom prst="rect">
            <a:avLst/>
          </a:prstGeom>
          <a:solidFill>
            <a:srgbClr val="FF000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>
              <a:solidFill>
                <a:schemeClr val="tx1"/>
              </a:solidFill>
            </a:endParaRP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FEF55AC0-7D0A-5A7E-FC00-46B842A3B18F}"/>
              </a:ext>
            </a:extLst>
          </p:cNvPr>
          <p:cNvSpPr txBox="1"/>
          <p:nvPr/>
        </p:nvSpPr>
        <p:spPr>
          <a:xfrm>
            <a:off x="6284639" y="3871467"/>
            <a:ext cx="1891732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ko-KR" altLang="en-US" sz="1000" b="1"/>
              <a:t>전자식스위치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EF21475B-661F-D2D5-B267-B2EC3FAA1284}"/>
              </a:ext>
            </a:extLst>
          </p:cNvPr>
          <p:cNvSpPr txBox="1"/>
          <p:nvPr/>
        </p:nvSpPr>
        <p:spPr>
          <a:xfrm>
            <a:off x="112365" y="770606"/>
            <a:ext cx="3264447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800">
                <a:solidFill>
                  <a:srgbClr val="FF0000"/>
                </a:solidFill>
              </a:rPr>
              <a:t>**</a:t>
            </a:r>
            <a:r>
              <a:rPr lang="ko-KR" altLang="en-US" sz="800">
                <a:solidFill>
                  <a:srgbClr val="FF0000"/>
                </a:solidFill>
              </a:rPr>
              <a:t>스위치 연결을 위해 별도의 </a:t>
            </a:r>
            <a:r>
              <a:rPr lang="ko-KR" altLang="en-US" sz="800" err="1">
                <a:solidFill>
                  <a:srgbClr val="FF0000"/>
                </a:solidFill>
              </a:rPr>
              <a:t>타공이</a:t>
            </a:r>
            <a:r>
              <a:rPr lang="ko-KR" altLang="en-US" sz="800">
                <a:solidFill>
                  <a:srgbClr val="FF0000"/>
                </a:solidFill>
              </a:rPr>
              <a:t> 필요할 수 </a:t>
            </a:r>
            <a:endParaRPr lang="en-US" altLang="ko-KR" sz="800">
              <a:solidFill>
                <a:srgbClr val="FF0000"/>
              </a:solidFill>
            </a:endParaRPr>
          </a:p>
          <a:p>
            <a:r>
              <a:rPr lang="ko-KR" altLang="en-US" sz="800">
                <a:solidFill>
                  <a:srgbClr val="FF0000"/>
                </a:solidFill>
              </a:rPr>
              <a:t>있으며</a:t>
            </a:r>
            <a:r>
              <a:rPr lang="en-US" altLang="ko-KR" sz="800">
                <a:solidFill>
                  <a:srgbClr val="FF0000"/>
                </a:solidFill>
              </a:rPr>
              <a:t> </a:t>
            </a:r>
            <a:r>
              <a:rPr lang="ko-KR" altLang="en-US" sz="800">
                <a:solidFill>
                  <a:srgbClr val="FF0000"/>
                </a:solidFill>
              </a:rPr>
              <a:t>공스피커로 마감 될 수도 있음</a:t>
            </a:r>
            <a:endParaRPr lang="en-US" altLang="ko-KR" sz="800">
              <a:solidFill>
                <a:srgbClr val="FF0000"/>
              </a:solidFill>
            </a:endParaRPr>
          </a:p>
        </p:txBody>
      </p:sp>
      <p:grpSp>
        <p:nvGrpSpPr>
          <p:cNvPr id="26" name="그룹 25">
            <a:extLst>
              <a:ext uri="{FF2B5EF4-FFF2-40B4-BE49-F238E27FC236}">
                <a16:creationId xmlns:a16="http://schemas.microsoft.com/office/drawing/2014/main" id="{0E4A2921-BDE2-6EBA-B584-0919AC681CD6}"/>
              </a:ext>
            </a:extLst>
          </p:cNvPr>
          <p:cNvGrpSpPr/>
          <p:nvPr/>
        </p:nvGrpSpPr>
        <p:grpSpPr>
          <a:xfrm rot="5400000">
            <a:off x="3884810" y="3871479"/>
            <a:ext cx="99451" cy="545492"/>
            <a:chOff x="5324822" y="4538198"/>
            <a:chExt cx="99451" cy="545492"/>
          </a:xfrm>
        </p:grpSpPr>
        <p:sp>
          <p:nvSpPr>
            <p:cNvPr id="27" name="타원 26">
              <a:extLst>
                <a:ext uri="{FF2B5EF4-FFF2-40B4-BE49-F238E27FC236}">
                  <a16:creationId xmlns:a16="http://schemas.microsoft.com/office/drawing/2014/main" id="{F8F8A39F-4C5C-F79E-DB20-DF087981FCE3}"/>
                </a:ext>
              </a:extLst>
            </p:cNvPr>
            <p:cNvSpPr/>
            <p:nvPr/>
          </p:nvSpPr>
          <p:spPr>
            <a:xfrm>
              <a:off x="5325888" y="4538198"/>
              <a:ext cx="98385" cy="98385"/>
            </a:xfrm>
            <a:prstGeom prst="ellipse">
              <a:avLst/>
            </a:prstGeom>
            <a:solidFill>
              <a:srgbClr val="FF0000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>
                <a:solidFill>
                  <a:schemeClr val="tx1"/>
                </a:solidFill>
              </a:endParaRPr>
            </a:p>
          </p:txBody>
        </p:sp>
        <p:sp>
          <p:nvSpPr>
            <p:cNvPr id="28" name="타원 27">
              <a:extLst>
                <a:ext uri="{FF2B5EF4-FFF2-40B4-BE49-F238E27FC236}">
                  <a16:creationId xmlns:a16="http://schemas.microsoft.com/office/drawing/2014/main" id="{9D062106-5314-F1B6-F9A9-E79EFE858E61}"/>
                </a:ext>
              </a:extLst>
            </p:cNvPr>
            <p:cNvSpPr/>
            <p:nvPr/>
          </p:nvSpPr>
          <p:spPr>
            <a:xfrm>
              <a:off x="5324822" y="4985305"/>
              <a:ext cx="98385" cy="98385"/>
            </a:xfrm>
            <a:prstGeom prst="ellipse">
              <a:avLst/>
            </a:prstGeom>
            <a:solidFill>
              <a:srgbClr val="FF0000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>
                <a:solidFill>
                  <a:schemeClr val="tx1"/>
                </a:solidFill>
              </a:endParaRPr>
            </a:p>
          </p:txBody>
        </p:sp>
      </p:grpSp>
      <p:sp>
        <p:nvSpPr>
          <p:cNvPr id="29" name="직사각형 28">
            <a:extLst>
              <a:ext uri="{FF2B5EF4-FFF2-40B4-BE49-F238E27FC236}">
                <a16:creationId xmlns:a16="http://schemas.microsoft.com/office/drawing/2014/main" id="{1D4AEE6D-5C1B-778F-2EC7-52942ABFF027}"/>
              </a:ext>
            </a:extLst>
          </p:cNvPr>
          <p:cNvSpPr/>
          <p:nvPr/>
        </p:nvSpPr>
        <p:spPr>
          <a:xfrm flipV="1">
            <a:off x="4122422" y="2864481"/>
            <a:ext cx="98385" cy="777243"/>
          </a:xfrm>
          <a:prstGeom prst="rect">
            <a:avLst/>
          </a:prstGeom>
          <a:solidFill>
            <a:srgbClr val="FFFF0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>
              <a:solidFill>
                <a:schemeClr val="tx1"/>
              </a:solidFill>
            </a:endParaRPr>
          </a:p>
        </p:txBody>
      </p:sp>
      <p:sp>
        <p:nvSpPr>
          <p:cNvPr id="33" name="TextBox 13">
            <a:extLst>
              <a:ext uri="{FF2B5EF4-FFF2-40B4-BE49-F238E27FC236}">
                <a16:creationId xmlns:a16="http://schemas.microsoft.com/office/drawing/2014/main" id="{F95D7ABD-34AF-B8E8-1669-B8FFBA744053}"/>
              </a:ext>
            </a:extLst>
          </p:cNvPr>
          <p:cNvSpPr txBox="1"/>
          <p:nvPr/>
        </p:nvSpPr>
        <p:spPr>
          <a:xfrm>
            <a:off x="142074" y="1128948"/>
            <a:ext cx="1489510" cy="461665"/>
          </a:xfrm>
          <a:prstGeom prst="rect">
            <a:avLst/>
          </a:prstGeom>
          <a:solidFill>
            <a:schemeClr val="accent6">
              <a:lumMod val="20000"/>
              <a:lumOff val="80000"/>
            </a:schemeClr>
          </a:solidFill>
        </p:spPr>
        <p:txBody>
          <a:bodyPr wrap="none" rtlCol="0">
            <a:spAutoFit/>
          </a:bodyPr>
          <a:lstStyle>
            <a:defPPr>
              <a:defRPr lang="ko-KR"/>
            </a:defPPr>
            <a:lvl1pPr marL="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ko-KR" altLang="en-US" sz="800" b="1"/>
              <a:t>욕실 </a:t>
            </a:r>
            <a:r>
              <a:rPr lang="ko-KR" altLang="en-US" sz="800" b="1" err="1"/>
              <a:t>휴젠트여부에</a:t>
            </a:r>
            <a:r>
              <a:rPr lang="ko-KR" altLang="en-US" sz="800" b="1"/>
              <a:t> 대하여</a:t>
            </a:r>
            <a:endParaRPr lang="en-US" altLang="ko-KR" sz="800" b="1"/>
          </a:p>
          <a:p>
            <a:r>
              <a:rPr lang="ko-KR" altLang="en-US" sz="800" b="1"/>
              <a:t>기사분이 현장에서 파악하여</a:t>
            </a:r>
            <a:endParaRPr lang="en-US" altLang="ko-KR" sz="800" b="1"/>
          </a:p>
          <a:p>
            <a:r>
              <a:rPr lang="ko-KR" altLang="en-US" sz="800" b="1"/>
              <a:t>센서위치를 적용해드립니다</a:t>
            </a:r>
            <a:r>
              <a:rPr lang="en-US" altLang="ko-KR" sz="800" b="1"/>
              <a:t>.</a:t>
            </a:r>
            <a:endParaRPr lang="ko-KR" altLang="en-US" sz="800" b="1"/>
          </a:p>
        </p:txBody>
      </p:sp>
      <p:grpSp>
        <p:nvGrpSpPr>
          <p:cNvPr id="34" name="그룹 33">
            <a:extLst>
              <a:ext uri="{FF2B5EF4-FFF2-40B4-BE49-F238E27FC236}">
                <a16:creationId xmlns:a16="http://schemas.microsoft.com/office/drawing/2014/main" id="{B163ECEF-D3B6-F9EF-FD83-903C8F1E7AE3}"/>
              </a:ext>
            </a:extLst>
          </p:cNvPr>
          <p:cNvGrpSpPr/>
          <p:nvPr/>
        </p:nvGrpSpPr>
        <p:grpSpPr>
          <a:xfrm>
            <a:off x="166864" y="137559"/>
            <a:ext cx="2166761" cy="738664"/>
            <a:chOff x="209306" y="114311"/>
            <a:chExt cx="2166761" cy="742666"/>
          </a:xfrm>
        </p:grpSpPr>
        <p:sp>
          <p:nvSpPr>
            <p:cNvPr id="35" name="타원 34">
              <a:extLst>
                <a:ext uri="{FF2B5EF4-FFF2-40B4-BE49-F238E27FC236}">
                  <a16:creationId xmlns:a16="http://schemas.microsoft.com/office/drawing/2014/main" id="{00501A8E-4A1C-D169-32C4-7292857F276C}"/>
                </a:ext>
              </a:extLst>
            </p:cNvPr>
            <p:cNvSpPr/>
            <p:nvPr/>
          </p:nvSpPr>
          <p:spPr>
            <a:xfrm>
              <a:off x="209307" y="168341"/>
              <a:ext cx="98385" cy="98385"/>
            </a:xfrm>
            <a:prstGeom prst="ellipse">
              <a:avLst/>
            </a:prstGeom>
            <a:solidFill>
              <a:srgbClr val="FF0000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ko-KR"/>
              </a:defPPr>
              <a:lvl1pPr marL="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ko-KR" altLang="en-US">
                <a:solidFill>
                  <a:schemeClr val="tx1"/>
                </a:solidFill>
              </a:endParaRPr>
            </a:p>
          </p:txBody>
        </p:sp>
        <p:sp>
          <p:nvSpPr>
            <p:cNvPr id="36" name="타원 35">
              <a:extLst>
                <a:ext uri="{FF2B5EF4-FFF2-40B4-BE49-F238E27FC236}">
                  <a16:creationId xmlns:a16="http://schemas.microsoft.com/office/drawing/2014/main" id="{09311F68-45E0-6029-BC4E-5BB08A83F7F2}"/>
                </a:ext>
              </a:extLst>
            </p:cNvPr>
            <p:cNvSpPr/>
            <p:nvPr/>
          </p:nvSpPr>
          <p:spPr>
            <a:xfrm>
              <a:off x="209307" y="347436"/>
              <a:ext cx="98385" cy="98385"/>
            </a:xfrm>
            <a:prstGeom prst="ellipse">
              <a:avLst/>
            </a:prstGeom>
            <a:solidFill>
              <a:srgbClr val="FFFF00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ko-KR"/>
              </a:defPPr>
              <a:lvl1pPr marL="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ko-KR" altLang="en-US">
                <a:solidFill>
                  <a:schemeClr val="tx1"/>
                </a:solidFill>
              </a:endParaRPr>
            </a:p>
          </p:txBody>
        </p:sp>
        <p:sp>
          <p:nvSpPr>
            <p:cNvPr id="37" name="타원 36">
              <a:extLst>
                <a:ext uri="{FF2B5EF4-FFF2-40B4-BE49-F238E27FC236}">
                  <a16:creationId xmlns:a16="http://schemas.microsoft.com/office/drawing/2014/main" id="{1B38566A-A758-BB63-7F17-7FD0504490F3}"/>
                </a:ext>
              </a:extLst>
            </p:cNvPr>
            <p:cNvSpPr/>
            <p:nvPr/>
          </p:nvSpPr>
          <p:spPr>
            <a:xfrm>
              <a:off x="209306" y="573831"/>
              <a:ext cx="98385" cy="98385"/>
            </a:xfrm>
            <a:prstGeom prst="ellipse">
              <a:avLst/>
            </a:prstGeom>
            <a:solidFill>
              <a:srgbClr val="FFC000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ko-KR"/>
              </a:defPPr>
              <a:lvl1pPr marL="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ko-KR" altLang="en-US">
                <a:solidFill>
                  <a:schemeClr val="tx1"/>
                </a:solidFill>
              </a:endParaRPr>
            </a:p>
          </p:txBody>
        </p:sp>
        <p:sp>
          <p:nvSpPr>
            <p:cNvPr id="38" name="TextBox 11">
              <a:extLst>
                <a:ext uri="{FF2B5EF4-FFF2-40B4-BE49-F238E27FC236}">
                  <a16:creationId xmlns:a16="http://schemas.microsoft.com/office/drawing/2014/main" id="{FB7169BB-6E18-0D0F-4D03-1307CF7736D3}"/>
                </a:ext>
              </a:extLst>
            </p:cNvPr>
            <p:cNvSpPr txBox="1"/>
            <p:nvPr/>
          </p:nvSpPr>
          <p:spPr>
            <a:xfrm>
              <a:off x="318304" y="114311"/>
              <a:ext cx="2057763" cy="742666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>
              <a:defPPr>
                <a:defRPr lang="ko-KR"/>
              </a:defPPr>
              <a:lvl1pPr marL="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r>
                <a:rPr lang="ko-KR" altLang="en-US" sz="700"/>
                <a:t>간접조명 </a:t>
              </a:r>
              <a:r>
                <a:rPr lang="en-US" altLang="ko-KR" sz="700"/>
                <a:t>A SET</a:t>
              </a:r>
            </a:p>
            <a:p>
              <a:endParaRPr lang="en-US" altLang="ko-KR" sz="700"/>
            </a:p>
            <a:p>
              <a:r>
                <a:rPr lang="ko-KR" altLang="en-US" sz="700"/>
                <a:t>간접조명 센서 </a:t>
              </a:r>
              <a:r>
                <a:rPr lang="en-US" altLang="ko-KR" sz="700"/>
                <a:t>SET</a:t>
              </a:r>
            </a:p>
            <a:p>
              <a:endParaRPr lang="en-US" altLang="ko-KR" sz="700"/>
            </a:p>
            <a:p>
              <a:r>
                <a:rPr lang="ko-KR" altLang="en-US" sz="700"/>
                <a:t>우물천장간접조명 및 커튼박수 추가</a:t>
              </a:r>
              <a:r>
                <a:rPr lang="en-US" altLang="ko-KR" sz="700"/>
                <a:t>(</a:t>
              </a:r>
              <a:r>
                <a:rPr lang="ko-KR" altLang="en-US" sz="700"/>
                <a:t>별도 추가</a:t>
              </a:r>
              <a:r>
                <a:rPr lang="en-US" altLang="ko-KR" sz="700"/>
                <a:t>)</a:t>
              </a:r>
            </a:p>
            <a:p>
              <a:endParaRPr lang="en-US" altLang="ko-KR" sz="700"/>
            </a:p>
          </p:txBody>
        </p:sp>
      </p:grpSp>
      <p:sp>
        <p:nvSpPr>
          <p:cNvPr id="39" name="직사각형 38">
            <a:extLst>
              <a:ext uri="{FF2B5EF4-FFF2-40B4-BE49-F238E27FC236}">
                <a16:creationId xmlns:a16="http://schemas.microsoft.com/office/drawing/2014/main" id="{55172D89-5BAF-3CBD-047A-0E60209EDDE8}"/>
              </a:ext>
            </a:extLst>
          </p:cNvPr>
          <p:cNvSpPr/>
          <p:nvPr/>
        </p:nvSpPr>
        <p:spPr>
          <a:xfrm rot="16200000" flipV="1">
            <a:off x="4510162" y="2741912"/>
            <a:ext cx="98385" cy="343522"/>
          </a:xfrm>
          <a:prstGeom prst="rect">
            <a:avLst/>
          </a:prstGeom>
          <a:solidFill>
            <a:srgbClr val="FFFF0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>
              <a:solidFill>
                <a:schemeClr val="tx1"/>
              </a:solidFill>
            </a:endParaRPr>
          </a:p>
        </p:txBody>
      </p:sp>
      <p:grpSp>
        <p:nvGrpSpPr>
          <p:cNvPr id="40" name="그룹 39">
            <a:extLst>
              <a:ext uri="{FF2B5EF4-FFF2-40B4-BE49-F238E27FC236}">
                <a16:creationId xmlns:a16="http://schemas.microsoft.com/office/drawing/2014/main" id="{8DE0A1D0-B0A1-A8C3-F8E0-E8C55F048545}"/>
              </a:ext>
            </a:extLst>
          </p:cNvPr>
          <p:cNvGrpSpPr/>
          <p:nvPr/>
        </p:nvGrpSpPr>
        <p:grpSpPr>
          <a:xfrm>
            <a:off x="8134154" y="4328434"/>
            <a:ext cx="100923" cy="1356633"/>
            <a:chOff x="4735802" y="4662002"/>
            <a:chExt cx="100923" cy="1356633"/>
          </a:xfrm>
        </p:grpSpPr>
        <p:sp>
          <p:nvSpPr>
            <p:cNvPr id="41" name="타원 40">
              <a:extLst>
                <a:ext uri="{FF2B5EF4-FFF2-40B4-BE49-F238E27FC236}">
                  <a16:creationId xmlns:a16="http://schemas.microsoft.com/office/drawing/2014/main" id="{550E717B-8CFF-37DC-C4D9-FFE662B449DF}"/>
                </a:ext>
              </a:extLst>
            </p:cNvPr>
            <p:cNvSpPr/>
            <p:nvPr/>
          </p:nvSpPr>
          <p:spPr>
            <a:xfrm>
              <a:off x="4737834" y="4662002"/>
              <a:ext cx="98385" cy="98385"/>
            </a:xfrm>
            <a:prstGeom prst="ellipse">
              <a:avLst/>
            </a:prstGeom>
            <a:solidFill>
              <a:srgbClr val="FF0000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>
                <a:solidFill>
                  <a:schemeClr val="tx1"/>
                </a:solidFill>
              </a:endParaRPr>
            </a:p>
          </p:txBody>
        </p:sp>
        <p:sp>
          <p:nvSpPr>
            <p:cNvPr id="42" name="타원 41">
              <a:extLst>
                <a:ext uri="{FF2B5EF4-FFF2-40B4-BE49-F238E27FC236}">
                  <a16:creationId xmlns:a16="http://schemas.microsoft.com/office/drawing/2014/main" id="{88F41EE4-8B01-706F-DC57-B83DE10725E6}"/>
                </a:ext>
              </a:extLst>
            </p:cNvPr>
            <p:cNvSpPr/>
            <p:nvPr/>
          </p:nvSpPr>
          <p:spPr>
            <a:xfrm>
              <a:off x="4735802" y="5291218"/>
              <a:ext cx="98385" cy="98385"/>
            </a:xfrm>
            <a:prstGeom prst="ellipse">
              <a:avLst/>
            </a:prstGeom>
            <a:solidFill>
              <a:srgbClr val="FF0000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>
                <a:solidFill>
                  <a:schemeClr val="tx1"/>
                </a:solidFill>
              </a:endParaRPr>
            </a:p>
          </p:txBody>
        </p:sp>
        <p:sp>
          <p:nvSpPr>
            <p:cNvPr id="43" name="타원 42">
              <a:extLst>
                <a:ext uri="{FF2B5EF4-FFF2-40B4-BE49-F238E27FC236}">
                  <a16:creationId xmlns:a16="http://schemas.microsoft.com/office/drawing/2014/main" id="{03BDC3F5-F5C7-2339-0BD5-4D9BF846100F}"/>
                </a:ext>
              </a:extLst>
            </p:cNvPr>
            <p:cNvSpPr/>
            <p:nvPr/>
          </p:nvSpPr>
          <p:spPr>
            <a:xfrm>
              <a:off x="4738340" y="5920250"/>
              <a:ext cx="98385" cy="98385"/>
            </a:xfrm>
            <a:prstGeom prst="ellipse">
              <a:avLst/>
            </a:prstGeom>
            <a:solidFill>
              <a:srgbClr val="FF0000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>
                <a:solidFill>
                  <a:schemeClr val="tx1"/>
                </a:solidFill>
              </a:endParaRPr>
            </a:p>
          </p:txBody>
        </p:sp>
      </p:grpSp>
      <p:grpSp>
        <p:nvGrpSpPr>
          <p:cNvPr id="44" name="그룹 43">
            <a:extLst>
              <a:ext uri="{FF2B5EF4-FFF2-40B4-BE49-F238E27FC236}">
                <a16:creationId xmlns:a16="http://schemas.microsoft.com/office/drawing/2014/main" id="{8285165D-1CCC-9C9E-8035-20095746933B}"/>
              </a:ext>
            </a:extLst>
          </p:cNvPr>
          <p:cNvGrpSpPr/>
          <p:nvPr/>
        </p:nvGrpSpPr>
        <p:grpSpPr>
          <a:xfrm>
            <a:off x="6186254" y="4345865"/>
            <a:ext cx="100923" cy="1356633"/>
            <a:chOff x="4735802" y="4662002"/>
            <a:chExt cx="100923" cy="1356633"/>
          </a:xfrm>
        </p:grpSpPr>
        <p:sp>
          <p:nvSpPr>
            <p:cNvPr id="45" name="타원 44">
              <a:extLst>
                <a:ext uri="{FF2B5EF4-FFF2-40B4-BE49-F238E27FC236}">
                  <a16:creationId xmlns:a16="http://schemas.microsoft.com/office/drawing/2014/main" id="{BC8E88C3-FB89-6CB1-0380-7F5389AAA3AF}"/>
                </a:ext>
              </a:extLst>
            </p:cNvPr>
            <p:cNvSpPr/>
            <p:nvPr/>
          </p:nvSpPr>
          <p:spPr>
            <a:xfrm>
              <a:off x="4737834" y="4662002"/>
              <a:ext cx="98385" cy="98385"/>
            </a:xfrm>
            <a:prstGeom prst="ellipse">
              <a:avLst/>
            </a:prstGeom>
            <a:solidFill>
              <a:srgbClr val="FF0000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>
                <a:solidFill>
                  <a:schemeClr val="tx1"/>
                </a:solidFill>
              </a:endParaRPr>
            </a:p>
          </p:txBody>
        </p:sp>
        <p:sp>
          <p:nvSpPr>
            <p:cNvPr id="46" name="타원 45">
              <a:extLst>
                <a:ext uri="{FF2B5EF4-FFF2-40B4-BE49-F238E27FC236}">
                  <a16:creationId xmlns:a16="http://schemas.microsoft.com/office/drawing/2014/main" id="{FC9539D3-28CB-BD28-5EE9-AB809F2E3CF8}"/>
                </a:ext>
              </a:extLst>
            </p:cNvPr>
            <p:cNvSpPr/>
            <p:nvPr/>
          </p:nvSpPr>
          <p:spPr>
            <a:xfrm>
              <a:off x="4735802" y="5291218"/>
              <a:ext cx="98385" cy="98385"/>
            </a:xfrm>
            <a:prstGeom prst="ellipse">
              <a:avLst/>
            </a:prstGeom>
            <a:solidFill>
              <a:srgbClr val="FF0000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>
                <a:solidFill>
                  <a:schemeClr val="tx1"/>
                </a:solidFill>
              </a:endParaRPr>
            </a:p>
          </p:txBody>
        </p:sp>
        <p:sp>
          <p:nvSpPr>
            <p:cNvPr id="47" name="타원 46">
              <a:extLst>
                <a:ext uri="{FF2B5EF4-FFF2-40B4-BE49-F238E27FC236}">
                  <a16:creationId xmlns:a16="http://schemas.microsoft.com/office/drawing/2014/main" id="{9093FFEF-07B4-0C68-03F1-AC593BA084D4}"/>
                </a:ext>
              </a:extLst>
            </p:cNvPr>
            <p:cNvSpPr/>
            <p:nvPr/>
          </p:nvSpPr>
          <p:spPr>
            <a:xfrm>
              <a:off x="4738340" y="5920250"/>
              <a:ext cx="98385" cy="98385"/>
            </a:xfrm>
            <a:prstGeom prst="ellipse">
              <a:avLst/>
            </a:prstGeom>
            <a:solidFill>
              <a:srgbClr val="FF0000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>
                <a:solidFill>
                  <a:schemeClr val="tx1"/>
                </a:solidFill>
              </a:endParaRPr>
            </a:p>
          </p:txBody>
        </p:sp>
      </p:grpSp>
      <p:grpSp>
        <p:nvGrpSpPr>
          <p:cNvPr id="18" name="그룹 17">
            <a:extLst>
              <a:ext uri="{FF2B5EF4-FFF2-40B4-BE49-F238E27FC236}">
                <a16:creationId xmlns:a16="http://schemas.microsoft.com/office/drawing/2014/main" id="{36776882-ED00-BE8C-747B-FA3EFF4EA914}"/>
              </a:ext>
            </a:extLst>
          </p:cNvPr>
          <p:cNvGrpSpPr/>
          <p:nvPr/>
        </p:nvGrpSpPr>
        <p:grpSpPr>
          <a:xfrm>
            <a:off x="4795876" y="3756293"/>
            <a:ext cx="764953" cy="273636"/>
            <a:chOff x="2052531" y="808997"/>
            <a:chExt cx="764953" cy="273636"/>
          </a:xfrm>
        </p:grpSpPr>
        <p:sp>
          <p:nvSpPr>
            <p:cNvPr id="19" name="TextBox 18">
              <a:extLst>
                <a:ext uri="{FF2B5EF4-FFF2-40B4-BE49-F238E27FC236}">
                  <a16:creationId xmlns:a16="http://schemas.microsoft.com/office/drawing/2014/main" id="{20EE07C2-0C80-8F9B-3F18-72302C3AAA0F}"/>
                </a:ext>
              </a:extLst>
            </p:cNvPr>
            <p:cNvSpPr txBox="1"/>
            <p:nvPr/>
          </p:nvSpPr>
          <p:spPr>
            <a:xfrm>
              <a:off x="2052531" y="897967"/>
              <a:ext cx="764953" cy="184666"/>
            </a:xfrm>
            <a:prstGeom prst="rect">
              <a:avLst/>
            </a:prstGeom>
            <a:solidFill>
              <a:schemeClr val="bg1">
                <a:lumMod val="95000"/>
              </a:schemeClr>
            </a:solidFill>
          </p:spPr>
          <p:txBody>
            <a:bodyPr wrap="none" rtlCol="0">
              <a:spAutoFit/>
            </a:bodyPr>
            <a:lstStyle/>
            <a:p>
              <a:r>
                <a:rPr lang="ko-KR" altLang="en-US" sz="600" b="1"/>
                <a:t>서비스 조명 </a:t>
              </a:r>
              <a:r>
                <a:rPr lang="en-US" altLang="ko-KR" sz="600" b="1"/>
                <a:t>2EA</a:t>
              </a:r>
              <a:endParaRPr lang="ko-KR" altLang="en-US" sz="600" b="1"/>
            </a:p>
          </p:txBody>
        </p:sp>
        <p:grpSp>
          <p:nvGrpSpPr>
            <p:cNvPr id="20" name="그룹 19">
              <a:extLst>
                <a:ext uri="{FF2B5EF4-FFF2-40B4-BE49-F238E27FC236}">
                  <a16:creationId xmlns:a16="http://schemas.microsoft.com/office/drawing/2014/main" id="{97D5D695-23D0-9C36-4BC8-708FF56F5CE2}"/>
                </a:ext>
              </a:extLst>
            </p:cNvPr>
            <p:cNvGrpSpPr/>
            <p:nvPr/>
          </p:nvGrpSpPr>
          <p:grpSpPr>
            <a:xfrm rot="5400000">
              <a:off x="2382760" y="491467"/>
              <a:ext cx="98800" cy="733859"/>
              <a:chOff x="4737848" y="4877902"/>
              <a:chExt cx="98800" cy="733859"/>
            </a:xfrm>
            <a:solidFill>
              <a:srgbClr val="FF00FF"/>
            </a:solidFill>
          </p:grpSpPr>
          <p:sp>
            <p:nvSpPr>
              <p:cNvPr id="21" name="타원 20">
                <a:extLst>
                  <a:ext uri="{FF2B5EF4-FFF2-40B4-BE49-F238E27FC236}">
                    <a16:creationId xmlns:a16="http://schemas.microsoft.com/office/drawing/2014/main" id="{6DB57444-7849-1388-1A3E-10954312E855}"/>
                  </a:ext>
                </a:extLst>
              </p:cNvPr>
              <p:cNvSpPr/>
              <p:nvPr/>
            </p:nvSpPr>
            <p:spPr>
              <a:xfrm>
                <a:off x="4737848" y="4877902"/>
                <a:ext cx="98385" cy="98385"/>
              </a:xfrm>
              <a:prstGeom prst="ellipse">
                <a:avLst/>
              </a:prstGeom>
              <a:grpFill/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>
                  <a:solidFill>
                    <a:schemeClr val="tx1"/>
                  </a:solidFill>
                </a:endParaRPr>
              </a:p>
            </p:txBody>
          </p:sp>
          <p:sp>
            <p:nvSpPr>
              <p:cNvPr id="22" name="타원 21">
                <a:extLst>
                  <a:ext uri="{FF2B5EF4-FFF2-40B4-BE49-F238E27FC236}">
                    <a16:creationId xmlns:a16="http://schemas.microsoft.com/office/drawing/2014/main" id="{770FA9FC-D7B9-BA88-DC26-237144EF3F35}"/>
                  </a:ext>
                </a:extLst>
              </p:cNvPr>
              <p:cNvSpPr/>
              <p:nvPr/>
            </p:nvSpPr>
            <p:spPr>
              <a:xfrm>
                <a:off x="4738263" y="5513376"/>
                <a:ext cx="98385" cy="98385"/>
              </a:xfrm>
              <a:prstGeom prst="ellipse">
                <a:avLst/>
              </a:prstGeom>
              <a:grpFill/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>
                  <a:solidFill>
                    <a:schemeClr val="tx1"/>
                  </a:solidFill>
                </a:endParaRPr>
              </a:p>
            </p:txBody>
          </p:sp>
        </p:grpSp>
      </p:grpSp>
      <p:pic>
        <p:nvPicPr>
          <p:cNvPr id="24" name="그림 23" descr="텍스트, 스크린샷이(가) 표시된 사진&#10;&#10;AI 생성 콘텐츠는 정확하지 않을 수 있습니다.">
            <a:extLst>
              <a:ext uri="{FF2B5EF4-FFF2-40B4-BE49-F238E27FC236}">
                <a16:creationId xmlns:a16="http://schemas.microsoft.com/office/drawing/2014/main" id="{20D7CE18-DC39-AB37-D5BD-AF1E0F907F4C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57265" y="2563256"/>
            <a:ext cx="1778731" cy="1466673"/>
          </a:xfrm>
          <a:prstGeom prst="rect">
            <a:avLst/>
          </a:prstGeom>
        </p:spPr>
      </p:pic>
      <p:sp>
        <p:nvSpPr>
          <p:cNvPr id="7" name="별: 꼭짓점 4개 6">
            <a:extLst>
              <a:ext uri="{FF2B5EF4-FFF2-40B4-BE49-F238E27FC236}">
                <a16:creationId xmlns:a16="http://schemas.microsoft.com/office/drawing/2014/main" id="{1ADFFA05-2DF2-59A2-C151-04744A720303}"/>
              </a:ext>
            </a:extLst>
          </p:cNvPr>
          <p:cNvSpPr/>
          <p:nvPr/>
        </p:nvSpPr>
        <p:spPr>
          <a:xfrm>
            <a:off x="6974072" y="4717281"/>
            <a:ext cx="557315" cy="559233"/>
          </a:xfrm>
          <a:prstGeom prst="star4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2645">
              <a:solidFill>
                <a:schemeClr val="tx1"/>
              </a:solidFill>
            </a:endParaRP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7AA76E05-B0B6-3478-DA62-954FB9027029}"/>
              </a:ext>
            </a:extLst>
          </p:cNvPr>
          <p:cNvSpPr txBox="1"/>
          <p:nvPr/>
        </p:nvSpPr>
        <p:spPr>
          <a:xfrm>
            <a:off x="6554170" y="6398203"/>
            <a:ext cx="2229372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1000" b="1" err="1">
                <a:highlight>
                  <a:srgbClr val="FFFF00"/>
                </a:highlight>
              </a:rPr>
              <a:t>실링팬</a:t>
            </a:r>
            <a:r>
              <a:rPr lang="ko-KR" altLang="en-US" sz="1000" b="1">
                <a:highlight>
                  <a:srgbClr val="FFFF00"/>
                </a:highlight>
              </a:rPr>
              <a:t> </a:t>
            </a:r>
            <a:r>
              <a:rPr lang="ko-KR" altLang="en-US" sz="1000" b="1" err="1">
                <a:highlight>
                  <a:srgbClr val="FFFF00"/>
                </a:highlight>
              </a:rPr>
              <a:t>루씨에어</a:t>
            </a:r>
            <a:r>
              <a:rPr lang="en-US" altLang="ko-KR" sz="1000" b="1">
                <a:highlight>
                  <a:srgbClr val="FFFF00"/>
                </a:highlight>
              </a:rPr>
              <a:t>-</a:t>
            </a:r>
            <a:r>
              <a:rPr lang="ko-KR" altLang="en-US" sz="1000" b="1" err="1">
                <a:highlight>
                  <a:srgbClr val="FFFF00"/>
                </a:highlight>
              </a:rPr>
              <a:t>코타라</a:t>
            </a:r>
            <a:endParaRPr lang="en-US" altLang="ko-KR" sz="1000" b="1">
              <a:highlight>
                <a:srgbClr val="FFFF00"/>
              </a:highlight>
            </a:endParaRPr>
          </a:p>
          <a:p>
            <a:r>
              <a:rPr lang="ko-KR" altLang="en-US" sz="1000" b="1">
                <a:highlight>
                  <a:srgbClr val="FFFF00"/>
                </a:highlight>
              </a:rPr>
              <a:t>설치</a:t>
            </a:r>
            <a:r>
              <a:rPr lang="en-US" altLang="ko-KR" sz="1000" b="1">
                <a:highlight>
                  <a:srgbClr val="FFFF00"/>
                </a:highlight>
              </a:rPr>
              <a:t>+</a:t>
            </a:r>
            <a:r>
              <a:rPr lang="ko-KR" altLang="en-US" sz="1000" b="1">
                <a:highlight>
                  <a:srgbClr val="FFFF00"/>
                </a:highlight>
              </a:rPr>
              <a:t>보강</a:t>
            </a:r>
            <a:endParaRPr lang="en-US" altLang="ko-KR" sz="1000" b="1">
              <a:highlight>
                <a:srgbClr val="FFFF00"/>
              </a:highlight>
            </a:endParaRPr>
          </a:p>
        </p:txBody>
      </p:sp>
      <p:pic>
        <p:nvPicPr>
          <p:cNvPr id="16" name="그림 15">
            <a:extLst>
              <a:ext uri="{FF2B5EF4-FFF2-40B4-BE49-F238E27FC236}">
                <a16:creationId xmlns:a16="http://schemas.microsoft.com/office/drawing/2014/main" id="{94C95107-189D-91F4-0226-7A940827E420}"/>
              </a:ext>
            </a:extLst>
          </p:cNvPr>
          <p:cNvPicPr>
            <a:picLocks noChangeAspect="1"/>
          </p:cNvPicPr>
          <p:nvPr/>
        </p:nvPicPr>
        <p:blipFill>
          <a:blip r:embed="rId6"/>
          <a:srcRect t="2320" b="-1"/>
          <a:stretch>
            <a:fillRect/>
          </a:stretch>
        </p:blipFill>
        <p:spPr>
          <a:xfrm>
            <a:off x="10196131" y="4229602"/>
            <a:ext cx="2236971" cy="1554480"/>
          </a:xfrm>
          <a:prstGeom prst="rect">
            <a:avLst/>
          </a:prstGeom>
        </p:spPr>
      </p:pic>
      <p:sp>
        <p:nvSpPr>
          <p:cNvPr id="2" name="TextBox 1">
            <a:extLst>
              <a:ext uri="{FF2B5EF4-FFF2-40B4-BE49-F238E27FC236}">
                <a16:creationId xmlns:a16="http://schemas.microsoft.com/office/drawing/2014/main" id="{85E11BEF-FED7-9A82-769D-3C6FF1599B83}"/>
              </a:ext>
            </a:extLst>
          </p:cNvPr>
          <p:cNvSpPr txBox="1"/>
          <p:nvPr/>
        </p:nvSpPr>
        <p:spPr>
          <a:xfrm>
            <a:off x="3661790" y="3055627"/>
            <a:ext cx="479618" cy="2462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1000" b="1">
                <a:solidFill>
                  <a:srgbClr val="FF0000"/>
                </a:solidFill>
              </a:rPr>
              <a:t>1300</a:t>
            </a:r>
            <a:endParaRPr lang="ko-KR" altLang="en-US" sz="1000" b="1">
              <a:solidFill>
                <a:srgbClr val="FF0000"/>
              </a:solidFill>
            </a:endParaRP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13077F9D-CBA3-02DD-333A-7CF3CA52B8EC}"/>
              </a:ext>
            </a:extLst>
          </p:cNvPr>
          <p:cNvSpPr txBox="1"/>
          <p:nvPr/>
        </p:nvSpPr>
        <p:spPr>
          <a:xfrm>
            <a:off x="2192887" y="6154450"/>
            <a:ext cx="479618" cy="2462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1000" b="1">
                <a:solidFill>
                  <a:srgbClr val="FF0000"/>
                </a:solidFill>
              </a:rPr>
              <a:t>2800</a:t>
            </a:r>
            <a:endParaRPr lang="ko-KR" altLang="en-US" sz="1000" b="1">
              <a:solidFill>
                <a:srgbClr val="FF0000"/>
              </a:solidFill>
            </a:endParaRP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6FFB6BE5-3535-5600-D66C-B290A283E6F9}"/>
              </a:ext>
            </a:extLst>
          </p:cNvPr>
          <p:cNvSpPr txBox="1"/>
          <p:nvPr/>
        </p:nvSpPr>
        <p:spPr>
          <a:xfrm>
            <a:off x="3865606" y="6143722"/>
            <a:ext cx="479618" cy="2462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1000" b="1">
                <a:solidFill>
                  <a:srgbClr val="FF0000"/>
                </a:solidFill>
              </a:rPr>
              <a:t>2900</a:t>
            </a:r>
            <a:endParaRPr lang="ko-KR" altLang="en-US" sz="1000" b="1">
              <a:solidFill>
                <a:srgbClr val="FF0000"/>
              </a:solidFill>
            </a:endParaRP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D0A5EA5A-BB4B-3DC0-6E59-D658B5CE3AB3}"/>
              </a:ext>
            </a:extLst>
          </p:cNvPr>
          <p:cNvSpPr txBox="1"/>
          <p:nvPr/>
        </p:nvSpPr>
        <p:spPr>
          <a:xfrm>
            <a:off x="6486742" y="6260772"/>
            <a:ext cx="479618" cy="2462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1000" b="1">
                <a:solidFill>
                  <a:srgbClr val="FF0000"/>
                </a:solidFill>
              </a:rPr>
              <a:t>6700</a:t>
            </a:r>
            <a:endParaRPr lang="ko-KR" altLang="en-US" sz="1000" b="1">
              <a:solidFill>
                <a:srgbClr val="FF0000"/>
              </a:solidFill>
            </a:endParaRPr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06399623-A34E-120E-4491-619CC972228B}"/>
              </a:ext>
            </a:extLst>
          </p:cNvPr>
          <p:cNvSpPr txBox="1"/>
          <p:nvPr/>
        </p:nvSpPr>
        <p:spPr>
          <a:xfrm>
            <a:off x="7022838" y="4205552"/>
            <a:ext cx="479618" cy="2462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1000" b="1">
                <a:solidFill>
                  <a:srgbClr val="FF0000"/>
                </a:solidFill>
              </a:rPr>
              <a:t>3100</a:t>
            </a:r>
            <a:endParaRPr lang="ko-KR" altLang="en-US" sz="1000" b="1">
              <a:solidFill>
                <a:srgbClr val="FF0000"/>
              </a:solidFill>
            </a:endParaRPr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17BAEF68-1EED-AD70-6B4C-48B3AC37E3F3}"/>
              </a:ext>
            </a:extLst>
          </p:cNvPr>
          <p:cNvSpPr txBox="1"/>
          <p:nvPr/>
        </p:nvSpPr>
        <p:spPr>
          <a:xfrm>
            <a:off x="6262283" y="4718965"/>
            <a:ext cx="479618" cy="2462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1000" b="1">
                <a:solidFill>
                  <a:srgbClr val="FF0000"/>
                </a:solidFill>
              </a:rPr>
              <a:t>2400</a:t>
            </a:r>
            <a:endParaRPr lang="ko-KR" altLang="en-US" sz="1000" b="1">
              <a:solidFill>
                <a:srgbClr val="FF0000"/>
              </a:solidFill>
            </a:endParaRPr>
          </a:p>
        </p:txBody>
      </p:sp>
      <p:cxnSp>
        <p:nvCxnSpPr>
          <p:cNvPr id="30" name="직선 화살표 연결선 29">
            <a:extLst>
              <a:ext uri="{FF2B5EF4-FFF2-40B4-BE49-F238E27FC236}">
                <a16:creationId xmlns:a16="http://schemas.microsoft.com/office/drawing/2014/main" id="{10742465-7994-EAC1-5D7A-18ABBC57904B}"/>
              </a:ext>
            </a:extLst>
          </p:cNvPr>
          <p:cNvCxnSpPr>
            <a:cxnSpLocks/>
          </p:cNvCxnSpPr>
          <p:nvPr/>
        </p:nvCxnSpPr>
        <p:spPr>
          <a:xfrm flipH="1" flipV="1">
            <a:off x="4985806" y="6223267"/>
            <a:ext cx="3350326" cy="9"/>
          </a:xfrm>
          <a:prstGeom prst="straightConnector1">
            <a:avLst/>
          </a:prstGeom>
          <a:ln w="57150">
            <a:solidFill>
              <a:srgbClr val="00B050"/>
            </a:solidFill>
            <a:headEnd type="triangle"/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1" name="TextBox 30">
            <a:extLst>
              <a:ext uri="{FF2B5EF4-FFF2-40B4-BE49-F238E27FC236}">
                <a16:creationId xmlns:a16="http://schemas.microsoft.com/office/drawing/2014/main" id="{76A92774-5DDD-958D-0961-CAEBC9400E7A}"/>
              </a:ext>
            </a:extLst>
          </p:cNvPr>
          <p:cNvSpPr txBox="1"/>
          <p:nvPr/>
        </p:nvSpPr>
        <p:spPr>
          <a:xfrm>
            <a:off x="9240455" y="5817543"/>
            <a:ext cx="479618" cy="2462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1000" b="1">
                <a:solidFill>
                  <a:srgbClr val="FF0000"/>
                </a:solidFill>
              </a:rPr>
              <a:t>3500</a:t>
            </a:r>
            <a:endParaRPr lang="ko-KR" altLang="en-US" sz="1000" b="1">
              <a:solidFill>
                <a:srgbClr val="FF0000"/>
              </a:solidFill>
            </a:endParaRPr>
          </a:p>
        </p:txBody>
      </p:sp>
      <p:sp>
        <p:nvSpPr>
          <p:cNvPr id="32" name="TextBox 31">
            <a:extLst>
              <a:ext uri="{FF2B5EF4-FFF2-40B4-BE49-F238E27FC236}">
                <a16:creationId xmlns:a16="http://schemas.microsoft.com/office/drawing/2014/main" id="{123BFCC8-B97C-F63E-73C2-F9166D40B9BA}"/>
              </a:ext>
            </a:extLst>
          </p:cNvPr>
          <p:cNvSpPr txBox="1"/>
          <p:nvPr/>
        </p:nvSpPr>
        <p:spPr>
          <a:xfrm>
            <a:off x="10175682" y="4211291"/>
            <a:ext cx="479618" cy="2462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1000" b="1">
                <a:solidFill>
                  <a:srgbClr val="FF0000"/>
                </a:solidFill>
              </a:rPr>
              <a:t>1100</a:t>
            </a:r>
            <a:endParaRPr lang="ko-KR" altLang="en-US" sz="1000" b="1">
              <a:solidFill>
                <a:srgbClr val="FF0000"/>
              </a:solidFill>
            </a:endParaRPr>
          </a:p>
        </p:txBody>
      </p:sp>
      <p:cxnSp>
        <p:nvCxnSpPr>
          <p:cNvPr id="48" name="직선 화살표 연결선 47">
            <a:extLst>
              <a:ext uri="{FF2B5EF4-FFF2-40B4-BE49-F238E27FC236}">
                <a16:creationId xmlns:a16="http://schemas.microsoft.com/office/drawing/2014/main" id="{771187E3-3A4E-E469-7B19-F55CD838BCFB}"/>
              </a:ext>
            </a:extLst>
          </p:cNvPr>
          <p:cNvCxnSpPr>
            <a:cxnSpLocks/>
          </p:cNvCxnSpPr>
          <p:nvPr/>
        </p:nvCxnSpPr>
        <p:spPr>
          <a:xfrm>
            <a:off x="10105818" y="3692042"/>
            <a:ext cx="0" cy="653823"/>
          </a:xfrm>
          <a:prstGeom prst="straightConnector1">
            <a:avLst/>
          </a:prstGeom>
          <a:ln w="57150">
            <a:solidFill>
              <a:srgbClr val="00B050"/>
            </a:solidFill>
            <a:headEnd type="triangle"/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833456633"/>
      </p:ext>
    </p:extLst>
  </p:cSld>
  <p:clrMapOvr>
    <a:masterClrMapping/>
  </p:clrMapOvr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DFF9820-6637-BCD0-3FB1-075CF61B09D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그림 2">
            <a:extLst>
              <a:ext uri="{FF2B5EF4-FFF2-40B4-BE49-F238E27FC236}">
                <a16:creationId xmlns:a16="http://schemas.microsoft.com/office/drawing/2014/main" id="{B3A8DEB4-204D-C059-3294-89B0EA365DFC}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/>
        </p:nvPicPr>
        <p:blipFill>
          <a:blip r:embed="rId2">
            <a:alphaModFix amt="70000"/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saturation sat="0"/>
                    </a14:imgEffect>
                  </a14:imgLayer>
                </a14:imgProps>
              </a:ext>
            </a:extLst>
          </a:blip>
          <a:stretch>
            <a:fillRect/>
          </a:stretch>
        </p:blipFill>
        <p:spPr>
          <a:xfrm>
            <a:off x="1188202" y="1003300"/>
            <a:ext cx="9681799" cy="5391615"/>
          </a:xfrm>
          <a:prstGeom prst="rect">
            <a:avLst/>
          </a:prstGeom>
        </p:spPr>
      </p:pic>
      <mc:AlternateContent xmlns:mc="http://schemas.openxmlformats.org/markup-compatibility/2006">
        <mc:Choice xmlns:a14="http://schemas.microsoft.com/office/drawing/2010/main" Requires="a14">
          <p:sp>
            <p:nvSpPr>
              <p:cNvPr id="4" name="TextBox 3">
                <a:extLst>
                  <a:ext uri="{FF2B5EF4-FFF2-40B4-BE49-F238E27FC236}">
                    <a16:creationId xmlns:a16="http://schemas.microsoft.com/office/drawing/2014/main" id="{D588E985-3E89-3368-CD4C-7CDE83CF36E7}"/>
                  </a:ext>
                </a:extLst>
              </p:cNvPr>
              <p:cNvSpPr txBox="1"/>
              <p:nvPr/>
            </p:nvSpPr>
            <p:spPr>
              <a:xfrm>
                <a:off x="10153357" y="146209"/>
                <a:ext cx="1762781" cy="407099"/>
              </a:xfrm>
              <a:prstGeom prst="rect">
                <a:avLst/>
              </a:prstGeom>
              <a:noFill/>
            </p:spPr>
            <p:txBody>
              <a:bodyPr wrap="square">
                <a:spAutoFit/>
                <a:scene3d>
                  <a:camera prst="orthographicFront"/>
                  <a:lightRig rig="harsh" dir="t"/>
                </a:scene3d>
                <a:sp3d extrusionH="57150" prstMaterial="matte">
                  <a:bevelT w="63500" h="12700" prst="angle"/>
                  <a:contourClr>
                    <a:schemeClr val="bg1">
                      <a:lumMod val="65000"/>
                    </a:schemeClr>
                  </a:contourClr>
                </a:sp3d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right"/>
                    </m:oMathParaPr>
                    <m:oMath xmlns:m="http://schemas.openxmlformats.org/officeDocument/2006/math">
                      <m:sSup>
                        <m:sSupPr>
                          <m:ctrlPr>
                            <a:rPr lang="en-US" altLang="ko-KR" sz="2000" b="1" i="1" u="none" strike="noStrike" smtClean="0">
                              <a:ln/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altLang="ko-KR" sz="2000" b="1" i="1" u="none" strike="noStrike" smtClean="0">
                              <a:ln/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𝟖𝟒</m:t>
                          </m:r>
                          <m:r>
                            <a:rPr lang="en-US" altLang="ko-KR" sz="2000" b="1" i="1" u="none" strike="noStrike" smtClean="0">
                              <a:ln/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𝑪𝒎</m:t>
                          </m:r>
                        </m:e>
                        <m:sup>
                          <m:r>
                            <a:rPr lang="en-US" altLang="ko-KR" sz="2000" b="1" i="1" u="none" strike="noStrike" smtClean="0">
                              <a:ln/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𝟐</m:t>
                          </m:r>
                        </m:sup>
                      </m:sSup>
                    </m:oMath>
                  </m:oMathPara>
                </a14:m>
                <a:endParaRPr lang="ko-KR" altLang="en-US" sz="2000" b="1">
                  <a:ln/>
                  <a:solidFill>
                    <a:schemeClr val="tx1"/>
                  </a:solidFill>
                </a:endParaRPr>
              </a:p>
            </p:txBody>
          </p:sp>
        </mc:Choice>
        <mc:Fallback>
          <p:sp>
            <p:nvSpPr>
              <p:cNvPr id="4" name="TextBox 3">
                <a:extLst>
                  <a:ext uri="{FF2B5EF4-FFF2-40B4-BE49-F238E27FC236}">
                    <a16:creationId xmlns:a16="http://schemas.microsoft.com/office/drawing/2014/main" id="{D588E985-3E89-3368-CD4C-7CDE83CF36E7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0153357" y="146209"/>
                <a:ext cx="1762781" cy="407099"/>
              </a:xfrm>
              <a:prstGeom prst="rect">
                <a:avLst/>
              </a:prstGeom>
              <a:blipFill>
                <a:blip r:embed="rId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5" name="TextBox 4">
            <a:extLst>
              <a:ext uri="{FF2B5EF4-FFF2-40B4-BE49-F238E27FC236}">
                <a16:creationId xmlns:a16="http://schemas.microsoft.com/office/drawing/2014/main" id="{223EBE52-0BE2-D03A-BCFD-F139ADA58089}"/>
              </a:ext>
            </a:extLst>
          </p:cNvPr>
          <p:cNvSpPr txBox="1"/>
          <p:nvPr/>
        </p:nvSpPr>
        <p:spPr>
          <a:xfrm>
            <a:off x="1870318" y="353253"/>
            <a:ext cx="8452551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 sz="2000" b="1"/>
              <a:t>84C</a:t>
            </a:r>
            <a:r>
              <a:rPr lang="ko-KR" altLang="en-US" sz="2000" b="1"/>
              <a:t>타입 간접</a:t>
            </a:r>
            <a:r>
              <a:rPr lang="en-US" altLang="ko-KR" sz="2000" b="1"/>
              <a:t>A /</a:t>
            </a:r>
            <a:r>
              <a:rPr lang="ko-KR" altLang="en-US" sz="2000" b="1"/>
              <a:t>간접</a:t>
            </a:r>
            <a:r>
              <a:rPr lang="en-US" altLang="ko-KR" sz="2000" b="1"/>
              <a:t> </a:t>
            </a:r>
            <a:r>
              <a:rPr lang="ko-KR" altLang="en-US" sz="2000" b="1"/>
              <a:t>센서 </a:t>
            </a:r>
            <a:r>
              <a:rPr lang="en-US" altLang="ko-KR" sz="2000" b="1"/>
              <a:t>SET</a:t>
            </a:r>
          </a:p>
        </p:txBody>
      </p:sp>
      <p:sp>
        <p:nvSpPr>
          <p:cNvPr id="8" name="직사각형 7">
            <a:extLst>
              <a:ext uri="{FF2B5EF4-FFF2-40B4-BE49-F238E27FC236}">
                <a16:creationId xmlns:a16="http://schemas.microsoft.com/office/drawing/2014/main" id="{A3F71E6C-D1BE-BDBA-3A34-D5A770E6846A}"/>
              </a:ext>
            </a:extLst>
          </p:cNvPr>
          <p:cNvSpPr/>
          <p:nvPr/>
        </p:nvSpPr>
        <p:spPr>
          <a:xfrm rot="5400000">
            <a:off x="7264642" y="5006566"/>
            <a:ext cx="102820" cy="1760989"/>
          </a:xfrm>
          <a:prstGeom prst="rect">
            <a:avLst/>
          </a:prstGeom>
          <a:solidFill>
            <a:srgbClr val="FF000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>
              <a:solidFill>
                <a:schemeClr val="tx1"/>
              </a:solidFill>
            </a:endParaRPr>
          </a:p>
        </p:txBody>
      </p:sp>
      <p:sp>
        <p:nvSpPr>
          <p:cNvPr id="9" name="사각형: 둥근 모서리 8">
            <a:extLst>
              <a:ext uri="{FF2B5EF4-FFF2-40B4-BE49-F238E27FC236}">
                <a16:creationId xmlns:a16="http://schemas.microsoft.com/office/drawing/2014/main" id="{A169B9C3-405A-E353-901D-E87B3258701E}"/>
              </a:ext>
            </a:extLst>
          </p:cNvPr>
          <p:cNvSpPr/>
          <p:nvPr/>
        </p:nvSpPr>
        <p:spPr>
          <a:xfrm>
            <a:off x="6738319" y="4485679"/>
            <a:ext cx="1092978" cy="1103860"/>
          </a:xfrm>
          <a:prstGeom prst="roundRect">
            <a:avLst>
              <a:gd name="adj" fmla="val 15666"/>
            </a:avLst>
          </a:prstGeom>
          <a:noFill/>
          <a:ln w="38100">
            <a:solidFill>
              <a:schemeClr val="accent2">
                <a:lumMod val="60000"/>
                <a:lumOff val="4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>
              <a:solidFill>
                <a:schemeClr val="tx1"/>
              </a:solidFill>
            </a:endParaRPr>
          </a:p>
        </p:txBody>
      </p:sp>
      <p:sp>
        <p:nvSpPr>
          <p:cNvPr id="10" name="사각형: 둥근 모서리 9">
            <a:extLst>
              <a:ext uri="{FF2B5EF4-FFF2-40B4-BE49-F238E27FC236}">
                <a16:creationId xmlns:a16="http://schemas.microsoft.com/office/drawing/2014/main" id="{FB5DD84C-34CA-38B2-339A-8BE28943D619}"/>
              </a:ext>
            </a:extLst>
          </p:cNvPr>
          <p:cNvSpPr/>
          <p:nvPr/>
        </p:nvSpPr>
        <p:spPr>
          <a:xfrm>
            <a:off x="6883282" y="4624272"/>
            <a:ext cx="801043" cy="840103"/>
          </a:xfrm>
          <a:prstGeom prst="roundRect">
            <a:avLst>
              <a:gd name="adj" fmla="val 0"/>
            </a:avLst>
          </a:prstGeom>
          <a:noFill/>
          <a:ln w="38100">
            <a:solidFill>
              <a:srgbClr val="FFC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>
              <a:solidFill>
                <a:schemeClr val="tx1"/>
              </a:solidFill>
            </a:endParaRP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844FA514-0E6E-8000-2FE4-96F8E55E7423}"/>
              </a:ext>
            </a:extLst>
          </p:cNvPr>
          <p:cNvSpPr txBox="1"/>
          <p:nvPr/>
        </p:nvSpPr>
        <p:spPr>
          <a:xfrm>
            <a:off x="6323865" y="3720850"/>
            <a:ext cx="1891732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ko-KR" altLang="en-US" sz="1000" b="1"/>
              <a:t>전자식스위치</a:t>
            </a:r>
            <a:r>
              <a:rPr lang="en-US" altLang="ko-KR" sz="1000" b="1"/>
              <a:t>+</a:t>
            </a:r>
            <a:r>
              <a:rPr lang="ko-KR" altLang="en-US" sz="1000" b="1"/>
              <a:t>리모컨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D4C82BE9-F6DD-E868-CB11-EBF9F40C9E2D}"/>
              </a:ext>
            </a:extLst>
          </p:cNvPr>
          <p:cNvSpPr txBox="1"/>
          <p:nvPr/>
        </p:nvSpPr>
        <p:spPr>
          <a:xfrm>
            <a:off x="112365" y="770606"/>
            <a:ext cx="3264447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800">
                <a:solidFill>
                  <a:srgbClr val="FF0000"/>
                </a:solidFill>
              </a:rPr>
              <a:t>**</a:t>
            </a:r>
            <a:r>
              <a:rPr lang="ko-KR" altLang="en-US" sz="800">
                <a:solidFill>
                  <a:srgbClr val="FF0000"/>
                </a:solidFill>
              </a:rPr>
              <a:t>스위치 연결을 위해 별도의 </a:t>
            </a:r>
            <a:r>
              <a:rPr lang="ko-KR" altLang="en-US" sz="800" err="1">
                <a:solidFill>
                  <a:srgbClr val="FF0000"/>
                </a:solidFill>
              </a:rPr>
              <a:t>타공이</a:t>
            </a:r>
            <a:r>
              <a:rPr lang="ko-KR" altLang="en-US" sz="800">
                <a:solidFill>
                  <a:srgbClr val="FF0000"/>
                </a:solidFill>
              </a:rPr>
              <a:t> 필요할 수 </a:t>
            </a:r>
            <a:endParaRPr lang="en-US" altLang="ko-KR" sz="800">
              <a:solidFill>
                <a:srgbClr val="FF0000"/>
              </a:solidFill>
            </a:endParaRPr>
          </a:p>
          <a:p>
            <a:r>
              <a:rPr lang="ko-KR" altLang="en-US" sz="800">
                <a:solidFill>
                  <a:srgbClr val="FF0000"/>
                </a:solidFill>
              </a:rPr>
              <a:t>있으며</a:t>
            </a:r>
            <a:r>
              <a:rPr lang="en-US" altLang="ko-KR" sz="800">
                <a:solidFill>
                  <a:srgbClr val="FF0000"/>
                </a:solidFill>
              </a:rPr>
              <a:t> </a:t>
            </a:r>
            <a:r>
              <a:rPr lang="ko-KR" altLang="en-US" sz="800">
                <a:solidFill>
                  <a:srgbClr val="FF0000"/>
                </a:solidFill>
              </a:rPr>
              <a:t>공스피커로 마감 될 수도 있음</a:t>
            </a:r>
            <a:endParaRPr lang="en-US" altLang="ko-KR" sz="800">
              <a:solidFill>
                <a:srgbClr val="FF0000"/>
              </a:solidFill>
            </a:endParaRPr>
          </a:p>
        </p:txBody>
      </p:sp>
      <p:grpSp>
        <p:nvGrpSpPr>
          <p:cNvPr id="26" name="그룹 25">
            <a:extLst>
              <a:ext uri="{FF2B5EF4-FFF2-40B4-BE49-F238E27FC236}">
                <a16:creationId xmlns:a16="http://schemas.microsoft.com/office/drawing/2014/main" id="{DE0EAF54-0AC0-22CD-B0F1-4184485AC04F}"/>
              </a:ext>
            </a:extLst>
          </p:cNvPr>
          <p:cNvGrpSpPr/>
          <p:nvPr/>
        </p:nvGrpSpPr>
        <p:grpSpPr>
          <a:xfrm rot="5400000">
            <a:off x="3695650" y="3831070"/>
            <a:ext cx="99451" cy="545492"/>
            <a:chOff x="5324822" y="4538198"/>
            <a:chExt cx="99451" cy="545492"/>
          </a:xfrm>
        </p:grpSpPr>
        <p:sp>
          <p:nvSpPr>
            <p:cNvPr id="27" name="타원 26">
              <a:extLst>
                <a:ext uri="{FF2B5EF4-FFF2-40B4-BE49-F238E27FC236}">
                  <a16:creationId xmlns:a16="http://schemas.microsoft.com/office/drawing/2014/main" id="{D07EDE6B-E03C-221E-9F33-B467AFB9452E}"/>
                </a:ext>
              </a:extLst>
            </p:cNvPr>
            <p:cNvSpPr/>
            <p:nvPr/>
          </p:nvSpPr>
          <p:spPr>
            <a:xfrm>
              <a:off x="5325888" y="4538198"/>
              <a:ext cx="98385" cy="98385"/>
            </a:xfrm>
            <a:prstGeom prst="ellipse">
              <a:avLst/>
            </a:prstGeom>
            <a:solidFill>
              <a:srgbClr val="FF0000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>
                <a:solidFill>
                  <a:schemeClr val="tx1"/>
                </a:solidFill>
              </a:endParaRPr>
            </a:p>
          </p:txBody>
        </p:sp>
        <p:sp>
          <p:nvSpPr>
            <p:cNvPr id="28" name="타원 27">
              <a:extLst>
                <a:ext uri="{FF2B5EF4-FFF2-40B4-BE49-F238E27FC236}">
                  <a16:creationId xmlns:a16="http://schemas.microsoft.com/office/drawing/2014/main" id="{7AABDCE4-C4C1-1325-0489-F85C2666DC5E}"/>
                </a:ext>
              </a:extLst>
            </p:cNvPr>
            <p:cNvSpPr/>
            <p:nvPr/>
          </p:nvSpPr>
          <p:spPr>
            <a:xfrm>
              <a:off x="5324822" y="4985305"/>
              <a:ext cx="98385" cy="98385"/>
            </a:xfrm>
            <a:prstGeom prst="ellipse">
              <a:avLst/>
            </a:prstGeom>
            <a:solidFill>
              <a:srgbClr val="FF0000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>
                <a:solidFill>
                  <a:schemeClr val="tx1"/>
                </a:solidFill>
              </a:endParaRPr>
            </a:p>
          </p:txBody>
        </p:sp>
      </p:grpSp>
      <p:sp>
        <p:nvSpPr>
          <p:cNvPr id="29" name="직사각형 28">
            <a:extLst>
              <a:ext uri="{FF2B5EF4-FFF2-40B4-BE49-F238E27FC236}">
                <a16:creationId xmlns:a16="http://schemas.microsoft.com/office/drawing/2014/main" id="{0CEBCD4C-8B2B-D408-03F8-224AFEA14A07}"/>
              </a:ext>
            </a:extLst>
          </p:cNvPr>
          <p:cNvSpPr/>
          <p:nvPr/>
        </p:nvSpPr>
        <p:spPr>
          <a:xfrm flipV="1">
            <a:off x="2047939" y="2734648"/>
            <a:ext cx="98385" cy="839607"/>
          </a:xfrm>
          <a:prstGeom prst="rect">
            <a:avLst/>
          </a:prstGeom>
          <a:solidFill>
            <a:srgbClr val="FFFF0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>
              <a:solidFill>
                <a:schemeClr val="tx1"/>
              </a:solidFill>
            </a:endParaRPr>
          </a:p>
        </p:txBody>
      </p:sp>
      <p:sp>
        <p:nvSpPr>
          <p:cNvPr id="30" name="TextBox 29">
            <a:extLst>
              <a:ext uri="{FF2B5EF4-FFF2-40B4-BE49-F238E27FC236}">
                <a16:creationId xmlns:a16="http://schemas.microsoft.com/office/drawing/2014/main" id="{399DB0AB-3774-E84C-9C71-E147477D14E5}"/>
              </a:ext>
            </a:extLst>
          </p:cNvPr>
          <p:cNvSpPr txBox="1"/>
          <p:nvPr/>
        </p:nvSpPr>
        <p:spPr>
          <a:xfrm>
            <a:off x="7450299" y="6394915"/>
            <a:ext cx="2444900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sz="1000">
                <a:highlight>
                  <a:srgbClr val="FFFF00"/>
                </a:highlight>
              </a:rPr>
              <a:t>우물은 두가지 </a:t>
            </a:r>
            <a:r>
              <a:rPr lang="ko-KR" altLang="en-US" sz="1000" err="1">
                <a:highlight>
                  <a:srgbClr val="FFFF00"/>
                </a:highlight>
              </a:rPr>
              <a:t>타입중</a:t>
            </a:r>
            <a:r>
              <a:rPr lang="ko-KR" altLang="en-US" sz="1000">
                <a:highlight>
                  <a:srgbClr val="FFFF00"/>
                </a:highlight>
              </a:rPr>
              <a:t> 선택 가능합니다</a:t>
            </a:r>
            <a:r>
              <a:rPr lang="en-US" altLang="ko-KR" sz="1000">
                <a:highlight>
                  <a:srgbClr val="FFFF00"/>
                </a:highlight>
              </a:rPr>
              <a:t>.</a:t>
            </a:r>
          </a:p>
          <a:p>
            <a:r>
              <a:rPr lang="ko-KR" altLang="en-US" sz="1000">
                <a:highlight>
                  <a:srgbClr val="FFFF00"/>
                </a:highlight>
              </a:rPr>
              <a:t>라운드우물은 추가금액 발생 됩니다</a:t>
            </a:r>
            <a:r>
              <a:rPr lang="en-US" altLang="ko-KR" sz="1000">
                <a:highlight>
                  <a:srgbClr val="FFFF00"/>
                </a:highlight>
              </a:rPr>
              <a:t>. </a:t>
            </a:r>
            <a:endParaRPr lang="ko-KR" altLang="en-US" sz="1000">
              <a:highlight>
                <a:srgbClr val="FFFF00"/>
              </a:highlight>
            </a:endParaRPr>
          </a:p>
        </p:txBody>
      </p:sp>
      <p:cxnSp>
        <p:nvCxnSpPr>
          <p:cNvPr id="31" name="직선 화살표 연결선 30">
            <a:extLst>
              <a:ext uri="{FF2B5EF4-FFF2-40B4-BE49-F238E27FC236}">
                <a16:creationId xmlns:a16="http://schemas.microsoft.com/office/drawing/2014/main" id="{DA589B70-680D-02F7-545F-390F550E2E5D}"/>
              </a:ext>
            </a:extLst>
          </p:cNvPr>
          <p:cNvCxnSpPr>
            <a:cxnSpLocks/>
          </p:cNvCxnSpPr>
          <p:nvPr/>
        </p:nvCxnSpPr>
        <p:spPr>
          <a:xfrm flipV="1">
            <a:off x="7598437" y="5604712"/>
            <a:ext cx="10531" cy="819672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3" name="TextBox 13">
            <a:extLst>
              <a:ext uri="{FF2B5EF4-FFF2-40B4-BE49-F238E27FC236}">
                <a16:creationId xmlns:a16="http://schemas.microsoft.com/office/drawing/2014/main" id="{A4EC3B24-1932-9F34-BD86-66F56F54588C}"/>
              </a:ext>
            </a:extLst>
          </p:cNvPr>
          <p:cNvSpPr txBox="1"/>
          <p:nvPr/>
        </p:nvSpPr>
        <p:spPr>
          <a:xfrm>
            <a:off x="142074" y="1128948"/>
            <a:ext cx="1489510" cy="461665"/>
          </a:xfrm>
          <a:prstGeom prst="rect">
            <a:avLst/>
          </a:prstGeom>
          <a:solidFill>
            <a:schemeClr val="accent6">
              <a:lumMod val="20000"/>
              <a:lumOff val="80000"/>
            </a:schemeClr>
          </a:solidFill>
        </p:spPr>
        <p:txBody>
          <a:bodyPr wrap="none" rtlCol="0">
            <a:spAutoFit/>
          </a:bodyPr>
          <a:lstStyle>
            <a:defPPr>
              <a:defRPr lang="ko-KR"/>
            </a:defPPr>
            <a:lvl1pPr marL="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ko-KR" altLang="en-US" sz="800" b="1"/>
              <a:t>욕실 </a:t>
            </a:r>
            <a:r>
              <a:rPr lang="ko-KR" altLang="en-US" sz="800" b="1" err="1"/>
              <a:t>휴젠트여부에</a:t>
            </a:r>
            <a:r>
              <a:rPr lang="ko-KR" altLang="en-US" sz="800" b="1"/>
              <a:t> 대하여</a:t>
            </a:r>
            <a:endParaRPr lang="en-US" altLang="ko-KR" sz="800" b="1"/>
          </a:p>
          <a:p>
            <a:r>
              <a:rPr lang="ko-KR" altLang="en-US" sz="800" b="1"/>
              <a:t>기사분이 현장에서 파악하여</a:t>
            </a:r>
            <a:endParaRPr lang="en-US" altLang="ko-KR" sz="800" b="1"/>
          </a:p>
          <a:p>
            <a:r>
              <a:rPr lang="ko-KR" altLang="en-US" sz="800" b="1"/>
              <a:t>센서위치를 적용해드립니다</a:t>
            </a:r>
            <a:r>
              <a:rPr lang="en-US" altLang="ko-KR" sz="800" b="1"/>
              <a:t>.</a:t>
            </a:r>
            <a:endParaRPr lang="ko-KR" altLang="en-US" sz="800" b="1"/>
          </a:p>
        </p:txBody>
      </p:sp>
      <p:grpSp>
        <p:nvGrpSpPr>
          <p:cNvPr id="34" name="그룹 33">
            <a:extLst>
              <a:ext uri="{FF2B5EF4-FFF2-40B4-BE49-F238E27FC236}">
                <a16:creationId xmlns:a16="http://schemas.microsoft.com/office/drawing/2014/main" id="{FCCC2919-471A-67A6-8AFD-0D3A6FC81F65}"/>
              </a:ext>
            </a:extLst>
          </p:cNvPr>
          <p:cNvGrpSpPr/>
          <p:nvPr/>
        </p:nvGrpSpPr>
        <p:grpSpPr>
          <a:xfrm>
            <a:off x="166864" y="137559"/>
            <a:ext cx="2166761" cy="738664"/>
            <a:chOff x="209306" y="114311"/>
            <a:chExt cx="2166761" cy="742666"/>
          </a:xfrm>
        </p:grpSpPr>
        <p:sp>
          <p:nvSpPr>
            <p:cNvPr id="35" name="타원 34">
              <a:extLst>
                <a:ext uri="{FF2B5EF4-FFF2-40B4-BE49-F238E27FC236}">
                  <a16:creationId xmlns:a16="http://schemas.microsoft.com/office/drawing/2014/main" id="{E56D48CC-BE71-01C4-0045-10921995C84F}"/>
                </a:ext>
              </a:extLst>
            </p:cNvPr>
            <p:cNvSpPr/>
            <p:nvPr/>
          </p:nvSpPr>
          <p:spPr>
            <a:xfrm>
              <a:off x="209307" y="168341"/>
              <a:ext cx="98385" cy="98385"/>
            </a:xfrm>
            <a:prstGeom prst="ellipse">
              <a:avLst/>
            </a:prstGeom>
            <a:solidFill>
              <a:srgbClr val="FF0000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ko-KR"/>
              </a:defPPr>
              <a:lvl1pPr marL="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ko-KR" altLang="en-US">
                <a:solidFill>
                  <a:schemeClr val="tx1"/>
                </a:solidFill>
              </a:endParaRPr>
            </a:p>
          </p:txBody>
        </p:sp>
        <p:sp>
          <p:nvSpPr>
            <p:cNvPr id="36" name="타원 35">
              <a:extLst>
                <a:ext uri="{FF2B5EF4-FFF2-40B4-BE49-F238E27FC236}">
                  <a16:creationId xmlns:a16="http://schemas.microsoft.com/office/drawing/2014/main" id="{BB07E785-94F5-7FE7-7374-FD2130F9FB88}"/>
                </a:ext>
              </a:extLst>
            </p:cNvPr>
            <p:cNvSpPr/>
            <p:nvPr/>
          </p:nvSpPr>
          <p:spPr>
            <a:xfrm>
              <a:off x="209307" y="347436"/>
              <a:ext cx="98385" cy="98385"/>
            </a:xfrm>
            <a:prstGeom prst="ellipse">
              <a:avLst/>
            </a:prstGeom>
            <a:solidFill>
              <a:srgbClr val="FFFF00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ko-KR"/>
              </a:defPPr>
              <a:lvl1pPr marL="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ko-KR" altLang="en-US">
                <a:solidFill>
                  <a:schemeClr val="tx1"/>
                </a:solidFill>
              </a:endParaRPr>
            </a:p>
          </p:txBody>
        </p:sp>
        <p:sp>
          <p:nvSpPr>
            <p:cNvPr id="37" name="타원 36">
              <a:extLst>
                <a:ext uri="{FF2B5EF4-FFF2-40B4-BE49-F238E27FC236}">
                  <a16:creationId xmlns:a16="http://schemas.microsoft.com/office/drawing/2014/main" id="{BBFAE27B-DD8F-E7E6-67BB-E5C88F7B4636}"/>
                </a:ext>
              </a:extLst>
            </p:cNvPr>
            <p:cNvSpPr/>
            <p:nvPr/>
          </p:nvSpPr>
          <p:spPr>
            <a:xfrm>
              <a:off x="209306" y="573831"/>
              <a:ext cx="98385" cy="98385"/>
            </a:xfrm>
            <a:prstGeom prst="ellipse">
              <a:avLst/>
            </a:prstGeom>
            <a:solidFill>
              <a:srgbClr val="FFC000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ko-KR"/>
              </a:defPPr>
              <a:lvl1pPr marL="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ko-KR" altLang="en-US">
                <a:solidFill>
                  <a:schemeClr val="tx1"/>
                </a:solidFill>
              </a:endParaRPr>
            </a:p>
          </p:txBody>
        </p:sp>
        <p:sp>
          <p:nvSpPr>
            <p:cNvPr id="38" name="TextBox 11">
              <a:extLst>
                <a:ext uri="{FF2B5EF4-FFF2-40B4-BE49-F238E27FC236}">
                  <a16:creationId xmlns:a16="http://schemas.microsoft.com/office/drawing/2014/main" id="{BB901CEA-1E3C-943F-3260-C52CDA2F7FFF}"/>
                </a:ext>
              </a:extLst>
            </p:cNvPr>
            <p:cNvSpPr txBox="1"/>
            <p:nvPr/>
          </p:nvSpPr>
          <p:spPr>
            <a:xfrm>
              <a:off x="318304" y="114311"/>
              <a:ext cx="2057763" cy="742666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>
              <a:defPPr>
                <a:defRPr lang="ko-KR"/>
              </a:defPPr>
              <a:lvl1pPr marL="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r>
                <a:rPr lang="ko-KR" altLang="en-US" sz="700"/>
                <a:t>간접조명 </a:t>
              </a:r>
              <a:r>
                <a:rPr lang="en-US" altLang="ko-KR" sz="700"/>
                <a:t>A SET</a:t>
              </a:r>
            </a:p>
            <a:p>
              <a:endParaRPr lang="en-US" altLang="ko-KR" sz="700"/>
            </a:p>
            <a:p>
              <a:r>
                <a:rPr lang="ko-KR" altLang="en-US" sz="700"/>
                <a:t>간접조명 센서 </a:t>
              </a:r>
              <a:r>
                <a:rPr lang="en-US" altLang="ko-KR" sz="700"/>
                <a:t>SET</a:t>
              </a:r>
            </a:p>
            <a:p>
              <a:endParaRPr lang="en-US" altLang="ko-KR" sz="700"/>
            </a:p>
            <a:p>
              <a:r>
                <a:rPr lang="ko-KR" altLang="en-US" sz="700"/>
                <a:t>우물천장간접조명 및 커튼박수 추가</a:t>
              </a:r>
              <a:r>
                <a:rPr lang="en-US" altLang="ko-KR" sz="700"/>
                <a:t>(</a:t>
              </a:r>
              <a:r>
                <a:rPr lang="ko-KR" altLang="en-US" sz="700"/>
                <a:t>별도 추가</a:t>
              </a:r>
              <a:r>
                <a:rPr lang="en-US" altLang="ko-KR" sz="700"/>
                <a:t>)</a:t>
              </a:r>
            </a:p>
            <a:p>
              <a:endParaRPr lang="en-US" altLang="ko-KR" sz="700"/>
            </a:p>
          </p:txBody>
        </p:sp>
      </p:grpSp>
      <p:sp>
        <p:nvSpPr>
          <p:cNvPr id="39" name="직사각형 38">
            <a:extLst>
              <a:ext uri="{FF2B5EF4-FFF2-40B4-BE49-F238E27FC236}">
                <a16:creationId xmlns:a16="http://schemas.microsoft.com/office/drawing/2014/main" id="{B3AD09D9-9450-EAEF-BAAC-8242D77A6B8D}"/>
              </a:ext>
            </a:extLst>
          </p:cNvPr>
          <p:cNvSpPr/>
          <p:nvPr/>
        </p:nvSpPr>
        <p:spPr>
          <a:xfrm rot="16200000" flipV="1">
            <a:off x="3881630" y="2621294"/>
            <a:ext cx="98385" cy="325092"/>
          </a:xfrm>
          <a:prstGeom prst="rect">
            <a:avLst/>
          </a:prstGeom>
          <a:solidFill>
            <a:srgbClr val="FFFF0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>
              <a:solidFill>
                <a:schemeClr val="tx1"/>
              </a:solidFill>
            </a:endParaRPr>
          </a:p>
        </p:txBody>
      </p:sp>
      <p:grpSp>
        <p:nvGrpSpPr>
          <p:cNvPr id="40" name="그룹 39">
            <a:extLst>
              <a:ext uri="{FF2B5EF4-FFF2-40B4-BE49-F238E27FC236}">
                <a16:creationId xmlns:a16="http://schemas.microsoft.com/office/drawing/2014/main" id="{A355F7C9-C9A7-DD8F-D162-0D49269BA385}"/>
              </a:ext>
            </a:extLst>
          </p:cNvPr>
          <p:cNvGrpSpPr/>
          <p:nvPr/>
        </p:nvGrpSpPr>
        <p:grpSpPr>
          <a:xfrm>
            <a:off x="8241687" y="4356276"/>
            <a:ext cx="100923" cy="1356633"/>
            <a:chOff x="4735802" y="4662002"/>
            <a:chExt cx="100923" cy="1356633"/>
          </a:xfrm>
        </p:grpSpPr>
        <p:sp>
          <p:nvSpPr>
            <p:cNvPr id="41" name="타원 40">
              <a:extLst>
                <a:ext uri="{FF2B5EF4-FFF2-40B4-BE49-F238E27FC236}">
                  <a16:creationId xmlns:a16="http://schemas.microsoft.com/office/drawing/2014/main" id="{621ADC4A-6715-404B-51EB-BACA061BC52E}"/>
                </a:ext>
              </a:extLst>
            </p:cNvPr>
            <p:cNvSpPr/>
            <p:nvPr/>
          </p:nvSpPr>
          <p:spPr>
            <a:xfrm>
              <a:off x="4737834" y="4662002"/>
              <a:ext cx="98385" cy="98385"/>
            </a:xfrm>
            <a:prstGeom prst="ellipse">
              <a:avLst/>
            </a:prstGeom>
            <a:solidFill>
              <a:srgbClr val="FF0000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>
                <a:solidFill>
                  <a:schemeClr val="tx1"/>
                </a:solidFill>
              </a:endParaRPr>
            </a:p>
          </p:txBody>
        </p:sp>
        <p:sp>
          <p:nvSpPr>
            <p:cNvPr id="42" name="타원 41">
              <a:extLst>
                <a:ext uri="{FF2B5EF4-FFF2-40B4-BE49-F238E27FC236}">
                  <a16:creationId xmlns:a16="http://schemas.microsoft.com/office/drawing/2014/main" id="{654DAEF4-1DB1-E512-D0BF-9CA7C78CEF95}"/>
                </a:ext>
              </a:extLst>
            </p:cNvPr>
            <p:cNvSpPr/>
            <p:nvPr/>
          </p:nvSpPr>
          <p:spPr>
            <a:xfrm>
              <a:off x="4735802" y="5291218"/>
              <a:ext cx="98385" cy="98385"/>
            </a:xfrm>
            <a:prstGeom prst="ellipse">
              <a:avLst/>
            </a:prstGeom>
            <a:solidFill>
              <a:srgbClr val="FF0000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>
                <a:solidFill>
                  <a:schemeClr val="tx1"/>
                </a:solidFill>
              </a:endParaRPr>
            </a:p>
          </p:txBody>
        </p:sp>
        <p:sp>
          <p:nvSpPr>
            <p:cNvPr id="43" name="타원 42">
              <a:extLst>
                <a:ext uri="{FF2B5EF4-FFF2-40B4-BE49-F238E27FC236}">
                  <a16:creationId xmlns:a16="http://schemas.microsoft.com/office/drawing/2014/main" id="{64425A1D-4772-4F20-9FFE-6F17A32B2518}"/>
                </a:ext>
              </a:extLst>
            </p:cNvPr>
            <p:cNvSpPr/>
            <p:nvPr/>
          </p:nvSpPr>
          <p:spPr>
            <a:xfrm>
              <a:off x="4738340" y="5920250"/>
              <a:ext cx="98385" cy="98385"/>
            </a:xfrm>
            <a:prstGeom prst="ellipse">
              <a:avLst/>
            </a:prstGeom>
            <a:solidFill>
              <a:srgbClr val="FF0000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>
                <a:solidFill>
                  <a:schemeClr val="tx1"/>
                </a:solidFill>
              </a:endParaRPr>
            </a:p>
          </p:txBody>
        </p:sp>
      </p:grpSp>
      <p:grpSp>
        <p:nvGrpSpPr>
          <p:cNvPr id="44" name="그룹 43">
            <a:extLst>
              <a:ext uri="{FF2B5EF4-FFF2-40B4-BE49-F238E27FC236}">
                <a16:creationId xmlns:a16="http://schemas.microsoft.com/office/drawing/2014/main" id="{39DF5C9D-A01C-1471-4D6B-4B5889FC53BD}"/>
              </a:ext>
            </a:extLst>
          </p:cNvPr>
          <p:cNvGrpSpPr/>
          <p:nvPr/>
        </p:nvGrpSpPr>
        <p:grpSpPr>
          <a:xfrm>
            <a:off x="6202361" y="4390848"/>
            <a:ext cx="100923" cy="1356633"/>
            <a:chOff x="4735802" y="4662002"/>
            <a:chExt cx="100923" cy="1356633"/>
          </a:xfrm>
        </p:grpSpPr>
        <p:sp>
          <p:nvSpPr>
            <p:cNvPr id="45" name="타원 44">
              <a:extLst>
                <a:ext uri="{FF2B5EF4-FFF2-40B4-BE49-F238E27FC236}">
                  <a16:creationId xmlns:a16="http://schemas.microsoft.com/office/drawing/2014/main" id="{FDD24CA3-37F8-4AC2-5769-B455A5DFE711}"/>
                </a:ext>
              </a:extLst>
            </p:cNvPr>
            <p:cNvSpPr/>
            <p:nvPr/>
          </p:nvSpPr>
          <p:spPr>
            <a:xfrm>
              <a:off x="4737834" y="4662002"/>
              <a:ext cx="98385" cy="98385"/>
            </a:xfrm>
            <a:prstGeom prst="ellipse">
              <a:avLst/>
            </a:prstGeom>
            <a:solidFill>
              <a:srgbClr val="FF0000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>
                <a:solidFill>
                  <a:schemeClr val="tx1"/>
                </a:solidFill>
              </a:endParaRPr>
            </a:p>
          </p:txBody>
        </p:sp>
        <p:sp>
          <p:nvSpPr>
            <p:cNvPr id="46" name="타원 45">
              <a:extLst>
                <a:ext uri="{FF2B5EF4-FFF2-40B4-BE49-F238E27FC236}">
                  <a16:creationId xmlns:a16="http://schemas.microsoft.com/office/drawing/2014/main" id="{227B4C14-E2C0-2291-0792-A7D22F11FB80}"/>
                </a:ext>
              </a:extLst>
            </p:cNvPr>
            <p:cNvSpPr/>
            <p:nvPr/>
          </p:nvSpPr>
          <p:spPr>
            <a:xfrm>
              <a:off x="4735802" y="5291218"/>
              <a:ext cx="98385" cy="98385"/>
            </a:xfrm>
            <a:prstGeom prst="ellipse">
              <a:avLst/>
            </a:prstGeom>
            <a:solidFill>
              <a:srgbClr val="FF0000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>
                <a:solidFill>
                  <a:schemeClr val="tx1"/>
                </a:solidFill>
              </a:endParaRPr>
            </a:p>
          </p:txBody>
        </p:sp>
        <p:sp>
          <p:nvSpPr>
            <p:cNvPr id="47" name="타원 46">
              <a:extLst>
                <a:ext uri="{FF2B5EF4-FFF2-40B4-BE49-F238E27FC236}">
                  <a16:creationId xmlns:a16="http://schemas.microsoft.com/office/drawing/2014/main" id="{FE58B319-5A6D-1A47-DB37-46CDC86D98DB}"/>
                </a:ext>
              </a:extLst>
            </p:cNvPr>
            <p:cNvSpPr/>
            <p:nvPr/>
          </p:nvSpPr>
          <p:spPr>
            <a:xfrm>
              <a:off x="4738340" y="5920250"/>
              <a:ext cx="98385" cy="98385"/>
            </a:xfrm>
            <a:prstGeom prst="ellipse">
              <a:avLst/>
            </a:prstGeom>
            <a:solidFill>
              <a:srgbClr val="FF0000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>
                <a:solidFill>
                  <a:schemeClr val="tx1"/>
                </a:solidFill>
              </a:endParaRPr>
            </a:p>
          </p:txBody>
        </p:sp>
      </p:grpSp>
      <p:sp>
        <p:nvSpPr>
          <p:cNvPr id="49" name="직사각형 48">
            <a:extLst>
              <a:ext uri="{FF2B5EF4-FFF2-40B4-BE49-F238E27FC236}">
                <a16:creationId xmlns:a16="http://schemas.microsoft.com/office/drawing/2014/main" id="{6F5DCF22-8622-A909-336A-4E1A5B2A9CDF}"/>
              </a:ext>
            </a:extLst>
          </p:cNvPr>
          <p:cNvSpPr/>
          <p:nvPr/>
        </p:nvSpPr>
        <p:spPr>
          <a:xfrm rot="16200000" flipV="1">
            <a:off x="8644752" y="3380741"/>
            <a:ext cx="98385" cy="325092"/>
          </a:xfrm>
          <a:prstGeom prst="rect">
            <a:avLst/>
          </a:prstGeom>
          <a:solidFill>
            <a:srgbClr val="FFFF0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344790216"/>
      </p:ext>
    </p:extLst>
  </p:cSld>
  <p:clrMapOvr>
    <a:masterClrMapping/>
  </p:clrMapOvr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564E66E-A2DC-3040-9CB5-48EB55B3969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그림 2">
            <a:extLst>
              <a:ext uri="{FF2B5EF4-FFF2-40B4-BE49-F238E27FC236}">
                <a16:creationId xmlns:a16="http://schemas.microsoft.com/office/drawing/2014/main" id="{244E4AF3-ED2D-06E8-974D-2413CEE3B179}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/>
        </p:nvPicPr>
        <p:blipFill>
          <a:blip r:embed="rId2">
            <a:alphaModFix amt="70000"/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saturation sat="0"/>
                    </a14:imgEffect>
                  </a14:imgLayer>
                </a14:imgProps>
              </a:ext>
            </a:extLst>
          </a:blip>
          <a:stretch>
            <a:fillRect/>
          </a:stretch>
        </p:blipFill>
        <p:spPr>
          <a:xfrm>
            <a:off x="1188202" y="1003300"/>
            <a:ext cx="9681799" cy="5391615"/>
          </a:xfrm>
          <a:prstGeom prst="rect">
            <a:avLst/>
          </a:prstGeom>
        </p:spPr>
      </p:pic>
      <mc:AlternateContent xmlns:mc="http://schemas.openxmlformats.org/markup-compatibility/2006">
        <mc:Choice xmlns:a14="http://schemas.microsoft.com/office/drawing/2010/main" Requires="a14">
          <p:sp>
            <p:nvSpPr>
              <p:cNvPr id="4" name="TextBox 3">
                <a:extLst>
                  <a:ext uri="{FF2B5EF4-FFF2-40B4-BE49-F238E27FC236}">
                    <a16:creationId xmlns:a16="http://schemas.microsoft.com/office/drawing/2014/main" id="{314718D9-716E-C2A8-36A4-939FBBDAA972}"/>
                  </a:ext>
                </a:extLst>
              </p:cNvPr>
              <p:cNvSpPr txBox="1"/>
              <p:nvPr/>
            </p:nvSpPr>
            <p:spPr>
              <a:xfrm>
                <a:off x="10152689" y="1075737"/>
                <a:ext cx="1762781" cy="407099"/>
              </a:xfrm>
              <a:prstGeom prst="rect">
                <a:avLst/>
              </a:prstGeom>
              <a:noFill/>
            </p:spPr>
            <p:txBody>
              <a:bodyPr wrap="square">
                <a:spAutoFit/>
                <a:scene3d>
                  <a:camera prst="orthographicFront"/>
                  <a:lightRig rig="harsh" dir="t"/>
                </a:scene3d>
                <a:sp3d extrusionH="57150" prstMaterial="matte">
                  <a:bevelT w="63500" h="12700" prst="angle"/>
                  <a:contourClr>
                    <a:schemeClr val="bg1">
                      <a:lumMod val="65000"/>
                    </a:schemeClr>
                  </a:contourClr>
                </a:sp3d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right"/>
                    </m:oMathParaPr>
                    <m:oMath xmlns:m="http://schemas.openxmlformats.org/officeDocument/2006/math">
                      <m:sSup>
                        <m:sSupPr>
                          <m:ctrlPr>
                            <a:rPr lang="en-US" altLang="ko-KR" sz="2000" b="1" i="1" u="none" strike="noStrike" smtClean="0">
                              <a:ln/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altLang="ko-KR" sz="2000" b="1" i="1" u="none" strike="noStrike" smtClean="0">
                              <a:ln/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𝟖𝟒</m:t>
                          </m:r>
                          <m:r>
                            <a:rPr lang="en-US" altLang="ko-KR" sz="2000" b="1" i="1" u="none" strike="noStrike" smtClean="0">
                              <a:ln/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𝑪𝒎</m:t>
                          </m:r>
                        </m:e>
                        <m:sup>
                          <m:r>
                            <a:rPr lang="en-US" altLang="ko-KR" sz="2000" b="1" i="1" u="none" strike="noStrike" smtClean="0">
                              <a:ln/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𝟐</m:t>
                          </m:r>
                        </m:sup>
                      </m:sSup>
                    </m:oMath>
                  </m:oMathPara>
                </a14:m>
                <a:endParaRPr lang="ko-KR" altLang="en-US" sz="2000" b="1">
                  <a:ln/>
                  <a:solidFill>
                    <a:schemeClr val="tx1"/>
                  </a:solidFill>
                </a:endParaRPr>
              </a:p>
            </p:txBody>
          </p:sp>
        </mc:Choice>
        <mc:Fallback>
          <p:sp>
            <p:nvSpPr>
              <p:cNvPr id="4" name="TextBox 3">
                <a:extLst>
                  <a:ext uri="{FF2B5EF4-FFF2-40B4-BE49-F238E27FC236}">
                    <a16:creationId xmlns:a16="http://schemas.microsoft.com/office/drawing/2014/main" id="{314718D9-716E-C2A8-36A4-939FBBDAA972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0152689" y="1075737"/>
                <a:ext cx="1762781" cy="407099"/>
              </a:xfrm>
              <a:prstGeom prst="rect">
                <a:avLst/>
              </a:prstGeom>
              <a:blipFill>
                <a:blip r:embed="rId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5" name="TextBox 4">
            <a:extLst>
              <a:ext uri="{FF2B5EF4-FFF2-40B4-BE49-F238E27FC236}">
                <a16:creationId xmlns:a16="http://schemas.microsoft.com/office/drawing/2014/main" id="{92E8FFB6-8BA4-8ACE-D4F2-97AFC16955E4}"/>
              </a:ext>
            </a:extLst>
          </p:cNvPr>
          <p:cNvSpPr txBox="1"/>
          <p:nvPr/>
        </p:nvSpPr>
        <p:spPr>
          <a:xfrm>
            <a:off x="1870318" y="353253"/>
            <a:ext cx="8452551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 sz="2000" b="1"/>
              <a:t>84C</a:t>
            </a:r>
            <a:r>
              <a:rPr lang="ko-KR" altLang="en-US" sz="2000" b="1"/>
              <a:t>타입 간접 프리미엄 </a:t>
            </a:r>
            <a:r>
              <a:rPr lang="en-US" altLang="ko-KR" sz="2000" b="1"/>
              <a:t>SET</a:t>
            </a:r>
          </a:p>
        </p:txBody>
      </p:sp>
      <p:sp>
        <p:nvSpPr>
          <p:cNvPr id="6" name="직사각형 5">
            <a:extLst>
              <a:ext uri="{FF2B5EF4-FFF2-40B4-BE49-F238E27FC236}">
                <a16:creationId xmlns:a16="http://schemas.microsoft.com/office/drawing/2014/main" id="{12F2C562-168A-F6D8-EBE6-84160571B03F}"/>
              </a:ext>
            </a:extLst>
          </p:cNvPr>
          <p:cNvSpPr/>
          <p:nvPr/>
        </p:nvSpPr>
        <p:spPr>
          <a:xfrm>
            <a:off x="8801983" y="5506964"/>
            <a:ext cx="1299279" cy="103264"/>
          </a:xfrm>
          <a:prstGeom prst="rect">
            <a:avLst/>
          </a:prstGeom>
          <a:solidFill>
            <a:srgbClr val="00B0F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127947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ko-KR" altLang="en-US" sz="135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맑은 고딕"/>
              <a:ea typeface="맑은 고딕" panose="020B0503020000020004" pitchFamily="50" charset="-127"/>
              <a:cs typeface="+mn-cs"/>
            </a:endParaRPr>
          </a:p>
        </p:txBody>
      </p:sp>
      <p:sp>
        <p:nvSpPr>
          <p:cNvPr id="8" name="직사각형 7">
            <a:extLst>
              <a:ext uri="{FF2B5EF4-FFF2-40B4-BE49-F238E27FC236}">
                <a16:creationId xmlns:a16="http://schemas.microsoft.com/office/drawing/2014/main" id="{F000F446-7BA2-B533-1442-60C0AB4549CE}"/>
              </a:ext>
            </a:extLst>
          </p:cNvPr>
          <p:cNvSpPr/>
          <p:nvPr/>
        </p:nvSpPr>
        <p:spPr>
          <a:xfrm rot="5400000">
            <a:off x="7264642" y="5006566"/>
            <a:ext cx="102820" cy="1760989"/>
          </a:xfrm>
          <a:prstGeom prst="rect">
            <a:avLst/>
          </a:prstGeom>
          <a:solidFill>
            <a:srgbClr val="FF000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>
              <a:solidFill>
                <a:schemeClr val="tx1"/>
              </a:solidFill>
            </a:endParaRPr>
          </a:p>
        </p:txBody>
      </p:sp>
      <p:sp>
        <p:nvSpPr>
          <p:cNvPr id="9" name="사각형: 둥근 모서리 8">
            <a:extLst>
              <a:ext uri="{FF2B5EF4-FFF2-40B4-BE49-F238E27FC236}">
                <a16:creationId xmlns:a16="http://schemas.microsoft.com/office/drawing/2014/main" id="{B16D6FDD-7924-E115-5B42-ED956CFC2E13}"/>
              </a:ext>
            </a:extLst>
          </p:cNvPr>
          <p:cNvSpPr/>
          <p:nvPr/>
        </p:nvSpPr>
        <p:spPr>
          <a:xfrm>
            <a:off x="6738319" y="4485679"/>
            <a:ext cx="1092978" cy="1103860"/>
          </a:xfrm>
          <a:prstGeom prst="roundRect">
            <a:avLst>
              <a:gd name="adj" fmla="val 15666"/>
            </a:avLst>
          </a:prstGeom>
          <a:noFill/>
          <a:ln w="38100">
            <a:solidFill>
              <a:schemeClr val="accent2">
                <a:lumMod val="60000"/>
                <a:lumOff val="4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>
              <a:solidFill>
                <a:schemeClr val="tx1"/>
              </a:solidFill>
            </a:endParaRPr>
          </a:p>
        </p:txBody>
      </p:sp>
      <p:sp>
        <p:nvSpPr>
          <p:cNvPr id="10" name="사각형: 둥근 모서리 9">
            <a:extLst>
              <a:ext uri="{FF2B5EF4-FFF2-40B4-BE49-F238E27FC236}">
                <a16:creationId xmlns:a16="http://schemas.microsoft.com/office/drawing/2014/main" id="{83ABA984-7149-1FEB-DB80-0B7D06D52ADF}"/>
              </a:ext>
            </a:extLst>
          </p:cNvPr>
          <p:cNvSpPr/>
          <p:nvPr/>
        </p:nvSpPr>
        <p:spPr>
          <a:xfrm>
            <a:off x="6883282" y="4624272"/>
            <a:ext cx="801043" cy="840103"/>
          </a:xfrm>
          <a:prstGeom prst="roundRect">
            <a:avLst>
              <a:gd name="adj" fmla="val 0"/>
            </a:avLst>
          </a:prstGeom>
          <a:noFill/>
          <a:ln w="38100">
            <a:solidFill>
              <a:srgbClr val="FFC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>
              <a:solidFill>
                <a:schemeClr val="tx1"/>
              </a:solidFill>
            </a:endParaRP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5EAAFC02-E97F-5F70-1413-8EDBD33DAA1D}"/>
              </a:ext>
            </a:extLst>
          </p:cNvPr>
          <p:cNvSpPr txBox="1"/>
          <p:nvPr/>
        </p:nvSpPr>
        <p:spPr>
          <a:xfrm>
            <a:off x="6323865" y="3720850"/>
            <a:ext cx="1891732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ko-KR" altLang="en-US" sz="1000" b="1"/>
              <a:t>전자식스위치</a:t>
            </a:r>
            <a:r>
              <a:rPr lang="en-US" altLang="ko-KR" sz="1000" b="1"/>
              <a:t>+</a:t>
            </a:r>
            <a:r>
              <a:rPr lang="ko-KR" altLang="en-US" sz="1000" b="1"/>
              <a:t>리모컨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41C52FAF-8CC6-B962-C159-886C0FE29E44}"/>
              </a:ext>
            </a:extLst>
          </p:cNvPr>
          <p:cNvSpPr txBox="1"/>
          <p:nvPr/>
        </p:nvSpPr>
        <p:spPr>
          <a:xfrm>
            <a:off x="112365" y="770606"/>
            <a:ext cx="3264447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800">
                <a:solidFill>
                  <a:srgbClr val="FF0000"/>
                </a:solidFill>
              </a:rPr>
              <a:t>**</a:t>
            </a:r>
            <a:r>
              <a:rPr lang="ko-KR" altLang="en-US" sz="800">
                <a:solidFill>
                  <a:srgbClr val="FF0000"/>
                </a:solidFill>
              </a:rPr>
              <a:t>스위치 연결을 위해 별도의 </a:t>
            </a:r>
            <a:r>
              <a:rPr lang="ko-KR" altLang="en-US" sz="800" err="1">
                <a:solidFill>
                  <a:srgbClr val="FF0000"/>
                </a:solidFill>
              </a:rPr>
              <a:t>타공이</a:t>
            </a:r>
            <a:r>
              <a:rPr lang="ko-KR" altLang="en-US" sz="800">
                <a:solidFill>
                  <a:srgbClr val="FF0000"/>
                </a:solidFill>
              </a:rPr>
              <a:t> 필요할 수 </a:t>
            </a:r>
            <a:endParaRPr lang="en-US" altLang="ko-KR" sz="800">
              <a:solidFill>
                <a:srgbClr val="FF0000"/>
              </a:solidFill>
            </a:endParaRPr>
          </a:p>
          <a:p>
            <a:r>
              <a:rPr lang="ko-KR" altLang="en-US" sz="800">
                <a:solidFill>
                  <a:srgbClr val="FF0000"/>
                </a:solidFill>
              </a:rPr>
              <a:t>있으며</a:t>
            </a:r>
            <a:r>
              <a:rPr lang="en-US" altLang="ko-KR" sz="800">
                <a:solidFill>
                  <a:srgbClr val="FF0000"/>
                </a:solidFill>
              </a:rPr>
              <a:t> </a:t>
            </a:r>
            <a:r>
              <a:rPr lang="ko-KR" altLang="en-US" sz="800">
                <a:solidFill>
                  <a:srgbClr val="FF0000"/>
                </a:solidFill>
              </a:rPr>
              <a:t>공스피커로 마감 될 수도 있음</a:t>
            </a:r>
            <a:endParaRPr lang="en-US" altLang="ko-KR" sz="800">
              <a:solidFill>
                <a:srgbClr val="FF0000"/>
              </a:solidFill>
            </a:endParaRPr>
          </a:p>
        </p:txBody>
      </p:sp>
      <p:grpSp>
        <p:nvGrpSpPr>
          <p:cNvPr id="14" name="그룹 13">
            <a:extLst>
              <a:ext uri="{FF2B5EF4-FFF2-40B4-BE49-F238E27FC236}">
                <a16:creationId xmlns:a16="http://schemas.microsoft.com/office/drawing/2014/main" id="{F9896C7B-CCFE-C937-46C9-A208BB0DBACE}"/>
              </a:ext>
            </a:extLst>
          </p:cNvPr>
          <p:cNvGrpSpPr/>
          <p:nvPr/>
        </p:nvGrpSpPr>
        <p:grpSpPr>
          <a:xfrm>
            <a:off x="10195552" y="4422573"/>
            <a:ext cx="98814" cy="744977"/>
            <a:chOff x="4737834" y="4900127"/>
            <a:chExt cx="98814" cy="744977"/>
          </a:xfrm>
          <a:solidFill>
            <a:srgbClr val="00B0F0"/>
          </a:solidFill>
        </p:grpSpPr>
        <p:sp>
          <p:nvSpPr>
            <p:cNvPr id="15" name="타원 14">
              <a:extLst>
                <a:ext uri="{FF2B5EF4-FFF2-40B4-BE49-F238E27FC236}">
                  <a16:creationId xmlns:a16="http://schemas.microsoft.com/office/drawing/2014/main" id="{CB1D62F7-97A2-BD77-3B14-862BA89CE398}"/>
                </a:ext>
              </a:extLst>
            </p:cNvPr>
            <p:cNvSpPr/>
            <p:nvPr/>
          </p:nvSpPr>
          <p:spPr>
            <a:xfrm>
              <a:off x="4737834" y="4900127"/>
              <a:ext cx="98385" cy="98385"/>
            </a:xfrm>
            <a:prstGeom prst="ellipse">
              <a:avLst/>
            </a:prstGeom>
            <a:grpFill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>
                <a:solidFill>
                  <a:schemeClr val="tx1"/>
                </a:solidFill>
              </a:endParaRPr>
            </a:p>
          </p:txBody>
        </p:sp>
        <p:sp>
          <p:nvSpPr>
            <p:cNvPr id="16" name="타원 15">
              <a:extLst>
                <a:ext uri="{FF2B5EF4-FFF2-40B4-BE49-F238E27FC236}">
                  <a16:creationId xmlns:a16="http://schemas.microsoft.com/office/drawing/2014/main" id="{DE10E463-1E86-FB48-D141-A14109C057C3}"/>
                </a:ext>
              </a:extLst>
            </p:cNvPr>
            <p:cNvSpPr/>
            <p:nvPr/>
          </p:nvSpPr>
          <p:spPr>
            <a:xfrm>
              <a:off x="4738263" y="5546719"/>
              <a:ext cx="98385" cy="98385"/>
            </a:xfrm>
            <a:prstGeom prst="ellipse">
              <a:avLst/>
            </a:prstGeom>
            <a:grpFill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>
                <a:solidFill>
                  <a:schemeClr val="tx1"/>
                </a:solidFill>
              </a:endParaRPr>
            </a:p>
          </p:txBody>
        </p:sp>
      </p:grpSp>
      <p:grpSp>
        <p:nvGrpSpPr>
          <p:cNvPr id="17" name="그룹 16">
            <a:extLst>
              <a:ext uri="{FF2B5EF4-FFF2-40B4-BE49-F238E27FC236}">
                <a16:creationId xmlns:a16="http://schemas.microsoft.com/office/drawing/2014/main" id="{15635950-E55C-602A-9C46-08A17EBAB1E2}"/>
              </a:ext>
            </a:extLst>
          </p:cNvPr>
          <p:cNvGrpSpPr/>
          <p:nvPr/>
        </p:nvGrpSpPr>
        <p:grpSpPr>
          <a:xfrm rot="5400000">
            <a:off x="2273030" y="3642262"/>
            <a:ext cx="444200" cy="497746"/>
            <a:chOff x="9191246" y="3797098"/>
            <a:chExt cx="444200" cy="497746"/>
          </a:xfrm>
          <a:solidFill>
            <a:srgbClr val="CC0000"/>
          </a:solidFill>
        </p:grpSpPr>
        <p:grpSp>
          <p:nvGrpSpPr>
            <p:cNvPr id="18" name="그룹 17">
              <a:extLst>
                <a:ext uri="{FF2B5EF4-FFF2-40B4-BE49-F238E27FC236}">
                  <a16:creationId xmlns:a16="http://schemas.microsoft.com/office/drawing/2014/main" id="{E9DD8929-737A-E527-8D74-00AFB0AA4DBA}"/>
                </a:ext>
              </a:extLst>
            </p:cNvPr>
            <p:cNvGrpSpPr/>
            <p:nvPr/>
          </p:nvGrpSpPr>
          <p:grpSpPr>
            <a:xfrm>
              <a:off x="9536632" y="3799905"/>
              <a:ext cx="98814" cy="494939"/>
              <a:chOff x="4650521" y="4900127"/>
              <a:chExt cx="98814" cy="494939"/>
            </a:xfrm>
            <a:grpFill/>
            <a:effectLst>
              <a:glow rad="127000">
                <a:srgbClr val="FFFF00">
                  <a:alpha val="31000"/>
                </a:srgbClr>
              </a:glow>
            </a:effectLst>
          </p:grpSpPr>
          <p:sp>
            <p:nvSpPr>
              <p:cNvPr id="23" name="타원 22">
                <a:extLst>
                  <a:ext uri="{FF2B5EF4-FFF2-40B4-BE49-F238E27FC236}">
                    <a16:creationId xmlns:a16="http://schemas.microsoft.com/office/drawing/2014/main" id="{7ED1003B-8112-0B67-8540-CD422C352755}"/>
                  </a:ext>
                </a:extLst>
              </p:cNvPr>
              <p:cNvSpPr/>
              <p:nvPr/>
            </p:nvSpPr>
            <p:spPr>
              <a:xfrm>
                <a:off x="4650521" y="4900127"/>
                <a:ext cx="98385" cy="98385"/>
              </a:xfrm>
              <a:prstGeom prst="ellipse">
                <a:avLst/>
              </a:prstGeom>
              <a:grpFill/>
              <a:ln w="9525">
                <a:solidFill>
                  <a:srgbClr val="FFFF00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>
                  <a:solidFill>
                    <a:schemeClr val="tx1"/>
                  </a:solidFill>
                </a:endParaRPr>
              </a:p>
            </p:txBody>
          </p:sp>
          <p:sp>
            <p:nvSpPr>
              <p:cNvPr id="24" name="타원 23">
                <a:extLst>
                  <a:ext uri="{FF2B5EF4-FFF2-40B4-BE49-F238E27FC236}">
                    <a16:creationId xmlns:a16="http://schemas.microsoft.com/office/drawing/2014/main" id="{8EC51D56-0704-AA36-3D99-32218F653EA4}"/>
                  </a:ext>
                </a:extLst>
              </p:cNvPr>
              <p:cNvSpPr/>
              <p:nvPr/>
            </p:nvSpPr>
            <p:spPr>
              <a:xfrm>
                <a:off x="4650950" y="5296681"/>
                <a:ext cx="98385" cy="98385"/>
              </a:xfrm>
              <a:prstGeom prst="ellipse">
                <a:avLst/>
              </a:prstGeom>
              <a:grpFill/>
              <a:ln w="9525">
                <a:solidFill>
                  <a:srgbClr val="FFFF00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>
                  <a:solidFill>
                    <a:schemeClr val="tx1"/>
                  </a:solidFill>
                </a:endParaRPr>
              </a:p>
            </p:txBody>
          </p:sp>
        </p:grpSp>
        <p:sp>
          <p:nvSpPr>
            <p:cNvPr id="19" name="별: 꼭짓점 7개 18">
              <a:extLst>
                <a:ext uri="{FF2B5EF4-FFF2-40B4-BE49-F238E27FC236}">
                  <a16:creationId xmlns:a16="http://schemas.microsoft.com/office/drawing/2014/main" id="{3983C6A5-591E-C821-30EF-8ECF84F6301C}"/>
                </a:ext>
              </a:extLst>
            </p:cNvPr>
            <p:cNvSpPr/>
            <p:nvPr/>
          </p:nvSpPr>
          <p:spPr>
            <a:xfrm rot="5400000">
              <a:off x="9291865" y="3924297"/>
              <a:ext cx="244351" cy="235659"/>
            </a:xfrm>
            <a:prstGeom prst="star7">
              <a:avLst/>
            </a:prstGeom>
            <a:grpFill/>
            <a:ln>
              <a:solidFill>
                <a:srgbClr val="FFFF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sz="1286" b="1">
                <a:ln w="22225">
                  <a:solidFill>
                    <a:srgbClr val="FFFF00"/>
                  </a:solidFill>
                  <a:prstDash val="solid"/>
                </a:ln>
                <a:solidFill>
                  <a:srgbClr val="C00000"/>
                </a:solidFill>
                <a:effectLst>
                  <a:glow rad="63500">
                    <a:schemeClr val="accent2">
                      <a:satMod val="175000"/>
                      <a:alpha val="40000"/>
                    </a:schemeClr>
                  </a:glow>
                </a:effectLst>
              </a:endParaRPr>
            </a:p>
          </p:txBody>
        </p:sp>
        <p:grpSp>
          <p:nvGrpSpPr>
            <p:cNvPr id="20" name="그룹 19">
              <a:extLst>
                <a:ext uri="{FF2B5EF4-FFF2-40B4-BE49-F238E27FC236}">
                  <a16:creationId xmlns:a16="http://schemas.microsoft.com/office/drawing/2014/main" id="{6D4AC21F-AB5F-B746-ED22-17D09B2E24AE}"/>
                </a:ext>
              </a:extLst>
            </p:cNvPr>
            <p:cNvGrpSpPr/>
            <p:nvPr/>
          </p:nvGrpSpPr>
          <p:grpSpPr>
            <a:xfrm>
              <a:off x="9191246" y="3797098"/>
              <a:ext cx="98814" cy="494939"/>
              <a:chOff x="4737834" y="4900127"/>
              <a:chExt cx="98814" cy="494939"/>
            </a:xfrm>
            <a:grpFill/>
            <a:effectLst>
              <a:glow rad="127000">
                <a:srgbClr val="FFFF00">
                  <a:alpha val="31000"/>
                </a:srgbClr>
              </a:glow>
            </a:effectLst>
          </p:grpSpPr>
          <p:sp>
            <p:nvSpPr>
              <p:cNvPr id="21" name="타원 20">
                <a:extLst>
                  <a:ext uri="{FF2B5EF4-FFF2-40B4-BE49-F238E27FC236}">
                    <a16:creationId xmlns:a16="http://schemas.microsoft.com/office/drawing/2014/main" id="{DA9CC6C0-5D6C-0795-558E-CE4B51DFABBE}"/>
                  </a:ext>
                </a:extLst>
              </p:cNvPr>
              <p:cNvSpPr/>
              <p:nvPr/>
            </p:nvSpPr>
            <p:spPr>
              <a:xfrm>
                <a:off x="4737834" y="4900127"/>
                <a:ext cx="98385" cy="98385"/>
              </a:xfrm>
              <a:prstGeom prst="ellipse">
                <a:avLst/>
              </a:prstGeom>
              <a:grpFill/>
              <a:ln w="9525">
                <a:solidFill>
                  <a:srgbClr val="FFFF00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>
                  <a:solidFill>
                    <a:schemeClr val="tx1"/>
                  </a:solidFill>
                </a:endParaRPr>
              </a:p>
            </p:txBody>
          </p:sp>
          <p:sp>
            <p:nvSpPr>
              <p:cNvPr id="22" name="타원 21">
                <a:extLst>
                  <a:ext uri="{FF2B5EF4-FFF2-40B4-BE49-F238E27FC236}">
                    <a16:creationId xmlns:a16="http://schemas.microsoft.com/office/drawing/2014/main" id="{041C9A0F-A2C1-7B79-4ABE-06A4A68494A9}"/>
                  </a:ext>
                </a:extLst>
              </p:cNvPr>
              <p:cNvSpPr/>
              <p:nvPr/>
            </p:nvSpPr>
            <p:spPr>
              <a:xfrm>
                <a:off x="4738263" y="5296681"/>
                <a:ext cx="98385" cy="98385"/>
              </a:xfrm>
              <a:prstGeom prst="ellipse">
                <a:avLst/>
              </a:prstGeom>
              <a:grpFill/>
              <a:ln w="9525">
                <a:solidFill>
                  <a:srgbClr val="FFFF00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>
                  <a:solidFill>
                    <a:schemeClr val="tx1"/>
                  </a:solidFill>
                </a:endParaRPr>
              </a:p>
            </p:txBody>
          </p:sp>
        </p:grpSp>
      </p:grpSp>
      <p:grpSp>
        <p:nvGrpSpPr>
          <p:cNvPr id="26" name="그룹 25">
            <a:extLst>
              <a:ext uri="{FF2B5EF4-FFF2-40B4-BE49-F238E27FC236}">
                <a16:creationId xmlns:a16="http://schemas.microsoft.com/office/drawing/2014/main" id="{99301432-4821-7182-AAD9-C86D9581079B}"/>
              </a:ext>
            </a:extLst>
          </p:cNvPr>
          <p:cNvGrpSpPr/>
          <p:nvPr/>
        </p:nvGrpSpPr>
        <p:grpSpPr>
          <a:xfrm rot="5400000">
            <a:off x="3695650" y="3831070"/>
            <a:ext cx="99451" cy="545492"/>
            <a:chOff x="5324822" y="4538198"/>
            <a:chExt cx="99451" cy="545492"/>
          </a:xfrm>
        </p:grpSpPr>
        <p:sp>
          <p:nvSpPr>
            <p:cNvPr id="27" name="타원 26">
              <a:extLst>
                <a:ext uri="{FF2B5EF4-FFF2-40B4-BE49-F238E27FC236}">
                  <a16:creationId xmlns:a16="http://schemas.microsoft.com/office/drawing/2014/main" id="{8913DF9B-5260-252C-EF33-25DFBDD45736}"/>
                </a:ext>
              </a:extLst>
            </p:cNvPr>
            <p:cNvSpPr/>
            <p:nvPr/>
          </p:nvSpPr>
          <p:spPr>
            <a:xfrm>
              <a:off x="5325888" y="4538198"/>
              <a:ext cx="98385" cy="98385"/>
            </a:xfrm>
            <a:prstGeom prst="ellipse">
              <a:avLst/>
            </a:prstGeom>
            <a:solidFill>
              <a:srgbClr val="FF0000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>
                <a:solidFill>
                  <a:schemeClr val="tx1"/>
                </a:solidFill>
              </a:endParaRPr>
            </a:p>
          </p:txBody>
        </p:sp>
        <p:sp>
          <p:nvSpPr>
            <p:cNvPr id="28" name="타원 27">
              <a:extLst>
                <a:ext uri="{FF2B5EF4-FFF2-40B4-BE49-F238E27FC236}">
                  <a16:creationId xmlns:a16="http://schemas.microsoft.com/office/drawing/2014/main" id="{BE8B191F-E770-9AD0-55D6-827DF3FFA535}"/>
                </a:ext>
              </a:extLst>
            </p:cNvPr>
            <p:cNvSpPr/>
            <p:nvPr/>
          </p:nvSpPr>
          <p:spPr>
            <a:xfrm>
              <a:off x="5324822" y="4985305"/>
              <a:ext cx="98385" cy="98385"/>
            </a:xfrm>
            <a:prstGeom prst="ellipse">
              <a:avLst/>
            </a:prstGeom>
            <a:solidFill>
              <a:srgbClr val="FF0000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>
                <a:solidFill>
                  <a:schemeClr val="tx1"/>
                </a:solidFill>
              </a:endParaRPr>
            </a:p>
          </p:txBody>
        </p:sp>
      </p:grpSp>
      <p:sp>
        <p:nvSpPr>
          <p:cNvPr id="29" name="직사각형 28">
            <a:extLst>
              <a:ext uri="{FF2B5EF4-FFF2-40B4-BE49-F238E27FC236}">
                <a16:creationId xmlns:a16="http://schemas.microsoft.com/office/drawing/2014/main" id="{7ADFB5AC-4E60-D022-6C2F-A17BDA42E989}"/>
              </a:ext>
            </a:extLst>
          </p:cNvPr>
          <p:cNvSpPr/>
          <p:nvPr/>
        </p:nvSpPr>
        <p:spPr>
          <a:xfrm flipV="1">
            <a:off x="2047939" y="2734648"/>
            <a:ext cx="98385" cy="839607"/>
          </a:xfrm>
          <a:prstGeom prst="rect">
            <a:avLst/>
          </a:prstGeom>
          <a:solidFill>
            <a:srgbClr val="FFFF0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>
              <a:solidFill>
                <a:schemeClr val="tx1"/>
              </a:solidFill>
            </a:endParaRPr>
          </a:p>
        </p:txBody>
      </p:sp>
      <p:sp>
        <p:nvSpPr>
          <p:cNvPr id="30" name="TextBox 29">
            <a:extLst>
              <a:ext uri="{FF2B5EF4-FFF2-40B4-BE49-F238E27FC236}">
                <a16:creationId xmlns:a16="http://schemas.microsoft.com/office/drawing/2014/main" id="{DF7DBA4C-8065-040F-CB7D-94B411FC81B7}"/>
              </a:ext>
            </a:extLst>
          </p:cNvPr>
          <p:cNvSpPr txBox="1"/>
          <p:nvPr/>
        </p:nvSpPr>
        <p:spPr>
          <a:xfrm>
            <a:off x="7450299" y="6394915"/>
            <a:ext cx="2444900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sz="1000">
                <a:highlight>
                  <a:srgbClr val="FFFF00"/>
                </a:highlight>
              </a:rPr>
              <a:t>우물은 두가지 </a:t>
            </a:r>
            <a:r>
              <a:rPr lang="ko-KR" altLang="en-US" sz="1000" err="1">
                <a:highlight>
                  <a:srgbClr val="FFFF00"/>
                </a:highlight>
              </a:rPr>
              <a:t>타입중</a:t>
            </a:r>
            <a:r>
              <a:rPr lang="ko-KR" altLang="en-US" sz="1000">
                <a:highlight>
                  <a:srgbClr val="FFFF00"/>
                </a:highlight>
              </a:rPr>
              <a:t> 선택 가능합니다</a:t>
            </a:r>
            <a:r>
              <a:rPr lang="en-US" altLang="ko-KR" sz="1000">
                <a:highlight>
                  <a:srgbClr val="FFFF00"/>
                </a:highlight>
              </a:rPr>
              <a:t>.</a:t>
            </a:r>
          </a:p>
          <a:p>
            <a:r>
              <a:rPr lang="ko-KR" altLang="en-US" sz="1000">
                <a:highlight>
                  <a:srgbClr val="FFFF00"/>
                </a:highlight>
              </a:rPr>
              <a:t>라운드우물은 추가금액 발생 됩니다</a:t>
            </a:r>
            <a:r>
              <a:rPr lang="en-US" altLang="ko-KR" sz="1000">
                <a:highlight>
                  <a:srgbClr val="FFFF00"/>
                </a:highlight>
              </a:rPr>
              <a:t>. </a:t>
            </a:r>
            <a:endParaRPr lang="ko-KR" altLang="en-US" sz="1000">
              <a:highlight>
                <a:srgbClr val="FFFF00"/>
              </a:highlight>
            </a:endParaRPr>
          </a:p>
        </p:txBody>
      </p:sp>
      <p:cxnSp>
        <p:nvCxnSpPr>
          <p:cNvPr id="31" name="직선 화살표 연결선 30">
            <a:extLst>
              <a:ext uri="{FF2B5EF4-FFF2-40B4-BE49-F238E27FC236}">
                <a16:creationId xmlns:a16="http://schemas.microsoft.com/office/drawing/2014/main" id="{A4B963C9-CA2E-58D6-6E71-844F075388A6}"/>
              </a:ext>
            </a:extLst>
          </p:cNvPr>
          <p:cNvCxnSpPr>
            <a:cxnSpLocks/>
          </p:cNvCxnSpPr>
          <p:nvPr/>
        </p:nvCxnSpPr>
        <p:spPr>
          <a:xfrm flipV="1">
            <a:off x="7598437" y="5604712"/>
            <a:ext cx="10531" cy="819672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3" name="TextBox 13">
            <a:extLst>
              <a:ext uri="{FF2B5EF4-FFF2-40B4-BE49-F238E27FC236}">
                <a16:creationId xmlns:a16="http://schemas.microsoft.com/office/drawing/2014/main" id="{85E8288E-D4E4-B656-6A85-EF953F5EFC4C}"/>
              </a:ext>
            </a:extLst>
          </p:cNvPr>
          <p:cNvSpPr txBox="1"/>
          <p:nvPr/>
        </p:nvSpPr>
        <p:spPr>
          <a:xfrm>
            <a:off x="142074" y="1128948"/>
            <a:ext cx="1489510" cy="461665"/>
          </a:xfrm>
          <a:prstGeom prst="rect">
            <a:avLst/>
          </a:prstGeom>
          <a:solidFill>
            <a:schemeClr val="accent6">
              <a:lumMod val="20000"/>
              <a:lumOff val="80000"/>
            </a:schemeClr>
          </a:solidFill>
        </p:spPr>
        <p:txBody>
          <a:bodyPr wrap="none" rtlCol="0">
            <a:spAutoFit/>
          </a:bodyPr>
          <a:lstStyle>
            <a:defPPr>
              <a:defRPr lang="ko-KR"/>
            </a:defPPr>
            <a:lvl1pPr marL="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ko-KR" altLang="en-US" sz="800" b="1"/>
              <a:t>욕실 </a:t>
            </a:r>
            <a:r>
              <a:rPr lang="ko-KR" altLang="en-US" sz="800" b="1" err="1"/>
              <a:t>휴젠트여부에</a:t>
            </a:r>
            <a:r>
              <a:rPr lang="ko-KR" altLang="en-US" sz="800" b="1"/>
              <a:t> 대하여</a:t>
            </a:r>
            <a:endParaRPr lang="en-US" altLang="ko-KR" sz="800" b="1"/>
          </a:p>
          <a:p>
            <a:r>
              <a:rPr lang="ko-KR" altLang="en-US" sz="800" b="1"/>
              <a:t>기사분이 현장에서 파악하여</a:t>
            </a:r>
            <a:endParaRPr lang="en-US" altLang="ko-KR" sz="800" b="1"/>
          </a:p>
          <a:p>
            <a:r>
              <a:rPr lang="ko-KR" altLang="en-US" sz="800" b="1"/>
              <a:t>센서위치를 적용해드립니다</a:t>
            </a:r>
            <a:r>
              <a:rPr lang="en-US" altLang="ko-KR" sz="800" b="1"/>
              <a:t>.</a:t>
            </a:r>
            <a:endParaRPr lang="ko-KR" altLang="en-US" sz="800" b="1"/>
          </a:p>
        </p:txBody>
      </p:sp>
      <p:grpSp>
        <p:nvGrpSpPr>
          <p:cNvPr id="34" name="그룹 33">
            <a:extLst>
              <a:ext uri="{FF2B5EF4-FFF2-40B4-BE49-F238E27FC236}">
                <a16:creationId xmlns:a16="http://schemas.microsoft.com/office/drawing/2014/main" id="{9E93E17B-127F-5E99-48B4-DDFCA39FD2D3}"/>
              </a:ext>
            </a:extLst>
          </p:cNvPr>
          <p:cNvGrpSpPr/>
          <p:nvPr/>
        </p:nvGrpSpPr>
        <p:grpSpPr>
          <a:xfrm>
            <a:off x="166864" y="137559"/>
            <a:ext cx="2166761" cy="738664"/>
            <a:chOff x="209306" y="114311"/>
            <a:chExt cx="2166761" cy="742666"/>
          </a:xfrm>
        </p:grpSpPr>
        <p:sp>
          <p:nvSpPr>
            <p:cNvPr id="35" name="타원 34">
              <a:extLst>
                <a:ext uri="{FF2B5EF4-FFF2-40B4-BE49-F238E27FC236}">
                  <a16:creationId xmlns:a16="http://schemas.microsoft.com/office/drawing/2014/main" id="{E4E72440-5533-E0F3-A473-24E6D91ABEB4}"/>
                </a:ext>
              </a:extLst>
            </p:cNvPr>
            <p:cNvSpPr/>
            <p:nvPr/>
          </p:nvSpPr>
          <p:spPr>
            <a:xfrm>
              <a:off x="209307" y="168341"/>
              <a:ext cx="98385" cy="98385"/>
            </a:xfrm>
            <a:prstGeom prst="ellipse">
              <a:avLst/>
            </a:prstGeom>
            <a:solidFill>
              <a:srgbClr val="FF0000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ko-KR"/>
              </a:defPPr>
              <a:lvl1pPr marL="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ko-KR" altLang="en-US">
                <a:solidFill>
                  <a:schemeClr val="tx1"/>
                </a:solidFill>
              </a:endParaRPr>
            </a:p>
          </p:txBody>
        </p:sp>
        <p:sp>
          <p:nvSpPr>
            <p:cNvPr id="36" name="타원 35">
              <a:extLst>
                <a:ext uri="{FF2B5EF4-FFF2-40B4-BE49-F238E27FC236}">
                  <a16:creationId xmlns:a16="http://schemas.microsoft.com/office/drawing/2014/main" id="{C13B3B61-5EE7-0666-2B71-1C76D04D7C9F}"/>
                </a:ext>
              </a:extLst>
            </p:cNvPr>
            <p:cNvSpPr/>
            <p:nvPr/>
          </p:nvSpPr>
          <p:spPr>
            <a:xfrm>
              <a:off x="209307" y="347436"/>
              <a:ext cx="98385" cy="98385"/>
            </a:xfrm>
            <a:prstGeom prst="ellipse">
              <a:avLst/>
            </a:prstGeom>
            <a:solidFill>
              <a:srgbClr val="FFFF00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ko-KR"/>
              </a:defPPr>
              <a:lvl1pPr marL="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ko-KR" altLang="en-US">
                <a:solidFill>
                  <a:schemeClr val="tx1"/>
                </a:solidFill>
              </a:endParaRPr>
            </a:p>
          </p:txBody>
        </p:sp>
        <p:sp>
          <p:nvSpPr>
            <p:cNvPr id="37" name="타원 36">
              <a:extLst>
                <a:ext uri="{FF2B5EF4-FFF2-40B4-BE49-F238E27FC236}">
                  <a16:creationId xmlns:a16="http://schemas.microsoft.com/office/drawing/2014/main" id="{0E23CBE0-43FB-072A-2F60-4347ADDB860F}"/>
                </a:ext>
              </a:extLst>
            </p:cNvPr>
            <p:cNvSpPr/>
            <p:nvPr/>
          </p:nvSpPr>
          <p:spPr>
            <a:xfrm>
              <a:off x="209306" y="573831"/>
              <a:ext cx="98385" cy="98385"/>
            </a:xfrm>
            <a:prstGeom prst="ellipse">
              <a:avLst/>
            </a:prstGeom>
            <a:solidFill>
              <a:srgbClr val="FFC000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ko-KR"/>
              </a:defPPr>
              <a:lvl1pPr marL="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ko-KR" altLang="en-US">
                <a:solidFill>
                  <a:schemeClr val="tx1"/>
                </a:solidFill>
              </a:endParaRPr>
            </a:p>
          </p:txBody>
        </p:sp>
        <p:sp>
          <p:nvSpPr>
            <p:cNvPr id="38" name="TextBox 11">
              <a:extLst>
                <a:ext uri="{FF2B5EF4-FFF2-40B4-BE49-F238E27FC236}">
                  <a16:creationId xmlns:a16="http://schemas.microsoft.com/office/drawing/2014/main" id="{8A578DA4-9C79-74C1-5023-FB9D1658C36B}"/>
                </a:ext>
              </a:extLst>
            </p:cNvPr>
            <p:cNvSpPr txBox="1"/>
            <p:nvPr/>
          </p:nvSpPr>
          <p:spPr>
            <a:xfrm>
              <a:off x="318304" y="114311"/>
              <a:ext cx="2057763" cy="742666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>
              <a:defPPr>
                <a:defRPr lang="ko-KR"/>
              </a:defPPr>
              <a:lvl1pPr marL="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r>
                <a:rPr lang="ko-KR" altLang="en-US" sz="700"/>
                <a:t>간접조명 </a:t>
              </a:r>
              <a:r>
                <a:rPr lang="en-US" altLang="ko-KR" sz="700"/>
                <a:t>A SET</a:t>
              </a:r>
            </a:p>
            <a:p>
              <a:endParaRPr lang="en-US" altLang="ko-KR" sz="700"/>
            </a:p>
            <a:p>
              <a:r>
                <a:rPr lang="ko-KR" altLang="en-US" sz="700"/>
                <a:t>간접조명 센서 </a:t>
              </a:r>
              <a:r>
                <a:rPr lang="en-US" altLang="ko-KR" sz="700"/>
                <a:t>SET</a:t>
              </a:r>
            </a:p>
            <a:p>
              <a:endParaRPr lang="en-US" altLang="ko-KR" sz="700"/>
            </a:p>
            <a:p>
              <a:r>
                <a:rPr lang="ko-KR" altLang="en-US" sz="700"/>
                <a:t>우물천장간접조명 및 커튼박수 추가</a:t>
              </a:r>
              <a:r>
                <a:rPr lang="en-US" altLang="ko-KR" sz="700"/>
                <a:t>(</a:t>
              </a:r>
              <a:r>
                <a:rPr lang="ko-KR" altLang="en-US" sz="700"/>
                <a:t>별도 추가</a:t>
              </a:r>
              <a:r>
                <a:rPr lang="en-US" altLang="ko-KR" sz="700"/>
                <a:t>)</a:t>
              </a:r>
            </a:p>
            <a:p>
              <a:endParaRPr lang="en-US" altLang="ko-KR" sz="700"/>
            </a:p>
          </p:txBody>
        </p:sp>
      </p:grpSp>
      <p:sp>
        <p:nvSpPr>
          <p:cNvPr id="39" name="직사각형 38">
            <a:extLst>
              <a:ext uri="{FF2B5EF4-FFF2-40B4-BE49-F238E27FC236}">
                <a16:creationId xmlns:a16="http://schemas.microsoft.com/office/drawing/2014/main" id="{4FF7E1E1-83DF-3306-EA11-0F265B322E4B}"/>
              </a:ext>
            </a:extLst>
          </p:cNvPr>
          <p:cNvSpPr/>
          <p:nvPr/>
        </p:nvSpPr>
        <p:spPr>
          <a:xfrm rot="16200000" flipV="1">
            <a:off x="3881630" y="2621294"/>
            <a:ext cx="98385" cy="325092"/>
          </a:xfrm>
          <a:prstGeom prst="rect">
            <a:avLst/>
          </a:prstGeom>
          <a:solidFill>
            <a:srgbClr val="FFFF0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>
              <a:solidFill>
                <a:schemeClr val="tx1"/>
              </a:solidFill>
            </a:endParaRPr>
          </a:p>
        </p:txBody>
      </p:sp>
      <p:grpSp>
        <p:nvGrpSpPr>
          <p:cNvPr id="40" name="그룹 39">
            <a:extLst>
              <a:ext uri="{FF2B5EF4-FFF2-40B4-BE49-F238E27FC236}">
                <a16:creationId xmlns:a16="http://schemas.microsoft.com/office/drawing/2014/main" id="{CD1A52A3-5871-E7D9-5CD7-7C7F626C6FF9}"/>
              </a:ext>
            </a:extLst>
          </p:cNvPr>
          <p:cNvGrpSpPr/>
          <p:nvPr/>
        </p:nvGrpSpPr>
        <p:grpSpPr>
          <a:xfrm>
            <a:off x="8241687" y="4356276"/>
            <a:ext cx="100923" cy="1356633"/>
            <a:chOff x="4735802" y="4662002"/>
            <a:chExt cx="100923" cy="1356633"/>
          </a:xfrm>
        </p:grpSpPr>
        <p:sp>
          <p:nvSpPr>
            <p:cNvPr id="41" name="타원 40">
              <a:extLst>
                <a:ext uri="{FF2B5EF4-FFF2-40B4-BE49-F238E27FC236}">
                  <a16:creationId xmlns:a16="http://schemas.microsoft.com/office/drawing/2014/main" id="{B323A68E-71B9-92E5-E8CB-6B55F4705C1D}"/>
                </a:ext>
              </a:extLst>
            </p:cNvPr>
            <p:cNvSpPr/>
            <p:nvPr/>
          </p:nvSpPr>
          <p:spPr>
            <a:xfrm>
              <a:off x="4737834" y="4662002"/>
              <a:ext cx="98385" cy="98385"/>
            </a:xfrm>
            <a:prstGeom prst="ellipse">
              <a:avLst/>
            </a:prstGeom>
            <a:solidFill>
              <a:srgbClr val="FF0000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>
                <a:solidFill>
                  <a:schemeClr val="tx1"/>
                </a:solidFill>
              </a:endParaRPr>
            </a:p>
          </p:txBody>
        </p:sp>
        <p:sp>
          <p:nvSpPr>
            <p:cNvPr id="42" name="타원 41">
              <a:extLst>
                <a:ext uri="{FF2B5EF4-FFF2-40B4-BE49-F238E27FC236}">
                  <a16:creationId xmlns:a16="http://schemas.microsoft.com/office/drawing/2014/main" id="{587BADD2-3CD4-4B06-5EFD-2858A6511643}"/>
                </a:ext>
              </a:extLst>
            </p:cNvPr>
            <p:cNvSpPr/>
            <p:nvPr/>
          </p:nvSpPr>
          <p:spPr>
            <a:xfrm>
              <a:off x="4735802" y="5291218"/>
              <a:ext cx="98385" cy="98385"/>
            </a:xfrm>
            <a:prstGeom prst="ellipse">
              <a:avLst/>
            </a:prstGeom>
            <a:solidFill>
              <a:srgbClr val="FF0000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>
                <a:solidFill>
                  <a:schemeClr val="tx1"/>
                </a:solidFill>
              </a:endParaRPr>
            </a:p>
          </p:txBody>
        </p:sp>
        <p:sp>
          <p:nvSpPr>
            <p:cNvPr id="43" name="타원 42">
              <a:extLst>
                <a:ext uri="{FF2B5EF4-FFF2-40B4-BE49-F238E27FC236}">
                  <a16:creationId xmlns:a16="http://schemas.microsoft.com/office/drawing/2014/main" id="{4E60C6EF-952C-F25C-2C96-8421BC606078}"/>
                </a:ext>
              </a:extLst>
            </p:cNvPr>
            <p:cNvSpPr/>
            <p:nvPr/>
          </p:nvSpPr>
          <p:spPr>
            <a:xfrm>
              <a:off x="4738340" y="5920250"/>
              <a:ext cx="98385" cy="98385"/>
            </a:xfrm>
            <a:prstGeom prst="ellipse">
              <a:avLst/>
            </a:prstGeom>
            <a:solidFill>
              <a:srgbClr val="FF0000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>
                <a:solidFill>
                  <a:schemeClr val="tx1"/>
                </a:solidFill>
              </a:endParaRPr>
            </a:p>
          </p:txBody>
        </p:sp>
      </p:grpSp>
      <p:grpSp>
        <p:nvGrpSpPr>
          <p:cNvPr id="44" name="그룹 43">
            <a:extLst>
              <a:ext uri="{FF2B5EF4-FFF2-40B4-BE49-F238E27FC236}">
                <a16:creationId xmlns:a16="http://schemas.microsoft.com/office/drawing/2014/main" id="{4A62ECC6-FCC5-A17C-A6DA-32B93037C4FE}"/>
              </a:ext>
            </a:extLst>
          </p:cNvPr>
          <p:cNvGrpSpPr/>
          <p:nvPr/>
        </p:nvGrpSpPr>
        <p:grpSpPr>
          <a:xfrm>
            <a:off x="6202361" y="4390848"/>
            <a:ext cx="100923" cy="1356633"/>
            <a:chOff x="4735802" y="4662002"/>
            <a:chExt cx="100923" cy="1356633"/>
          </a:xfrm>
        </p:grpSpPr>
        <p:sp>
          <p:nvSpPr>
            <p:cNvPr id="45" name="타원 44">
              <a:extLst>
                <a:ext uri="{FF2B5EF4-FFF2-40B4-BE49-F238E27FC236}">
                  <a16:creationId xmlns:a16="http://schemas.microsoft.com/office/drawing/2014/main" id="{93D583B9-218E-64E6-3AD5-1A2B64468383}"/>
                </a:ext>
              </a:extLst>
            </p:cNvPr>
            <p:cNvSpPr/>
            <p:nvPr/>
          </p:nvSpPr>
          <p:spPr>
            <a:xfrm>
              <a:off x="4737834" y="4662002"/>
              <a:ext cx="98385" cy="98385"/>
            </a:xfrm>
            <a:prstGeom prst="ellipse">
              <a:avLst/>
            </a:prstGeom>
            <a:solidFill>
              <a:srgbClr val="FF0000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>
                <a:solidFill>
                  <a:schemeClr val="tx1"/>
                </a:solidFill>
              </a:endParaRPr>
            </a:p>
          </p:txBody>
        </p:sp>
        <p:sp>
          <p:nvSpPr>
            <p:cNvPr id="46" name="타원 45">
              <a:extLst>
                <a:ext uri="{FF2B5EF4-FFF2-40B4-BE49-F238E27FC236}">
                  <a16:creationId xmlns:a16="http://schemas.microsoft.com/office/drawing/2014/main" id="{F1B63D0C-2668-4A43-C678-CDBC5849D816}"/>
                </a:ext>
              </a:extLst>
            </p:cNvPr>
            <p:cNvSpPr/>
            <p:nvPr/>
          </p:nvSpPr>
          <p:spPr>
            <a:xfrm>
              <a:off x="4735802" y="5291218"/>
              <a:ext cx="98385" cy="98385"/>
            </a:xfrm>
            <a:prstGeom prst="ellipse">
              <a:avLst/>
            </a:prstGeom>
            <a:solidFill>
              <a:srgbClr val="FF0000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>
                <a:solidFill>
                  <a:schemeClr val="tx1"/>
                </a:solidFill>
              </a:endParaRPr>
            </a:p>
          </p:txBody>
        </p:sp>
        <p:sp>
          <p:nvSpPr>
            <p:cNvPr id="47" name="타원 46">
              <a:extLst>
                <a:ext uri="{FF2B5EF4-FFF2-40B4-BE49-F238E27FC236}">
                  <a16:creationId xmlns:a16="http://schemas.microsoft.com/office/drawing/2014/main" id="{1E13B3E1-A112-36C7-4424-4609C711267F}"/>
                </a:ext>
              </a:extLst>
            </p:cNvPr>
            <p:cNvSpPr/>
            <p:nvPr/>
          </p:nvSpPr>
          <p:spPr>
            <a:xfrm>
              <a:off x="4738340" y="5920250"/>
              <a:ext cx="98385" cy="98385"/>
            </a:xfrm>
            <a:prstGeom prst="ellipse">
              <a:avLst/>
            </a:prstGeom>
            <a:solidFill>
              <a:srgbClr val="FF0000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>
                <a:solidFill>
                  <a:schemeClr val="tx1"/>
                </a:solidFill>
              </a:endParaRPr>
            </a:p>
          </p:txBody>
        </p:sp>
      </p:grpSp>
      <p:sp>
        <p:nvSpPr>
          <p:cNvPr id="48" name="TextBox 47">
            <a:extLst>
              <a:ext uri="{FF2B5EF4-FFF2-40B4-BE49-F238E27FC236}">
                <a16:creationId xmlns:a16="http://schemas.microsoft.com/office/drawing/2014/main" id="{A0B0DC2E-7E62-AD81-1E93-ACF6187AB715}"/>
              </a:ext>
            </a:extLst>
          </p:cNvPr>
          <p:cNvSpPr txBox="1"/>
          <p:nvPr/>
        </p:nvSpPr>
        <p:spPr>
          <a:xfrm>
            <a:off x="8476828" y="4638391"/>
            <a:ext cx="874940" cy="400110"/>
          </a:xfrm>
          <a:prstGeom prst="rect">
            <a:avLst/>
          </a:prstGeom>
          <a:solidFill>
            <a:schemeClr val="bg2">
              <a:lumMod val="90000"/>
            </a:schemeClr>
          </a:solidFill>
        </p:spPr>
        <p:txBody>
          <a:bodyPr wrap="square" rtlCol="0">
            <a:spAutoFit/>
          </a:bodyPr>
          <a:lstStyle/>
          <a:p>
            <a:pPr algn="ctr"/>
            <a:r>
              <a:rPr lang="ko-KR" altLang="en-US" sz="1000" b="1" err="1"/>
              <a:t>무선리모컨</a:t>
            </a:r>
            <a:endParaRPr lang="en-US" altLang="ko-KR" sz="1000" b="1"/>
          </a:p>
          <a:p>
            <a:pPr algn="ctr"/>
            <a:r>
              <a:rPr lang="en-US" altLang="ko-KR" sz="1000" b="1"/>
              <a:t>1</a:t>
            </a:r>
            <a:r>
              <a:rPr lang="ko-KR" altLang="en-US" sz="1000" b="1"/>
              <a:t>구</a:t>
            </a:r>
            <a:r>
              <a:rPr lang="en-US" altLang="ko-KR" sz="1000" b="1"/>
              <a:t>(3</a:t>
            </a:r>
            <a:r>
              <a:rPr lang="ko-KR" altLang="en-US" sz="1000" b="1"/>
              <a:t>채널</a:t>
            </a:r>
            <a:r>
              <a:rPr lang="en-US" altLang="ko-KR" sz="1000" b="1"/>
              <a:t>)</a:t>
            </a:r>
            <a:endParaRPr lang="ko-KR" altLang="en-US" sz="1000" b="1"/>
          </a:p>
        </p:txBody>
      </p:sp>
      <p:sp>
        <p:nvSpPr>
          <p:cNvPr id="49" name="직사각형 48">
            <a:extLst>
              <a:ext uri="{FF2B5EF4-FFF2-40B4-BE49-F238E27FC236}">
                <a16:creationId xmlns:a16="http://schemas.microsoft.com/office/drawing/2014/main" id="{3E7BD83C-281B-EB0E-8DCB-33AC2F50B9D7}"/>
              </a:ext>
            </a:extLst>
          </p:cNvPr>
          <p:cNvSpPr/>
          <p:nvPr/>
        </p:nvSpPr>
        <p:spPr>
          <a:xfrm rot="16200000" flipV="1">
            <a:off x="8644752" y="3380741"/>
            <a:ext cx="98385" cy="325092"/>
          </a:xfrm>
          <a:prstGeom prst="rect">
            <a:avLst/>
          </a:prstGeom>
          <a:solidFill>
            <a:srgbClr val="FFFF0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071718955"/>
      </p:ext>
    </p:extLst>
  </p:cSld>
  <p:clrMapOvr>
    <a:masterClrMapping/>
  </p:clrMapOvr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7EE08E6-7878-5584-61D0-0101C04AE6F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그림 2">
            <a:extLst>
              <a:ext uri="{FF2B5EF4-FFF2-40B4-BE49-F238E27FC236}">
                <a16:creationId xmlns:a16="http://schemas.microsoft.com/office/drawing/2014/main" id="{A110876B-662C-18A1-BC6F-A91794A53280}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/>
        </p:nvPicPr>
        <p:blipFill>
          <a:blip r:embed="rId2">
            <a:alphaModFix amt="70000"/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saturation sat="0"/>
                    </a14:imgEffect>
                  </a14:imgLayer>
                </a14:imgProps>
              </a:ext>
            </a:extLst>
          </a:blip>
          <a:stretch>
            <a:fillRect/>
          </a:stretch>
        </p:blipFill>
        <p:spPr>
          <a:xfrm>
            <a:off x="1188202" y="1003300"/>
            <a:ext cx="9681799" cy="5391615"/>
          </a:xfrm>
          <a:prstGeom prst="rect">
            <a:avLst/>
          </a:prstGeom>
        </p:spPr>
      </p:pic>
      <mc:AlternateContent xmlns:mc="http://schemas.openxmlformats.org/markup-compatibility/2006">
        <mc:Choice xmlns:a14="http://schemas.microsoft.com/office/drawing/2010/main" Requires="a14">
          <p:sp>
            <p:nvSpPr>
              <p:cNvPr id="4" name="TextBox 3">
                <a:extLst>
                  <a:ext uri="{FF2B5EF4-FFF2-40B4-BE49-F238E27FC236}">
                    <a16:creationId xmlns:a16="http://schemas.microsoft.com/office/drawing/2014/main" id="{BBC8A255-EB03-D966-DA2C-C00D048D47F8}"/>
                  </a:ext>
                </a:extLst>
              </p:cNvPr>
              <p:cNvSpPr txBox="1"/>
              <p:nvPr/>
            </p:nvSpPr>
            <p:spPr>
              <a:xfrm>
                <a:off x="10152689" y="1075737"/>
                <a:ext cx="1762781" cy="407099"/>
              </a:xfrm>
              <a:prstGeom prst="rect">
                <a:avLst/>
              </a:prstGeom>
              <a:noFill/>
            </p:spPr>
            <p:txBody>
              <a:bodyPr wrap="square">
                <a:spAutoFit/>
                <a:scene3d>
                  <a:camera prst="orthographicFront"/>
                  <a:lightRig rig="harsh" dir="t"/>
                </a:scene3d>
                <a:sp3d extrusionH="57150" prstMaterial="matte">
                  <a:bevelT w="63500" h="12700" prst="angle"/>
                  <a:contourClr>
                    <a:schemeClr val="bg1">
                      <a:lumMod val="65000"/>
                    </a:schemeClr>
                  </a:contourClr>
                </a:sp3d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right"/>
                    </m:oMathParaPr>
                    <m:oMath xmlns:m="http://schemas.openxmlformats.org/officeDocument/2006/math">
                      <m:sSup>
                        <m:sSupPr>
                          <m:ctrlPr>
                            <a:rPr lang="en-US" altLang="ko-KR" sz="2000" b="1" i="1" u="none" strike="noStrike" smtClean="0">
                              <a:ln/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altLang="ko-KR" sz="2000" b="1" i="1" u="none" strike="noStrike" smtClean="0">
                              <a:ln/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𝟖𝟒</m:t>
                          </m:r>
                          <m:r>
                            <a:rPr lang="en-US" altLang="ko-KR" sz="2000" b="1" i="1" u="none" strike="noStrike" smtClean="0">
                              <a:ln/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𝑪𝒎</m:t>
                          </m:r>
                        </m:e>
                        <m:sup>
                          <m:r>
                            <a:rPr lang="en-US" altLang="ko-KR" sz="2000" b="1" i="1" u="none" strike="noStrike" smtClean="0">
                              <a:ln/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𝟐</m:t>
                          </m:r>
                        </m:sup>
                      </m:sSup>
                    </m:oMath>
                  </m:oMathPara>
                </a14:m>
                <a:endParaRPr lang="ko-KR" altLang="en-US" sz="2000" b="1">
                  <a:ln/>
                  <a:solidFill>
                    <a:schemeClr val="tx1"/>
                  </a:solidFill>
                </a:endParaRPr>
              </a:p>
            </p:txBody>
          </p:sp>
        </mc:Choice>
        <mc:Fallback>
          <p:sp>
            <p:nvSpPr>
              <p:cNvPr id="4" name="TextBox 3">
                <a:extLst>
                  <a:ext uri="{FF2B5EF4-FFF2-40B4-BE49-F238E27FC236}">
                    <a16:creationId xmlns:a16="http://schemas.microsoft.com/office/drawing/2014/main" id="{BBC8A255-EB03-D966-DA2C-C00D048D47F8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0152689" y="1075737"/>
                <a:ext cx="1762781" cy="407099"/>
              </a:xfrm>
              <a:prstGeom prst="rect">
                <a:avLst/>
              </a:prstGeom>
              <a:blipFill>
                <a:blip r:embed="rId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5" name="TextBox 4">
            <a:extLst>
              <a:ext uri="{FF2B5EF4-FFF2-40B4-BE49-F238E27FC236}">
                <a16:creationId xmlns:a16="http://schemas.microsoft.com/office/drawing/2014/main" id="{9AA9DF86-A017-4DC3-82A8-654A59AD0591}"/>
              </a:ext>
            </a:extLst>
          </p:cNvPr>
          <p:cNvSpPr txBox="1"/>
          <p:nvPr/>
        </p:nvSpPr>
        <p:spPr>
          <a:xfrm>
            <a:off x="1870318" y="353253"/>
            <a:ext cx="8452551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 sz="2000" b="1"/>
              <a:t>84C</a:t>
            </a:r>
            <a:r>
              <a:rPr lang="ko-KR" altLang="en-US" sz="2000" b="1"/>
              <a:t>타입 간접 프리미엄 </a:t>
            </a:r>
            <a:r>
              <a:rPr lang="en-US" altLang="ko-KR" sz="2000" b="1"/>
              <a:t>SET + </a:t>
            </a:r>
            <a:r>
              <a:rPr lang="ko-KR" altLang="en-US" sz="2000" b="1" err="1"/>
              <a:t>실링팬</a:t>
            </a:r>
            <a:r>
              <a:rPr lang="ko-KR" altLang="en-US" sz="2000" b="1"/>
              <a:t> 우물두줄</a:t>
            </a:r>
            <a:endParaRPr lang="en-US" altLang="ko-KR" sz="2000" b="1"/>
          </a:p>
        </p:txBody>
      </p:sp>
      <p:sp>
        <p:nvSpPr>
          <p:cNvPr id="6" name="직사각형 5">
            <a:extLst>
              <a:ext uri="{FF2B5EF4-FFF2-40B4-BE49-F238E27FC236}">
                <a16:creationId xmlns:a16="http://schemas.microsoft.com/office/drawing/2014/main" id="{DD9AA933-6041-4B58-2948-54F714932CE6}"/>
              </a:ext>
            </a:extLst>
          </p:cNvPr>
          <p:cNvSpPr/>
          <p:nvPr/>
        </p:nvSpPr>
        <p:spPr>
          <a:xfrm>
            <a:off x="8801983" y="5506964"/>
            <a:ext cx="1299279" cy="103264"/>
          </a:xfrm>
          <a:prstGeom prst="rect">
            <a:avLst/>
          </a:prstGeom>
          <a:solidFill>
            <a:srgbClr val="00B0F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127947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ko-KR" altLang="en-US" sz="135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맑은 고딕"/>
              <a:ea typeface="맑은 고딕" panose="020B0503020000020004" pitchFamily="50" charset="-127"/>
              <a:cs typeface="+mn-cs"/>
            </a:endParaRPr>
          </a:p>
        </p:txBody>
      </p:sp>
      <p:sp>
        <p:nvSpPr>
          <p:cNvPr id="8" name="직사각형 7">
            <a:extLst>
              <a:ext uri="{FF2B5EF4-FFF2-40B4-BE49-F238E27FC236}">
                <a16:creationId xmlns:a16="http://schemas.microsoft.com/office/drawing/2014/main" id="{075FB04B-2AB1-16FE-80E3-DC4413C4C928}"/>
              </a:ext>
            </a:extLst>
          </p:cNvPr>
          <p:cNvSpPr/>
          <p:nvPr/>
        </p:nvSpPr>
        <p:spPr>
          <a:xfrm rot="5400000">
            <a:off x="7264642" y="5006566"/>
            <a:ext cx="102820" cy="1760989"/>
          </a:xfrm>
          <a:prstGeom prst="rect">
            <a:avLst/>
          </a:prstGeom>
          <a:solidFill>
            <a:srgbClr val="FF000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>
              <a:solidFill>
                <a:schemeClr val="tx1"/>
              </a:solidFill>
            </a:endParaRPr>
          </a:p>
        </p:txBody>
      </p:sp>
      <p:sp>
        <p:nvSpPr>
          <p:cNvPr id="9" name="사각형: 둥근 모서리 8">
            <a:extLst>
              <a:ext uri="{FF2B5EF4-FFF2-40B4-BE49-F238E27FC236}">
                <a16:creationId xmlns:a16="http://schemas.microsoft.com/office/drawing/2014/main" id="{FB5AE3BA-704F-3AEC-9BE2-A1B8CE218A8E}"/>
              </a:ext>
            </a:extLst>
          </p:cNvPr>
          <p:cNvSpPr/>
          <p:nvPr/>
        </p:nvSpPr>
        <p:spPr>
          <a:xfrm>
            <a:off x="6738319" y="4485679"/>
            <a:ext cx="1092978" cy="1103860"/>
          </a:xfrm>
          <a:prstGeom prst="roundRect">
            <a:avLst>
              <a:gd name="adj" fmla="val 15666"/>
            </a:avLst>
          </a:prstGeom>
          <a:noFill/>
          <a:ln w="38100">
            <a:solidFill>
              <a:schemeClr val="accent2">
                <a:lumMod val="60000"/>
                <a:lumOff val="4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>
              <a:solidFill>
                <a:schemeClr val="tx1"/>
              </a:solidFill>
            </a:endParaRPr>
          </a:p>
        </p:txBody>
      </p:sp>
      <p:sp>
        <p:nvSpPr>
          <p:cNvPr id="10" name="사각형: 둥근 모서리 9">
            <a:extLst>
              <a:ext uri="{FF2B5EF4-FFF2-40B4-BE49-F238E27FC236}">
                <a16:creationId xmlns:a16="http://schemas.microsoft.com/office/drawing/2014/main" id="{79C95E90-E492-5DE6-8B78-4A3E5DEF973A}"/>
              </a:ext>
            </a:extLst>
          </p:cNvPr>
          <p:cNvSpPr/>
          <p:nvPr/>
        </p:nvSpPr>
        <p:spPr>
          <a:xfrm>
            <a:off x="6883282" y="4624272"/>
            <a:ext cx="801043" cy="840103"/>
          </a:xfrm>
          <a:prstGeom prst="roundRect">
            <a:avLst>
              <a:gd name="adj" fmla="val 0"/>
            </a:avLst>
          </a:prstGeom>
          <a:noFill/>
          <a:ln w="38100">
            <a:solidFill>
              <a:srgbClr val="FFC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>
              <a:solidFill>
                <a:schemeClr val="tx1"/>
              </a:solidFill>
            </a:endParaRP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91424F51-4BDD-D751-E4AD-5A5570FBA0F0}"/>
              </a:ext>
            </a:extLst>
          </p:cNvPr>
          <p:cNvSpPr txBox="1"/>
          <p:nvPr/>
        </p:nvSpPr>
        <p:spPr>
          <a:xfrm>
            <a:off x="6323865" y="3720850"/>
            <a:ext cx="1891732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ko-KR" altLang="en-US" sz="1000" b="1"/>
              <a:t>전자식스위치</a:t>
            </a:r>
            <a:r>
              <a:rPr lang="en-US" altLang="ko-KR" sz="1000" b="1"/>
              <a:t>+</a:t>
            </a:r>
            <a:r>
              <a:rPr lang="ko-KR" altLang="en-US" sz="1000" b="1"/>
              <a:t>리모컨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46EC995E-B7A7-EFAF-10F9-7979E0E365F1}"/>
              </a:ext>
            </a:extLst>
          </p:cNvPr>
          <p:cNvSpPr txBox="1"/>
          <p:nvPr/>
        </p:nvSpPr>
        <p:spPr>
          <a:xfrm>
            <a:off x="112365" y="770606"/>
            <a:ext cx="3264447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800">
                <a:solidFill>
                  <a:srgbClr val="FF0000"/>
                </a:solidFill>
              </a:rPr>
              <a:t>**</a:t>
            </a:r>
            <a:r>
              <a:rPr lang="ko-KR" altLang="en-US" sz="800">
                <a:solidFill>
                  <a:srgbClr val="FF0000"/>
                </a:solidFill>
              </a:rPr>
              <a:t>스위치 연결을 위해 별도의 </a:t>
            </a:r>
            <a:r>
              <a:rPr lang="ko-KR" altLang="en-US" sz="800" err="1">
                <a:solidFill>
                  <a:srgbClr val="FF0000"/>
                </a:solidFill>
              </a:rPr>
              <a:t>타공이</a:t>
            </a:r>
            <a:r>
              <a:rPr lang="ko-KR" altLang="en-US" sz="800">
                <a:solidFill>
                  <a:srgbClr val="FF0000"/>
                </a:solidFill>
              </a:rPr>
              <a:t> 필요할 수 </a:t>
            </a:r>
            <a:endParaRPr lang="en-US" altLang="ko-KR" sz="800">
              <a:solidFill>
                <a:srgbClr val="FF0000"/>
              </a:solidFill>
            </a:endParaRPr>
          </a:p>
          <a:p>
            <a:r>
              <a:rPr lang="ko-KR" altLang="en-US" sz="800">
                <a:solidFill>
                  <a:srgbClr val="FF0000"/>
                </a:solidFill>
              </a:rPr>
              <a:t>있으며</a:t>
            </a:r>
            <a:r>
              <a:rPr lang="en-US" altLang="ko-KR" sz="800">
                <a:solidFill>
                  <a:srgbClr val="FF0000"/>
                </a:solidFill>
              </a:rPr>
              <a:t> </a:t>
            </a:r>
            <a:r>
              <a:rPr lang="ko-KR" altLang="en-US" sz="800">
                <a:solidFill>
                  <a:srgbClr val="FF0000"/>
                </a:solidFill>
              </a:rPr>
              <a:t>공스피커로 마감 될 수도 있음</a:t>
            </a:r>
            <a:endParaRPr lang="en-US" altLang="ko-KR" sz="800">
              <a:solidFill>
                <a:srgbClr val="FF0000"/>
              </a:solidFill>
            </a:endParaRPr>
          </a:p>
        </p:txBody>
      </p:sp>
      <p:sp>
        <p:nvSpPr>
          <p:cNvPr id="13" name="별: 꼭짓점 4개 12">
            <a:extLst>
              <a:ext uri="{FF2B5EF4-FFF2-40B4-BE49-F238E27FC236}">
                <a16:creationId xmlns:a16="http://schemas.microsoft.com/office/drawing/2014/main" id="{38323612-7C74-0266-CD12-4DBC89E7FCEF}"/>
              </a:ext>
            </a:extLst>
          </p:cNvPr>
          <p:cNvSpPr/>
          <p:nvPr/>
        </p:nvSpPr>
        <p:spPr>
          <a:xfrm>
            <a:off x="7002385" y="4766325"/>
            <a:ext cx="557315" cy="559233"/>
          </a:xfrm>
          <a:prstGeom prst="star4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2645">
              <a:solidFill>
                <a:schemeClr val="tx1"/>
              </a:solidFill>
            </a:endParaRPr>
          </a:p>
        </p:txBody>
      </p:sp>
      <p:grpSp>
        <p:nvGrpSpPr>
          <p:cNvPr id="14" name="그룹 13">
            <a:extLst>
              <a:ext uri="{FF2B5EF4-FFF2-40B4-BE49-F238E27FC236}">
                <a16:creationId xmlns:a16="http://schemas.microsoft.com/office/drawing/2014/main" id="{CB5C6B47-F3AA-776B-78D7-3275F6FE0E0C}"/>
              </a:ext>
            </a:extLst>
          </p:cNvPr>
          <p:cNvGrpSpPr/>
          <p:nvPr/>
        </p:nvGrpSpPr>
        <p:grpSpPr>
          <a:xfrm>
            <a:off x="10195552" y="4422573"/>
            <a:ext cx="98814" cy="744977"/>
            <a:chOff x="4737834" y="4900127"/>
            <a:chExt cx="98814" cy="744977"/>
          </a:xfrm>
          <a:solidFill>
            <a:srgbClr val="00B0F0"/>
          </a:solidFill>
        </p:grpSpPr>
        <p:sp>
          <p:nvSpPr>
            <p:cNvPr id="15" name="타원 14">
              <a:extLst>
                <a:ext uri="{FF2B5EF4-FFF2-40B4-BE49-F238E27FC236}">
                  <a16:creationId xmlns:a16="http://schemas.microsoft.com/office/drawing/2014/main" id="{B01B1BE4-0F94-F16B-5DCB-DB891F6761E1}"/>
                </a:ext>
              </a:extLst>
            </p:cNvPr>
            <p:cNvSpPr/>
            <p:nvPr/>
          </p:nvSpPr>
          <p:spPr>
            <a:xfrm>
              <a:off x="4737834" y="4900127"/>
              <a:ext cx="98385" cy="98385"/>
            </a:xfrm>
            <a:prstGeom prst="ellipse">
              <a:avLst/>
            </a:prstGeom>
            <a:grpFill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>
                <a:solidFill>
                  <a:schemeClr val="tx1"/>
                </a:solidFill>
              </a:endParaRPr>
            </a:p>
          </p:txBody>
        </p:sp>
        <p:sp>
          <p:nvSpPr>
            <p:cNvPr id="16" name="타원 15">
              <a:extLst>
                <a:ext uri="{FF2B5EF4-FFF2-40B4-BE49-F238E27FC236}">
                  <a16:creationId xmlns:a16="http://schemas.microsoft.com/office/drawing/2014/main" id="{5450B391-1986-333E-A856-0E9CFACA2759}"/>
                </a:ext>
              </a:extLst>
            </p:cNvPr>
            <p:cNvSpPr/>
            <p:nvPr/>
          </p:nvSpPr>
          <p:spPr>
            <a:xfrm>
              <a:off x="4738263" y="5546719"/>
              <a:ext cx="98385" cy="98385"/>
            </a:xfrm>
            <a:prstGeom prst="ellipse">
              <a:avLst/>
            </a:prstGeom>
            <a:grpFill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>
                <a:solidFill>
                  <a:schemeClr val="tx1"/>
                </a:solidFill>
              </a:endParaRPr>
            </a:p>
          </p:txBody>
        </p:sp>
      </p:grpSp>
      <p:grpSp>
        <p:nvGrpSpPr>
          <p:cNvPr id="17" name="그룹 16">
            <a:extLst>
              <a:ext uri="{FF2B5EF4-FFF2-40B4-BE49-F238E27FC236}">
                <a16:creationId xmlns:a16="http://schemas.microsoft.com/office/drawing/2014/main" id="{26200259-EEC4-367F-9368-32020534602A}"/>
              </a:ext>
            </a:extLst>
          </p:cNvPr>
          <p:cNvGrpSpPr/>
          <p:nvPr/>
        </p:nvGrpSpPr>
        <p:grpSpPr>
          <a:xfrm rot="5400000">
            <a:off x="2273030" y="3642262"/>
            <a:ext cx="444200" cy="497746"/>
            <a:chOff x="9191246" y="3797098"/>
            <a:chExt cx="444200" cy="497746"/>
          </a:xfrm>
          <a:solidFill>
            <a:srgbClr val="CC0000"/>
          </a:solidFill>
        </p:grpSpPr>
        <p:grpSp>
          <p:nvGrpSpPr>
            <p:cNvPr id="18" name="그룹 17">
              <a:extLst>
                <a:ext uri="{FF2B5EF4-FFF2-40B4-BE49-F238E27FC236}">
                  <a16:creationId xmlns:a16="http://schemas.microsoft.com/office/drawing/2014/main" id="{630D003C-E9B3-3557-7126-8742366B9E2D}"/>
                </a:ext>
              </a:extLst>
            </p:cNvPr>
            <p:cNvGrpSpPr/>
            <p:nvPr/>
          </p:nvGrpSpPr>
          <p:grpSpPr>
            <a:xfrm>
              <a:off x="9536632" y="3799905"/>
              <a:ext cx="98814" cy="494939"/>
              <a:chOff x="4650521" y="4900127"/>
              <a:chExt cx="98814" cy="494939"/>
            </a:xfrm>
            <a:grpFill/>
            <a:effectLst>
              <a:glow rad="127000">
                <a:srgbClr val="FFFF00">
                  <a:alpha val="31000"/>
                </a:srgbClr>
              </a:glow>
            </a:effectLst>
          </p:grpSpPr>
          <p:sp>
            <p:nvSpPr>
              <p:cNvPr id="23" name="타원 22">
                <a:extLst>
                  <a:ext uri="{FF2B5EF4-FFF2-40B4-BE49-F238E27FC236}">
                    <a16:creationId xmlns:a16="http://schemas.microsoft.com/office/drawing/2014/main" id="{40673D30-BB0F-81F7-9E69-ECA5609E6152}"/>
                  </a:ext>
                </a:extLst>
              </p:cNvPr>
              <p:cNvSpPr/>
              <p:nvPr/>
            </p:nvSpPr>
            <p:spPr>
              <a:xfrm>
                <a:off x="4650521" y="4900127"/>
                <a:ext cx="98385" cy="98385"/>
              </a:xfrm>
              <a:prstGeom prst="ellipse">
                <a:avLst/>
              </a:prstGeom>
              <a:grpFill/>
              <a:ln w="9525">
                <a:solidFill>
                  <a:srgbClr val="FFFF00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>
                  <a:solidFill>
                    <a:schemeClr val="tx1"/>
                  </a:solidFill>
                </a:endParaRPr>
              </a:p>
            </p:txBody>
          </p:sp>
          <p:sp>
            <p:nvSpPr>
              <p:cNvPr id="24" name="타원 23">
                <a:extLst>
                  <a:ext uri="{FF2B5EF4-FFF2-40B4-BE49-F238E27FC236}">
                    <a16:creationId xmlns:a16="http://schemas.microsoft.com/office/drawing/2014/main" id="{D40C1D69-4698-5779-414F-2F9B2F5479D0}"/>
                  </a:ext>
                </a:extLst>
              </p:cNvPr>
              <p:cNvSpPr/>
              <p:nvPr/>
            </p:nvSpPr>
            <p:spPr>
              <a:xfrm>
                <a:off x="4650950" y="5296681"/>
                <a:ext cx="98385" cy="98385"/>
              </a:xfrm>
              <a:prstGeom prst="ellipse">
                <a:avLst/>
              </a:prstGeom>
              <a:grpFill/>
              <a:ln w="9525">
                <a:solidFill>
                  <a:srgbClr val="FFFF00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>
                  <a:solidFill>
                    <a:schemeClr val="tx1"/>
                  </a:solidFill>
                </a:endParaRPr>
              </a:p>
            </p:txBody>
          </p:sp>
        </p:grpSp>
        <p:sp>
          <p:nvSpPr>
            <p:cNvPr id="19" name="별: 꼭짓점 7개 18">
              <a:extLst>
                <a:ext uri="{FF2B5EF4-FFF2-40B4-BE49-F238E27FC236}">
                  <a16:creationId xmlns:a16="http://schemas.microsoft.com/office/drawing/2014/main" id="{B490D34B-5927-3DDD-BEC4-822819645BA6}"/>
                </a:ext>
              </a:extLst>
            </p:cNvPr>
            <p:cNvSpPr/>
            <p:nvPr/>
          </p:nvSpPr>
          <p:spPr>
            <a:xfrm rot="5400000">
              <a:off x="9291865" y="3924297"/>
              <a:ext cx="244351" cy="235659"/>
            </a:xfrm>
            <a:prstGeom prst="star7">
              <a:avLst/>
            </a:prstGeom>
            <a:grpFill/>
            <a:ln>
              <a:solidFill>
                <a:srgbClr val="FFFF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sz="1286" b="1">
                <a:ln w="22225">
                  <a:solidFill>
                    <a:srgbClr val="FFFF00"/>
                  </a:solidFill>
                  <a:prstDash val="solid"/>
                </a:ln>
                <a:solidFill>
                  <a:srgbClr val="C00000"/>
                </a:solidFill>
                <a:effectLst>
                  <a:glow rad="63500">
                    <a:schemeClr val="accent2">
                      <a:satMod val="175000"/>
                      <a:alpha val="40000"/>
                    </a:schemeClr>
                  </a:glow>
                </a:effectLst>
              </a:endParaRPr>
            </a:p>
          </p:txBody>
        </p:sp>
        <p:grpSp>
          <p:nvGrpSpPr>
            <p:cNvPr id="20" name="그룹 19">
              <a:extLst>
                <a:ext uri="{FF2B5EF4-FFF2-40B4-BE49-F238E27FC236}">
                  <a16:creationId xmlns:a16="http://schemas.microsoft.com/office/drawing/2014/main" id="{8641FAEC-A225-B7B5-50C6-DAAE4D4581CD}"/>
                </a:ext>
              </a:extLst>
            </p:cNvPr>
            <p:cNvGrpSpPr/>
            <p:nvPr/>
          </p:nvGrpSpPr>
          <p:grpSpPr>
            <a:xfrm>
              <a:off x="9191246" y="3797098"/>
              <a:ext cx="98814" cy="494939"/>
              <a:chOff x="4737834" y="4900127"/>
              <a:chExt cx="98814" cy="494939"/>
            </a:xfrm>
            <a:grpFill/>
            <a:effectLst>
              <a:glow rad="127000">
                <a:srgbClr val="FFFF00">
                  <a:alpha val="31000"/>
                </a:srgbClr>
              </a:glow>
            </a:effectLst>
          </p:grpSpPr>
          <p:sp>
            <p:nvSpPr>
              <p:cNvPr id="21" name="타원 20">
                <a:extLst>
                  <a:ext uri="{FF2B5EF4-FFF2-40B4-BE49-F238E27FC236}">
                    <a16:creationId xmlns:a16="http://schemas.microsoft.com/office/drawing/2014/main" id="{F59CC660-D7FB-BC64-5EC4-42303B939306}"/>
                  </a:ext>
                </a:extLst>
              </p:cNvPr>
              <p:cNvSpPr/>
              <p:nvPr/>
            </p:nvSpPr>
            <p:spPr>
              <a:xfrm>
                <a:off x="4737834" y="4900127"/>
                <a:ext cx="98385" cy="98385"/>
              </a:xfrm>
              <a:prstGeom prst="ellipse">
                <a:avLst/>
              </a:prstGeom>
              <a:grpFill/>
              <a:ln w="9525">
                <a:solidFill>
                  <a:srgbClr val="FFFF00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>
                  <a:solidFill>
                    <a:schemeClr val="tx1"/>
                  </a:solidFill>
                </a:endParaRPr>
              </a:p>
            </p:txBody>
          </p:sp>
          <p:sp>
            <p:nvSpPr>
              <p:cNvPr id="22" name="타원 21">
                <a:extLst>
                  <a:ext uri="{FF2B5EF4-FFF2-40B4-BE49-F238E27FC236}">
                    <a16:creationId xmlns:a16="http://schemas.microsoft.com/office/drawing/2014/main" id="{511B6088-7C4A-1681-3ADF-494A2CF18B5D}"/>
                  </a:ext>
                </a:extLst>
              </p:cNvPr>
              <p:cNvSpPr/>
              <p:nvPr/>
            </p:nvSpPr>
            <p:spPr>
              <a:xfrm>
                <a:off x="4738263" y="5296681"/>
                <a:ext cx="98385" cy="98385"/>
              </a:xfrm>
              <a:prstGeom prst="ellipse">
                <a:avLst/>
              </a:prstGeom>
              <a:grpFill/>
              <a:ln w="9525">
                <a:solidFill>
                  <a:srgbClr val="FFFF00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>
                  <a:solidFill>
                    <a:schemeClr val="tx1"/>
                  </a:solidFill>
                </a:endParaRPr>
              </a:p>
            </p:txBody>
          </p:sp>
        </p:grpSp>
      </p:grpSp>
      <p:grpSp>
        <p:nvGrpSpPr>
          <p:cNvPr id="26" name="그룹 25">
            <a:extLst>
              <a:ext uri="{FF2B5EF4-FFF2-40B4-BE49-F238E27FC236}">
                <a16:creationId xmlns:a16="http://schemas.microsoft.com/office/drawing/2014/main" id="{CD1FF701-0CFC-BBC4-F488-ED8AA1E18317}"/>
              </a:ext>
            </a:extLst>
          </p:cNvPr>
          <p:cNvGrpSpPr/>
          <p:nvPr/>
        </p:nvGrpSpPr>
        <p:grpSpPr>
          <a:xfrm rot="5400000">
            <a:off x="3695650" y="3831070"/>
            <a:ext cx="99451" cy="545492"/>
            <a:chOff x="5324822" y="4538198"/>
            <a:chExt cx="99451" cy="545492"/>
          </a:xfrm>
        </p:grpSpPr>
        <p:sp>
          <p:nvSpPr>
            <p:cNvPr id="27" name="타원 26">
              <a:extLst>
                <a:ext uri="{FF2B5EF4-FFF2-40B4-BE49-F238E27FC236}">
                  <a16:creationId xmlns:a16="http://schemas.microsoft.com/office/drawing/2014/main" id="{D682ACAD-BF15-9276-8D22-4336221A608B}"/>
                </a:ext>
              </a:extLst>
            </p:cNvPr>
            <p:cNvSpPr/>
            <p:nvPr/>
          </p:nvSpPr>
          <p:spPr>
            <a:xfrm>
              <a:off x="5325888" y="4538198"/>
              <a:ext cx="98385" cy="98385"/>
            </a:xfrm>
            <a:prstGeom prst="ellipse">
              <a:avLst/>
            </a:prstGeom>
            <a:solidFill>
              <a:srgbClr val="FF0000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>
                <a:solidFill>
                  <a:schemeClr val="tx1"/>
                </a:solidFill>
              </a:endParaRPr>
            </a:p>
          </p:txBody>
        </p:sp>
        <p:sp>
          <p:nvSpPr>
            <p:cNvPr id="28" name="타원 27">
              <a:extLst>
                <a:ext uri="{FF2B5EF4-FFF2-40B4-BE49-F238E27FC236}">
                  <a16:creationId xmlns:a16="http://schemas.microsoft.com/office/drawing/2014/main" id="{1C4266EB-90D1-40F6-CCD2-183F56ED29F0}"/>
                </a:ext>
              </a:extLst>
            </p:cNvPr>
            <p:cNvSpPr/>
            <p:nvPr/>
          </p:nvSpPr>
          <p:spPr>
            <a:xfrm>
              <a:off x="5324822" y="4985305"/>
              <a:ext cx="98385" cy="98385"/>
            </a:xfrm>
            <a:prstGeom prst="ellipse">
              <a:avLst/>
            </a:prstGeom>
            <a:solidFill>
              <a:srgbClr val="FF0000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>
                <a:solidFill>
                  <a:schemeClr val="tx1"/>
                </a:solidFill>
              </a:endParaRPr>
            </a:p>
          </p:txBody>
        </p:sp>
      </p:grpSp>
      <p:sp>
        <p:nvSpPr>
          <p:cNvPr id="29" name="직사각형 28">
            <a:extLst>
              <a:ext uri="{FF2B5EF4-FFF2-40B4-BE49-F238E27FC236}">
                <a16:creationId xmlns:a16="http://schemas.microsoft.com/office/drawing/2014/main" id="{A8459B1B-B84D-414B-8904-48CE0CE25E1B}"/>
              </a:ext>
            </a:extLst>
          </p:cNvPr>
          <p:cNvSpPr/>
          <p:nvPr/>
        </p:nvSpPr>
        <p:spPr>
          <a:xfrm flipV="1">
            <a:off x="2047939" y="2734648"/>
            <a:ext cx="98385" cy="839607"/>
          </a:xfrm>
          <a:prstGeom prst="rect">
            <a:avLst/>
          </a:prstGeom>
          <a:solidFill>
            <a:srgbClr val="FFFF0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>
              <a:solidFill>
                <a:schemeClr val="tx1"/>
              </a:solidFill>
            </a:endParaRPr>
          </a:p>
        </p:txBody>
      </p:sp>
      <p:sp>
        <p:nvSpPr>
          <p:cNvPr id="30" name="TextBox 29">
            <a:extLst>
              <a:ext uri="{FF2B5EF4-FFF2-40B4-BE49-F238E27FC236}">
                <a16:creationId xmlns:a16="http://schemas.microsoft.com/office/drawing/2014/main" id="{3B600D29-2F42-81C2-383B-F0C147B71614}"/>
              </a:ext>
            </a:extLst>
          </p:cNvPr>
          <p:cNvSpPr txBox="1"/>
          <p:nvPr/>
        </p:nvSpPr>
        <p:spPr>
          <a:xfrm>
            <a:off x="7450299" y="6394915"/>
            <a:ext cx="2444900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sz="1000">
                <a:highlight>
                  <a:srgbClr val="FFFF00"/>
                </a:highlight>
              </a:rPr>
              <a:t>우물은 두가지 </a:t>
            </a:r>
            <a:r>
              <a:rPr lang="ko-KR" altLang="en-US" sz="1000" err="1">
                <a:highlight>
                  <a:srgbClr val="FFFF00"/>
                </a:highlight>
              </a:rPr>
              <a:t>타입중</a:t>
            </a:r>
            <a:r>
              <a:rPr lang="ko-KR" altLang="en-US" sz="1000">
                <a:highlight>
                  <a:srgbClr val="FFFF00"/>
                </a:highlight>
              </a:rPr>
              <a:t> 선택 가능합니다</a:t>
            </a:r>
            <a:r>
              <a:rPr lang="en-US" altLang="ko-KR" sz="1000">
                <a:highlight>
                  <a:srgbClr val="FFFF00"/>
                </a:highlight>
              </a:rPr>
              <a:t>.</a:t>
            </a:r>
          </a:p>
          <a:p>
            <a:r>
              <a:rPr lang="ko-KR" altLang="en-US" sz="1000">
                <a:highlight>
                  <a:srgbClr val="FFFF00"/>
                </a:highlight>
              </a:rPr>
              <a:t>라운드우물은 추가금액 발생 됩니다</a:t>
            </a:r>
            <a:r>
              <a:rPr lang="en-US" altLang="ko-KR" sz="1000">
                <a:highlight>
                  <a:srgbClr val="FFFF00"/>
                </a:highlight>
              </a:rPr>
              <a:t>. </a:t>
            </a:r>
            <a:endParaRPr lang="ko-KR" altLang="en-US" sz="1000">
              <a:highlight>
                <a:srgbClr val="FFFF00"/>
              </a:highlight>
            </a:endParaRPr>
          </a:p>
        </p:txBody>
      </p:sp>
      <p:cxnSp>
        <p:nvCxnSpPr>
          <p:cNvPr id="31" name="직선 화살표 연결선 30">
            <a:extLst>
              <a:ext uri="{FF2B5EF4-FFF2-40B4-BE49-F238E27FC236}">
                <a16:creationId xmlns:a16="http://schemas.microsoft.com/office/drawing/2014/main" id="{080FCF48-EBF3-A9BF-1DAC-024C00471FEA}"/>
              </a:ext>
            </a:extLst>
          </p:cNvPr>
          <p:cNvCxnSpPr>
            <a:cxnSpLocks/>
          </p:cNvCxnSpPr>
          <p:nvPr/>
        </p:nvCxnSpPr>
        <p:spPr>
          <a:xfrm flipV="1">
            <a:off x="7598437" y="5604712"/>
            <a:ext cx="10531" cy="819672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2" name="TextBox 31">
            <a:extLst>
              <a:ext uri="{FF2B5EF4-FFF2-40B4-BE49-F238E27FC236}">
                <a16:creationId xmlns:a16="http://schemas.microsoft.com/office/drawing/2014/main" id="{A9E70C09-D8DF-E70B-861B-68823B036C21}"/>
              </a:ext>
            </a:extLst>
          </p:cNvPr>
          <p:cNvSpPr txBox="1"/>
          <p:nvPr/>
        </p:nvSpPr>
        <p:spPr>
          <a:xfrm>
            <a:off x="5290144" y="6278128"/>
            <a:ext cx="2229372" cy="55399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1000" b="1" err="1">
                <a:highlight>
                  <a:srgbClr val="FFFF00"/>
                </a:highlight>
              </a:rPr>
              <a:t>실링팬</a:t>
            </a:r>
            <a:r>
              <a:rPr lang="ko-KR" altLang="en-US" sz="1000" b="1">
                <a:highlight>
                  <a:srgbClr val="FFFF00"/>
                </a:highlight>
              </a:rPr>
              <a:t> </a:t>
            </a:r>
            <a:r>
              <a:rPr lang="ko-KR" altLang="en-US" sz="1000" b="1" err="1">
                <a:highlight>
                  <a:srgbClr val="FFFF00"/>
                </a:highlight>
              </a:rPr>
              <a:t>루씨에어</a:t>
            </a:r>
            <a:endParaRPr lang="en-US" altLang="ko-KR" sz="1000" b="1">
              <a:highlight>
                <a:srgbClr val="FFFF00"/>
              </a:highlight>
            </a:endParaRPr>
          </a:p>
          <a:p>
            <a:r>
              <a:rPr lang="ko-KR" altLang="en-US" sz="1000" b="1">
                <a:highlight>
                  <a:srgbClr val="FFFF00"/>
                </a:highlight>
              </a:rPr>
              <a:t>설치</a:t>
            </a:r>
            <a:r>
              <a:rPr lang="en-US" altLang="ko-KR" sz="1000" b="1">
                <a:highlight>
                  <a:srgbClr val="FFFF00"/>
                </a:highlight>
              </a:rPr>
              <a:t>+</a:t>
            </a:r>
            <a:r>
              <a:rPr lang="ko-KR" altLang="en-US" sz="1000" b="1">
                <a:highlight>
                  <a:srgbClr val="FFFF00"/>
                </a:highlight>
              </a:rPr>
              <a:t>보강</a:t>
            </a:r>
            <a:r>
              <a:rPr lang="en-US" altLang="ko-KR" sz="1000" b="1">
                <a:highlight>
                  <a:srgbClr val="FFFF00"/>
                </a:highlight>
              </a:rPr>
              <a:t>+</a:t>
            </a:r>
            <a:r>
              <a:rPr lang="ko-KR" altLang="en-US" sz="1000" b="1">
                <a:highlight>
                  <a:srgbClr val="FFFF00"/>
                </a:highlight>
              </a:rPr>
              <a:t>우물 천장 안 실크 도배</a:t>
            </a:r>
            <a:br>
              <a:rPr lang="en-US" altLang="ko-KR" sz="1000" b="1">
                <a:highlight>
                  <a:srgbClr val="FFFF00"/>
                </a:highlight>
              </a:rPr>
            </a:br>
            <a:r>
              <a:rPr lang="ko-KR" altLang="en-US" sz="1000" b="1">
                <a:highlight>
                  <a:srgbClr val="FFFF00"/>
                </a:highlight>
              </a:rPr>
              <a:t>우물조명 </a:t>
            </a:r>
            <a:r>
              <a:rPr lang="en-US" altLang="ko-KR" sz="1000" b="1">
                <a:highlight>
                  <a:srgbClr val="FFFF00"/>
                </a:highlight>
              </a:rPr>
              <a:t>2</a:t>
            </a:r>
            <a:r>
              <a:rPr lang="ko-KR" altLang="en-US" sz="1000" b="1">
                <a:highlight>
                  <a:srgbClr val="FFFF00"/>
                </a:highlight>
              </a:rPr>
              <a:t>줄 </a:t>
            </a:r>
            <a:r>
              <a:rPr lang="ko-KR" altLang="en-US" sz="1000" b="1" err="1">
                <a:highlight>
                  <a:srgbClr val="FFFF00"/>
                </a:highlight>
              </a:rPr>
              <a:t>전구색</a:t>
            </a:r>
            <a:r>
              <a:rPr lang="en-US" altLang="ko-KR" sz="1000" b="1">
                <a:highlight>
                  <a:srgbClr val="FFFF00"/>
                </a:highlight>
              </a:rPr>
              <a:t>+</a:t>
            </a:r>
            <a:r>
              <a:rPr lang="ko-KR" altLang="en-US" sz="1000" b="1" err="1">
                <a:highlight>
                  <a:srgbClr val="FFFF00"/>
                </a:highlight>
              </a:rPr>
              <a:t>주백색</a:t>
            </a:r>
            <a:endParaRPr lang="en-US" altLang="ko-KR" sz="1000" b="1">
              <a:highlight>
                <a:srgbClr val="FFFF00"/>
              </a:highlight>
            </a:endParaRPr>
          </a:p>
        </p:txBody>
      </p:sp>
      <p:sp>
        <p:nvSpPr>
          <p:cNvPr id="33" name="TextBox 13">
            <a:extLst>
              <a:ext uri="{FF2B5EF4-FFF2-40B4-BE49-F238E27FC236}">
                <a16:creationId xmlns:a16="http://schemas.microsoft.com/office/drawing/2014/main" id="{7F4B8802-C12F-767B-5B76-F6D7EF1E7CC0}"/>
              </a:ext>
            </a:extLst>
          </p:cNvPr>
          <p:cNvSpPr txBox="1"/>
          <p:nvPr/>
        </p:nvSpPr>
        <p:spPr>
          <a:xfrm>
            <a:off x="142074" y="1128948"/>
            <a:ext cx="1489510" cy="461665"/>
          </a:xfrm>
          <a:prstGeom prst="rect">
            <a:avLst/>
          </a:prstGeom>
          <a:solidFill>
            <a:schemeClr val="accent6">
              <a:lumMod val="20000"/>
              <a:lumOff val="80000"/>
            </a:schemeClr>
          </a:solidFill>
        </p:spPr>
        <p:txBody>
          <a:bodyPr wrap="none" rtlCol="0">
            <a:spAutoFit/>
          </a:bodyPr>
          <a:lstStyle>
            <a:defPPr>
              <a:defRPr lang="ko-KR"/>
            </a:defPPr>
            <a:lvl1pPr marL="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ko-KR" altLang="en-US" sz="800" b="1"/>
              <a:t>욕실 </a:t>
            </a:r>
            <a:r>
              <a:rPr lang="ko-KR" altLang="en-US" sz="800" b="1" err="1"/>
              <a:t>휴젠트여부에</a:t>
            </a:r>
            <a:r>
              <a:rPr lang="ko-KR" altLang="en-US" sz="800" b="1"/>
              <a:t> 대하여</a:t>
            </a:r>
            <a:endParaRPr lang="en-US" altLang="ko-KR" sz="800" b="1"/>
          </a:p>
          <a:p>
            <a:r>
              <a:rPr lang="ko-KR" altLang="en-US" sz="800" b="1"/>
              <a:t>기사분이 현장에서 파악하여</a:t>
            </a:r>
            <a:endParaRPr lang="en-US" altLang="ko-KR" sz="800" b="1"/>
          </a:p>
          <a:p>
            <a:r>
              <a:rPr lang="ko-KR" altLang="en-US" sz="800" b="1"/>
              <a:t>센서위치를 적용해드립니다</a:t>
            </a:r>
            <a:r>
              <a:rPr lang="en-US" altLang="ko-KR" sz="800" b="1"/>
              <a:t>.</a:t>
            </a:r>
            <a:endParaRPr lang="ko-KR" altLang="en-US" sz="800" b="1"/>
          </a:p>
        </p:txBody>
      </p:sp>
      <p:grpSp>
        <p:nvGrpSpPr>
          <p:cNvPr id="34" name="그룹 33">
            <a:extLst>
              <a:ext uri="{FF2B5EF4-FFF2-40B4-BE49-F238E27FC236}">
                <a16:creationId xmlns:a16="http://schemas.microsoft.com/office/drawing/2014/main" id="{E05819FE-B886-BB70-84C7-811DB031108A}"/>
              </a:ext>
            </a:extLst>
          </p:cNvPr>
          <p:cNvGrpSpPr/>
          <p:nvPr/>
        </p:nvGrpSpPr>
        <p:grpSpPr>
          <a:xfrm>
            <a:off x="166864" y="137559"/>
            <a:ext cx="2166761" cy="738664"/>
            <a:chOff x="209306" y="114311"/>
            <a:chExt cx="2166761" cy="742666"/>
          </a:xfrm>
        </p:grpSpPr>
        <p:sp>
          <p:nvSpPr>
            <p:cNvPr id="35" name="타원 34">
              <a:extLst>
                <a:ext uri="{FF2B5EF4-FFF2-40B4-BE49-F238E27FC236}">
                  <a16:creationId xmlns:a16="http://schemas.microsoft.com/office/drawing/2014/main" id="{290DEBA6-7B86-4ABE-936A-411E24FBE63A}"/>
                </a:ext>
              </a:extLst>
            </p:cNvPr>
            <p:cNvSpPr/>
            <p:nvPr/>
          </p:nvSpPr>
          <p:spPr>
            <a:xfrm>
              <a:off x="209307" y="168341"/>
              <a:ext cx="98385" cy="98385"/>
            </a:xfrm>
            <a:prstGeom prst="ellipse">
              <a:avLst/>
            </a:prstGeom>
            <a:solidFill>
              <a:srgbClr val="FF0000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ko-KR"/>
              </a:defPPr>
              <a:lvl1pPr marL="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ko-KR" altLang="en-US">
                <a:solidFill>
                  <a:schemeClr val="tx1"/>
                </a:solidFill>
              </a:endParaRPr>
            </a:p>
          </p:txBody>
        </p:sp>
        <p:sp>
          <p:nvSpPr>
            <p:cNvPr id="36" name="타원 35">
              <a:extLst>
                <a:ext uri="{FF2B5EF4-FFF2-40B4-BE49-F238E27FC236}">
                  <a16:creationId xmlns:a16="http://schemas.microsoft.com/office/drawing/2014/main" id="{1A48D7FB-A3C3-74D5-33FF-8C9765298DC6}"/>
                </a:ext>
              </a:extLst>
            </p:cNvPr>
            <p:cNvSpPr/>
            <p:nvPr/>
          </p:nvSpPr>
          <p:spPr>
            <a:xfrm>
              <a:off x="209307" y="347436"/>
              <a:ext cx="98385" cy="98385"/>
            </a:xfrm>
            <a:prstGeom prst="ellipse">
              <a:avLst/>
            </a:prstGeom>
            <a:solidFill>
              <a:srgbClr val="FFFF00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ko-KR"/>
              </a:defPPr>
              <a:lvl1pPr marL="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ko-KR" altLang="en-US">
                <a:solidFill>
                  <a:schemeClr val="tx1"/>
                </a:solidFill>
              </a:endParaRPr>
            </a:p>
          </p:txBody>
        </p:sp>
        <p:sp>
          <p:nvSpPr>
            <p:cNvPr id="37" name="타원 36">
              <a:extLst>
                <a:ext uri="{FF2B5EF4-FFF2-40B4-BE49-F238E27FC236}">
                  <a16:creationId xmlns:a16="http://schemas.microsoft.com/office/drawing/2014/main" id="{58A65225-BB70-8FD4-ACBA-422AB6EE1E5B}"/>
                </a:ext>
              </a:extLst>
            </p:cNvPr>
            <p:cNvSpPr/>
            <p:nvPr/>
          </p:nvSpPr>
          <p:spPr>
            <a:xfrm>
              <a:off x="209306" y="573831"/>
              <a:ext cx="98385" cy="98385"/>
            </a:xfrm>
            <a:prstGeom prst="ellipse">
              <a:avLst/>
            </a:prstGeom>
            <a:solidFill>
              <a:srgbClr val="FFC000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ko-KR"/>
              </a:defPPr>
              <a:lvl1pPr marL="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ko-KR" altLang="en-US">
                <a:solidFill>
                  <a:schemeClr val="tx1"/>
                </a:solidFill>
              </a:endParaRPr>
            </a:p>
          </p:txBody>
        </p:sp>
        <p:sp>
          <p:nvSpPr>
            <p:cNvPr id="38" name="TextBox 11">
              <a:extLst>
                <a:ext uri="{FF2B5EF4-FFF2-40B4-BE49-F238E27FC236}">
                  <a16:creationId xmlns:a16="http://schemas.microsoft.com/office/drawing/2014/main" id="{8C3A9B58-7B70-90D7-4298-5654753A752A}"/>
                </a:ext>
              </a:extLst>
            </p:cNvPr>
            <p:cNvSpPr txBox="1"/>
            <p:nvPr/>
          </p:nvSpPr>
          <p:spPr>
            <a:xfrm>
              <a:off x="318304" y="114311"/>
              <a:ext cx="2057763" cy="742666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>
              <a:defPPr>
                <a:defRPr lang="ko-KR"/>
              </a:defPPr>
              <a:lvl1pPr marL="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r>
                <a:rPr lang="ko-KR" altLang="en-US" sz="700"/>
                <a:t>간접조명 </a:t>
              </a:r>
              <a:r>
                <a:rPr lang="en-US" altLang="ko-KR" sz="700"/>
                <a:t>A SET</a:t>
              </a:r>
            </a:p>
            <a:p>
              <a:endParaRPr lang="en-US" altLang="ko-KR" sz="700"/>
            </a:p>
            <a:p>
              <a:r>
                <a:rPr lang="ko-KR" altLang="en-US" sz="700"/>
                <a:t>간접조명 센서 </a:t>
              </a:r>
              <a:r>
                <a:rPr lang="en-US" altLang="ko-KR" sz="700"/>
                <a:t>SET</a:t>
              </a:r>
            </a:p>
            <a:p>
              <a:endParaRPr lang="en-US" altLang="ko-KR" sz="700"/>
            </a:p>
            <a:p>
              <a:r>
                <a:rPr lang="ko-KR" altLang="en-US" sz="700"/>
                <a:t>우물천장간접조명 및 커튼박수 추가</a:t>
              </a:r>
              <a:r>
                <a:rPr lang="en-US" altLang="ko-KR" sz="700"/>
                <a:t>(</a:t>
              </a:r>
              <a:r>
                <a:rPr lang="ko-KR" altLang="en-US" sz="700"/>
                <a:t>별도 추가</a:t>
              </a:r>
              <a:r>
                <a:rPr lang="en-US" altLang="ko-KR" sz="700"/>
                <a:t>)</a:t>
              </a:r>
            </a:p>
            <a:p>
              <a:endParaRPr lang="en-US" altLang="ko-KR" sz="700"/>
            </a:p>
          </p:txBody>
        </p:sp>
      </p:grpSp>
      <p:sp>
        <p:nvSpPr>
          <p:cNvPr id="39" name="직사각형 38">
            <a:extLst>
              <a:ext uri="{FF2B5EF4-FFF2-40B4-BE49-F238E27FC236}">
                <a16:creationId xmlns:a16="http://schemas.microsoft.com/office/drawing/2014/main" id="{62029023-79C4-123F-1A65-ADBC1291523E}"/>
              </a:ext>
            </a:extLst>
          </p:cNvPr>
          <p:cNvSpPr/>
          <p:nvPr/>
        </p:nvSpPr>
        <p:spPr>
          <a:xfrm rot="16200000" flipV="1">
            <a:off x="3881630" y="2621294"/>
            <a:ext cx="98385" cy="325092"/>
          </a:xfrm>
          <a:prstGeom prst="rect">
            <a:avLst/>
          </a:prstGeom>
          <a:solidFill>
            <a:srgbClr val="FFFF0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>
              <a:solidFill>
                <a:schemeClr val="tx1"/>
              </a:solidFill>
            </a:endParaRPr>
          </a:p>
        </p:txBody>
      </p:sp>
      <p:grpSp>
        <p:nvGrpSpPr>
          <p:cNvPr id="40" name="그룹 39">
            <a:extLst>
              <a:ext uri="{FF2B5EF4-FFF2-40B4-BE49-F238E27FC236}">
                <a16:creationId xmlns:a16="http://schemas.microsoft.com/office/drawing/2014/main" id="{D07A922A-A3A0-3AA7-4536-EE4355532371}"/>
              </a:ext>
            </a:extLst>
          </p:cNvPr>
          <p:cNvGrpSpPr/>
          <p:nvPr/>
        </p:nvGrpSpPr>
        <p:grpSpPr>
          <a:xfrm>
            <a:off x="8241687" y="4356276"/>
            <a:ext cx="100923" cy="1356633"/>
            <a:chOff x="4735802" y="4662002"/>
            <a:chExt cx="100923" cy="1356633"/>
          </a:xfrm>
        </p:grpSpPr>
        <p:sp>
          <p:nvSpPr>
            <p:cNvPr id="41" name="타원 40">
              <a:extLst>
                <a:ext uri="{FF2B5EF4-FFF2-40B4-BE49-F238E27FC236}">
                  <a16:creationId xmlns:a16="http://schemas.microsoft.com/office/drawing/2014/main" id="{C727DB7E-AEC3-9091-56EB-8F3E4F694D98}"/>
                </a:ext>
              </a:extLst>
            </p:cNvPr>
            <p:cNvSpPr/>
            <p:nvPr/>
          </p:nvSpPr>
          <p:spPr>
            <a:xfrm>
              <a:off x="4737834" y="4662002"/>
              <a:ext cx="98385" cy="98385"/>
            </a:xfrm>
            <a:prstGeom prst="ellipse">
              <a:avLst/>
            </a:prstGeom>
            <a:solidFill>
              <a:srgbClr val="FF0000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>
                <a:solidFill>
                  <a:schemeClr val="tx1"/>
                </a:solidFill>
              </a:endParaRPr>
            </a:p>
          </p:txBody>
        </p:sp>
        <p:sp>
          <p:nvSpPr>
            <p:cNvPr id="42" name="타원 41">
              <a:extLst>
                <a:ext uri="{FF2B5EF4-FFF2-40B4-BE49-F238E27FC236}">
                  <a16:creationId xmlns:a16="http://schemas.microsoft.com/office/drawing/2014/main" id="{C74DBD5B-2394-1E2E-A02E-762562B2FAD7}"/>
                </a:ext>
              </a:extLst>
            </p:cNvPr>
            <p:cNvSpPr/>
            <p:nvPr/>
          </p:nvSpPr>
          <p:spPr>
            <a:xfrm>
              <a:off x="4735802" y="5291218"/>
              <a:ext cx="98385" cy="98385"/>
            </a:xfrm>
            <a:prstGeom prst="ellipse">
              <a:avLst/>
            </a:prstGeom>
            <a:solidFill>
              <a:srgbClr val="FF0000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>
                <a:solidFill>
                  <a:schemeClr val="tx1"/>
                </a:solidFill>
              </a:endParaRPr>
            </a:p>
          </p:txBody>
        </p:sp>
        <p:sp>
          <p:nvSpPr>
            <p:cNvPr id="43" name="타원 42">
              <a:extLst>
                <a:ext uri="{FF2B5EF4-FFF2-40B4-BE49-F238E27FC236}">
                  <a16:creationId xmlns:a16="http://schemas.microsoft.com/office/drawing/2014/main" id="{0BA231D1-04B0-DBD0-60CB-11820EE96B97}"/>
                </a:ext>
              </a:extLst>
            </p:cNvPr>
            <p:cNvSpPr/>
            <p:nvPr/>
          </p:nvSpPr>
          <p:spPr>
            <a:xfrm>
              <a:off x="4738340" y="5920250"/>
              <a:ext cx="98385" cy="98385"/>
            </a:xfrm>
            <a:prstGeom prst="ellipse">
              <a:avLst/>
            </a:prstGeom>
            <a:solidFill>
              <a:srgbClr val="FF0000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>
                <a:solidFill>
                  <a:schemeClr val="tx1"/>
                </a:solidFill>
              </a:endParaRPr>
            </a:p>
          </p:txBody>
        </p:sp>
      </p:grpSp>
      <p:grpSp>
        <p:nvGrpSpPr>
          <p:cNvPr id="44" name="그룹 43">
            <a:extLst>
              <a:ext uri="{FF2B5EF4-FFF2-40B4-BE49-F238E27FC236}">
                <a16:creationId xmlns:a16="http://schemas.microsoft.com/office/drawing/2014/main" id="{D9232115-63AF-4598-C791-09020C5CB32E}"/>
              </a:ext>
            </a:extLst>
          </p:cNvPr>
          <p:cNvGrpSpPr/>
          <p:nvPr/>
        </p:nvGrpSpPr>
        <p:grpSpPr>
          <a:xfrm>
            <a:off x="6202361" y="4390848"/>
            <a:ext cx="100923" cy="1356633"/>
            <a:chOff x="4735802" y="4662002"/>
            <a:chExt cx="100923" cy="1356633"/>
          </a:xfrm>
        </p:grpSpPr>
        <p:sp>
          <p:nvSpPr>
            <p:cNvPr id="45" name="타원 44">
              <a:extLst>
                <a:ext uri="{FF2B5EF4-FFF2-40B4-BE49-F238E27FC236}">
                  <a16:creationId xmlns:a16="http://schemas.microsoft.com/office/drawing/2014/main" id="{D3B1A159-C9A1-FA72-AE25-3FFDC30AEAE7}"/>
                </a:ext>
              </a:extLst>
            </p:cNvPr>
            <p:cNvSpPr/>
            <p:nvPr/>
          </p:nvSpPr>
          <p:spPr>
            <a:xfrm>
              <a:off x="4737834" y="4662002"/>
              <a:ext cx="98385" cy="98385"/>
            </a:xfrm>
            <a:prstGeom prst="ellipse">
              <a:avLst/>
            </a:prstGeom>
            <a:solidFill>
              <a:srgbClr val="FF0000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>
                <a:solidFill>
                  <a:schemeClr val="tx1"/>
                </a:solidFill>
              </a:endParaRPr>
            </a:p>
          </p:txBody>
        </p:sp>
        <p:sp>
          <p:nvSpPr>
            <p:cNvPr id="46" name="타원 45">
              <a:extLst>
                <a:ext uri="{FF2B5EF4-FFF2-40B4-BE49-F238E27FC236}">
                  <a16:creationId xmlns:a16="http://schemas.microsoft.com/office/drawing/2014/main" id="{4E03A88B-F29D-FF70-799F-88C84D199FD5}"/>
                </a:ext>
              </a:extLst>
            </p:cNvPr>
            <p:cNvSpPr/>
            <p:nvPr/>
          </p:nvSpPr>
          <p:spPr>
            <a:xfrm>
              <a:off x="4735802" y="5291218"/>
              <a:ext cx="98385" cy="98385"/>
            </a:xfrm>
            <a:prstGeom prst="ellipse">
              <a:avLst/>
            </a:prstGeom>
            <a:solidFill>
              <a:srgbClr val="FF0000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>
                <a:solidFill>
                  <a:schemeClr val="tx1"/>
                </a:solidFill>
              </a:endParaRPr>
            </a:p>
          </p:txBody>
        </p:sp>
        <p:sp>
          <p:nvSpPr>
            <p:cNvPr id="47" name="타원 46">
              <a:extLst>
                <a:ext uri="{FF2B5EF4-FFF2-40B4-BE49-F238E27FC236}">
                  <a16:creationId xmlns:a16="http://schemas.microsoft.com/office/drawing/2014/main" id="{5BC04EBB-75DC-181C-2079-ACC8B6A70D9E}"/>
                </a:ext>
              </a:extLst>
            </p:cNvPr>
            <p:cNvSpPr/>
            <p:nvPr/>
          </p:nvSpPr>
          <p:spPr>
            <a:xfrm>
              <a:off x="4738340" y="5920250"/>
              <a:ext cx="98385" cy="98385"/>
            </a:xfrm>
            <a:prstGeom prst="ellipse">
              <a:avLst/>
            </a:prstGeom>
            <a:solidFill>
              <a:srgbClr val="FF0000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>
                <a:solidFill>
                  <a:schemeClr val="tx1"/>
                </a:solidFill>
              </a:endParaRPr>
            </a:p>
          </p:txBody>
        </p:sp>
      </p:grpSp>
      <p:sp>
        <p:nvSpPr>
          <p:cNvPr id="48" name="TextBox 47">
            <a:extLst>
              <a:ext uri="{FF2B5EF4-FFF2-40B4-BE49-F238E27FC236}">
                <a16:creationId xmlns:a16="http://schemas.microsoft.com/office/drawing/2014/main" id="{C39E7251-737C-A7A3-3618-04CC5E53D049}"/>
              </a:ext>
            </a:extLst>
          </p:cNvPr>
          <p:cNvSpPr txBox="1"/>
          <p:nvPr/>
        </p:nvSpPr>
        <p:spPr>
          <a:xfrm>
            <a:off x="8476828" y="4638391"/>
            <a:ext cx="874940" cy="400110"/>
          </a:xfrm>
          <a:prstGeom prst="rect">
            <a:avLst/>
          </a:prstGeom>
          <a:solidFill>
            <a:schemeClr val="bg2">
              <a:lumMod val="90000"/>
            </a:schemeClr>
          </a:solidFill>
        </p:spPr>
        <p:txBody>
          <a:bodyPr wrap="square" rtlCol="0">
            <a:spAutoFit/>
          </a:bodyPr>
          <a:lstStyle/>
          <a:p>
            <a:pPr algn="ctr"/>
            <a:r>
              <a:rPr lang="ko-KR" altLang="en-US" sz="1000" b="1" err="1"/>
              <a:t>무선리모컨</a:t>
            </a:r>
            <a:endParaRPr lang="en-US" altLang="ko-KR" sz="1000" b="1"/>
          </a:p>
          <a:p>
            <a:pPr algn="ctr"/>
            <a:r>
              <a:rPr lang="en-US" altLang="ko-KR" sz="1000" b="1"/>
              <a:t>1</a:t>
            </a:r>
            <a:r>
              <a:rPr lang="ko-KR" altLang="en-US" sz="1000" b="1"/>
              <a:t>구</a:t>
            </a:r>
            <a:r>
              <a:rPr lang="en-US" altLang="ko-KR" sz="1000" b="1"/>
              <a:t>(3</a:t>
            </a:r>
            <a:r>
              <a:rPr lang="ko-KR" altLang="en-US" sz="1000" b="1"/>
              <a:t>채널</a:t>
            </a:r>
            <a:r>
              <a:rPr lang="en-US" altLang="ko-KR" sz="1000" b="1"/>
              <a:t>)</a:t>
            </a:r>
            <a:endParaRPr lang="ko-KR" altLang="en-US" sz="1000" b="1"/>
          </a:p>
        </p:txBody>
      </p:sp>
      <p:sp>
        <p:nvSpPr>
          <p:cNvPr id="49" name="직사각형 48">
            <a:extLst>
              <a:ext uri="{FF2B5EF4-FFF2-40B4-BE49-F238E27FC236}">
                <a16:creationId xmlns:a16="http://schemas.microsoft.com/office/drawing/2014/main" id="{1E500863-4603-7027-F3B6-B9AB928B919C}"/>
              </a:ext>
            </a:extLst>
          </p:cNvPr>
          <p:cNvSpPr/>
          <p:nvPr/>
        </p:nvSpPr>
        <p:spPr>
          <a:xfrm rot="16200000" flipV="1">
            <a:off x="8644752" y="3380741"/>
            <a:ext cx="98385" cy="325092"/>
          </a:xfrm>
          <a:prstGeom prst="rect">
            <a:avLst/>
          </a:prstGeom>
          <a:solidFill>
            <a:srgbClr val="FFFF0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>
              <a:solidFill>
                <a:schemeClr val="tx1"/>
              </a:solidFill>
            </a:endParaRPr>
          </a:p>
        </p:txBody>
      </p:sp>
      <p:grpSp>
        <p:nvGrpSpPr>
          <p:cNvPr id="2" name="그룹 1">
            <a:extLst>
              <a:ext uri="{FF2B5EF4-FFF2-40B4-BE49-F238E27FC236}">
                <a16:creationId xmlns:a16="http://schemas.microsoft.com/office/drawing/2014/main" id="{FE2B95B5-E026-5BEF-EC39-7B593F4C1376}"/>
              </a:ext>
            </a:extLst>
          </p:cNvPr>
          <p:cNvGrpSpPr/>
          <p:nvPr/>
        </p:nvGrpSpPr>
        <p:grpSpPr>
          <a:xfrm>
            <a:off x="4204491" y="3692937"/>
            <a:ext cx="764953" cy="273636"/>
            <a:chOff x="2052531" y="808997"/>
            <a:chExt cx="764953" cy="273636"/>
          </a:xfrm>
        </p:grpSpPr>
        <p:sp>
          <p:nvSpPr>
            <p:cNvPr id="7" name="TextBox 6">
              <a:extLst>
                <a:ext uri="{FF2B5EF4-FFF2-40B4-BE49-F238E27FC236}">
                  <a16:creationId xmlns:a16="http://schemas.microsoft.com/office/drawing/2014/main" id="{E6E9CE27-A3AC-77B8-D07C-94849194DAFC}"/>
                </a:ext>
              </a:extLst>
            </p:cNvPr>
            <p:cNvSpPr txBox="1"/>
            <p:nvPr/>
          </p:nvSpPr>
          <p:spPr>
            <a:xfrm>
              <a:off x="2052531" y="897967"/>
              <a:ext cx="764953" cy="184666"/>
            </a:xfrm>
            <a:prstGeom prst="rect">
              <a:avLst/>
            </a:prstGeom>
            <a:solidFill>
              <a:schemeClr val="bg1">
                <a:lumMod val="95000"/>
              </a:schemeClr>
            </a:solidFill>
          </p:spPr>
          <p:txBody>
            <a:bodyPr wrap="none" rtlCol="0">
              <a:spAutoFit/>
            </a:bodyPr>
            <a:lstStyle/>
            <a:p>
              <a:r>
                <a:rPr lang="ko-KR" altLang="en-US" sz="600" b="1"/>
                <a:t>서비스 조명 </a:t>
              </a:r>
              <a:r>
                <a:rPr lang="en-US" altLang="ko-KR" sz="600" b="1"/>
                <a:t>2EA</a:t>
              </a:r>
              <a:endParaRPr lang="ko-KR" altLang="en-US" sz="600" b="1"/>
            </a:p>
          </p:txBody>
        </p:sp>
        <p:grpSp>
          <p:nvGrpSpPr>
            <p:cNvPr id="25" name="그룹 24">
              <a:extLst>
                <a:ext uri="{FF2B5EF4-FFF2-40B4-BE49-F238E27FC236}">
                  <a16:creationId xmlns:a16="http://schemas.microsoft.com/office/drawing/2014/main" id="{192063F1-0FF1-EFEE-B30D-D22545D034B6}"/>
                </a:ext>
              </a:extLst>
            </p:cNvPr>
            <p:cNvGrpSpPr/>
            <p:nvPr/>
          </p:nvGrpSpPr>
          <p:grpSpPr>
            <a:xfrm rot="5400000">
              <a:off x="2382760" y="491467"/>
              <a:ext cx="98800" cy="733859"/>
              <a:chOff x="4737848" y="4877902"/>
              <a:chExt cx="98800" cy="733859"/>
            </a:xfrm>
            <a:solidFill>
              <a:srgbClr val="FF00FF"/>
            </a:solidFill>
          </p:grpSpPr>
          <p:sp>
            <p:nvSpPr>
              <p:cNvPr id="50" name="타원 49">
                <a:extLst>
                  <a:ext uri="{FF2B5EF4-FFF2-40B4-BE49-F238E27FC236}">
                    <a16:creationId xmlns:a16="http://schemas.microsoft.com/office/drawing/2014/main" id="{451926B1-8C32-0B95-96CA-D6D921B1CE2C}"/>
                  </a:ext>
                </a:extLst>
              </p:cNvPr>
              <p:cNvSpPr/>
              <p:nvPr/>
            </p:nvSpPr>
            <p:spPr>
              <a:xfrm>
                <a:off x="4737848" y="4877902"/>
                <a:ext cx="98385" cy="98385"/>
              </a:xfrm>
              <a:prstGeom prst="ellipse">
                <a:avLst/>
              </a:prstGeom>
              <a:grpFill/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>
                  <a:solidFill>
                    <a:schemeClr val="tx1"/>
                  </a:solidFill>
                </a:endParaRPr>
              </a:p>
            </p:txBody>
          </p:sp>
          <p:sp>
            <p:nvSpPr>
              <p:cNvPr id="51" name="타원 50">
                <a:extLst>
                  <a:ext uri="{FF2B5EF4-FFF2-40B4-BE49-F238E27FC236}">
                    <a16:creationId xmlns:a16="http://schemas.microsoft.com/office/drawing/2014/main" id="{F33996CF-7C51-2E7E-3D73-98014FB54FE2}"/>
                  </a:ext>
                </a:extLst>
              </p:cNvPr>
              <p:cNvSpPr/>
              <p:nvPr/>
            </p:nvSpPr>
            <p:spPr>
              <a:xfrm>
                <a:off x="4738263" y="5513376"/>
                <a:ext cx="98385" cy="98385"/>
              </a:xfrm>
              <a:prstGeom prst="ellipse">
                <a:avLst/>
              </a:prstGeom>
              <a:grpFill/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>
                  <a:solidFill>
                    <a:schemeClr val="tx1"/>
                  </a:solidFill>
                </a:endParaRPr>
              </a:p>
            </p:txBody>
          </p:sp>
        </p:grpSp>
      </p:grpSp>
      <p:grpSp>
        <p:nvGrpSpPr>
          <p:cNvPr id="52" name="그룹 51">
            <a:extLst>
              <a:ext uri="{FF2B5EF4-FFF2-40B4-BE49-F238E27FC236}">
                <a16:creationId xmlns:a16="http://schemas.microsoft.com/office/drawing/2014/main" id="{C325697C-2B98-12B7-7DE1-D7C3A02056CC}"/>
              </a:ext>
            </a:extLst>
          </p:cNvPr>
          <p:cNvGrpSpPr/>
          <p:nvPr/>
        </p:nvGrpSpPr>
        <p:grpSpPr>
          <a:xfrm>
            <a:off x="5880438" y="948457"/>
            <a:ext cx="2087004" cy="879931"/>
            <a:chOff x="4807567" y="3887595"/>
            <a:chExt cx="2087004" cy="879931"/>
          </a:xfrm>
        </p:grpSpPr>
        <p:sp>
          <p:nvSpPr>
            <p:cNvPr id="53" name="직사각형 52">
              <a:extLst>
                <a:ext uri="{FF2B5EF4-FFF2-40B4-BE49-F238E27FC236}">
                  <a16:creationId xmlns:a16="http://schemas.microsoft.com/office/drawing/2014/main" id="{D338F5B7-1553-8BC4-48D7-86A2F53724FA}"/>
                </a:ext>
              </a:extLst>
            </p:cNvPr>
            <p:cNvSpPr/>
            <p:nvPr/>
          </p:nvSpPr>
          <p:spPr>
            <a:xfrm rot="16200000" flipV="1">
              <a:off x="5982270" y="3855224"/>
              <a:ext cx="52664" cy="1771939"/>
            </a:xfrm>
            <a:prstGeom prst="rect">
              <a:avLst/>
            </a:prstGeom>
            <a:solidFill>
              <a:srgbClr val="FF00FF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54" name="TextBox 53">
              <a:extLst>
                <a:ext uri="{FF2B5EF4-FFF2-40B4-BE49-F238E27FC236}">
                  <a16:creationId xmlns:a16="http://schemas.microsoft.com/office/drawing/2014/main" id="{DA6951B0-2F09-D5BD-67C0-3DD544EE8DA6}"/>
                </a:ext>
              </a:extLst>
            </p:cNvPr>
            <p:cNvSpPr txBox="1"/>
            <p:nvPr/>
          </p:nvSpPr>
          <p:spPr>
            <a:xfrm>
              <a:off x="4807567" y="3887595"/>
              <a:ext cx="1303562" cy="230832"/>
            </a:xfrm>
            <a:prstGeom prst="rect">
              <a:avLst/>
            </a:prstGeom>
            <a:solidFill>
              <a:srgbClr val="FFC000"/>
            </a:solidFill>
          </p:spPr>
          <p:txBody>
            <a:bodyPr wrap="none" rtlCol="0">
              <a:spAutoFit/>
            </a:bodyPr>
            <a:lstStyle/>
            <a:p>
              <a:r>
                <a:rPr lang="ko-KR" altLang="en-US" sz="900" b="1"/>
                <a:t>싱크대 </a:t>
              </a:r>
              <a:r>
                <a:rPr lang="ko-KR" altLang="en-US" sz="900" b="1" err="1"/>
                <a:t>간접등</a:t>
              </a:r>
              <a:r>
                <a:rPr lang="ko-KR" altLang="en-US" sz="900" b="1"/>
                <a:t> 서비스</a:t>
              </a:r>
            </a:p>
          </p:txBody>
        </p:sp>
        <p:cxnSp>
          <p:nvCxnSpPr>
            <p:cNvPr id="55" name="직선 화살표 연결선 54">
              <a:extLst>
                <a:ext uri="{FF2B5EF4-FFF2-40B4-BE49-F238E27FC236}">
                  <a16:creationId xmlns:a16="http://schemas.microsoft.com/office/drawing/2014/main" id="{6FD444E6-AE35-4830-09D8-C8849E4CF93F}"/>
                </a:ext>
              </a:extLst>
            </p:cNvPr>
            <p:cNvCxnSpPr>
              <a:cxnSpLocks/>
              <a:stCxn id="53" idx="2"/>
            </p:cNvCxnSpPr>
            <p:nvPr/>
          </p:nvCxnSpPr>
          <p:spPr>
            <a:xfrm flipV="1">
              <a:off x="5122633" y="4080208"/>
              <a:ext cx="0" cy="660986"/>
            </a:xfrm>
            <a:prstGeom prst="straightConnector1">
              <a:avLst/>
            </a:prstGeom>
            <a:ln>
              <a:tailEnd type="triangle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</p:spTree>
    <p:extLst>
      <p:ext uri="{BB962C8B-B14F-4D97-AF65-F5344CB8AC3E}">
        <p14:creationId xmlns:p14="http://schemas.microsoft.com/office/powerpoint/2010/main" val="3455989891"/>
      </p:ext>
    </p:extLst>
  </p:cSld>
  <p:clrMapOvr>
    <a:masterClrMapping/>
  </p:clrMapOvr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DFF9820-6637-BCD0-3FB1-075CF61B09D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그림 2">
            <a:extLst>
              <a:ext uri="{FF2B5EF4-FFF2-40B4-BE49-F238E27FC236}">
                <a16:creationId xmlns:a16="http://schemas.microsoft.com/office/drawing/2014/main" id="{B3A8DEB4-204D-C059-3294-89B0EA365DFC}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/>
        </p:nvPicPr>
        <p:blipFill>
          <a:blip r:embed="rId2">
            <a:alphaModFix amt="70000"/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saturation sat="0"/>
                    </a14:imgEffect>
                  </a14:imgLayer>
                </a14:imgProps>
              </a:ext>
            </a:extLst>
          </a:blip>
          <a:stretch>
            <a:fillRect/>
          </a:stretch>
        </p:blipFill>
        <p:spPr>
          <a:xfrm>
            <a:off x="1188202" y="1003300"/>
            <a:ext cx="9681799" cy="5391615"/>
          </a:xfrm>
          <a:prstGeom prst="rect">
            <a:avLst/>
          </a:prstGeom>
        </p:spPr>
      </p:pic>
      <mc:AlternateContent xmlns:mc="http://schemas.openxmlformats.org/markup-compatibility/2006">
        <mc:Choice xmlns:a14="http://schemas.microsoft.com/office/drawing/2010/main" Requires="a14">
          <p:sp>
            <p:nvSpPr>
              <p:cNvPr id="4" name="TextBox 3">
                <a:extLst>
                  <a:ext uri="{FF2B5EF4-FFF2-40B4-BE49-F238E27FC236}">
                    <a16:creationId xmlns:a16="http://schemas.microsoft.com/office/drawing/2014/main" id="{D588E985-3E89-3368-CD4C-7CDE83CF36E7}"/>
                  </a:ext>
                </a:extLst>
              </p:cNvPr>
              <p:cNvSpPr txBox="1"/>
              <p:nvPr/>
            </p:nvSpPr>
            <p:spPr>
              <a:xfrm>
                <a:off x="10153357" y="146209"/>
                <a:ext cx="1762781" cy="407099"/>
              </a:xfrm>
              <a:prstGeom prst="rect">
                <a:avLst/>
              </a:prstGeom>
              <a:noFill/>
            </p:spPr>
            <p:txBody>
              <a:bodyPr wrap="square">
                <a:spAutoFit/>
                <a:scene3d>
                  <a:camera prst="orthographicFront"/>
                  <a:lightRig rig="harsh" dir="t"/>
                </a:scene3d>
                <a:sp3d extrusionH="57150" prstMaterial="matte">
                  <a:bevelT w="63500" h="12700" prst="angle"/>
                  <a:contourClr>
                    <a:schemeClr val="bg1">
                      <a:lumMod val="65000"/>
                    </a:schemeClr>
                  </a:contourClr>
                </a:sp3d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right"/>
                    </m:oMathParaPr>
                    <m:oMath xmlns:m="http://schemas.openxmlformats.org/officeDocument/2006/math">
                      <m:sSup>
                        <m:sSupPr>
                          <m:ctrlPr>
                            <a:rPr lang="en-US" altLang="ko-KR" sz="2000" b="1" i="1" u="none" strike="noStrike" smtClean="0">
                              <a:ln/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altLang="ko-KR" sz="2000" b="1" i="1" u="none" strike="noStrike" smtClean="0">
                              <a:ln/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𝟖𝟒</m:t>
                          </m:r>
                          <m:r>
                            <a:rPr lang="en-US" altLang="ko-KR" sz="2000" b="1" i="1" u="none" strike="noStrike" smtClean="0">
                              <a:ln/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𝑪𝒎</m:t>
                          </m:r>
                        </m:e>
                        <m:sup>
                          <m:r>
                            <a:rPr lang="en-US" altLang="ko-KR" sz="2000" b="1" i="1" u="none" strike="noStrike" smtClean="0">
                              <a:ln/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𝟐</m:t>
                          </m:r>
                        </m:sup>
                      </m:sSup>
                    </m:oMath>
                  </m:oMathPara>
                </a14:m>
                <a:endParaRPr lang="ko-KR" altLang="en-US" sz="2000" b="1">
                  <a:ln/>
                  <a:solidFill>
                    <a:schemeClr val="tx1"/>
                  </a:solidFill>
                </a:endParaRPr>
              </a:p>
            </p:txBody>
          </p:sp>
        </mc:Choice>
        <mc:Fallback>
          <p:sp>
            <p:nvSpPr>
              <p:cNvPr id="4" name="TextBox 3">
                <a:extLst>
                  <a:ext uri="{FF2B5EF4-FFF2-40B4-BE49-F238E27FC236}">
                    <a16:creationId xmlns:a16="http://schemas.microsoft.com/office/drawing/2014/main" id="{D588E985-3E89-3368-CD4C-7CDE83CF36E7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0153357" y="146209"/>
                <a:ext cx="1762781" cy="407099"/>
              </a:xfrm>
              <a:prstGeom prst="rect">
                <a:avLst/>
              </a:prstGeom>
              <a:blipFill>
                <a:blip r:embed="rId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5" name="TextBox 4">
            <a:extLst>
              <a:ext uri="{FF2B5EF4-FFF2-40B4-BE49-F238E27FC236}">
                <a16:creationId xmlns:a16="http://schemas.microsoft.com/office/drawing/2014/main" id="{223EBE52-0BE2-D03A-BCFD-F139ADA58089}"/>
              </a:ext>
            </a:extLst>
          </p:cNvPr>
          <p:cNvSpPr txBox="1"/>
          <p:nvPr/>
        </p:nvSpPr>
        <p:spPr>
          <a:xfrm>
            <a:off x="1870318" y="353253"/>
            <a:ext cx="8452551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 sz="2000" b="1"/>
              <a:t>84C</a:t>
            </a:r>
            <a:r>
              <a:rPr lang="ko-KR" altLang="en-US" sz="2000" b="1"/>
              <a:t>타입 간접</a:t>
            </a:r>
            <a:r>
              <a:rPr lang="en-US" altLang="ko-KR" sz="2000" b="1"/>
              <a:t>A /</a:t>
            </a:r>
            <a:r>
              <a:rPr lang="ko-KR" altLang="en-US" sz="2000" b="1"/>
              <a:t>간접</a:t>
            </a:r>
            <a:r>
              <a:rPr lang="en-US" altLang="ko-KR" sz="2000" b="1"/>
              <a:t> </a:t>
            </a:r>
            <a:r>
              <a:rPr lang="ko-KR" altLang="en-US" sz="2000" b="1"/>
              <a:t>센서 </a:t>
            </a:r>
            <a:r>
              <a:rPr lang="en-US" altLang="ko-KR" sz="2000" b="1"/>
              <a:t>SET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D4C82BE9-F6DD-E868-CB11-EBF9F40C9E2D}"/>
              </a:ext>
            </a:extLst>
          </p:cNvPr>
          <p:cNvSpPr txBox="1"/>
          <p:nvPr/>
        </p:nvSpPr>
        <p:spPr>
          <a:xfrm>
            <a:off x="112365" y="770606"/>
            <a:ext cx="3264447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800">
                <a:solidFill>
                  <a:srgbClr val="FF0000"/>
                </a:solidFill>
              </a:rPr>
              <a:t>**</a:t>
            </a:r>
            <a:r>
              <a:rPr lang="ko-KR" altLang="en-US" sz="800">
                <a:solidFill>
                  <a:srgbClr val="FF0000"/>
                </a:solidFill>
              </a:rPr>
              <a:t>스위치 연결을 위해 별도의 </a:t>
            </a:r>
            <a:r>
              <a:rPr lang="ko-KR" altLang="en-US" sz="800" err="1">
                <a:solidFill>
                  <a:srgbClr val="FF0000"/>
                </a:solidFill>
              </a:rPr>
              <a:t>타공이</a:t>
            </a:r>
            <a:r>
              <a:rPr lang="ko-KR" altLang="en-US" sz="800">
                <a:solidFill>
                  <a:srgbClr val="FF0000"/>
                </a:solidFill>
              </a:rPr>
              <a:t> 필요할 수 </a:t>
            </a:r>
            <a:endParaRPr lang="en-US" altLang="ko-KR" sz="800">
              <a:solidFill>
                <a:srgbClr val="FF0000"/>
              </a:solidFill>
            </a:endParaRPr>
          </a:p>
          <a:p>
            <a:r>
              <a:rPr lang="ko-KR" altLang="en-US" sz="800">
                <a:solidFill>
                  <a:srgbClr val="FF0000"/>
                </a:solidFill>
              </a:rPr>
              <a:t>있으며</a:t>
            </a:r>
            <a:r>
              <a:rPr lang="en-US" altLang="ko-KR" sz="800">
                <a:solidFill>
                  <a:srgbClr val="FF0000"/>
                </a:solidFill>
              </a:rPr>
              <a:t> </a:t>
            </a:r>
            <a:r>
              <a:rPr lang="ko-KR" altLang="en-US" sz="800">
                <a:solidFill>
                  <a:srgbClr val="FF0000"/>
                </a:solidFill>
              </a:rPr>
              <a:t>공스피커로 마감 될 수도 있음</a:t>
            </a:r>
            <a:endParaRPr lang="en-US" altLang="ko-KR" sz="800">
              <a:solidFill>
                <a:srgbClr val="FF0000"/>
              </a:solidFill>
            </a:endParaRPr>
          </a:p>
        </p:txBody>
      </p:sp>
      <p:sp>
        <p:nvSpPr>
          <p:cNvPr id="33" name="TextBox 13">
            <a:extLst>
              <a:ext uri="{FF2B5EF4-FFF2-40B4-BE49-F238E27FC236}">
                <a16:creationId xmlns:a16="http://schemas.microsoft.com/office/drawing/2014/main" id="{A4EC3B24-1932-9F34-BD86-66F56F54588C}"/>
              </a:ext>
            </a:extLst>
          </p:cNvPr>
          <p:cNvSpPr txBox="1"/>
          <p:nvPr/>
        </p:nvSpPr>
        <p:spPr>
          <a:xfrm>
            <a:off x="142074" y="1128948"/>
            <a:ext cx="1489510" cy="461665"/>
          </a:xfrm>
          <a:prstGeom prst="rect">
            <a:avLst/>
          </a:prstGeom>
          <a:solidFill>
            <a:schemeClr val="accent6">
              <a:lumMod val="20000"/>
              <a:lumOff val="80000"/>
            </a:schemeClr>
          </a:solidFill>
        </p:spPr>
        <p:txBody>
          <a:bodyPr wrap="none" rtlCol="0">
            <a:spAutoFit/>
          </a:bodyPr>
          <a:lstStyle>
            <a:defPPr>
              <a:defRPr lang="ko-KR"/>
            </a:defPPr>
            <a:lvl1pPr marL="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ko-KR" altLang="en-US" sz="800" b="1"/>
              <a:t>욕실 </a:t>
            </a:r>
            <a:r>
              <a:rPr lang="ko-KR" altLang="en-US" sz="800" b="1" err="1"/>
              <a:t>휴젠트여부에</a:t>
            </a:r>
            <a:r>
              <a:rPr lang="ko-KR" altLang="en-US" sz="800" b="1"/>
              <a:t> 대하여</a:t>
            </a:r>
            <a:endParaRPr lang="en-US" altLang="ko-KR" sz="800" b="1"/>
          </a:p>
          <a:p>
            <a:r>
              <a:rPr lang="ko-KR" altLang="en-US" sz="800" b="1"/>
              <a:t>기사분이 현장에서 파악하여</a:t>
            </a:r>
            <a:endParaRPr lang="en-US" altLang="ko-KR" sz="800" b="1"/>
          </a:p>
          <a:p>
            <a:r>
              <a:rPr lang="ko-KR" altLang="en-US" sz="800" b="1"/>
              <a:t>센서위치를 적용해드립니다</a:t>
            </a:r>
            <a:r>
              <a:rPr lang="en-US" altLang="ko-KR" sz="800" b="1"/>
              <a:t>.</a:t>
            </a:r>
            <a:endParaRPr lang="ko-KR" altLang="en-US" sz="800" b="1"/>
          </a:p>
        </p:txBody>
      </p:sp>
      <p:grpSp>
        <p:nvGrpSpPr>
          <p:cNvPr id="34" name="그룹 33">
            <a:extLst>
              <a:ext uri="{FF2B5EF4-FFF2-40B4-BE49-F238E27FC236}">
                <a16:creationId xmlns:a16="http://schemas.microsoft.com/office/drawing/2014/main" id="{FCCC2919-471A-67A6-8AFD-0D3A6FC81F65}"/>
              </a:ext>
            </a:extLst>
          </p:cNvPr>
          <p:cNvGrpSpPr/>
          <p:nvPr/>
        </p:nvGrpSpPr>
        <p:grpSpPr>
          <a:xfrm>
            <a:off x="166864" y="137559"/>
            <a:ext cx="2166761" cy="738664"/>
            <a:chOff x="209306" y="114311"/>
            <a:chExt cx="2166761" cy="742666"/>
          </a:xfrm>
        </p:grpSpPr>
        <p:sp>
          <p:nvSpPr>
            <p:cNvPr id="35" name="타원 34">
              <a:extLst>
                <a:ext uri="{FF2B5EF4-FFF2-40B4-BE49-F238E27FC236}">
                  <a16:creationId xmlns:a16="http://schemas.microsoft.com/office/drawing/2014/main" id="{E56D48CC-BE71-01C4-0045-10921995C84F}"/>
                </a:ext>
              </a:extLst>
            </p:cNvPr>
            <p:cNvSpPr/>
            <p:nvPr/>
          </p:nvSpPr>
          <p:spPr>
            <a:xfrm>
              <a:off x="209307" y="168341"/>
              <a:ext cx="98385" cy="98385"/>
            </a:xfrm>
            <a:prstGeom prst="ellipse">
              <a:avLst/>
            </a:prstGeom>
            <a:solidFill>
              <a:srgbClr val="FF0000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ko-KR"/>
              </a:defPPr>
              <a:lvl1pPr marL="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ko-KR" altLang="en-US">
                <a:solidFill>
                  <a:schemeClr val="tx1"/>
                </a:solidFill>
              </a:endParaRPr>
            </a:p>
          </p:txBody>
        </p:sp>
        <p:sp>
          <p:nvSpPr>
            <p:cNvPr id="36" name="타원 35">
              <a:extLst>
                <a:ext uri="{FF2B5EF4-FFF2-40B4-BE49-F238E27FC236}">
                  <a16:creationId xmlns:a16="http://schemas.microsoft.com/office/drawing/2014/main" id="{BB07E785-94F5-7FE7-7374-FD2130F9FB88}"/>
                </a:ext>
              </a:extLst>
            </p:cNvPr>
            <p:cNvSpPr/>
            <p:nvPr/>
          </p:nvSpPr>
          <p:spPr>
            <a:xfrm>
              <a:off x="209307" y="347436"/>
              <a:ext cx="98385" cy="98385"/>
            </a:xfrm>
            <a:prstGeom prst="ellipse">
              <a:avLst/>
            </a:prstGeom>
            <a:solidFill>
              <a:srgbClr val="FFFF00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ko-KR"/>
              </a:defPPr>
              <a:lvl1pPr marL="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ko-KR" altLang="en-US">
                <a:solidFill>
                  <a:schemeClr val="tx1"/>
                </a:solidFill>
              </a:endParaRPr>
            </a:p>
          </p:txBody>
        </p:sp>
        <p:sp>
          <p:nvSpPr>
            <p:cNvPr id="37" name="타원 36">
              <a:extLst>
                <a:ext uri="{FF2B5EF4-FFF2-40B4-BE49-F238E27FC236}">
                  <a16:creationId xmlns:a16="http://schemas.microsoft.com/office/drawing/2014/main" id="{BBFAE27B-DD8F-E7E6-67BB-E5C88F7B4636}"/>
                </a:ext>
              </a:extLst>
            </p:cNvPr>
            <p:cNvSpPr/>
            <p:nvPr/>
          </p:nvSpPr>
          <p:spPr>
            <a:xfrm>
              <a:off x="209306" y="573831"/>
              <a:ext cx="98385" cy="98385"/>
            </a:xfrm>
            <a:prstGeom prst="ellipse">
              <a:avLst/>
            </a:prstGeom>
            <a:solidFill>
              <a:srgbClr val="FFC000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ko-KR"/>
              </a:defPPr>
              <a:lvl1pPr marL="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ko-KR" altLang="en-US">
                <a:solidFill>
                  <a:schemeClr val="tx1"/>
                </a:solidFill>
              </a:endParaRPr>
            </a:p>
          </p:txBody>
        </p:sp>
        <p:sp>
          <p:nvSpPr>
            <p:cNvPr id="38" name="TextBox 11">
              <a:extLst>
                <a:ext uri="{FF2B5EF4-FFF2-40B4-BE49-F238E27FC236}">
                  <a16:creationId xmlns:a16="http://schemas.microsoft.com/office/drawing/2014/main" id="{BB901CEA-1E3C-943F-3260-C52CDA2F7FFF}"/>
                </a:ext>
              </a:extLst>
            </p:cNvPr>
            <p:cNvSpPr txBox="1"/>
            <p:nvPr/>
          </p:nvSpPr>
          <p:spPr>
            <a:xfrm>
              <a:off x="318304" y="114311"/>
              <a:ext cx="2057763" cy="742666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>
              <a:defPPr>
                <a:defRPr lang="ko-KR"/>
              </a:defPPr>
              <a:lvl1pPr marL="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r>
                <a:rPr lang="ko-KR" altLang="en-US" sz="700"/>
                <a:t>간접조명 </a:t>
              </a:r>
              <a:r>
                <a:rPr lang="en-US" altLang="ko-KR" sz="700"/>
                <a:t>A SET</a:t>
              </a:r>
            </a:p>
            <a:p>
              <a:endParaRPr lang="en-US" altLang="ko-KR" sz="700"/>
            </a:p>
            <a:p>
              <a:r>
                <a:rPr lang="ko-KR" altLang="en-US" sz="700"/>
                <a:t>간접조명 센서 </a:t>
              </a:r>
              <a:r>
                <a:rPr lang="en-US" altLang="ko-KR" sz="700"/>
                <a:t>SET</a:t>
              </a:r>
            </a:p>
            <a:p>
              <a:endParaRPr lang="en-US" altLang="ko-KR" sz="700"/>
            </a:p>
            <a:p>
              <a:r>
                <a:rPr lang="ko-KR" altLang="en-US" sz="700"/>
                <a:t>우물천장간접조명 및 커튼박수 추가</a:t>
              </a:r>
              <a:r>
                <a:rPr lang="en-US" altLang="ko-KR" sz="700"/>
                <a:t>(</a:t>
              </a:r>
              <a:r>
                <a:rPr lang="ko-KR" altLang="en-US" sz="700"/>
                <a:t>별도 추가</a:t>
              </a:r>
              <a:r>
                <a:rPr lang="en-US" altLang="ko-KR" sz="700"/>
                <a:t>)</a:t>
              </a:r>
            </a:p>
            <a:p>
              <a:endParaRPr lang="en-US" altLang="ko-KR" sz="700"/>
            </a:p>
          </p:txBody>
        </p:sp>
      </p:grpSp>
      <p:sp>
        <p:nvSpPr>
          <p:cNvPr id="6" name="별: 꼭짓점 4개 5">
            <a:extLst>
              <a:ext uri="{FF2B5EF4-FFF2-40B4-BE49-F238E27FC236}">
                <a16:creationId xmlns:a16="http://schemas.microsoft.com/office/drawing/2014/main" id="{30058370-42F8-2E78-5F91-BAE9CF23DCFE}"/>
              </a:ext>
            </a:extLst>
          </p:cNvPr>
          <p:cNvSpPr/>
          <p:nvPr/>
        </p:nvSpPr>
        <p:spPr>
          <a:xfrm>
            <a:off x="7002385" y="4766325"/>
            <a:ext cx="557315" cy="559233"/>
          </a:xfrm>
          <a:prstGeom prst="star4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2645">
              <a:solidFill>
                <a:schemeClr val="tx1"/>
              </a:solidFill>
            </a:endParaRP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F7F8341B-44BF-91D3-BA22-B104C0A296C2}"/>
              </a:ext>
            </a:extLst>
          </p:cNvPr>
          <p:cNvSpPr txBox="1"/>
          <p:nvPr/>
        </p:nvSpPr>
        <p:spPr>
          <a:xfrm>
            <a:off x="6712544" y="6321937"/>
            <a:ext cx="2229372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1000" b="1" err="1">
                <a:highlight>
                  <a:srgbClr val="FFFF00"/>
                </a:highlight>
              </a:rPr>
              <a:t>실링팬</a:t>
            </a:r>
            <a:r>
              <a:rPr lang="ko-KR" altLang="en-US" sz="1000" b="1">
                <a:highlight>
                  <a:srgbClr val="FFFF00"/>
                </a:highlight>
              </a:rPr>
              <a:t> </a:t>
            </a:r>
            <a:r>
              <a:rPr lang="ko-KR" altLang="en-US" sz="1000" b="1" err="1">
                <a:highlight>
                  <a:srgbClr val="FFFF00"/>
                </a:highlight>
              </a:rPr>
              <a:t>루씨에어</a:t>
            </a:r>
            <a:endParaRPr lang="en-US" altLang="ko-KR" sz="1000" b="1">
              <a:highlight>
                <a:srgbClr val="FFFF00"/>
              </a:highlight>
            </a:endParaRPr>
          </a:p>
          <a:p>
            <a:r>
              <a:rPr lang="ko-KR" altLang="en-US" sz="1000" b="1">
                <a:highlight>
                  <a:srgbClr val="FFFF00"/>
                </a:highlight>
              </a:rPr>
              <a:t>설치</a:t>
            </a:r>
            <a:r>
              <a:rPr lang="en-US" altLang="ko-KR" sz="1000" b="1">
                <a:highlight>
                  <a:srgbClr val="FFFF00"/>
                </a:highlight>
              </a:rPr>
              <a:t>+</a:t>
            </a:r>
            <a:r>
              <a:rPr lang="ko-KR" altLang="en-US" sz="1000" b="1">
                <a:highlight>
                  <a:srgbClr val="FFFF00"/>
                </a:highlight>
              </a:rPr>
              <a:t>보강</a:t>
            </a:r>
            <a:endParaRPr lang="en-US" altLang="ko-KR" sz="1000" b="1">
              <a:highlight>
                <a:srgbClr val="FFFF00"/>
              </a:highlight>
            </a:endParaRPr>
          </a:p>
        </p:txBody>
      </p:sp>
      <p:grpSp>
        <p:nvGrpSpPr>
          <p:cNvPr id="14" name="그룹 13">
            <a:extLst>
              <a:ext uri="{FF2B5EF4-FFF2-40B4-BE49-F238E27FC236}">
                <a16:creationId xmlns:a16="http://schemas.microsoft.com/office/drawing/2014/main" id="{24459F25-2886-0AD6-1849-88F0033B7FB1}"/>
              </a:ext>
            </a:extLst>
          </p:cNvPr>
          <p:cNvGrpSpPr/>
          <p:nvPr/>
        </p:nvGrpSpPr>
        <p:grpSpPr>
          <a:xfrm>
            <a:off x="3388843" y="3890227"/>
            <a:ext cx="764953" cy="255923"/>
            <a:chOff x="1981437" y="651871"/>
            <a:chExt cx="764953" cy="255923"/>
          </a:xfrm>
        </p:grpSpPr>
        <p:sp>
          <p:nvSpPr>
            <p:cNvPr id="15" name="TextBox 14">
              <a:extLst>
                <a:ext uri="{FF2B5EF4-FFF2-40B4-BE49-F238E27FC236}">
                  <a16:creationId xmlns:a16="http://schemas.microsoft.com/office/drawing/2014/main" id="{50654359-61CD-F9AF-F124-03936881F2FB}"/>
                </a:ext>
              </a:extLst>
            </p:cNvPr>
            <p:cNvSpPr txBox="1"/>
            <p:nvPr/>
          </p:nvSpPr>
          <p:spPr>
            <a:xfrm>
              <a:off x="1981437" y="651871"/>
              <a:ext cx="764953" cy="184666"/>
            </a:xfrm>
            <a:prstGeom prst="rect">
              <a:avLst/>
            </a:prstGeom>
            <a:solidFill>
              <a:schemeClr val="bg1">
                <a:lumMod val="95000"/>
              </a:schemeClr>
            </a:solidFill>
          </p:spPr>
          <p:txBody>
            <a:bodyPr wrap="none" rtlCol="0">
              <a:spAutoFit/>
            </a:bodyPr>
            <a:lstStyle/>
            <a:p>
              <a:r>
                <a:rPr lang="ko-KR" altLang="en-US" sz="600" b="1"/>
                <a:t>서비스 조명 </a:t>
              </a:r>
              <a:r>
                <a:rPr lang="en-US" altLang="ko-KR" sz="600" b="1"/>
                <a:t>2EA</a:t>
              </a:r>
              <a:endParaRPr lang="ko-KR" altLang="en-US" sz="600" b="1"/>
            </a:p>
          </p:txBody>
        </p:sp>
        <p:grpSp>
          <p:nvGrpSpPr>
            <p:cNvPr id="16" name="그룹 15">
              <a:extLst>
                <a:ext uri="{FF2B5EF4-FFF2-40B4-BE49-F238E27FC236}">
                  <a16:creationId xmlns:a16="http://schemas.microsoft.com/office/drawing/2014/main" id="{19374456-52FC-E566-F69A-71728AD0BB51}"/>
                </a:ext>
              </a:extLst>
            </p:cNvPr>
            <p:cNvGrpSpPr/>
            <p:nvPr/>
          </p:nvGrpSpPr>
          <p:grpSpPr>
            <a:xfrm rot="5400000">
              <a:off x="2314488" y="559720"/>
              <a:ext cx="98814" cy="597334"/>
              <a:chOff x="4737834" y="5014427"/>
              <a:chExt cx="98814" cy="597334"/>
            </a:xfrm>
            <a:solidFill>
              <a:srgbClr val="FF00FF"/>
            </a:solidFill>
          </p:grpSpPr>
          <p:sp>
            <p:nvSpPr>
              <p:cNvPr id="17" name="타원 16">
                <a:extLst>
                  <a:ext uri="{FF2B5EF4-FFF2-40B4-BE49-F238E27FC236}">
                    <a16:creationId xmlns:a16="http://schemas.microsoft.com/office/drawing/2014/main" id="{94E2FED8-5D30-0A09-994A-1A7E4219468A}"/>
                  </a:ext>
                </a:extLst>
              </p:cNvPr>
              <p:cNvSpPr/>
              <p:nvPr/>
            </p:nvSpPr>
            <p:spPr>
              <a:xfrm>
                <a:off x="4737834" y="5014427"/>
                <a:ext cx="98385" cy="98385"/>
              </a:xfrm>
              <a:prstGeom prst="ellipse">
                <a:avLst/>
              </a:prstGeom>
              <a:grpFill/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>
                  <a:solidFill>
                    <a:schemeClr val="tx1"/>
                  </a:solidFill>
                </a:endParaRPr>
              </a:p>
            </p:txBody>
          </p:sp>
          <p:sp>
            <p:nvSpPr>
              <p:cNvPr id="18" name="타원 17">
                <a:extLst>
                  <a:ext uri="{FF2B5EF4-FFF2-40B4-BE49-F238E27FC236}">
                    <a16:creationId xmlns:a16="http://schemas.microsoft.com/office/drawing/2014/main" id="{673BE183-D172-28E5-06D3-52C11C3E0FA6}"/>
                  </a:ext>
                </a:extLst>
              </p:cNvPr>
              <p:cNvSpPr/>
              <p:nvPr/>
            </p:nvSpPr>
            <p:spPr>
              <a:xfrm>
                <a:off x="4738263" y="5513376"/>
                <a:ext cx="98385" cy="98385"/>
              </a:xfrm>
              <a:prstGeom prst="ellipse">
                <a:avLst/>
              </a:prstGeom>
              <a:grpFill/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>
                  <a:solidFill>
                    <a:schemeClr val="tx1"/>
                  </a:solidFill>
                </a:endParaRPr>
              </a:p>
            </p:txBody>
          </p:sp>
        </p:grpSp>
      </p:grpSp>
      <p:pic>
        <p:nvPicPr>
          <p:cNvPr id="20" name="그림 19">
            <a:extLst>
              <a:ext uri="{FF2B5EF4-FFF2-40B4-BE49-F238E27FC236}">
                <a16:creationId xmlns:a16="http://schemas.microsoft.com/office/drawing/2014/main" id="{7EBA7FC8-18DC-2A5E-B170-B135B7CA4EB8}"/>
              </a:ext>
            </a:extLst>
          </p:cNvPr>
          <p:cNvPicPr>
            <a:picLocks noChangeAspect="1"/>
          </p:cNvPicPr>
          <p:nvPr/>
        </p:nvPicPr>
        <p:blipFill>
          <a:blip r:embed="rId5"/>
          <a:srcRect t="2320" b="-1"/>
          <a:stretch>
            <a:fillRect/>
          </a:stretch>
        </p:blipFill>
        <p:spPr>
          <a:xfrm>
            <a:off x="10558028" y="4548318"/>
            <a:ext cx="2236971" cy="155448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33034628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맑은 고딕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맑은 고딕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맑은 고딕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맑은 고딕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Application>Microsoft Office PowerPoint</Application>
  <Slides>34</Slides>
  <Notes>0</Notes>
  <HiddenSlides>0</HiddenSlides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진옥화</dc:creator>
  <cp:revision>1</cp:revision>
  <dcterms:created xsi:type="dcterms:W3CDTF">2026-03-03T01:18:26Z</dcterms:created>
  <dcterms:modified xsi:type="dcterms:W3CDTF">2026-08-26T06:36:15Z</dcterms:modified>
</cp:coreProperties>
</file>