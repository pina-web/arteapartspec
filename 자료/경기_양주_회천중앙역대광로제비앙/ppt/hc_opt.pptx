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521" r:id="rId11"/>
    <p:sldId id="525" r:id="rId12"/>
    <p:sldId id="524" r:id="rId13"/>
    <p:sldId id="537" r:id="rId14"/>
    <p:sldId id="544" r:id="rId15"/>
    <p:sldId id="530" r:id="rId16"/>
    <p:sldId id="532" r:id="rId17"/>
    <p:sldId id="542" r:id="rId18"/>
    <p:sldId id="545" r:id="rId19"/>
    <p:sldId id="535" r:id="rId20"/>
    <p:sldId id="522" r:id="rId21"/>
    <p:sldId id="527" r:id="rId22"/>
    <p:sldId id="526" r:id="rId23"/>
    <p:sldId id="546" r:id="rId24"/>
    <p:sldId id="534" r:id="rId25"/>
    <p:sldId id="543" r:id="rId26"/>
    <p:sldId id="533" r:id="rId27"/>
    <p:sldId id="531" r:id="rId28"/>
    <p:sldId id="538" r:id="rId30"/>
    <p:sldId id="523" r:id="rId31"/>
    <p:sldId id="529" r:id="rId32"/>
    <p:sldId id="528" r:id="rId33"/>
    <p:sldId id="540" r:id="rId34"/>
    <p:sldId id="541" r:id="rId35"/>
    <p:sldId id="539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7AC2D4E6-F549-4A21-8F26-2DC823E372B4}">
          <p14:sldIdLst>
            <p14:sldId id="521"/>
            <p14:sldId id="525"/>
            <p14:sldId id="524"/>
            <p14:sldId id="537"/>
            <p14:sldId id="544"/>
            <p14:sldId id="530"/>
            <p14:sldId id="532"/>
            <p14:sldId id="542"/>
            <p14:sldId id="545"/>
            <p14:sldId id="535"/>
          </p14:sldIdLst>
        </p14:section>
        <p14:section name="84B" id="{45A614FB-E4AD-42C3-BA2A-1564CCCA3929}">
          <p14:sldIdLst>
            <p14:sldId id="522"/>
            <p14:sldId id="527"/>
            <p14:sldId id="526"/>
            <p14:sldId id="546"/>
            <p14:sldId id="534"/>
            <p14:sldId id="543"/>
            <p14:sldId id="533"/>
            <p14:sldId id="531"/>
            <p14:sldId id="538"/>
          </p14:sldIdLst>
        </p14:section>
        <p14:section name="84C" id="{AA9BBD5F-3D50-4C3B-B6EF-23D646237042}">
          <p14:sldIdLst>
            <p14:sldId id="523"/>
            <p14:sldId id="529"/>
            <p14:sldId id="528"/>
            <p14:sldId id="540"/>
            <p14:sldId id="541"/>
            <p14:sldId id="5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A9F9D-2358-4E8E-A0DF-14B2FFB89E67}" v="1" dt="2026-06-23T03:54:13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96675D79-D1A2-4548-BA94-5CE229F3E756}"/>
    <pc:docChg chg="undo custSel addSld delSld modSld sldOrd addSection modSection">
      <pc:chgData name="진옥화" userId="20b55f0b-5a9b-4958-9543-f5cbd24a6a07" providerId="ADAL" clId="{96675D79-D1A2-4548-BA94-5CE229F3E756}" dt="2026-06-23T03:55:10.530" v="770" actId="1076"/>
      <pc:docMkLst>
        <pc:docMk/>
      </pc:docMkLst>
      <pc:sldChg chg="addSp modSp mod">
        <pc:chgData name="진옥화" userId="20b55f0b-5a9b-4958-9543-f5cbd24a6a07" providerId="ADAL" clId="{96675D79-D1A2-4548-BA94-5CE229F3E756}" dt="2026-06-23T03:54:41.961" v="761" actId="11529"/>
        <pc:sldMkLst>
          <pc:docMk/>
          <pc:sldMk cId="709772564" sldId="521"/>
        </pc:sldMkLst>
        <pc:spChg chg="add">
          <ac:chgData name="진옥화" userId="20b55f0b-5a9b-4958-9543-f5cbd24a6a07" providerId="ADAL" clId="{96675D79-D1A2-4548-BA94-5CE229F3E756}" dt="2026-06-23T03:54:08.587" v="707" actId="22"/>
          <ac:spMkLst>
            <pc:docMk/>
            <pc:sldMk cId="709772564" sldId="521"/>
            <ac:spMk id="3" creationId="{B9BD2F4A-EFA6-DA06-F059-4D29F4509987}"/>
          </ac:spMkLst>
        </pc:spChg>
        <pc:spChg chg="add mod">
          <ac:chgData name="진옥화" userId="20b55f0b-5a9b-4958-9543-f5cbd24a6a07" providerId="ADAL" clId="{96675D79-D1A2-4548-BA94-5CE229F3E756}" dt="2026-06-23T03:54:31.565" v="760" actId="1076"/>
          <ac:spMkLst>
            <pc:docMk/>
            <pc:sldMk cId="709772564" sldId="521"/>
            <ac:spMk id="4" creationId="{504F593C-197A-5D3D-939F-62F3F7114919}"/>
          </ac:spMkLst>
        </pc:spChg>
        <pc:spChg chg="add">
          <ac:chgData name="진옥화" userId="20b55f0b-5a9b-4958-9543-f5cbd24a6a07" providerId="ADAL" clId="{96675D79-D1A2-4548-BA94-5CE229F3E756}" dt="2026-06-23T03:54:41.961" v="761" actId="11529"/>
          <ac:spMkLst>
            <pc:docMk/>
            <pc:sldMk cId="709772564" sldId="521"/>
            <ac:spMk id="8" creationId="{B2F6E5D6-7969-11AE-33C1-DDF291751B64}"/>
          </ac:spMkLst>
        </pc:spChg>
      </pc:sldChg>
      <pc:sldChg chg="addSp modSp add mod">
        <pc:chgData name="진옥화" userId="20b55f0b-5a9b-4958-9543-f5cbd24a6a07" providerId="ADAL" clId="{96675D79-D1A2-4548-BA94-5CE229F3E756}" dt="2026-06-23T03:55:10.530" v="770" actId="1076"/>
        <pc:sldMkLst>
          <pc:docMk/>
          <pc:sldMk cId="923083715" sldId="524"/>
        </pc:sldMkLst>
        <pc:spChg chg="add mod">
          <ac:chgData name="진옥화" userId="20b55f0b-5a9b-4958-9543-f5cbd24a6a07" providerId="ADAL" clId="{96675D79-D1A2-4548-BA94-5CE229F3E756}" dt="2026-06-23T03:54:04.806" v="705" actId="113"/>
          <ac:spMkLst>
            <pc:docMk/>
            <pc:sldMk cId="923083715" sldId="524"/>
            <ac:spMk id="2" creationId="{6997A3F8-A80A-EA81-505C-D4A5F14002B2}"/>
          </ac:spMkLst>
        </pc:spChg>
        <pc:spChg chg="add mod">
          <ac:chgData name="진옥화" userId="20b55f0b-5a9b-4958-9543-f5cbd24a6a07" providerId="ADAL" clId="{96675D79-D1A2-4548-BA94-5CE229F3E756}" dt="2026-06-23T03:54:56.957" v="764" actId="1076"/>
          <ac:spMkLst>
            <pc:docMk/>
            <pc:sldMk cId="923083715" sldId="524"/>
            <ac:spMk id="4" creationId="{30CFC47C-E2A0-F42D-3B3C-3E73C6CC6B32}"/>
          </ac:spMkLst>
        </pc:spChg>
        <pc:spChg chg="mod">
          <ac:chgData name="진옥화" userId="20b55f0b-5a9b-4958-9543-f5cbd24a6a07" providerId="ADAL" clId="{96675D79-D1A2-4548-BA94-5CE229F3E756}" dt="2026-06-23T03:55:10.530" v="770" actId="1076"/>
          <ac:spMkLst>
            <pc:docMk/>
            <pc:sldMk cId="923083715" sldId="524"/>
            <ac:spMk id="34" creationId="{F8791251-2920-A60A-6F86-3EFC22B9F700}"/>
          </ac:spMkLst>
        </pc:spChg>
        <pc:spChg chg="add mod">
          <ac:chgData name="진옥화" userId="20b55f0b-5a9b-4958-9543-f5cbd24a6a07" providerId="ADAL" clId="{96675D79-D1A2-4548-BA94-5CE229F3E756}" dt="2026-06-23T03:55:09.430" v="769" actId="14100"/>
          <ac:spMkLst>
            <pc:docMk/>
            <pc:sldMk cId="923083715" sldId="524"/>
            <ac:spMk id="50" creationId="{04A0CA28-B50C-C058-DE90-018E2C559FBF}"/>
          </ac:spMkLst>
        </pc:spChg>
      </pc:sldChg>
      <pc:sldChg chg="addSp mod">
        <pc:chgData name="진옥화" userId="20b55f0b-5a9b-4958-9543-f5cbd24a6a07" providerId="ADAL" clId="{96675D79-D1A2-4548-BA94-5CE229F3E756}" dt="2026-06-23T03:54:45.753" v="762" actId="22"/>
        <pc:sldMkLst>
          <pc:docMk/>
          <pc:sldMk cId="4113050207" sldId="525"/>
        </pc:sldMkLst>
        <pc:spChg chg="add">
          <ac:chgData name="진옥화" userId="20b55f0b-5a9b-4958-9543-f5cbd24a6a07" providerId="ADAL" clId="{96675D79-D1A2-4548-BA94-5CE229F3E756}" dt="2026-06-23T03:54:08.082" v="706" actId="22"/>
          <ac:spMkLst>
            <pc:docMk/>
            <pc:sldMk cId="4113050207" sldId="525"/>
            <ac:spMk id="3" creationId="{EB0D24EF-2616-4921-743F-89A8B509A6E8}"/>
          </ac:spMkLst>
        </pc:spChg>
        <pc:spChg chg="add">
          <ac:chgData name="진옥화" userId="20b55f0b-5a9b-4958-9543-f5cbd24a6a07" providerId="ADAL" clId="{96675D79-D1A2-4548-BA94-5CE229F3E756}" dt="2026-06-23T03:54:45.753" v="762" actId="22"/>
          <ac:spMkLst>
            <pc:docMk/>
            <pc:sldMk cId="4113050207" sldId="525"/>
            <ac:spMk id="15" creationId="{DFAE10D1-9C6F-E946-AEBC-777F591BFB82}"/>
          </ac:spMkLst>
        </pc:spChg>
        <pc:spChg chg="add">
          <ac:chgData name="진옥화" userId="20b55f0b-5a9b-4958-9543-f5cbd24a6a07" providerId="ADAL" clId="{96675D79-D1A2-4548-BA94-5CE229F3E756}" dt="2026-06-23T03:54:45.753" v="762" actId="22"/>
          <ac:spMkLst>
            <pc:docMk/>
            <pc:sldMk cId="4113050207" sldId="525"/>
            <ac:spMk id="34" creationId="{4CA410E0-34E5-2345-1FAD-1A2C79C6EBD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8275A-6386-4BBA-A369-784D6689AF7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B1E5D-516E-4F04-A21A-63BE4FED8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E24EC-83FA-0F68-A485-5889B628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51FC5-A5BA-A828-9B58-059B380F1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21D56-8084-6F5C-5B0D-EB7F99FE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B21D8-B543-E719-02A0-ED9B837F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B5C88-57A4-6A49-8353-D4BD779E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53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F7B6D-5DDF-F1EE-7506-A8533E7E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8F4AC9-5DA0-3B9D-86E0-AD119C86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36667-92A9-7AB1-EBF9-D72CAE75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3E3EC5-E66C-C0E1-BB93-4CF7306E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46A77-6847-F1A9-E8EE-230258F4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3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02427-8492-4532-A024-F9CF3D7A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C2CDC8-54F2-8EC9-E9C4-3D6E0CAF7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1D2791-1ADB-3516-CBA4-12369F42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C9DD71-E7CB-A081-C5EE-C6CCC907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9824A-8EB8-1238-4F79-58622224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42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94C38-236E-809D-4B9A-176DC66D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05CA9-E557-6F95-8F79-364EB0567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931DC0-1DBE-70E7-4E29-0DAFD05D7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17977-27AF-70EB-0098-344A6438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CD30F7-BBE5-B69A-D24C-7F3113E6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7E711B-DFF8-09A5-6433-B7C9C8BB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72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E2026-2739-916B-1C55-76709410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A26E5E-0C3C-8A61-4C86-BA752D4A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8C4A5B-C979-AD1F-36B4-A83B9CFF7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A5CD95-4764-D780-2576-C897628E8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67CAC3-79AB-D39B-FB5D-17EB52C1A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DDC4D-19B1-FAA9-2122-3EA904AD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E5CDE7-CB43-FABA-63C5-6F3FB953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32AB19-4431-21D4-8D8C-C90511F4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60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BE82E-44A6-6098-3535-F556D531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F121FA-ED6C-B2F1-8943-3BA74ECD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DFA76-D42A-6043-E4B8-AFB61CA8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73CA0-5785-8D42-5AA2-2FF57E64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82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24705E-B074-1CD0-6A6A-C251B329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132599-65F3-E4A9-042C-3201106B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76009-7ADD-D4A2-BB36-7C573527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0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3366F-1C81-264D-A261-93446DC9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E69ADA-620A-6B35-98BE-7DC9914F9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BB7D3D-261C-1CE9-3D3F-2D24AC8CD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8E4B12-B3FB-F5C5-1589-CA3D950C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711B54-59F2-EF0F-80FE-E050ADC5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9DD291-5ACC-0F5E-E6D2-AF14ADD7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41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15090-8D7C-1BEC-3ED0-CC981FAD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8714A82-515C-2D6F-D5D2-96B2E4A94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0DF165-8534-C80F-FEFE-70B6B41B4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19D7C4-56C0-8ECF-00D2-EE4D2E93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378DE2-3294-524E-B56C-2FE38DC6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A568DF-B893-6F4C-EF42-D5E226C0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4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07611-F968-6858-5766-4668CF68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3B9E80-C740-66FA-0C5E-24F9C4A9E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D01BB3-102A-E9D9-1B9D-92472207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594961-A488-B9EC-212D-4F15816B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78B43-A81D-2B0F-C911-B7F4575E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17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49A1EF-9F00-60B3-3206-BCBCA5516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FB053F-96E0-0BD5-4BF4-D940C074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27F9D-3E16-194F-3C94-60F8812A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B6556-0F5C-1596-63B7-E559230D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D87872-4A7D-367C-E777-8B7BE0F1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977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4E49A1-7B42-F91A-4902-34CF0F72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FF853-1E93-561F-066F-52B773E38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6CB9C1-1E09-ADB8-8B7C-FD1F544AE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47F3C-9191-452A-8F7F-BE5A959C5BE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4238B-3C93-C1D5-AC7A-F3B60C08F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3D6AE6-F988-9415-4305-1F760FEC1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AC065-53FC-4C92-B1FF-C22C5A87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05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Relationship Id="rId5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Relationship Id="rId5" Type="http://schemas.openxmlformats.org/officeDocument/2006/relationships/image" Target="../media/image25.jpg"/><Relationship Id="rId6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5.jpg"/><Relationship Id="rId7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5.jpg"/><Relationship Id="rId7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1.wdp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Relationship Id="rId5" Type="http://schemas.openxmlformats.org/officeDocument/2006/relationships/image" Target="../media/image2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Relationship Id="rId5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Relationship Id="rId5" Type="http://schemas.openxmlformats.org/officeDocument/2006/relationships/image" Target="../media/image25.jpg"/><Relationship Id="rId6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Relationship Id="rId5" Type="http://schemas.openxmlformats.org/officeDocument/2006/relationships/image" Target="../media/image25.jpg"/><Relationship Id="rId6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Relationship Id="rId5" Type="http://schemas.openxmlformats.org/officeDocument/2006/relationships/image" Target="../media/image25.jp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hdphoto" Target="../media/hdphoto2.wdp"/><Relationship Id="rId4" Type="http://schemas.openxmlformats.org/officeDocument/2006/relationships/image" Target="../media/image270.png"/><Relationship Id="rId5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29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4" Type="http://schemas.microsoft.com/office/2007/relationships/hdphoto" Target="../media/hdphoto3.wdp"/><Relationship Id="rId5" Type="http://schemas.openxmlformats.org/officeDocument/2006/relationships/image" Target="../media/image30.png"/><Relationship Id="rId6" Type="http://schemas.openxmlformats.org/officeDocument/2006/relationships/image" Target="../media/image2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3.wdp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5.jpg"/><Relationship Id="rId7" Type="http://schemas.openxmlformats.org/officeDocument/2006/relationships/image" Target="../media/image26.pn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81AC0B-AB42-9323-C3F7-50E50A10DDA7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436AB2-E150-8B75-0AFC-5198EA302719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3FC272-C081-BD8B-A783-B7D6BB9A95AD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30D-3D20-F352-F779-C2FE8F6F42C1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C62ED13-0427-DB99-226A-CDD3BB7F644C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02DE0B-73BC-0546-5D88-D9A1909E156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B810707-B5CF-D1AE-151E-C55978F4AA1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B57937-AD31-0017-897E-619A6D86B2FE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109AEA-E287-23FD-6410-17E25877B5F0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058ADB8-E2CF-826E-5C21-E52DB054C6AC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C0F32FC-4C00-9AE3-426B-73A04B07680E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C2C72A5-B9AE-1C15-E472-65A33047982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FB5BB8E-A0F5-3ECF-FF95-B1228DFF74EE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599D18-2567-56B6-7BDD-D4BAD88C4200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4F0FA26-6E52-469C-A31E-AD97436E6A9A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690BA6E-F4E1-1314-792E-745D02F9407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E935514-1CD3-246D-7BD7-B777CEC4654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6F9F6ED-E9DC-A813-2D42-D939E28DB65D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BD2F4A-EFA6-DA06-F059-4D29F4509987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가벽</a:t>
            </a:r>
            <a:endParaRPr lang="ko-KR" altLang="en-US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F593C-197A-5D3D-939F-62F3F7114919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highlight>
                  <a:srgbClr val="FFFF00"/>
                </a:highlight>
              </a:rPr>
              <a:t>가벽</a:t>
            </a:r>
            <a:r>
              <a:rPr lang="ko-KR" altLang="en-US" sz="1400" b="1" dirty="0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B2F6E5D6-7969-11AE-33C1-DDF291751B64}"/>
              </a:ext>
            </a:extLst>
          </p:cNvPr>
          <p:cNvSpPr/>
          <p:nvPr/>
        </p:nvSpPr>
        <p:spPr>
          <a:xfrm>
            <a:off x="5914244" y="5876667"/>
            <a:ext cx="162296" cy="5321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77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061C-D744-F8AF-2D30-FAFA9A13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8939AE-5C07-8CB9-A1C0-6B420C1CDA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C4FE46-518B-C092-5E58-B251CD01F3D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C4FE46-518B-C092-5E58-B251CD01F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812DA08-2736-0A7C-807B-FF36254ABC2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704E81-AB33-856F-A7FB-CD5639CEA895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8DDAA-40BC-0CA3-142C-CEFF78D5D2F0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049A39-3310-EF08-6B7D-948D30CCCCDE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2287DE4-4348-E3E6-BB62-F990396A6A86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2A73215-5020-4F2C-4804-C11A617D8E60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E45BC0-38F3-8B6D-41D7-3CE3D1BF4EB8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01177B-0604-8B7E-87A4-AC52A2AF970F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BCC376-CDE7-EF41-B9EF-E418E3C14AE0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0250B60-6D6B-23D0-4DAB-C23E9B7C9D5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E54B453-DEB8-7013-C19A-9869B468C712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0ED7F2A-7B48-952F-BF42-747BA813E287}"/>
              </a:ext>
            </a:extLst>
          </p:cNvPr>
          <p:cNvGrpSpPr/>
          <p:nvPr/>
        </p:nvGrpSpPr>
        <p:grpSpPr>
          <a:xfrm>
            <a:off x="3518881" y="2931254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FFE614D-D3A0-CEE6-1A3D-776DCE6AD13A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4AEADF1-EA8A-4A25-71D4-6655177C2DA1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A56A73B-6A8E-B5AE-1AE8-E94DB1837827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011E3BB9-C328-1893-0DD2-E1783E806737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0F8CB78-0895-8AEC-2ACC-555E53B2619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01C806C-616F-7EBD-FD08-1AB63577695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14C8DED-C9B7-3E01-262F-A2507BCE3C20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233A72-D2F7-729D-5959-6A5BDD4F4318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71D27EF-FBB5-8563-AD1A-3B836EF30EC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90AAB70-D6E2-5E18-2D91-E9D772DAC5B7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D49C451-4C3B-1BAD-45EA-A47FA4877CA7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D458E0-3012-7739-1743-F437CFBCFCA8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9CE9CC1-8588-4594-8089-647640004162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13">
            <a:extLst>
              <a:ext uri="{FF2B5EF4-FFF2-40B4-BE49-F238E27FC236}">
                <a16:creationId xmlns:a16="http://schemas.microsoft.com/office/drawing/2014/main" id="{450E4128-A6C0-CCDD-03AC-CA158C95C375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0013D99-DA00-B859-2037-504B1E59E8C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56AB179-E912-0412-950A-93F9063E015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877770A-9EB8-53AD-A4BD-7F037766A9E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43547AE-F7D2-168E-6B10-36EF744C13C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F4A9686-F476-BAED-6DB1-0E1109A0BFF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111B442-E31C-AFA6-88A0-88CEC247ACCD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51AA6CF-AAFB-90C1-5E76-440EC0EF163C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83E8A62-195D-2F45-6A1F-497913B914B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D78E8DB-1EF1-078C-46BD-51E0C0E8F28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9D262E8-0818-B5D6-C9F0-D4269A8B0E21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EC027B3-58ED-5DB3-FA5D-529CA550EFE2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A075DD5-7B20-3CC2-37F9-B92F13B7DC2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4E41DBF3-D9CA-3144-8AB1-235D7B29773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DFFBF11-9AF1-116C-AFAF-0473A478B1B6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9AED88-2659-8429-F822-884F61DA300A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0D24EF-2616-4921-743F-89A8B509A6E8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가벽</a:t>
            </a:r>
            <a:endParaRPr lang="ko-KR" altLang="en-US" sz="105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E10D1-9C6F-E946-AEBC-777F591BFB82}"/>
              </a:ext>
            </a:extLst>
          </p:cNvPr>
          <p:cNvSpPr txBox="1"/>
          <p:nvPr/>
        </p:nvSpPr>
        <p:spPr>
          <a:xfrm>
            <a:off x="4682972" y="6416299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highlight>
                  <a:srgbClr val="FFFF00"/>
                </a:highlight>
              </a:rPr>
              <a:t>가벽</a:t>
            </a:r>
            <a:r>
              <a:rPr lang="ko-KR" altLang="en-US" sz="1400" b="1" dirty="0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34" name="화살표: 위쪽 33">
            <a:extLst>
              <a:ext uri="{FF2B5EF4-FFF2-40B4-BE49-F238E27FC236}">
                <a16:creationId xmlns:a16="http://schemas.microsoft.com/office/drawing/2014/main" id="{4CA410E0-34E5-2345-1FAD-1A2C79C6EBDC}"/>
              </a:ext>
            </a:extLst>
          </p:cNvPr>
          <p:cNvSpPr/>
          <p:nvPr/>
        </p:nvSpPr>
        <p:spPr>
          <a:xfrm>
            <a:off x="5914244" y="5876667"/>
            <a:ext cx="162296" cy="5321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050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F4F21-D788-3223-97A5-6804EBA6EF48}"/>
              </a:ext>
            </a:extLst>
          </p:cNvPr>
          <p:cNvSpPr/>
          <p:nvPr/>
        </p:nvSpPr>
        <p:spPr>
          <a:xfrm>
            <a:off x="8611392" y="5430761"/>
            <a:ext cx="139938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0EFBE-061F-D4E0-EA04-E83145FFB8F8}"/>
              </a:ext>
            </a:extLst>
          </p:cNvPr>
          <p:cNvSpPr txBox="1"/>
          <p:nvPr/>
        </p:nvSpPr>
        <p:spPr>
          <a:xfrm>
            <a:off x="8402217" y="4576268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DC8549-1A74-1A2F-A427-F630670DFBCA}"/>
              </a:ext>
            </a:extLst>
          </p:cNvPr>
          <p:cNvSpPr/>
          <p:nvPr/>
        </p:nvSpPr>
        <p:spPr>
          <a:xfrm>
            <a:off x="6861292" y="451551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03C13D-9BA6-4C14-11C4-A52C5022E5E8}"/>
              </a:ext>
            </a:extLst>
          </p:cNvPr>
          <p:cNvGrpSpPr/>
          <p:nvPr/>
        </p:nvGrpSpPr>
        <p:grpSpPr>
          <a:xfrm>
            <a:off x="10069750" y="439809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586332-CBF2-627B-23CF-60BBFC5CBB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C78AE2C-8DB6-387D-1FA9-F6E4F4C99188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5CC6BEF-6BE6-8D2E-875C-0800F4F33DD8}"/>
              </a:ext>
            </a:extLst>
          </p:cNvPr>
          <p:cNvGrpSpPr/>
          <p:nvPr/>
        </p:nvGrpSpPr>
        <p:grpSpPr>
          <a:xfrm>
            <a:off x="3518881" y="2931254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ABD2169-2723-2F8C-FFC9-76032D714CB5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A9747B6-D6B5-9FCB-9676-4F8FCE17B6B0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495BBF8E-E84E-837D-10BA-C51315258888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58C1C254-20E7-517B-D2DD-8AB4E6B06342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4A0E47E-848F-1A95-D7FC-31A04671659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811B4A8-E951-7A8F-BB6C-08ED37F53CF0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4FDC271-1778-3400-C027-6B2E4CD8634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48E576-36A5-367E-01BE-0BC87709BB05}"/>
              </a:ext>
            </a:extLst>
          </p:cNvPr>
          <p:cNvSpPr txBox="1"/>
          <p:nvPr/>
        </p:nvSpPr>
        <p:spPr>
          <a:xfrm>
            <a:off x="7384707" y="640884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DA46F28-D2F7-F0D6-5600-52937EF3C711}"/>
              </a:ext>
            </a:extLst>
          </p:cNvPr>
          <p:cNvCxnSpPr>
            <a:cxnSpLocks/>
          </p:cNvCxnSpPr>
          <p:nvPr/>
        </p:nvCxnSpPr>
        <p:spPr>
          <a:xfrm flipV="1">
            <a:off x="7532845" y="5494214"/>
            <a:ext cx="4865" cy="944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8791251-2920-A60A-6F86-3EFC22B9F700}"/>
              </a:ext>
            </a:extLst>
          </p:cNvPr>
          <p:cNvSpPr txBox="1"/>
          <p:nvPr/>
        </p:nvSpPr>
        <p:spPr>
          <a:xfrm>
            <a:off x="5282315" y="625495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97A3F8-A80A-EA81-505C-D4A5F14002B2}"/>
              </a:ext>
            </a:extLst>
          </p:cNvPr>
          <p:cNvSpPr/>
          <p:nvPr/>
        </p:nvSpPr>
        <p:spPr>
          <a:xfrm>
            <a:off x="5914244" y="4376925"/>
            <a:ext cx="191222" cy="1461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가벽</a:t>
            </a:r>
            <a:endParaRPr lang="ko-KR" altLang="en-US" sz="105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C47C-E2A0-F42D-3B3C-3E73C6CC6B32}"/>
              </a:ext>
            </a:extLst>
          </p:cNvPr>
          <p:cNvSpPr txBox="1"/>
          <p:nvPr/>
        </p:nvSpPr>
        <p:spPr>
          <a:xfrm>
            <a:off x="3319632" y="6162035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highlight>
                  <a:srgbClr val="FFFF00"/>
                </a:highlight>
              </a:rPr>
              <a:t>가벽</a:t>
            </a:r>
            <a:r>
              <a:rPr lang="ko-KR" altLang="en-US" sz="1400" b="1" dirty="0">
                <a:highlight>
                  <a:srgbClr val="FFFF00"/>
                </a:highlight>
              </a:rPr>
              <a:t> 있나 확인 필요함</a:t>
            </a:r>
          </a:p>
        </p:txBody>
      </p:sp>
      <p:sp>
        <p:nvSpPr>
          <p:cNvPr id="50" name="화살표: 위쪽 49">
            <a:extLst>
              <a:ext uri="{FF2B5EF4-FFF2-40B4-BE49-F238E27FC236}">
                <a16:creationId xmlns:a16="http://schemas.microsoft.com/office/drawing/2014/main" id="{04A0CA28-B50C-C058-DE90-018E2C559FBF}"/>
              </a:ext>
            </a:extLst>
          </p:cNvPr>
          <p:cNvSpPr/>
          <p:nvPr/>
        </p:nvSpPr>
        <p:spPr>
          <a:xfrm rot="3934846">
            <a:off x="5330611" y="5521732"/>
            <a:ext cx="170097" cy="9654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8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B57937-AD31-0017-897E-619A6D86B2FE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68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81AC0B-AB42-9323-C3F7-50E50A10DDA7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30D-3D20-F352-F779-C2FE8F6F42C1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C62ED13-0427-DB99-226A-CDD3BB7F644C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02DE0B-73BC-0546-5D88-D9A1909E156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B810707-B5CF-D1AE-151E-C55978F4AA1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B57937-AD31-0017-897E-619A6D86B2FE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C0F32FC-4C00-9AE3-426B-73A04B07680E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C2C72A5-B9AE-1C15-E472-65A33047982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FB5BB8E-A0F5-3ECF-FF95-B1228DFF74EE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599D18-2567-56B6-7BDD-D4BAD88C4200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4F0FA26-6E52-469C-A31E-AD97436E6A9A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690BA6E-F4E1-1314-792E-745D02F9407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E935514-1CD3-246D-7BD7-B777CEC4654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6F9F6ED-E9DC-A813-2D42-D939E28DB65D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67CAAA-F4A4-4947-CDAC-B8E3ECAF0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6" y="2369569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50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D3DC-C6A0-4099-6F5B-C56166C0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CDC872-26F0-65AD-E16E-F25C32A037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F1386B-1D74-41D8-D14E-969A28C7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049561-027F-688E-788F-6AB62FA7EFB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81AC0B-AB42-9323-C3F7-50E50A10DDA7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436AB2-E150-8B75-0AFC-5198EA302719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30D-3D20-F352-F779-C2FE8F6F42C1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F70EA-968F-8C35-8273-19B9AE416C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C62ED13-0427-DB99-226A-CDD3BB7F644C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B02DE0B-73BC-0546-5D88-D9A1909E156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B810707-B5CF-D1AE-151E-C55978F4AA1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B57937-AD31-0017-897E-619A6D86B2FE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517A311-5FE0-84F9-F42E-A1F2059E639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C04318F-55F1-9E08-F22C-BDB96889502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ACBF6A-F27A-F743-8319-167755958410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A6308F-0CD6-4F99-ADAD-630189B69A3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BA1A8-6CA8-8530-F4FC-730C0243B7C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4050ABC5-6D50-E66C-BBC3-938BD4BD9E0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AC2766-839B-B0A5-89E1-6EC5A703DD4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C0F32FC-4C00-9AE3-426B-73A04B07680E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C2C72A5-B9AE-1C15-E472-65A33047982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FB5BB8E-A0F5-3ECF-FF95-B1228DFF74EE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599D18-2567-56B6-7BDD-D4BAD88C4200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4F0FA26-6E52-469C-A31E-AD97436E6A9A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690BA6E-F4E1-1314-792E-745D02F9407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E935514-1CD3-246D-7BD7-B777CEC4654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6F9F6ED-E9DC-A813-2D42-D939E28DB65D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77BB694-BDA6-1E1C-E495-5F281F8C82A9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67CAAA-F4A4-4947-CDAC-B8E3ECAF0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6" y="2369569"/>
            <a:ext cx="1757580" cy="1445609"/>
          </a:xfrm>
          <a:prstGeom prst="rect">
            <a:avLst/>
          </a:prstGeom>
        </p:spPr>
      </p:pic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B5BD4536-08FF-221E-B3C4-BADB6574D0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41811" y="4170975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2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6716329" y="437692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791251-2920-A60A-6F86-3EFC22B9F700}"/>
              </a:ext>
            </a:extLst>
          </p:cNvPr>
          <p:cNvSpPr txBox="1"/>
          <p:nvPr/>
        </p:nvSpPr>
        <p:spPr>
          <a:xfrm>
            <a:off x="6208756" y="626047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02C467-4CB7-3F62-3E86-AB37869245EE}"/>
              </a:ext>
            </a:extLst>
          </p:cNvPr>
          <p:cNvSpPr/>
          <p:nvPr/>
        </p:nvSpPr>
        <p:spPr>
          <a:xfrm>
            <a:off x="6868729" y="4538850"/>
            <a:ext cx="781751" cy="8142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BD8638-1C44-AB33-6955-A4088C0A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152689" y="5091759"/>
            <a:ext cx="1987337" cy="1381008"/>
          </a:xfrm>
          <a:prstGeom prst="rect">
            <a:avLst/>
          </a:prstGeom>
        </p:spPr>
      </p:pic>
      <p:pic>
        <p:nvPicPr>
          <p:cNvPr id="4" name="그림 3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F68380-3420-792C-3B68-184838378B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8" y="2545271"/>
            <a:ext cx="1757580" cy="1445609"/>
          </a:xfrm>
          <a:prstGeom prst="rect">
            <a:avLst/>
          </a:prstGeom>
        </p:spPr>
      </p:pic>
      <p:pic>
        <p:nvPicPr>
          <p:cNvPr id="27" name="그림 2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9431A81-AF34-A149-28DB-DAB04C0D77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12317" y="4353379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81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BADD68-C700-5098-6F52-EF831A436A87}"/>
              </a:ext>
            </a:extLst>
          </p:cNvPr>
          <p:cNvSpPr/>
          <p:nvPr/>
        </p:nvSpPr>
        <p:spPr>
          <a:xfrm>
            <a:off x="5569401" y="4483099"/>
            <a:ext cx="2239906" cy="99768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827995" y="47083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791251-2920-A60A-6F86-3EFC22B9F700}"/>
              </a:ext>
            </a:extLst>
          </p:cNvPr>
          <p:cNvSpPr txBox="1"/>
          <p:nvPr/>
        </p:nvSpPr>
        <p:spPr>
          <a:xfrm>
            <a:off x="6208756" y="626047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5149261" y="4310848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02C467-4CB7-3F62-3E86-AB37869245EE}"/>
              </a:ext>
            </a:extLst>
          </p:cNvPr>
          <p:cNvSpPr/>
          <p:nvPr/>
        </p:nvSpPr>
        <p:spPr>
          <a:xfrm>
            <a:off x="5715001" y="4620100"/>
            <a:ext cx="1935480" cy="73295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BD8638-1C44-AB33-6955-A4088C0A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152689" y="5091759"/>
            <a:ext cx="1987337" cy="1381008"/>
          </a:xfrm>
          <a:prstGeom prst="rect">
            <a:avLst/>
          </a:prstGeom>
        </p:spPr>
      </p:pic>
      <p:pic>
        <p:nvPicPr>
          <p:cNvPr id="4" name="그림 3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F68380-3420-792C-3B68-184838378B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8" y="2545271"/>
            <a:ext cx="1757580" cy="1445609"/>
          </a:xfrm>
          <a:prstGeom prst="rect">
            <a:avLst/>
          </a:prstGeom>
        </p:spPr>
      </p:pic>
      <p:pic>
        <p:nvPicPr>
          <p:cNvPr id="27" name="그림 2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C9431A81-AF34-A149-28DB-DAB04C0D77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12317" y="4353379"/>
            <a:ext cx="1619250" cy="1530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926631-7670-9C6E-C16B-2CD2E6B62EEC}"/>
              </a:ext>
            </a:extLst>
          </p:cNvPr>
          <p:cNvSpPr txBox="1"/>
          <p:nvPr/>
        </p:nvSpPr>
        <p:spPr>
          <a:xfrm>
            <a:off x="523588" y="1936545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/>
              <a:t>확장타입</a:t>
            </a:r>
          </a:p>
        </p:txBody>
      </p:sp>
    </p:spTree>
    <p:extLst>
      <p:ext uri="{BB962C8B-B14F-4D97-AF65-F5344CB8AC3E}">
        <p14:creationId xmlns:p14="http://schemas.microsoft.com/office/powerpoint/2010/main" val="3077205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A1519-F711-8E07-93A2-E6425D85F9A2}"/>
              </a:ext>
            </a:extLst>
          </p:cNvPr>
          <p:cNvSpPr/>
          <p:nvPr/>
        </p:nvSpPr>
        <p:spPr>
          <a:xfrm rot="5400000">
            <a:off x="7188174" y="5010134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5C62-AD0D-6910-42C7-EE2B06ED9C8C}"/>
              </a:ext>
            </a:extLst>
          </p:cNvPr>
          <p:cNvSpPr txBox="1"/>
          <p:nvPr/>
        </p:nvSpPr>
        <p:spPr>
          <a:xfrm>
            <a:off x="6258980" y="37446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754875-856D-3AE0-153D-DE6644225E83}"/>
              </a:ext>
            </a:extLst>
          </p:cNvPr>
          <p:cNvGrpSpPr/>
          <p:nvPr/>
        </p:nvGrpSpPr>
        <p:grpSpPr>
          <a:xfrm rot="5400000">
            <a:off x="3741901" y="3778064"/>
            <a:ext cx="99451" cy="545492"/>
            <a:chOff x="5324822" y="4538198"/>
            <a:chExt cx="99451" cy="54549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71CA95E-B99E-0D88-C005-58D414DF342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352B39E-F291-934C-C927-D4348CD692C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6C16DC-D76F-0444-441B-3E4C7C05BFBD}"/>
              </a:ext>
            </a:extLst>
          </p:cNvPr>
          <p:cNvSpPr/>
          <p:nvPr/>
        </p:nvSpPr>
        <p:spPr>
          <a:xfrm flipV="1">
            <a:off x="4071013" y="2742763"/>
            <a:ext cx="98385" cy="8410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791251-2920-A60A-6F86-3EFC22B9F700}"/>
              </a:ext>
            </a:extLst>
          </p:cNvPr>
          <p:cNvSpPr txBox="1"/>
          <p:nvPr/>
        </p:nvSpPr>
        <p:spPr>
          <a:xfrm>
            <a:off x="6874326" y="6216244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C9E77A-DEAE-9D47-483B-FF09F04B4174}"/>
              </a:ext>
            </a:extLst>
          </p:cNvPr>
          <p:cNvSpPr/>
          <p:nvPr/>
        </p:nvSpPr>
        <p:spPr>
          <a:xfrm rot="16200000" flipV="1">
            <a:off x="4482007" y="2613043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02A6787-40E9-73D6-29CA-1415CE53FCF2}"/>
              </a:ext>
            </a:extLst>
          </p:cNvPr>
          <p:cNvGrpSpPr/>
          <p:nvPr/>
        </p:nvGrpSpPr>
        <p:grpSpPr>
          <a:xfrm>
            <a:off x="8113958" y="4269085"/>
            <a:ext cx="100923" cy="1356633"/>
            <a:chOff x="4735802" y="4662002"/>
            <a:chExt cx="100923" cy="135663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CBC3C25-0C5D-5C08-A26A-83FCC19EA7F6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9BE5FA-9268-B7BD-94A8-C9D0DC1508E1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E026DCB-7C35-B52D-F9A0-1B382B9E53F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8CEB438-4484-39D2-A8B5-18C31E5668A3}"/>
              </a:ext>
            </a:extLst>
          </p:cNvPr>
          <p:cNvGrpSpPr/>
          <p:nvPr/>
        </p:nvGrpSpPr>
        <p:grpSpPr>
          <a:xfrm>
            <a:off x="6249038" y="4280974"/>
            <a:ext cx="100923" cy="1356633"/>
            <a:chOff x="4735802" y="4662002"/>
            <a:chExt cx="100923" cy="135663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CDCB67-D36A-A56A-08E0-E548144F2E7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6E86D38-E3E4-A047-F3BA-E674CB06455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EE423F2-3821-7EBF-71A1-52E4C20007B2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B9C963E-23F6-E6EB-7A6C-15FCDE151D73}"/>
              </a:ext>
            </a:extLst>
          </p:cNvPr>
          <p:cNvSpPr/>
          <p:nvPr/>
        </p:nvSpPr>
        <p:spPr>
          <a:xfrm rot="16200000" flipV="1">
            <a:off x="8576169" y="3332180"/>
            <a:ext cx="98385" cy="357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BD8638-1C44-AB33-6955-A4088C0A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0" y="4791776"/>
            <a:ext cx="1870318" cy="1299691"/>
          </a:xfrm>
          <a:prstGeom prst="rect">
            <a:avLst/>
          </a:prstGeom>
        </p:spPr>
      </p:pic>
      <p:pic>
        <p:nvPicPr>
          <p:cNvPr id="4" name="그림 3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F68380-3420-792C-3B68-184838378B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8" y="2545271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87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5C21A-97E0-D084-85EC-7B757F1E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41A6-12AB-A270-9D13-E77C5274E5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1061" y="946662"/>
            <a:ext cx="8995839" cy="5276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250C89-68FC-432A-31A8-4009329D5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7D1B284-0FAA-EA6F-7821-6FBE18A551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3045-E4C0-6D26-0D05-4D641D9FAD2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05B7265B-EBDB-54AB-C97B-567518ED17D1}"/>
              </a:ext>
            </a:extLst>
          </p:cNvPr>
          <p:cNvSpPr/>
          <p:nvPr/>
        </p:nvSpPr>
        <p:spPr>
          <a:xfrm>
            <a:off x="6980395" y="465757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791251-2920-A60A-6F86-3EFC22B9F700}"/>
              </a:ext>
            </a:extLst>
          </p:cNvPr>
          <p:cNvSpPr txBox="1"/>
          <p:nvPr/>
        </p:nvSpPr>
        <p:spPr>
          <a:xfrm>
            <a:off x="6615828" y="627271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01E56FAF-9E58-011E-BCCE-32CADBDB41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6A5286-BC62-CAEC-6ED7-7D7866AC571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7170966-BBDE-8934-CCF0-2348D27E7CF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4313E6B-FFC6-78F8-1E53-8297ED2C7C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AA775F-1597-F20A-FB4C-146589625C0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FD847F64-AE0D-14E2-20F2-A6002ED325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EBD8638-1C44-AB33-6955-A4088C0A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216056" y="2558874"/>
            <a:ext cx="1987337" cy="13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24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F8E-434A-C19D-BFBB-E00B9F3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5602D4-22F7-51CF-2573-C4DBBFE0F4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161727-2804-E8A5-4D10-51EDF5F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C6500E-B3CB-BD98-8738-1C8D4E16B14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C8EC2-4B1A-5FC3-CA7A-53130C0D16C9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8CB636-1866-7D8E-93C0-3F05ACCEADE0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BC5DA2-3C93-7F25-CBF2-D76E35A99396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55AC0-7D0A-5A7E-FC00-46B842A3B18F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1475B-661F-D2D5-B267-B2EC3FAA128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4A2921-BDE2-6EBA-B584-0919AC681CD6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F8A39F-4C5C-F79E-DB20-DF087981FCE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D062106-5314-F1B6-F9A9-E79EFE858E6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4AEE6D-5C1B-778F-2EC7-52942ABFF027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AFA18-87C1-791E-3D68-A7FABF00E604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DE81572-63A6-DDD2-B5B8-CCD4DB969CBA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F95D7ABD-34AF-B8E8-1669-B8FFBA74405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163ECEF-D3B6-F9EF-FD83-903C8F1E7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0501A8E-4A1C-D169-32C4-7292857F27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9311F68-45E0-6029-BC4E-5BB08A83F7F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B38566A-A758-BB63-7F17-7FD0504490F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B7169BB-6E18-0D0F-4D03-1307CF7736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5172D89-5BAF-3CBD-047A-0E60209EDDE8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DE0A1D0-B0A1-A8C3-F8E0-E8C55F048545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50E717B-8CFF-37DC-C4D9-FFE662B449D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8F41EE4-8B01-706F-DC57-B83DE10725E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3BDC3F5-F5C7-2339-0BD5-4D9BF846100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285165D-1CCC-9C9E-8035-20095746933B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C8E88C3-FB89-6CB1-0380-7F5389AAA3A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9539D3-28CB-BD28-5EE9-AB809F2E3CF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093FFEF-07B4-0C68-03F1-AC593BA084D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DE4B0E-8EC7-AB38-EC16-1128947D179F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082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6226-8855-B292-2E11-DD0A561C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EE9A61-C517-88DC-818C-49DDAE74E4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9C3A5-27CD-D3C0-6DF8-40AA37ADD89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9C3A5-27CD-D3C0-6DF8-40AA37ADD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2A9051B-5B05-F024-352F-C732B79946E3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CE14C6-CD84-8DAA-42AB-37F425BF88F6}"/>
              </a:ext>
            </a:extLst>
          </p:cNvPr>
          <p:cNvSpPr/>
          <p:nvPr/>
        </p:nvSpPr>
        <p:spPr>
          <a:xfrm>
            <a:off x="8661176" y="54919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544577-A0A0-E910-5B66-C6A8A6273536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11B273-3DF0-688B-D11C-BF4F4CC91E63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47C8725-0E71-321A-CA12-FF95896EDFB0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C7EA2-D19A-7A33-35FA-C221C8244577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45DE99-0CBD-F314-AB9D-C4ADC195B8D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D635964-1C1A-4011-A5A2-96DC4D469167}"/>
              </a:ext>
            </a:extLst>
          </p:cNvPr>
          <p:cNvGrpSpPr/>
          <p:nvPr/>
        </p:nvGrpSpPr>
        <p:grpSpPr>
          <a:xfrm>
            <a:off x="9985354" y="451071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8539ABB-5E1D-4BAB-C385-61882BB650F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3E28BE3-FDCF-B8AE-4891-EEEEE4F385F0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BE07F80-E30D-7C06-B9C5-C7BD872DE9FD}"/>
              </a:ext>
            </a:extLst>
          </p:cNvPr>
          <p:cNvGrpSpPr/>
          <p:nvPr/>
        </p:nvGrpSpPr>
        <p:grpSpPr>
          <a:xfrm>
            <a:off x="3575875" y="3012768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DC09B5F-27E0-6572-B71E-20B118EFB9BB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4063BB6-0A3A-AC9B-6DA0-25BA2E85C353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BEB124F-C18E-5607-236E-196FEEB9E8D3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9B98BAEB-0F8A-6EDA-B728-4FEEF9EE3DBE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BE097D4-A443-FA4B-7580-C6D05F06E6A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037A4253-98CF-0ACC-DDD7-72223431BF7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6417EA09-2D15-DCC9-2B31-2EA6E69E5BD0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F422F74-71CB-9EF2-ABBA-5F7F352554C2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1021F13-28ED-2268-E930-1FBF6AAF8B1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16D288-AA2F-E62C-8DAE-D2B4CE64295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BD469B-47FF-5711-E4B1-43E6DF0D9480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18F0F2-090E-48C8-04C0-FDC89DF84FCB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FD6D1AF-68BB-94C5-4153-59A3EA3C777D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32D037D2-CD03-0907-1BED-C1DB860E2B46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2B0B6A3-6285-7FC0-8D2F-A2A385924C7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10DDF39C-BD11-274C-8AED-6D6270AD5FF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B157BE0-D009-B269-EE06-571A7D5FF02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A8A2D0A-088D-E8D4-B7D8-FD6BD3A65A4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E0A828CF-2E7F-CD24-923C-52C5D089AEE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4C908B-1B87-954D-3E30-00875DAA54B5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3E8C297-0783-5D0E-0731-AD3A9634D5B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84A1FC2-7F1F-182B-1D14-4E67E021657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09BD9E3-334F-2477-20B4-E4682371886C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F4905B9-9091-F717-56D8-2D6F32CEAF9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F72F929-889E-0AC4-E06E-587DC4C31A9C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BD7343A-F104-675D-16A8-6BE38186C52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72EFB7E-24B2-7F53-E7FE-74210EE32A6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75B1C58-A8EF-56B7-334A-BFC5C1CC5B4C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6E3D460-BFE2-BAA6-4116-4DB9A68A814A}"/>
              </a:ext>
            </a:extLst>
          </p:cNvPr>
          <p:cNvSpPr txBox="1"/>
          <p:nvPr/>
        </p:nvSpPr>
        <p:spPr>
          <a:xfrm>
            <a:off x="8349828" y="4606641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614036F-EA04-75E1-2DDD-CA9BA78236B4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91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08DED8-CB5C-F9E3-31F6-235F63C1CCD7}"/>
              </a:ext>
            </a:extLst>
          </p:cNvPr>
          <p:cNvSpPr/>
          <p:nvPr/>
        </p:nvSpPr>
        <p:spPr>
          <a:xfrm>
            <a:off x="8661176" y="5491918"/>
            <a:ext cx="117814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9FC961-45C6-E4D2-CB33-CA352BB875F1}"/>
              </a:ext>
            </a:extLst>
          </p:cNvPr>
          <p:cNvSpPr/>
          <p:nvPr/>
        </p:nvSpPr>
        <p:spPr>
          <a:xfrm>
            <a:off x="6854969" y="4575228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4C37984-37F9-B89E-DCC2-707C7A162B63}"/>
              </a:ext>
            </a:extLst>
          </p:cNvPr>
          <p:cNvGrpSpPr/>
          <p:nvPr/>
        </p:nvGrpSpPr>
        <p:grpSpPr>
          <a:xfrm>
            <a:off x="9985354" y="4510716"/>
            <a:ext cx="98814" cy="650518"/>
            <a:chOff x="4737834" y="4900127"/>
            <a:chExt cx="98814" cy="65051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D03C2B8-29B2-3050-1EEA-445812592A7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A55C4FB-41C3-598B-B299-BB16E0C41E6A}"/>
                </a:ext>
              </a:extLst>
            </p:cNvPr>
            <p:cNvSpPr/>
            <p:nvPr/>
          </p:nvSpPr>
          <p:spPr>
            <a:xfrm>
              <a:off x="4738263" y="545226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6A9B58-3992-9A09-669E-BC550B4138EE}"/>
              </a:ext>
            </a:extLst>
          </p:cNvPr>
          <p:cNvGrpSpPr/>
          <p:nvPr/>
        </p:nvGrpSpPr>
        <p:grpSpPr>
          <a:xfrm>
            <a:off x="3575875" y="3012768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5AF903A-0E27-1C56-5B9E-5280804A01AE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AA3343E6-FA9C-06B6-A34F-97305437ECCB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05BE3CE-C9FB-F160-777A-8FBB18AFB56F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EAAC9F01-BD50-74A9-2051-E0928F327B0C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B15C892-F28A-6D9C-5871-64493009DED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E8550A6-15E8-7EE1-7A2E-F07668ED121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D9CCA290-36AA-9791-9E58-BEC01EFA762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12C4CB-25A5-24CE-E20B-C84C5BD85BCA}"/>
              </a:ext>
            </a:extLst>
          </p:cNvPr>
          <p:cNvSpPr txBox="1"/>
          <p:nvPr/>
        </p:nvSpPr>
        <p:spPr>
          <a:xfrm>
            <a:off x="7554213" y="635272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C000E2A-32C3-A30E-769D-83D0FA2D1280}"/>
              </a:ext>
            </a:extLst>
          </p:cNvPr>
          <p:cNvCxnSpPr>
            <a:cxnSpLocks/>
          </p:cNvCxnSpPr>
          <p:nvPr/>
        </p:nvCxnSpPr>
        <p:spPr>
          <a:xfrm flipV="1">
            <a:off x="7702331" y="5522079"/>
            <a:ext cx="1772" cy="85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5274623" y="627717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C8FDC-5BD3-8A52-7ED6-6258D080381D}"/>
              </a:ext>
            </a:extLst>
          </p:cNvPr>
          <p:cNvSpPr txBox="1"/>
          <p:nvPr/>
        </p:nvSpPr>
        <p:spPr>
          <a:xfrm>
            <a:off x="8349828" y="4606641"/>
            <a:ext cx="841797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453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1A55C-ADAD-4D01-011C-774D90CC1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" y="2800346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8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1A55C-ADAD-4D01-011C-774D90CC1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" y="2800346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56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1A55C-ADAD-4D01-011C-774D90CC1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" y="2800346"/>
            <a:ext cx="1757580" cy="1445609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6FCBFA4-2D9C-A99C-98CA-3FF25F912140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그림 5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205DF256-16D0-414E-9D1F-7E6C05577B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64697" y="4444250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99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738366" y="6274795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1A55C-ADAD-4D01-011C-774D90CC1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" y="2800346"/>
            <a:ext cx="1757580" cy="144560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E3E10C-72E5-7059-FCAD-52B6664489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0" y="4866863"/>
            <a:ext cx="1924169" cy="13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8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125C5A-41D1-702D-1EBD-F64D331E2324}"/>
              </a:ext>
            </a:extLst>
          </p:cNvPr>
          <p:cNvSpPr/>
          <p:nvPr/>
        </p:nvSpPr>
        <p:spPr>
          <a:xfrm rot="5400000">
            <a:off x="7180821" y="5029738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FD12E9A-5C04-9D42-8348-4006A023695F}"/>
              </a:ext>
            </a:extLst>
          </p:cNvPr>
          <p:cNvSpPr/>
          <p:nvPr/>
        </p:nvSpPr>
        <p:spPr>
          <a:xfrm>
            <a:off x="6710006" y="4436635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59BB-281C-FAF4-6D20-BD4B8607A6E9}"/>
              </a:ext>
            </a:extLst>
          </p:cNvPr>
          <p:cNvSpPr txBox="1"/>
          <p:nvPr/>
        </p:nvSpPr>
        <p:spPr>
          <a:xfrm>
            <a:off x="6284639" y="387146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FEEEBF6-1FBE-B189-E519-D2C4592BC3AF}"/>
              </a:ext>
            </a:extLst>
          </p:cNvPr>
          <p:cNvGrpSpPr/>
          <p:nvPr/>
        </p:nvGrpSpPr>
        <p:grpSpPr>
          <a:xfrm rot="5400000">
            <a:off x="3884810" y="3871479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4F353A2-B55E-2202-CA3A-7DD3AD24654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08927B0-ABF3-0ED7-055D-79C9A4AAA83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6E6ED7-5966-E4D8-9F34-065162E6903A}"/>
              </a:ext>
            </a:extLst>
          </p:cNvPr>
          <p:cNvSpPr/>
          <p:nvPr/>
        </p:nvSpPr>
        <p:spPr>
          <a:xfrm flipV="1">
            <a:off x="4122422" y="2864481"/>
            <a:ext cx="98385" cy="777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235446" y="627479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DFB293-8438-5835-D779-DE40E11FBE80}"/>
              </a:ext>
            </a:extLst>
          </p:cNvPr>
          <p:cNvSpPr/>
          <p:nvPr/>
        </p:nvSpPr>
        <p:spPr>
          <a:xfrm rot="16200000" flipV="1">
            <a:off x="4510162" y="2741912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2F88C81-020C-CD92-1D2B-A5B9140FA4FE}"/>
              </a:ext>
            </a:extLst>
          </p:cNvPr>
          <p:cNvGrpSpPr/>
          <p:nvPr/>
        </p:nvGrpSpPr>
        <p:grpSpPr>
          <a:xfrm>
            <a:off x="8134154" y="4328434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77D2AD-3D31-B16E-9ED5-45CD8D93D4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A12D94-F383-AA44-D6C5-0FA356347EE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297851F-8EDA-133C-50E2-714EDF0616D9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B7B4DC-4E35-4BCD-FC68-5C6E58C6FF76}"/>
              </a:ext>
            </a:extLst>
          </p:cNvPr>
          <p:cNvGrpSpPr/>
          <p:nvPr/>
        </p:nvGrpSpPr>
        <p:grpSpPr>
          <a:xfrm>
            <a:off x="6186254" y="4345865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CFC6E0A-B37C-F315-8927-429B5858411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E9150FF-79CA-53E4-47D8-2B214D14BBC4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D2A43AC-FDE0-EFA2-EB4D-6BBBB15E1B4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ECE382F-5C26-4E56-6B54-1EA62926869C}"/>
              </a:ext>
            </a:extLst>
          </p:cNvPr>
          <p:cNvSpPr/>
          <p:nvPr/>
        </p:nvSpPr>
        <p:spPr>
          <a:xfrm rot="16200000" flipV="1">
            <a:off x="9869564" y="2394957"/>
            <a:ext cx="98385" cy="343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23CE4C7-1947-2291-A979-406956944E75}"/>
              </a:ext>
            </a:extLst>
          </p:cNvPr>
          <p:cNvSpPr/>
          <p:nvPr/>
        </p:nvSpPr>
        <p:spPr>
          <a:xfrm>
            <a:off x="6862406" y="4589035"/>
            <a:ext cx="788074" cy="83302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1A55C-ADAD-4D01-011C-774D90CC1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49" y="2578793"/>
            <a:ext cx="1757580" cy="1445609"/>
          </a:xfrm>
          <a:prstGeom prst="rect">
            <a:avLst/>
          </a:prstGeom>
        </p:spPr>
      </p:pic>
      <p:pic>
        <p:nvPicPr>
          <p:cNvPr id="25" name="그림 2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63FAD34-69DA-BACD-1DFA-1F59BCC67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64697" y="4444250"/>
            <a:ext cx="1619250" cy="15303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F2AA266-82BA-47EC-D3C2-C22580EBCD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10241201" y="4753498"/>
            <a:ext cx="1924169" cy="13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26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614E-FA9A-A0FC-54F7-C285CF47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993443-A6BA-184E-B95C-ED1F5F7293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6279" y="590334"/>
            <a:ext cx="8819021" cy="5677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C8B70-FB44-1A98-DFFD-5EDB00E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72731-26DF-CD23-05F4-87B354DE041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3C2E4-51C3-35F1-B843-ACE7669AE31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27171B05-2D3D-F828-7418-3245BFFF96EB}"/>
              </a:ext>
            </a:extLst>
          </p:cNvPr>
          <p:cNvSpPr/>
          <p:nvPr/>
        </p:nvSpPr>
        <p:spPr>
          <a:xfrm>
            <a:off x="6974072" y="471728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4A174-8C8D-A62E-D989-CB0CA0DDE912}"/>
              </a:ext>
            </a:extLst>
          </p:cNvPr>
          <p:cNvSpPr txBox="1"/>
          <p:nvPr/>
        </p:nvSpPr>
        <p:spPr>
          <a:xfrm>
            <a:off x="6738366" y="6274795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4E23484-1C71-9A78-F436-B9A078FEF56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7DDD46-C521-83A7-39CE-4F7093A1D1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F30EC02-B223-446A-184F-2DCD9299522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8FD90BC-9E02-4685-4425-DF328300224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9EEDE8A-9ACE-CFD6-CA13-838FD3692DD3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5473C2E-CEA3-933F-8D8C-5ED7FA4C2C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C9F880D-7D7F-51CD-9C9D-A4526BB05D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66864" y="2560853"/>
            <a:ext cx="1924169" cy="13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4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9820-6637-BCD0-3FB1-075CF61B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A8DEB4-204D-C059-3294-89B0EA365D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88E985-3E89-3368-CD4C-7CDE83CF36E7}"/>
                  </a:ext>
                </a:extLst>
              </p:cNvPr>
              <p:cNvSpPr txBox="1"/>
              <p:nvPr/>
            </p:nvSpPr>
            <p:spPr>
              <a:xfrm>
                <a:off x="10153357" y="14620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88E985-3E89-3368-CD4C-7CDE83CF3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357" y="14620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3EBE52-0BE2-D03A-BCFD-F139ADA5808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F71E6C-D1BE-BDBA-3A34-D5A770E6846A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69B9C3-405A-E353-901D-E87B3258701E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5DD84C-34CA-38B2-339A-8BE28943D619}"/>
              </a:ext>
            </a:extLst>
          </p:cNvPr>
          <p:cNvSpPr/>
          <p:nvPr/>
        </p:nvSpPr>
        <p:spPr>
          <a:xfrm>
            <a:off x="6883282" y="462427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FA514-0E6E-8000-2FE4-96F8E55E7423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82BE9-F6DD-E868-CB11-EBF9F40C9E2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E0EAF54-0AC0-22CD-B0F1-4184485AC04F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07EDE6B-E03C-221E-9F33-B467AFB9452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AABDCE4-C4C1-1325-0489-F85C2666DC5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EBCD4C-8B2B-D408-03F8-224AFEA14A07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9DB0AB-3774-E84C-9C71-E147477D14E5}"/>
              </a:ext>
            </a:extLst>
          </p:cNvPr>
          <p:cNvSpPr txBox="1"/>
          <p:nvPr/>
        </p:nvSpPr>
        <p:spPr>
          <a:xfrm>
            <a:off x="7450299" y="63949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589B70-680D-02F7-545F-390F550E2E5D}"/>
              </a:ext>
            </a:extLst>
          </p:cNvPr>
          <p:cNvCxnSpPr>
            <a:cxnSpLocks/>
          </p:cNvCxnSpPr>
          <p:nvPr/>
        </p:nvCxnSpPr>
        <p:spPr>
          <a:xfrm flipV="1">
            <a:off x="7598437" y="5604712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A4EC3B24-1932-9F34-BD86-66F56F54588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CCC2919-471A-67A6-8AFD-0D3A6FC81F6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56D48CC-BE71-01C4-0045-10921995C84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B07E785-94F5-7FE7-7374-FD2130F9FB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BFAE27B-DD8F-E7E6-67BB-E5C88F7B463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BB901CEA-1E3C-943F-3260-C52CDA2F7FF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3AD09D9-9450-EAEF-BAAC-8242D77A6B8D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355F7C9-C9A7-DD8F-D162-0D49269BA385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21ADC4A-6715-404B-51EB-BACA061BC52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54DAEF4-1DB1-E512-D0BF-9CA7C78CEF9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4425A1D-4772-4F20-9FFE-6F17A32B2518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9DF5C9D-A01C-1471-4D6B-4B5889FC53BD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DD24CA3-37F8-4AC2-5769-B455A5DFE711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7B4C14-E2C0-2291-0792-A7D22F11FB80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E58B319-5A6D-1A47-DB37-46CDC86D98DB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5DCF22-8622-A909-336A-4E1A5B2A9CDF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790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E66E-A2DC-3040-9CB5-48EB55B3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4E4AF3-ED2D-06E8-974D-2413CEE3B1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4718D9-716E-C2A8-36A4-939FBBDAA97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4718D9-716E-C2A8-36A4-939FBBDAA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E8FFB6-8BA4-8ACE-D4F2-97AFC16955E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F2C562-168A-F6D8-EBE6-84160571B03F}"/>
              </a:ext>
            </a:extLst>
          </p:cNvPr>
          <p:cNvSpPr/>
          <p:nvPr/>
        </p:nvSpPr>
        <p:spPr>
          <a:xfrm>
            <a:off x="8801983" y="5506964"/>
            <a:ext cx="129927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F446-7BA2-B533-1442-60C0AB4549CE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6D6FDD-7924-E115-5B42-ED956CFC2E13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ABA984-7149-1FEB-DB80-0B7D06D52ADF}"/>
              </a:ext>
            </a:extLst>
          </p:cNvPr>
          <p:cNvSpPr/>
          <p:nvPr/>
        </p:nvSpPr>
        <p:spPr>
          <a:xfrm>
            <a:off x="6883282" y="462427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AFC02-E97F-5F70-1413-8EDBD33DAA1D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52FAF-8CC6-B962-C159-886C0FE29E4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9896C7B-CCFE-C937-46C9-A208BB0DBACE}"/>
              </a:ext>
            </a:extLst>
          </p:cNvPr>
          <p:cNvGrpSpPr/>
          <p:nvPr/>
        </p:nvGrpSpPr>
        <p:grpSpPr>
          <a:xfrm>
            <a:off x="10195552" y="4422573"/>
            <a:ext cx="98814" cy="744977"/>
            <a:chOff x="4737834" y="4900127"/>
            <a:chExt cx="98814" cy="744977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B1D62F7-97A2-BD77-3B14-862BA89CE39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E10E463-1E86-FB48-D141-A14109C057C3}"/>
                </a:ext>
              </a:extLst>
            </p:cNvPr>
            <p:cNvSpPr/>
            <p:nvPr/>
          </p:nvSpPr>
          <p:spPr>
            <a:xfrm>
              <a:off x="4738263" y="554671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635950-E55C-602A-9C46-08A17EBAB1E2}"/>
              </a:ext>
            </a:extLst>
          </p:cNvPr>
          <p:cNvGrpSpPr/>
          <p:nvPr/>
        </p:nvGrpSpPr>
        <p:grpSpPr>
          <a:xfrm rot="5400000">
            <a:off x="2273030" y="3642262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9DD8929-737A-E527-8D74-00AFB0AA4DBA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7ED1003B-8112-0B67-8540-CD422C352755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EC51D56-0704-AA36-3D99-32218F653EA4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3983C6A5-591E-C821-30EF-8ECF84F6301C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D4AC21F-AB5F-B746-ED22-17D09B2E24AE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DA9CC6C0-5D6C-0795-558E-CE4B51DFABB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1C9A0F-A2C1-7B79-4ABE-06A4A68494A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9301432-4821-7182-AAD9-C86D9581079B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913DF9B-5260-252C-EF33-25DFBDD45736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E8B191F-E770-9AD0-55D6-827DF3FFA53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DFB5AC-4E60-D022-6C2F-A17BDA42E989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7DBA4C-8065-040F-CB7D-94B411FC81B7}"/>
              </a:ext>
            </a:extLst>
          </p:cNvPr>
          <p:cNvSpPr txBox="1"/>
          <p:nvPr/>
        </p:nvSpPr>
        <p:spPr>
          <a:xfrm>
            <a:off x="7450299" y="63949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4B963C9-CA2E-58D6-6E71-844F075388A6}"/>
              </a:ext>
            </a:extLst>
          </p:cNvPr>
          <p:cNvCxnSpPr>
            <a:cxnSpLocks/>
          </p:cNvCxnSpPr>
          <p:nvPr/>
        </p:nvCxnSpPr>
        <p:spPr>
          <a:xfrm flipV="1">
            <a:off x="7598437" y="5604712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85E8288E-D4E4-B656-6A85-EF953F5EFC4C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93E17B-127F-5E99-48B4-DDFCA39FD2D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4E72440-5533-E0F3-A473-24E6D91ABEB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13B3B61-5EE7-0666-2B71-1C76D04D7C9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E23CBE0-43FB-072A-2F60-4347ADDB860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A578DA4-9C79-74C1-5023-FB9D1658C36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FF7E1E1-83DF-3306-EA11-0F265B322E4B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D1A52A3-5871-E7D9-5CD7-7C7F626C6FF9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323A68E-71B9-92E5-E8CB-6B55F4705C1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87BADD2-3CD4-4B06-5EFD-2858A6511643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4E60C6EF-952C-F25C-2C96-8421BC606078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A62ECC6-FCC5-A17C-A6DA-32B93037C4F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3D583B9-218E-64E6-3AD5-1A2B6446838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1B63D0C-2668-4A43-C678-CDBC5849D81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E13B3E1-A112-36C7-4424-4609C711267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0B0DC2E-7E62-AD81-1E93-ACF6187AB715}"/>
              </a:ext>
            </a:extLst>
          </p:cNvPr>
          <p:cNvSpPr txBox="1"/>
          <p:nvPr/>
        </p:nvSpPr>
        <p:spPr>
          <a:xfrm>
            <a:off x="8476828" y="4638391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E7BD83C-281B-EB0E-8DCB-33AC2F50B9D7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718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8E6-7878-5584-61D0-0101C04A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10876B-662C-18A1-BC6F-A91794A532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AA9DF86-A017-4DC3-82A8-654A59AD059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9AA933-6041-4B58-2948-54F714932CE6}"/>
              </a:ext>
            </a:extLst>
          </p:cNvPr>
          <p:cNvSpPr/>
          <p:nvPr/>
        </p:nvSpPr>
        <p:spPr>
          <a:xfrm>
            <a:off x="8801983" y="5506964"/>
            <a:ext cx="129927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5FB04B-2AB1-16FE-80E3-DC4413C4C928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B5AE3BA-704F-3AEC-9BE2-A1B8CE218A8E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9C95E90-E492-5DE6-8B78-4A3E5DEF973A}"/>
              </a:ext>
            </a:extLst>
          </p:cNvPr>
          <p:cNvSpPr/>
          <p:nvPr/>
        </p:nvSpPr>
        <p:spPr>
          <a:xfrm>
            <a:off x="6883282" y="462427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24F51-4BDD-D751-E4AD-5A5570FBA0F0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C995E-B7A7-EFAF-10F9-7979E0E365F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38323612-7C74-0266-CD12-4DBC89E7FCEF}"/>
              </a:ext>
            </a:extLst>
          </p:cNvPr>
          <p:cNvSpPr/>
          <p:nvPr/>
        </p:nvSpPr>
        <p:spPr>
          <a:xfrm>
            <a:off x="7002385" y="476632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B5C6B47-F3AA-776B-78D7-3275F6FE0E0C}"/>
              </a:ext>
            </a:extLst>
          </p:cNvPr>
          <p:cNvGrpSpPr/>
          <p:nvPr/>
        </p:nvGrpSpPr>
        <p:grpSpPr>
          <a:xfrm>
            <a:off x="10195552" y="4422573"/>
            <a:ext cx="98814" cy="744977"/>
            <a:chOff x="4737834" y="4900127"/>
            <a:chExt cx="98814" cy="744977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01B1BE4-0F94-F16B-5DCB-DB891F6761E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450B391-1986-333E-A856-0E9CFACA2759}"/>
                </a:ext>
              </a:extLst>
            </p:cNvPr>
            <p:cNvSpPr/>
            <p:nvPr/>
          </p:nvSpPr>
          <p:spPr>
            <a:xfrm>
              <a:off x="4738263" y="554671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6200259-EEC4-367F-9368-32020534602A}"/>
              </a:ext>
            </a:extLst>
          </p:cNvPr>
          <p:cNvGrpSpPr/>
          <p:nvPr/>
        </p:nvGrpSpPr>
        <p:grpSpPr>
          <a:xfrm rot="5400000">
            <a:off x="2273030" y="3642262"/>
            <a:ext cx="444200" cy="497746"/>
            <a:chOff x="9191246" y="3797098"/>
            <a:chExt cx="44420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30D003C-E9B3-3557-7126-8742366B9E2D}"/>
                </a:ext>
              </a:extLst>
            </p:cNvPr>
            <p:cNvGrpSpPr/>
            <p:nvPr/>
          </p:nvGrpSpPr>
          <p:grpSpPr>
            <a:xfrm>
              <a:off x="9536632" y="3799905"/>
              <a:ext cx="98814" cy="494939"/>
              <a:chOff x="465052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40673D30-BB0F-81F7-9E69-ECA5609E6152}"/>
                  </a:ext>
                </a:extLst>
              </p:cNvPr>
              <p:cNvSpPr/>
              <p:nvPr/>
            </p:nvSpPr>
            <p:spPr>
              <a:xfrm>
                <a:off x="46505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40C1D69-4698-5779-414F-2F9B2F5479D0}"/>
                  </a:ext>
                </a:extLst>
              </p:cNvPr>
              <p:cNvSpPr/>
              <p:nvPr/>
            </p:nvSpPr>
            <p:spPr>
              <a:xfrm>
                <a:off x="465095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B490D34B-5927-3DDD-BEC4-822819645BA6}"/>
                </a:ext>
              </a:extLst>
            </p:cNvPr>
            <p:cNvSpPr/>
            <p:nvPr/>
          </p:nvSpPr>
          <p:spPr>
            <a:xfrm rot="5400000">
              <a:off x="929186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641FAEC-A225-B7B5-50C6-DAAE4D4581C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59CC660-D7FB-BC64-5EC4-42303B93930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11B6088-7C4A-1681-3ADF-494A2CF18B5D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1FF701-0CFC-BBC4-F488-ED8AA1E18317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82ACAD-BF15-9276-8D22-4336221A608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4266EB-90D1-40F6-CCD2-183F56ED29F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459B1B-B84D-414B-8904-48CE0CE25E1B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600D29-2F42-81C2-383B-F0C147B71614}"/>
              </a:ext>
            </a:extLst>
          </p:cNvPr>
          <p:cNvSpPr txBox="1"/>
          <p:nvPr/>
        </p:nvSpPr>
        <p:spPr>
          <a:xfrm>
            <a:off x="7450299" y="639491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80FCF48-EBF3-A9BF-1DAC-024C00471FEA}"/>
              </a:ext>
            </a:extLst>
          </p:cNvPr>
          <p:cNvCxnSpPr>
            <a:cxnSpLocks/>
          </p:cNvCxnSpPr>
          <p:nvPr/>
        </p:nvCxnSpPr>
        <p:spPr>
          <a:xfrm flipV="1">
            <a:off x="7598437" y="5604712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9E70C09-D8DF-E70B-861B-68823B036C21}"/>
              </a:ext>
            </a:extLst>
          </p:cNvPr>
          <p:cNvSpPr txBox="1"/>
          <p:nvPr/>
        </p:nvSpPr>
        <p:spPr>
          <a:xfrm>
            <a:off x="5290144" y="627812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F4B8802-C12F-767B-5B76-F6D7EF1E7CC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5819FE-B886-BB70-84C7-811DB031108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90DEBA6-7B86-4ABE-936A-411E24FBE63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A48D7FB-A3C3-74D5-33FF-8C9765298DC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8A65225-BB70-8FD4-ACBA-422AB6EE1E5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C3A9B58-7B70-90D7-4298-5654753A752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029023-79C4-123F-1A65-ADBC1291523E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A922A-A3A0-3AA7-4536-EE4355532371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727DB7E-AEC3-9091-56EB-8F3E4F694D9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4DBD5B-2394-1E2E-A02E-762562B2FAD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BA231D1-04B0-DBD0-60CB-11820EE96B97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9232115-63AF-4598-C791-09020C5CB32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3B1A159-C9A1-FA72-AE25-3FFDC30AEAE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E03A88B-F29D-FF70-799F-88C84D199FD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BC04EBB-75DC-181C-2079-ACC8B6A70D9E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39E7251-737C-A7A3-3618-04CC5E53D049}"/>
              </a:ext>
            </a:extLst>
          </p:cNvPr>
          <p:cNvSpPr txBox="1"/>
          <p:nvPr/>
        </p:nvSpPr>
        <p:spPr>
          <a:xfrm>
            <a:off x="8476828" y="4638391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500863-4603-7027-F3B6-B9AB928B919C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989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8E6-7878-5584-61D0-0101C04A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10876B-662C-18A1-BC6F-A91794A532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AA9DF86-A017-4DC3-82A8-654A59AD059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5FB04B-2AB1-16FE-80E3-DC4413C4C928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24F51-4BDD-D751-E4AD-5A5570FBA0F0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C995E-B7A7-EFAF-10F9-7979E0E365F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1FF701-0CFC-BBC4-F488-ED8AA1E18317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82ACAD-BF15-9276-8D22-4336221A608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4266EB-90D1-40F6-CCD2-183F56ED29F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459B1B-B84D-414B-8904-48CE0CE25E1B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F4B8802-C12F-767B-5B76-F6D7EF1E7CC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5819FE-B886-BB70-84C7-811DB031108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90DEBA6-7B86-4ABE-936A-411E24FBE63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A48D7FB-A3C3-74D5-33FF-8C9765298DC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8A65225-BB70-8FD4-ACBA-422AB6EE1E5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C3A9B58-7B70-90D7-4298-5654753A752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029023-79C4-123F-1A65-ADBC1291523E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A922A-A3A0-3AA7-4536-EE4355532371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727DB7E-AEC3-9091-56EB-8F3E4F694D9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4DBD5B-2394-1E2E-A02E-762562B2FAD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BA231D1-04B0-DBD0-60CB-11820EE96B97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9232115-63AF-4598-C791-09020C5CB32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3B1A159-C9A1-FA72-AE25-3FFDC30AEAE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E03A88B-F29D-FF70-799F-88C84D199FD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BC04EBB-75DC-181C-2079-ACC8B6A70D9E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500863-4603-7027-F3B6-B9AB928B919C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5" name="그림 2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3AC02A-8216-77EB-F881-7F6338F472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" y="2209226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59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8E6-7878-5584-61D0-0101C04A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10876B-662C-18A1-BC6F-A91794A532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AA9DF86-A017-4DC3-82A8-654A59AD059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5FB04B-2AB1-16FE-80E3-DC4413C4C928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24F51-4BDD-D751-E4AD-5A5570FBA0F0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C995E-B7A7-EFAF-10F9-7979E0E365F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38323612-7C74-0266-CD12-4DBC89E7FCEF}"/>
              </a:ext>
            </a:extLst>
          </p:cNvPr>
          <p:cNvSpPr/>
          <p:nvPr/>
        </p:nvSpPr>
        <p:spPr>
          <a:xfrm>
            <a:off x="7002385" y="476632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1FF701-0CFC-BBC4-F488-ED8AA1E18317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82ACAD-BF15-9276-8D22-4336221A608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4266EB-90D1-40F6-CCD2-183F56ED29F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459B1B-B84D-414B-8904-48CE0CE25E1B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F4B8802-C12F-767B-5B76-F6D7EF1E7CC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5819FE-B886-BB70-84C7-811DB031108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90DEBA6-7B86-4ABE-936A-411E24FBE63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A48D7FB-A3C3-74D5-33FF-8C9765298DC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8A65225-BB70-8FD4-ACBA-422AB6EE1E5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C3A9B58-7B70-90D7-4298-5654753A752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029023-79C4-123F-1A65-ADBC1291523E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A922A-A3A0-3AA7-4536-EE4355532371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727DB7E-AEC3-9091-56EB-8F3E4F694D9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4DBD5B-2394-1E2E-A02E-762562B2FAD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BA231D1-04B0-DBD0-60CB-11820EE96B97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9232115-63AF-4598-C791-09020C5CB32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3B1A159-C9A1-FA72-AE25-3FFDC30AEAE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E03A88B-F29D-FF70-799F-88C84D199FD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BC04EBB-75DC-181C-2079-ACC8B6A70D9E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500863-4603-7027-F3B6-B9AB928B919C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6B5359-23EE-5926-210E-B52C51090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-30752" y="5006936"/>
            <a:ext cx="1884404" cy="1309480"/>
          </a:xfrm>
          <a:prstGeom prst="rect">
            <a:avLst/>
          </a:prstGeom>
        </p:spPr>
      </p:pic>
      <p:pic>
        <p:nvPicPr>
          <p:cNvPr id="25" name="그림 2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3AC02A-8216-77EB-F881-7F6338F472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" y="2209226"/>
            <a:ext cx="1757580" cy="14456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19815C-D647-A7CE-B2D9-E9D2B2E4AA41}"/>
              </a:ext>
            </a:extLst>
          </p:cNvPr>
          <p:cNvSpPr txBox="1"/>
          <p:nvPr/>
        </p:nvSpPr>
        <p:spPr>
          <a:xfrm>
            <a:off x="6796305" y="6227499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1888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08E6-7878-5584-61D0-0101C04A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10876B-662C-18A1-BC6F-A91794A532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202" y="1003300"/>
            <a:ext cx="9681799" cy="5391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C8A255-EB03-D966-DA2C-C00D048D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AA9DF86-A017-4DC3-82A8-654A59AD059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5FB04B-2AB1-16FE-80E3-DC4413C4C928}"/>
              </a:ext>
            </a:extLst>
          </p:cNvPr>
          <p:cNvSpPr/>
          <p:nvPr/>
        </p:nvSpPr>
        <p:spPr>
          <a:xfrm rot="5400000">
            <a:off x="7264642" y="5006566"/>
            <a:ext cx="102820" cy="17609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B5AE3BA-704F-3AEC-9BE2-A1B8CE218A8E}"/>
              </a:ext>
            </a:extLst>
          </p:cNvPr>
          <p:cNvSpPr/>
          <p:nvPr/>
        </p:nvSpPr>
        <p:spPr>
          <a:xfrm>
            <a:off x="6738319" y="448567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24F51-4BDD-D751-E4AD-5A5570FBA0F0}"/>
              </a:ext>
            </a:extLst>
          </p:cNvPr>
          <p:cNvSpPr txBox="1"/>
          <p:nvPr/>
        </p:nvSpPr>
        <p:spPr>
          <a:xfrm>
            <a:off x="6323865" y="3720850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C995E-B7A7-EFAF-10F9-7979E0E365F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38323612-7C74-0266-CD12-4DBC89E7FCEF}"/>
              </a:ext>
            </a:extLst>
          </p:cNvPr>
          <p:cNvSpPr/>
          <p:nvPr/>
        </p:nvSpPr>
        <p:spPr>
          <a:xfrm>
            <a:off x="7002385" y="476632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1FF701-0CFC-BBC4-F488-ED8AA1E18317}"/>
              </a:ext>
            </a:extLst>
          </p:cNvPr>
          <p:cNvGrpSpPr/>
          <p:nvPr/>
        </p:nvGrpSpPr>
        <p:grpSpPr>
          <a:xfrm rot="5400000">
            <a:off x="3695650" y="383107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82ACAD-BF15-9276-8D22-4336221A608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4266EB-90D1-40F6-CCD2-183F56ED29F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459B1B-B84D-414B-8904-48CE0CE25E1B}"/>
              </a:ext>
            </a:extLst>
          </p:cNvPr>
          <p:cNvSpPr/>
          <p:nvPr/>
        </p:nvSpPr>
        <p:spPr>
          <a:xfrm flipV="1">
            <a:off x="2047939" y="2734648"/>
            <a:ext cx="98385" cy="8396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E70C09-D8DF-E70B-861B-68823B036C21}"/>
              </a:ext>
            </a:extLst>
          </p:cNvPr>
          <p:cNvSpPr txBox="1"/>
          <p:nvPr/>
        </p:nvSpPr>
        <p:spPr>
          <a:xfrm>
            <a:off x="6323865" y="624499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F4B8802-C12F-767B-5B76-F6D7EF1E7CC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5819FE-B886-BB70-84C7-811DB031108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90DEBA6-7B86-4ABE-936A-411E24FBE63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A48D7FB-A3C3-74D5-33FF-8C9765298DC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8A65225-BB70-8FD4-ACBA-422AB6EE1E5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C3A9B58-7B70-90D7-4298-5654753A752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029023-79C4-123F-1A65-ADBC1291523E}"/>
              </a:ext>
            </a:extLst>
          </p:cNvPr>
          <p:cNvSpPr/>
          <p:nvPr/>
        </p:nvSpPr>
        <p:spPr>
          <a:xfrm rot="16200000" flipV="1">
            <a:off x="3881630" y="2621294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A922A-A3A0-3AA7-4536-EE4355532371}"/>
              </a:ext>
            </a:extLst>
          </p:cNvPr>
          <p:cNvGrpSpPr/>
          <p:nvPr/>
        </p:nvGrpSpPr>
        <p:grpSpPr>
          <a:xfrm>
            <a:off x="8241687" y="435627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727DB7E-AEC3-9091-56EB-8F3E4F694D9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4DBD5B-2394-1E2E-A02E-762562B2FAD7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BA231D1-04B0-DBD0-60CB-11820EE96B97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9232115-63AF-4598-C791-09020C5CB32E}"/>
              </a:ext>
            </a:extLst>
          </p:cNvPr>
          <p:cNvGrpSpPr/>
          <p:nvPr/>
        </p:nvGrpSpPr>
        <p:grpSpPr>
          <a:xfrm>
            <a:off x="6202361" y="4390848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3B1A159-C9A1-FA72-AE25-3FFDC30AEAE7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E03A88B-F29D-FF70-799F-88C84D199FD5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BC04EBB-75DC-181C-2079-ACC8B6A70D9E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E500863-4603-7027-F3B6-B9AB928B919C}"/>
              </a:ext>
            </a:extLst>
          </p:cNvPr>
          <p:cNvSpPr/>
          <p:nvPr/>
        </p:nvSpPr>
        <p:spPr>
          <a:xfrm rot="16200000" flipV="1">
            <a:off x="8644752" y="3380741"/>
            <a:ext cx="98385" cy="3250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3493D46-9E82-A6FF-A2D6-D9EE65C5017D}"/>
              </a:ext>
            </a:extLst>
          </p:cNvPr>
          <p:cNvSpPr/>
          <p:nvPr/>
        </p:nvSpPr>
        <p:spPr>
          <a:xfrm>
            <a:off x="6866904" y="4652368"/>
            <a:ext cx="824531" cy="79349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6B5359-23EE-5926-210E-B52C51090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10281013" y="4791123"/>
            <a:ext cx="1884404" cy="1309480"/>
          </a:xfrm>
          <a:prstGeom prst="rect">
            <a:avLst/>
          </a:prstGeom>
        </p:spPr>
      </p:pic>
      <p:pic>
        <p:nvPicPr>
          <p:cNvPr id="25" name="그림 2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3AC02A-8216-77EB-F881-7F6338F472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" y="2209226"/>
            <a:ext cx="1757580" cy="1445609"/>
          </a:xfrm>
          <a:prstGeom prst="rect">
            <a:avLst/>
          </a:prstGeom>
        </p:spPr>
      </p:pic>
      <p:pic>
        <p:nvPicPr>
          <p:cNvPr id="50" name="그림 4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EFC01A9-9112-68EC-E0FA-21AE9CC68A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3086" r="4707" b="11674"/>
          <a:stretch>
            <a:fillRect/>
          </a:stretch>
        </p:blipFill>
        <p:spPr>
          <a:xfrm>
            <a:off x="112365" y="4652368"/>
            <a:ext cx="1619250" cy="153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5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2026-03-03T01:18:26Z</dcterms:created>
  <dcterms:modified xsi:type="dcterms:W3CDTF">2026-06-23T03:55:18Z</dcterms:modified>
</cp:coreProperties>
</file>