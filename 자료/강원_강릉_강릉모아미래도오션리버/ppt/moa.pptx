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664" r:id="rId10"/>
    <p:sldId id="666" r:id="rId11"/>
    <p:sldId id="665" r:id="rId12"/>
    <p:sldId id="662" r:id="rId13"/>
    <p:sldId id="668" r:id="rId14"/>
    <p:sldId id="667" r:id="rId15"/>
    <p:sldId id="663" r:id="rId16"/>
    <p:sldId id="670" r:id="rId17"/>
    <p:sldId id="66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84A" id="{4C50DA16-B912-4279-BFB1-36A69E3E4A52}">
          <p14:sldIdLst>
            <p14:sldId id="664"/>
            <p14:sldId id="666"/>
            <p14:sldId id="665"/>
          </p14:sldIdLst>
        </p14:section>
        <p14:section name="84B" id="{73CAF3E7-D9FF-44A6-8185-0407F84545A5}">
          <p14:sldIdLst>
            <p14:sldId id="662"/>
            <p14:sldId id="668"/>
            <p14:sldId id="667"/>
          </p14:sldIdLst>
        </p14:section>
        <p14:section name="100" id="{C76FEA6E-6C24-407A-A740-D646B6C691B6}">
          <p14:sldIdLst>
            <p14:sldId id="663"/>
            <p14:sldId id="670"/>
            <p14:sldId id="6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DB822B-0488-4E31-9ADF-4A21C08DF3EF}" v="81" dt="2026-08-23T08:16:30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70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6/11/relationships/changesInfo" Target="changesInfos/changesInfo1.xml"/><Relationship Id="rId2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진옥화" userId="20b55f0b-5a9b-4958-9543-f5cbd24a6a07" providerId="ADAL" clId="{6E6372EA-800A-466F-BA92-E51853A535FD}"/>
    <pc:docChg chg="undo custSel addSld delSld modSld sldOrd addSection modSection">
      <pc:chgData name="진옥화" userId="20b55f0b-5a9b-4958-9543-f5cbd24a6a07" providerId="ADAL" clId="{6E6372EA-800A-466F-BA92-E51853A535FD}" dt="2026-08-23T08:36:47.726" v="942" actId="22"/>
      <pc:docMkLst>
        <pc:docMk/>
      </pc:docMkLst>
      <pc:sldChg chg="addSp delSp modSp add mod">
        <pc:chgData name="진옥화" userId="20b55f0b-5a9b-4958-9543-f5cbd24a6a07" providerId="ADAL" clId="{6E6372EA-800A-466F-BA92-E51853A535FD}" dt="2026-08-23T05:52:57.722" v="103" actId="1076"/>
        <pc:sldMkLst>
          <pc:docMk/>
          <pc:sldMk cId="255795989" sldId="380"/>
        </pc:sldMkLst>
        <pc:spChg chg="add mod">
          <ac:chgData name="진옥화" userId="20b55f0b-5a9b-4958-9543-f5cbd24a6a07" providerId="ADAL" clId="{6E6372EA-800A-466F-BA92-E51853A535FD}" dt="2026-08-23T05:43:37.539" v="3" actId="1076"/>
          <ac:spMkLst>
            <pc:docMk/>
            <pc:sldMk cId="255795989" sldId="380"/>
            <ac:spMk id="3" creationId="{CFCDBEF4-D4B6-D34A-D59A-4E70A1DE7DD5}"/>
          </ac:spMkLst>
        </pc:spChg>
        <pc:spChg chg="add mod">
          <ac:chgData name="진옥화" userId="20b55f0b-5a9b-4958-9543-f5cbd24a6a07" providerId="ADAL" clId="{6E6372EA-800A-466F-BA92-E51853A535FD}" dt="2026-08-23T05:47:23.364" v="80" actId="20577"/>
          <ac:spMkLst>
            <pc:docMk/>
            <pc:sldMk cId="255795989" sldId="380"/>
            <ac:spMk id="5" creationId="{F2658F20-D7B5-5C98-D276-495F4FDF26FF}"/>
          </ac:spMkLst>
        </pc:spChg>
        <pc:spChg chg="add del mod">
          <ac:chgData name="진옥화" userId="20b55f0b-5a9b-4958-9543-f5cbd24a6a07" providerId="ADAL" clId="{6E6372EA-800A-466F-BA92-E51853A535FD}" dt="2026-08-23T05:49:15.026" v="90" actId="478"/>
          <ac:spMkLst>
            <pc:docMk/>
            <pc:sldMk cId="255795989" sldId="380"/>
            <ac:spMk id="7" creationId="{D47B7F90-45EA-BA0B-4849-A8A94BBC220A}"/>
          </ac:spMkLst>
        </pc:spChg>
        <pc:spChg chg="add mod">
          <ac:chgData name="진옥화" userId="20b55f0b-5a9b-4958-9543-f5cbd24a6a07" providerId="ADAL" clId="{6E6372EA-800A-466F-BA92-E51853A535FD}" dt="2026-08-23T05:52:57.722" v="103" actId="1076"/>
          <ac:spMkLst>
            <pc:docMk/>
            <pc:sldMk cId="255795989" sldId="380"/>
            <ac:spMk id="9" creationId="{A7605FCD-EA4E-0F9E-C2D8-C783DF81AAC2}"/>
          </ac:spMkLst>
        </pc:spChg>
      </pc:sldChg>
      <pc:sldChg chg="add">
        <pc:chgData name="진옥화" userId="20b55f0b-5a9b-4958-9543-f5cbd24a6a07" providerId="ADAL" clId="{6E6372EA-800A-466F-BA92-E51853A535FD}" dt="2026-08-23T05:43:07.184" v="0"/>
        <pc:sldMkLst>
          <pc:docMk/>
          <pc:sldMk cId="2986644894" sldId="423"/>
        </pc:sldMkLst>
      </pc:sldChg>
      <pc:sldChg chg="add">
        <pc:chgData name="진옥화" userId="20b55f0b-5a9b-4958-9543-f5cbd24a6a07" providerId="ADAL" clId="{6E6372EA-800A-466F-BA92-E51853A535FD}" dt="2026-08-23T05:43:07.184" v="0"/>
        <pc:sldMkLst>
          <pc:docMk/>
          <pc:sldMk cId="3780629750" sldId="424"/>
        </pc:sldMkLst>
      </pc:sldChg>
      <pc:sldChg chg="add">
        <pc:chgData name="진옥화" userId="20b55f0b-5a9b-4958-9543-f5cbd24a6a07" providerId="ADAL" clId="{6E6372EA-800A-466F-BA92-E51853A535FD}" dt="2026-08-23T05:43:07.184" v="0"/>
        <pc:sldMkLst>
          <pc:docMk/>
          <pc:sldMk cId="4121366713" sldId="453"/>
        </pc:sldMkLst>
      </pc:sldChg>
      <pc:sldChg chg="add del">
        <pc:chgData name="진옥화" userId="20b55f0b-5a9b-4958-9543-f5cbd24a6a07" providerId="ADAL" clId="{6E6372EA-800A-466F-BA92-E51853A535FD}" dt="2026-08-23T07:01:36.535" v="260" actId="2696"/>
        <pc:sldMkLst>
          <pc:docMk/>
          <pc:sldMk cId="2709088123" sldId="505"/>
        </pc:sldMkLst>
      </pc:sldChg>
      <pc:sldChg chg="add">
        <pc:chgData name="진옥화" userId="20b55f0b-5a9b-4958-9543-f5cbd24a6a07" providerId="ADAL" clId="{6E6372EA-800A-466F-BA92-E51853A535FD}" dt="2026-08-23T05:43:07.184" v="0"/>
        <pc:sldMkLst>
          <pc:docMk/>
          <pc:sldMk cId="1864480258" sldId="655"/>
        </pc:sldMkLst>
      </pc:sldChg>
      <pc:sldChg chg="addSp modSp add mod">
        <pc:chgData name="진옥화" userId="20b55f0b-5a9b-4958-9543-f5cbd24a6a07" providerId="ADAL" clId="{6E6372EA-800A-466F-BA92-E51853A535FD}" dt="2026-08-23T05:54:02.896" v="129" actId="1038"/>
        <pc:sldMkLst>
          <pc:docMk/>
          <pc:sldMk cId="548860444" sldId="656"/>
        </pc:sldMkLst>
        <pc:picChg chg="add mod">
          <ac:chgData name="진옥화" userId="20b55f0b-5a9b-4958-9543-f5cbd24a6a07" providerId="ADAL" clId="{6E6372EA-800A-466F-BA92-E51853A535FD}" dt="2026-08-23T05:54:02.896" v="129" actId="1038"/>
          <ac:picMkLst>
            <pc:docMk/>
            <pc:sldMk cId="548860444" sldId="656"/>
            <ac:picMk id="3" creationId="{4697DB8A-5698-4A23-E8BD-EA77F8D11802}"/>
          </ac:picMkLst>
        </pc:picChg>
      </pc:sldChg>
      <pc:sldChg chg="addSp add del mod">
        <pc:chgData name="진옥화" userId="20b55f0b-5a9b-4958-9543-f5cbd24a6a07" providerId="ADAL" clId="{6E6372EA-800A-466F-BA92-E51853A535FD}" dt="2026-08-23T05:59:49.042" v="198" actId="2696"/>
        <pc:sldMkLst>
          <pc:docMk/>
          <pc:sldMk cId="2483574072" sldId="657"/>
        </pc:sldMkLst>
        <pc:picChg chg="add">
          <ac:chgData name="진옥화" userId="20b55f0b-5a9b-4958-9543-f5cbd24a6a07" providerId="ADAL" clId="{6E6372EA-800A-466F-BA92-E51853A535FD}" dt="2026-08-23T05:49:45.169" v="91" actId="22"/>
          <ac:picMkLst>
            <pc:docMk/>
            <pc:sldMk cId="2483574072" sldId="657"/>
            <ac:picMk id="3" creationId="{888D1A99-4964-1211-1D0D-116F876B352F}"/>
          </ac:picMkLst>
        </pc:picChg>
      </pc:sldChg>
      <pc:sldChg chg="addSp add del mod">
        <pc:chgData name="진옥화" userId="20b55f0b-5a9b-4958-9543-f5cbd24a6a07" providerId="ADAL" clId="{6E6372EA-800A-466F-BA92-E51853A535FD}" dt="2026-08-23T05:59:50.523" v="199" actId="2696"/>
        <pc:sldMkLst>
          <pc:docMk/>
          <pc:sldMk cId="270779545" sldId="658"/>
        </pc:sldMkLst>
        <pc:picChg chg="add">
          <ac:chgData name="진옥화" userId="20b55f0b-5a9b-4958-9543-f5cbd24a6a07" providerId="ADAL" clId="{6E6372EA-800A-466F-BA92-E51853A535FD}" dt="2026-08-23T05:50:30.453" v="94" actId="22"/>
          <ac:picMkLst>
            <pc:docMk/>
            <pc:sldMk cId="270779545" sldId="658"/>
            <ac:picMk id="3" creationId="{EEDB97E7-9C19-B47E-6545-67A4AE1CD6C8}"/>
          </ac:picMkLst>
        </pc:picChg>
      </pc:sldChg>
      <pc:sldChg chg="addSp add del mod">
        <pc:chgData name="진옥화" userId="20b55f0b-5a9b-4958-9543-f5cbd24a6a07" providerId="ADAL" clId="{6E6372EA-800A-466F-BA92-E51853A535FD}" dt="2026-08-23T05:59:51.934" v="200" actId="2696"/>
        <pc:sldMkLst>
          <pc:docMk/>
          <pc:sldMk cId="989118526" sldId="659"/>
        </pc:sldMkLst>
        <pc:picChg chg="add">
          <ac:chgData name="진옥화" userId="20b55f0b-5a9b-4958-9543-f5cbd24a6a07" providerId="ADAL" clId="{6E6372EA-800A-466F-BA92-E51853A535FD}" dt="2026-08-23T05:51:52.921" v="101" actId="22"/>
          <ac:picMkLst>
            <pc:docMk/>
            <pc:sldMk cId="989118526" sldId="659"/>
            <ac:picMk id="3" creationId="{0C881827-0386-7792-0279-BE9597999D1C}"/>
          </ac:picMkLst>
        </pc:picChg>
      </pc:sldChg>
      <pc:sldChg chg="add del">
        <pc:chgData name="진옥화" userId="20b55f0b-5a9b-4958-9543-f5cbd24a6a07" providerId="ADAL" clId="{6E6372EA-800A-466F-BA92-E51853A535FD}" dt="2026-08-23T05:51:15.817" v="99" actId="2696"/>
        <pc:sldMkLst>
          <pc:docMk/>
          <pc:sldMk cId="891774200" sldId="660"/>
        </pc:sldMkLst>
      </pc:sldChg>
      <pc:sldChg chg="add del">
        <pc:chgData name="진옥화" userId="20b55f0b-5a9b-4958-9543-f5cbd24a6a07" providerId="ADAL" clId="{6E6372EA-800A-466F-BA92-E51853A535FD}" dt="2026-08-23T07:01:36.535" v="260" actId="2696"/>
        <pc:sldMkLst>
          <pc:docMk/>
          <pc:sldMk cId="4109308794" sldId="660"/>
        </pc:sldMkLst>
      </pc:sldChg>
      <pc:sldChg chg="addSp add mod ord">
        <pc:chgData name="진옥화" userId="20b55f0b-5a9b-4958-9543-f5cbd24a6a07" providerId="ADAL" clId="{6E6372EA-800A-466F-BA92-E51853A535FD}" dt="2026-08-23T05:54:18.535" v="132"/>
        <pc:sldMkLst>
          <pc:docMk/>
          <pc:sldMk cId="1169951899" sldId="661"/>
        </pc:sldMkLst>
        <pc:picChg chg="add">
          <ac:chgData name="진옥화" userId="20b55f0b-5a9b-4958-9543-f5cbd24a6a07" providerId="ADAL" clId="{6E6372EA-800A-466F-BA92-E51853A535FD}" dt="2026-08-23T05:54:15.691" v="130" actId="22"/>
          <ac:picMkLst>
            <pc:docMk/>
            <pc:sldMk cId="1169951899" sldId="661"/>
            <ac:picMk id="3" creationId="{02F44D25-F81B-5802-58BE-E10B978AB5F5}"/>
          </ac:picMkLst>
        </pc:picChg>
      </pc:sldChg>
      <pc:sldChg chg="add del">
        <pc:chgData name="진옥화" userId="20b55f0b-5a9b-4958-9543-f5cbd24a6a07" providerId="ADAL" clId="{6E6372EA-800A-466F-BA92-E51853A535FD}" dt="2026-08-23T05:51:15.817" v="99" actId="2696"/>
        <pc:sldMkLst>
          <pc:docMk/>
          <pc:sldMk cId="2168110862" sldId="661"/>
        </pc:sldMkLst>
      </pc:sldChg>
      <pc:sldChg chg="addSp delSp modSp new mod ord">
        <pc:chgData name="진옥화" userId="20b55f0b-5a9b-4958-9543-f5cbd24a6a07" providerId="ADAL" clId="{6E6372EA-800A-466F-BA92-E51853A535FD}" dt="2026-08-23T07:46:46.790" v="706"/>
        <pc:sldMkLst>
          <pc:docMk/>
          <pc:sldMk cId="183103285" sldId="662"/>
        </pc:sldMkLst>
        <pc:spChg chg="add mod">
          <ac:chgData name="진옥화" userId="20b55f0b-5a9b-4958-9543-f5cbd24a6a07" providerId="ADAL" clId="{6E6372EA-800A-466F-BA92-E51853A535FD}" dt="2026-08-23T07:42:43.516" v="683" actId="20577"/>
          <ac:spMkLst>
            <pc:docMk/>
            <pc:sldMk cId="183103285" sldId="662"/>
            <ac:spMk id="4" creationId="{48637887-78B1-BE6F-89B5-28CE38CE504D}"/>
          </ac:spMkLst>
        </pc:spChg>
        <pc:spChg chg="mod">
          <ac:chgData name="진옥화" userId="20b55f0b-5a9b-4958-9543-f5cbd24a6a07" providerId="ADAL" clId="{6E6372EA-800A-466F-BA92-E51853A535FD}" dt="2026-08-23T07:46:46.790" v="706"/>
          <ac:spMkLst>
            <pc:docMk/>
            <pc:sldMk cId="183103285" sldId="662"/>
            <ac:spMk id="5" creationId="{5A7385DF-5B28-D8E7-01F6-AD3C4A70E531}"/>
          </ac:spMkLst>
        </pc:spChg>
        <pc:spChg chg="add del mod">
          <ac:chgData name="진옥화" userId="20b55f0b-5a9b-4958-9543-f5cbd24a6a07" providerId="ADAL" clId="{6E6372EA-800A-466F-BA92-E51853A535FD}" dt="2026-08-23T07:46:42.211" v="704" actId="478"/>
          <ac:spMkLst>
            <pc:docMk/>
            <pc:sldMk cId="183103285" sldId="662"/>
            <ac:spMk id="6" creationId="{AC1F0163-D5AC-4D58-FE3F-77BB212BBF38}"/>
          </ac:spMkLst>
        </pc:spChg>
        <pc:spChg chg="add del mod">
          <ac:chgData name="진옥화" userId="20b55f0b-5a9b-4958-9543-f5cbd24a6a07" providerId="ADAL" clId="{6E6372EA-800A-466F-BA92-E51853A535FD}" dt="2026-08-23T07:46:42.211" v="704" actId="478"/>
          <ac:spMkLst>
            <pc:docMk/>
            <pc:sldMk cId="183103285" sldId="662"/>
            <ac:spMk id="7" creationId="{B90709C3-778C-1E47-4CC8-99EB6F1255D2}"/>
          </ac:spMkLst>
        </pc:spChg>
        <pc:spChg chg="mod">
          <ac:chgData name="진옥화" userId="20b55f0b-5a9b-4958-9543-f5cbd24a6a07" providerId="ADAL" clId="{6E6372EA-800A-466F-BA92-E51853A535FD}" dt="2026-08-23T07:40:50.712" v="533" actId="1037"/>
          <ac:spMkLst>
            <pc:docMk/>
            <pc:sldMk cId="183103285" sldId="662"/>
            <ac:spMk id="8" creationId="{3144F3E2-B36A-B26E-616C-EBA1EE926E27}"/>
          </ac:spMkLst>
        </pc:spChg>
        <pc:spChg chg="mod">
          <ac:chgData name="진옥화" userId="20b55f0b-5a9b-4958-9543-f5cbd24a6a07" providerId="ADAL" clId="{6E6372EA-800A-466F-BA92-E51853A535FD}" dt="2026-08-23T07:40:36.933" v="525" actId="1076"/>
          <ac:spMkLst>
            <pc:docMk/>
            <pc:sldMk cId="183103285" sldId="662"/>
            <ac:spMk id="9" creationId="{70F7D5BF-A1AD-6F97-4F4A-70F0CF65AD33}"/>
          </ac:spMkLst>
        </pc:spChg>
        <pc:spChg chg="mod">
          <ac:chgData name="진옥화" userId="20b55f0b-5a9b-4958-9543-f5cbd24a6a07" providerId="ADAL" clId="{6E6372EA-800A-466F-BA92-E51853A535FD}" dt="2026-08-23T07:40:36.933" v="525" actId="1076"/>
          <ac:spMkLst>
            <pc:docMk/>
            <pc:sldMk cId="183103285" sldId="662"/>
            <ac:spMk id="10" creationId="{8093265E-E44D-6063-BEBB-916755BAE2A1}"/>
          </ac:spMkLst>
        </pc:spChg>
        <pc:spChg chg="mod">
          <ac:chgData name="진옥화" userId="20b55f0b-5a9b-4958-9543-f5cbd24a6a07" providerId="ADAL" clId="{6E6372EA-800A-466F-BA92-E51853A535FD}" dt="2026-08-23T07:42:29.681" v="677" actId="1076"/>
          <ac:spMkLst>
            <pc:docMk/>
            <pc:sldMk cId="183103285" sldId="662"/>
            <ac:spMk id="11" creationId="{595F7142-D87E-9418-9B01-75098D43DC2B}"/>
          </ac:spMkLst>
        </pc:spChg>
        <pc:spChg chg="del mod">
          <ac:chgData name="진옥화" userId="20b55f0b-5a9b-4958-9543-f5cbd24a6a07" providerId="ADAL" clId="{6E6372EA-800A-466F-BA92-E51853A535FD}" dt="2026-08-23T07:46:31.823" v="700" actId="478"/>
          <ac:spMkLst>
            <pc:docMk/>
            <pc:sldMk cId="183103285" sldId="662"/>
            <ac:spMk id="12" creationId="{5FDA9F79-DCB9-D448-C54D-8139321E4B80}"/>
          </ac:spMkLst>
        </pc:spChg>
        <pc:spChg chg="mod">
          <ac:chgData name="진옥화" userId="20b55f0b-5a9b-4958-9543-f5cbd24a6a07" providerId="ADAL" clId="{6E6372EA-800A-466F-BA92-E51853A535FD}" dt="2026-08-23T07:41:14.091" v="571" actId="1037"/>
          <ac:spMkLst>
            <pc:docMk/>
            <pc:sldMk cId="183103285" sldId="662"/>
            <ac:spMk id="14" creationId="{60DF641D-9B46-E78C-18DF-CF6914F41686}"/>
          </ac:spMkLst>
        </pc:spChg>
        <pc:spChg chg="mod">
          <ac:chgData name="진옥화" userId="20b55f0b-5a9b-4958-9543-f5cbd24a6a07" providerId="ADAL" clId="{6E6372EA-800A-466F-BA92-E51853A535FD}" dt="2026-08-23T07:41:20.573" v="596" actId="1037"/>
          <ac:spMkLst>
            <pc:docMk/>
            <pc:sldMk cId="183103285" sldId="662"/>
            <ac:spMk id="15" creationId="{30EACFAB-EF82-D842-22B3-930753620832}"/>
          </ac:spMkLst>
        </pc:spChg>
        <pc:spChg chg="mod">
          <ac:chgData name="진옥화" userId="20b55f0b-5a9b-4958-9543-f5cbd24a6a07" providerId="ADAL" clId="{6E6372EA-800A-466F-BA92-E51853A535FD}" dt="2026-08-23T07:03:37.193" v="263"/>
          <ac:spMkLst>
            <pc:docMk/>
            <pc:sldMk cId="183103285" sldId="662"/>
            <ac:spMk id="16" creationId="{3182AD2E-C6AE-9855-6B25-2B8C13B092F6}"/>
          </ac:spMkLst>
        </pc:spChg>
        <pc:spChg chg="mod">
          <ac:chgData name="진옥화" userId="20b55f0b-5a9b-4958-9543-f5cbd24a6a07" providerId="ADAL" clId="{6E6372EA-800A-466F-BA92-E51853A535FD}" dt="2026-08-23T07:03:37.193" v="263"/>
          <ac:spMkLst>
            <pc:docMk/>
            <pc:sldMk cId="183103285" sldId="662"/>
            <ac:spMk id="18" creationId="{6C4AC1A2-184F-3D10-B65F-6DEA26134558}"/>
          </ac:spMkLst>
        </pc:spChg>
        <pc:spChg chg="mod">
          <ac:chgData name="진옥화" userId="20b55f0b-5a9b-4958-9543-f5cbd24a6a07" providerId="ADAL" clId="{6E6372EA-800A-466F-BA92-E51853A535FD}" dt="2026-08-23T07:42:15.134" v="643" actId="1038"/>
          <ac:spMkLst>
            <pc:docMk/>
            <pc:sldMk cId="183103285" sldId="662"/>
            <ac:spMk id="19" creationId="{9F5C39E9-3CFF-B26B-55B1-0F8F6E2BEBD2}"/>
          </ac:spMkLst>
        </pc:spChg>
        <pc:spChg chg="mod">
          <ac:chgData name="진옥화" userId="20b55f0b-5a9b-4958-9543-f5cbd24a6a07" providerId="ADAL" clId="{6E6372EA-800A-466F-BA92-E51853A535FD}" dt="2026-08-23T07:33:37.766" v="507" actId="1038"/>
          <ac:spMkLst>
            <pc:docMk/>
            <pc:sldMk cId="183103285" sldId="662"/>
            <ac:spMk id="22" creationId="{3BC8CFA6-7765-D86F-2719-CBAC38455A76}"/>
          </ac:spMkLst>
        </pc:spChg>
        <pc:spChg chg="mod">
          <ac:chgData name="진옥화" userId="20b55f0b-5a9b-4958-9543-f5cbd24a6a07" providerId="ADAL" clId="{6E6372EA-800A-466F-BA92-E51853A535FD}" dt="2026-08-23T07:03:37.193" v="263"/>
          <ac:spMkLst>
            <pc:docMk/>
            <pc:sldMk cId="183103285" sldId="662"/>
            <ac:spMk id="25" creationId="{8DEE6FEA-BBB2-BEEA-43C0-C4CE50498195}"/>
          </ac:spMkLst>
        </pc:spChg>
        <pc:spChg chg="mod">
          <ac:chgData name="진옥화" userId="20b55f0b-5a9b-4958-9543-f5cbd24a6a07" providerId="ADAL" clId="{6E6372EA-800A-466F-BA92-E51853A535FD}" dt="2026-08-23T07:33:30.861" v="490" actId="1037"/>
          <ac:spMkLst>
            <pc:docMk/>
            <pc:sldMk cId="183103285" sldId="662"/>
            <ac:spMk id="26" creationId="{54A67DF5-DD55-2D2E-7352-F073049F2027}"/>
          </ac:spMkLst>
        </pc:spChg>
        <pc:spChg chg="mod">
          <ac:chgData name="진옥화" userId="20b55f0b-5a9b-4958-9543-f5cbd24a6a07" providerId="ADAL" clId="{6E6372EA-800A-466F-BA92-E51853A535FD}" dt="2026-08-23T07:33:30.861" v="490" actId="1037"/>
          <ac:spMkLst>
            <pc:docMk/>
            <pc:sldMk cId="183103285" sldId="662"/>
            <ac:spMk id="27" creationId="{58F4BBA4-BF96-8EFE-4520-D5F0A40AE8C9}"/>
          </ac:spMkLst>
        </pc:spChg>
        <pc:spChg chg="mod">
          <ac:chgData name="진옥화" userId="20b55f0b-5a9b-4958-9543-f5cbd24a6a07" providerId="ADAL" clId="{6E6372EA-800A-466F-BA92-E51853A535FD}" dt="2026-08-23T07:34:03.358" v="522" actId="1036"/>
          <ac:spMkLst>
            <pc:docMk/>
            <pc:sldMk cId="183103285" sldId="662"/>
            <ac:spMk id="28" creationId="{FBFF3CA4-7EA5-03CF-9D1E-F2602BB8BA89}"/>
          </ac:spMkLst>
        </pc:spChg>
        <pc:spChg chg="mod">
          <ac:chgData name="진옥화" userId="20b55f0b-5a9b-4958-9543-f5cbd24a6a07" providerId="ADAL" clId="{6E6372EA-800A-466F-BA92-E51853A535FD}" dt="2026-08-23T07:33:23.259" v="477" actId="1035"/>
          <ac:spMkLst>
            <pc:docMk/>
            <pc:sldMk cId="183103285" sldId="662"/>
            <ac:spMk id="29" creationId="{D570636B-962E-8ACF-A84B-3EADA8213AF6}"/>
          </ac:spMkLst>
        </pc:spChg>
        <pc:spChg chg="mod">
          <ac:chgData name="진옥화" userId="20b55f0b-5a9b-4958-9543-f5cbd24a6a07" providerId="ADAL" clId="{6E6372EA-800A-466F-BA92-E51853A535FD}" dt="2026-08-23T07:33:05.768" v="465" actId="1037"/>
          <ac:spMkLst>
            <pc:docMk/>
            <pc:sldMk cId="183103285" sldId="662"/>
            <ac:spMk id="31" creationId="{A46381A5-F8FF-F466-DD6E-B7AE63FFE5CB}"/>
          </ac:spMkLst>
        </pc:spChg>
        <pc:spChg chg="mod">
          <ac:chgData name="진옥화" userId="20b55f0b-5a9b-4958-9543-f5cbd24a6a07" providerId="ADAL" clId="{6E6372EA-800A-466F-BA92-E51853A535FD}" dt="2026-08-23T07:03:37.193" v="263"/>
          <ac:spMkLst>
            <pc:docMk/>
            <pc:sldMk cId="183103285" sldId="662"/>
            <ac:spMk id="32" creationId="{BC9AB058-E348-ACE6-B0C2-3F7C4003FD69}"/>
          </ac:spMkLst>
        </pc:spChg>
        <pc:spChg chg="mod">
          <ac:chgData name="진옥화" userId="20b55f0b-5a9b-4958-9543-f5cbd24a6a07" providerId="ADAL" clId="{6E6372EA-800A-466F-BA92-E51853A535FD}" dt="2026-08-23T07:32:49.485" v="436" actId="1076"/>
          <ac:spMkLst>
            <pc:docMk/>
            <pc:sldMk cId="183103285" sldId="662"/>
            <ac:spMk id="33" creationId="{405EEE67-49B1-24E7-2417-8D8142D5F6D7}"/>
          </ac:spMkLst>
        </pc:spChg>
        <pc:spChg chg="mod">
          <ac:chgData name="진옥화" userId="20b55f0b-5a9b-4958-9543-f5cbd24a6a07" providerId="ADAL" clId="{6E6372EA-800A-466F-BA92-E51853A535FD}" dt="2026-08-23T07:46:26.649" v="698" actId="14100"/>
          <ac:spMkLst>
            <pc:docMk/>
            <pc:sldMk cId="183103285" sldId="662"/>
            <ac:spMk id="34" creationId="{365F5B30-1590-DDB0-9CD3-39161AEC4364}"/>
          </ac:spMkLst>
        </pc:spChg>
        <pc:spChg chg="del mod">
          <ac:chgData name="진옥화" userId="20b55f0b-5a9b-4958-9543-f5cbd24a6a07" providerId="ADAL" clId="{6E6372EA-800A-466F-BA92-E51853A535FD}" dt="2026-08-23T07:46:32.792" v="701" actId="478"/>
          <ac:spMkLst>
            <pc:docMk/>
            <pc:sldMk cId="183103285" sldId="662"/>
            <ac:spMk id="36" creationId="{25DF129A-E9A5-DEE4-3249-249BDAFF0B99}"/>
          </ac:spMkLst>
        </pc:spChg>
        <pc:spChg chg="mod">
          <ac:chgData name="진옥화" userId="20b55f0b-5a9b-4958-9543-f5cbd24a6a07" providerId="ADAL" clId="{6E6372EA-800A-466F-BA92-E51853A535FD}" dt="2026-08-23T07:03:37.193" v="263"/>
          <ac:spMkLst>
            <pc:docMk/>
            <pc:sldMk cId="183103285" sldId="662"/>
            <ac:spMk id="45" creationId="{D93602A3-98F2-12F4-8B19-F0434208F9B1}"/>
          </ac:spMkLst>
        </pc:spChg>
        <pc:spChg chg="mod">
          <ac:chgData name="진옥화" userId="20b55f0b-5a9b-4958-9543-f5cbd24a6a07" providerId="ADAL" clId="{6E6372EA-800A-466F-BA92-E51853A535FD}" dt="2026-08-23T07:41:32.015" v="604"/>
          <ac:spMkLst>
            <pc:docMk/>
            <pc:sldMk cId="183103285" sldId="662"/>
            <ac:spMk id="49" creationId="{2C3FF691-6E9C-B25D-7FE8-0936D49A4EA2}"/>
          </ac:spMkLst>
        </pc:spChg>
        <pc:spChg chg="mod">
          <ac:chgData name="진옥화" userId="20b55f0b-5a9b-4958-9543-f5cbd24a6a07" providerId="ADAL" clId="{6E6372EA-800A-466F-BA92-E51853A535FD}" dt="2026-08-23T07:41:32.015" v="604"/>
          <ac:spMkLst>
            <pc:docMk/>
            <pc:sldMk cId="183103285" sldId="662"/>
            <ac:spMk id="50" creationId="{A8FA3793-64AF-105E-03F4-9F815CC8D7C4}"/>
          </ac:spMkLst>
        </pc:spChg>
        <pc:spChg chg="mod">
          <ac:chgData name="진옥화" userId="20b55f0b-5a9b-4958-9543-f5cbd24a6a07" providerId="ADAL" clId="{6E6372EA-800A-466F-BA92-E51853A535FD}" dt="2026-08-23T07:41:32.015" v="604"/>
          <ac:spMkLst>
            <pc:docMk/>
            <pc:sldMk cId="183103285" sldId="662"/>
            <ac:spMk id="51" creationId="{68656BD4-53EE-DBCB-6BCE-142F433250A5}"/>
          </ac:spMkLst>
        </pc:spChg>
        <pc:grpChg chg="mod">
          <ac:chgData name="진옥화" userId="20b55f0b-5a9b-4958-9543-f5cbd24a6a07" providerId="ADAL" clId="{6E6372EA-800A-466F-BA92-E51853A535FD}" dt="2026-08-23T07:41:31.322" v="603" actId="1038"/>
          <ac:grpSpMkLst>
            <pc:docMk/>
            <pc:sldMk cId="183103285" sldId="662"/>
            <ac:grpSpMk id="13" creationId="{249A9E30-5E7D-6D04-5734-B65D0F0E9A24}"/>
          </ac:grpSpMkLst>
        </pc:grpChg>
        <pc:grpChg chg="del mod">
          <ac:chgData name="진옥화" userId="20b55f0b-5a9b-4958-9543-f5cbd24a6a07" providerId="ADAL" clId="{6E6372EA-800A-466F-BA92-E51853A535FD}" dt="2026-08-23T07:46:42.211" v="704" actId="478"/>
          <ac:grpSpMkLst>
            <pc:docMk/>
            <pc:sldMk cId="183103285" sldId="662"/>
            <ac:grpSpMk id="17" creationId="{3CB14B28-6A4E-31F6-1840-1B39E9100FC2}"/>
          </ac:grpSpMkLst>
        </pc:grpChg>
        <pc:grpChg chg="del mod">
          <ac:chgData name="진옥화" userId="20b55f0b-5a9b-4958-9543-f5cbd24a6a07" providerId="ADAL" clId="{6E6372EA-800A-466F-BA92-E51853A535FD}" dt="2026-08-23T07:46:43.287" v="705" actId="478"/>
          <ac:grpSpMkLst>
            <pc:docMk/>
            <pc:sldMk cId="183103285" sldId="662"/>
            <ac:grpSpMk id="20" creationId="{44AF9686-4741-E182-6AAF-78967E81F822}"/>
          </ac:grpSpMkLst>
        </pc:grpChg>
        <pc:grpChg chg="mod">
          <ac:chgData name="진옥화" userId="20b55f0b-5a9b-4958-9543-f5cbd24a6a07" providerId="ADAL" clId="{6E6372EA-800A-466F-BA92-E51853A535FD}" dt="2026-08-23T07:33:02.619" v="459" actId="1076"/>
          <ac:grpSpMkLst>
            <pc:docMk/>
            <pc:sldMk cId="183103285" sldId="662"/>
            <ac:grpSpMk id="30" creationId="{1D3B9437-529D-596E-CC22-1485FFCFBCA6}"/>
          </ac:grpSpMkLst>
        </pc:grpChg>
        <pc:grpChg chg="del mod">
          <ac:chgData name="진옥화" userId="20b55f0b-5a9b-4958-9543-f5cbd24a6a07" providerId="ADAL" clId="{6E6372EA-800A-466F-BA92-E51853A535FD}" dt="2026-08-23T07:41:27.864" v="597" actId="478"/>
          <ac:grpSpMkLst>
            <pc:docMk/>
            <pc:sldMk cId="183103285" sldId="662"/>
            <ac:grpSpMk id="44" creationId="{73EBE042-9CAF-9CDF-7D29-289195797F9B}"/>
          </ac:grpSpMkLst>
        </pc:grpChg>
        <pc:grpChg chg="add mod">
          <ac:chgData name="진옥화" userId="20b55f0b-5a9b-4958-9543-f5cbd24a6a07" providerId="ADAL" clId="{6E6372EA-800A-466F-BA92-E51853A535FD}" dt="2026-08-23T07:41:37.511" v="607" actId="1035"/>
          <ac:grpSpMkLst>
            <pc:docMk/>
            <pc:sldMk cId="183103285" sldId="662"/>
            <ac:grpSpMk id="48" creationId="{8BADA91F-85A6-04C7-4E63-15F0C780A503}"/>
          </ac:grpSpMkLst>
        </pc:grpChg>
        <pc:picChg chg="add mod">
          <ac:chgData name="진옥화" userId="20b55f0b-5a9b-4958-9543-f5cbd24a6a07" providerId="ADAL" clId="{6E6372EA-800A-466F-BA92-E51853A535FD}" dt="2026-08-23T06:59:38.836" v="253" actId="34135"/>
          <ac:picMkLst>
            <pc:docMk/>
            <pc:sldMk cId="183103285" sldId="662"/>
            <ac:picMk id="3" creationId="{AD733037-8BB1-8170-2DB9-DDDCA75136FA}"/>
          </ac:picMkLst>
        </pc:picChg>
        <pc:cxnChg chg="mod">
          <ac:chgData name="진옥화" userId="20b55f0b-5a9b-4958-9543-f5cbd24a6a07" providerId="ADAL" clId="{6E6372EA-800A-466F-BA92-E51853A535FD}" dt="2026-08-23T07:46:26.649" v="698" actId="14100"/>
          <ac:cxnSpMkLst>
            <pc:docMk/>
            <pc:sldMk cId="183103285" sldId="662"/>
            <ac:cxnSpMk id="35" creationId="{E388839D-3850-F19F-48BA-D2FB89D1FF29}"/>
          </ac:cxnSpMkLst>
        </pc:cxnChg>
      </pc:sldChg>
      <pc:sldChg chg="add del">
        <pc:chgData name="진옥화" userId="20b55f0b-5a9b-4958-9543-f5cbd24a6a07" providerId="ADAL" clId="{6E6372EA-800A-466F-BA92-E51853A535FD}" dt="2026-08-23T05:51:17.010" v="100" actId="2696"/>
        <pc:sldMkLst>
          <pc:docMk/>
          <pc:sldMk cId="3208256344" sldId="662"/>
        </pc:sldMkLst>
      </pc:sldChg>
      <pc:sldChg chg="addSp delSp modSp add mod ord">
        <pc:chgData name="진옥화" userId="20b55f0b-5a9b-4958-9543-f5cbd24a6a07" providerId="ADAL" clId="{6E6372EA-800A-466F-BA92-E51853A535FD}" dt="2026-08-23T08:36:41.646" v="939" actId="1037"/>
        <pc:sldMkLst>
          <pc:docMk/>
          <pc:sldMk cId="1541089204" sldId="663"/>
        </pc:sldMkLst>
        <pc:spChg chg="mod">
          <ac:chgData name="진옥화" userId="20b55f0b-5a9b-4958-9543-f5cbd24a6a07" providerId="ADAL" clId="{6E6372EA-800A-466F-BA92-E51853A535FD}" dt="2026-08-23T08:16:09.500" v="882" actId="20577"/>
          <ac:spMkLst>
            <pc:docMk/>
            <pc:sldMk cId="1541089204" sldId="663"/>
            <ac:spMk id="4" creationId="{1EBAAF65-296C-D0B9-9724-72BAED411AD2}"/>
          </ac:spMkLst>
        </pc:spChg>
        <pc:spChg chg="mod">
          <ac:chgData name="진옥화" userId="20b55f0b-5a9b-4958-9543-f5cbd24a6a07" providerId="ADAL" clId="{6E6372EA-800A-466F-BA92-E51853A535FD}" dt="2026-08-23T08:16:30.673" v="889"/>
          <ac:spMkLst>
            <pc:docMk/>
            <pc:sldMk cId="1541089204" sldId="663"/>
            <ac:spMk id="5" creationId="{06035756-255E-54DE-CDA2-23FD9CDC0149}"/>
          </ac:spMkLst>
        </pc:spChg>
        <pc:spChg chg="add del mod">
          <ac:chgData name="진옥화" userId="20b55f0b-5a9b-4958-9543-f5cbd24a6a07" providerId="ADAL" clId="{6E6372EA-800A-466F-BA92-E51853A535FD}" dt="2026-08-23T08:16:27.209" v="888" actId="478"/>
          <ac:spMkLst>
            <pc:docMk/>
            <pc:sldMk cId="1541089204" sldId="663"/>
            <ac:spMk id="6" creationId="{0795D165-18EB-3444-36BD-4A031B9FAFD7}"/>
          </ac:spMkLst>
        </pc:spChg>
        <pc:spChg chg="add del mod">
          <ac:chgData name="진옥화" userId="20b55f0b-5a9b-4958-9543-f5cbd24a6a07" providerId="ADAL" clId="{6E6372EA-800A-466F-BA92-E51853A535FD}" dt="2026-08-23T08:16:27.209" v="888" actId="478"/>
          <ac:spMkLst>
            <pc:docMk/>
            <pc:sldMk cId="1541089204" sldId="663"/>
            <ac:spMk id="7" creationId="{11102BC1-223A-B3B2-EA2F-5D3C79F4134D}"/>
          </ac:spMkLst>
        </pc:spChg>
        <pc:spChg chg="mod">
          <ac:chgData name="진옥화" userId="20b55f0b-5a9b-4958-9543-f5cbd24a6a07" providerId="ADAL" clId="{6E6372EA-800A-466F-BA92-E51853A535FD}" dt="2026-08-23T08:14:29.548" v="809" actId="1036"/>
          <ac:spMkLst>
            <pc:docMk/>
            <pc:sldMk cId="1541089204" sldId="663"/>
            <ac:spMk id="8" creationId="{EB2DA5AE-F062-709D-2DE8-5DBADD6E4FDC}"/>
          </ac:spMkLst>
        </pc:spChg>
        <pc:spChg chg="mod">
          <ac:chgData name="진옥화" userId="20b55f0b-5a9b-4958-9543-f5cbd24a6a07" providerId="ADAL" clId="{6E6372EA-800A-466F-BA92-E51853A535FD}" dt="2026-08-23T08:15:56.425" v="875" actId="1036"/>
          <ac:spMkLst>
            <pc:docMk/>
            <pc:sldMk cId="1541089204" sldId="663"/>
            <ac:spMk id="9" creationId="{38DE7C0E-EF7E-9247-966F-CAF2CCA9ED05}"/>
          </ac:spMkLst>
        </pc:spChg>
        <pc:spChg chg="mod">
          <ac:chgData name="진옥화" userId="20b55f0b-5a9b-4958-9543-f5cbd24a6a07" providerId="ADAL" clId="{6E6372EA-800A-466F-BA92-E51853A535FD}" dt="2026-08-23T08:15:31.617" v="862" actId="1076"/>
          <ac:spMkLst>
            <pc:docMk/>
            <pc:sldMk cId="1541089204" sldId="663"/>
            <ac:spMk id="10" creationId="{5CC1E14A-8FC4-BE50-FA51-DEA085E79721}"/>
          </ac:spMkLst>
        </pc:spChg>
        <pc:spChg chg="add mod">
          <ac:chgData name="진옥화" userId="20b55f0b-5a9b-4958-9543-f5cbd24a6a07" providerId="ADAL" clId="{6E6372EA-800A-466F-BA92-E51853A535FD}" dt="2026-08-23T08:14:18.905" v="803" actId="1076"/>
          <ac:spMkLst>
            <pc:docMk/>
            <pc:sldMk cId="1541089204" sldId="663"/>
            <ac:spMk id="11" creationId="{F1F4427E-AF38-E988-318D-EF092B5B298B}"/>
          </ac:spMkLst>
        </pc:spChg>
        <pc:spChg chg="del mod">
          <ac:chgData name="진옥화" userId="20b55f0b-5a9b-4958-9543-f5cbd24a6a07" providerId="ADAL" clId="{6E6372EA-800A-466F-BA92-E51853A535FD}" dt="2026-08-23T08:16:19.744" v="885" actId="478"/>
          <ac:spMkLst>
            <pc:docMk/>
            <pc:sldMk cId="1541089204" sldId="663"/>
            <ac:spMk id="13" creationId="{FC87E4AD-34A2-9A4F-AD47-76EB739AB071}"/>
          </ac:spMkLst>
        </pc:spChg>
        <pc:spChg chg="mod">
          <ac:chgData name="진옥화" userId="20b55f0b-5a9b-4958-9543-f5cbd24a6a07" providerId="ADAL" clId="{6E6372EA-800A-466F-BA92-E51853A535FD}" dt="2026-08-23T07:02:19.860" v="262"/>
          <ac:spMkLst>
            <pc:docMk/>
            <pc:sldMk cId="1541089204" sldId="663"/>
            <ac:spMk id="19" creationId="{30F542D9-BF6A-D2D4-7956-BC14EDE23C80}"/>
          </ac:spMkLst>
        </pc:spChg>
        <pc:spChg chg="mod">
          <ac:chgData name="진옥화" userId="20b55f0b-5a9b-4958-9543-f5cbd24a6a07" providerId="ADAL" clId="{6E6372EA-800A-466F-BA92-E51853A535FD}" dt="2026-08-23T07:02:19.860" v="262"/>
          <ac:spMkLst>
            <pc:docMk/>
            <pc:sldMk cId="1541089204" sldId="663"/>
            <ac:spMk id="24" creationId="{101C5E9F-1733-1902-3D16-986D65ADF58B}"/>
          </ac:spMkLst>
        </pc:spChg>
        <pc:spChg chg="add mod">
          <ac:chgData name="진옥화" userId="20b55f0b-5a9b-4958-9543-f5cbd24a6a07" providerId="ADAL" clId="{6E6372EA-800A-466F-BA92-E51853A535FD}" dt="2026-08-23T08:12:32.357" v="718" actId="1036"/>
          <ac:spMkLst>
            <pc:docMk/>
            <pc:sldMk cId="1541089204" sldId="663"/>
            <ac:spMk id="25" creationId="{A8A29F6F-40CA-1CF7-0F26-ED866C07BFAD}"/>
          </ac:spMkLst>
        </pc:spChg>
        <pc:spChg chg="mod">
          <ac:chgData name="진옥화" userId="20b55f0b-5a9b-4958-9543-f5cbd24a6a07" providerId="ADAL" clId="{6E6372EA-800A-466F-BA92-E51853A535FD}" dt="2026-08-23T07:02:19.860" v="262"/>
          <ac:spMkLst>
            <pc:docMk/>
            <pc:sldMk cId="1541089204" sldId="663"/>
            <ac:spMk id="28" creationId="{BC049C80-9F49-29CB-4B6C-77D0074964D5}"/>
          </ac:spMkLst>
        </pc:spChg>
        <pc:spChg chg="add mod">
          <ac:chgData name="진옥화" userId="20b55f0b-5a9b-4958-9543-f5cbd24a6a07" providerId="ADAL" clId="{6E6372EA-800A-466F-BA92-E51853A535FD}" dt="2026-08-23T08:12:45.230" v="734" actId="1038"/>
          <ac:spMkLst>
            <pc:docMk/>
            <pc:sldMk cId="1541089204" sldId="663"/>
            <ac:spMk id="29" creationId="{B29D928B-7881-CC5D-8C85-F55168B39C78}"/>
          </ac:spMkLst>
        </pc:spChg>
        <pc:spChg chg="mod">
          <ac:chgData name="진옥화" userId="20b55f0b-5a9b-4958-9543-f5cbd24a6a07" providerId="ADAL" clId="{6E6372EA-800A-466F-BA92-E51853A535FD}" dt="2026-08-23T08:36:41.646" v="939" actId="1037"/>
          <ac:spMkLst>
            <pc:docMk/>
            <pc:sldMk cId="1541089204" sldId="663"/>
            <ac:spMk id="30" creationId="{6B0EC180-01E3-37EB-AD1C-66F24F34DCF2}"/>
          </ac:spMkLst>
        </pc:spChg>
        <pc:spChg chg="del">
          <ac:chgData name="진옥화" userId="20b55f0b-5a9b-4958-9543-f5cbd24a6a07" providerId="ADAL" clId="{6E6372EA-800A-466F-BA92-E51853A535FD}" dt="2026-08-23T08:36:37.280" v="907" actId="478"/>
          <ac:spMkLst>
            <pc:docMk/>
            <pc:sldMk cId="1541089204" sldId="663"/>
            <ac:spMk id="32" creationId="{D628DC77-A988-3EDB-28AB-9E55AA657619}"/>
          </ac:spMkLst>
        </pc:spChg>
        <pc:spChg chg="mod">
          <ac:chgData name="진옥화" userId="20b55f0b-5a9b-4958-9543-f5cbd24a6a07" providerId="ADAL" clId="{6E6372EA-800A-466F-BA92-E51853A535FD}" dt="2026-08-23T08:14:13.923" v="802" actId="1038"/>
          <ac:spMkLst>
            <pc:docMk/>
            <pc:sldMk cId="1541089204" sldId="663"/>
            <ac:spMk id="39" creationId="{83C0C338-7867-243B-B15D-36078A85D32D}"/>
          </ac:spMkLst>
        </pc:spChg>
        <pc:spChg chg="mod">
          <ac:chgData name="진옥화" userId="20b55f0b-5a9b-4958-9543-f5cbd24a6a07" providerId="ADAL" clId="{6E6372EA-800A-466F-BA92-E51853A535FD}" dt="2026-08-23T08:14:37.301" v="825" actId="1035"/>
          <ac:spMkLst>
            <pc:docMk/>
            <pc:sldMk cId="1541089204" sldId="663"/>
            <ac:spMk id="41" creationId="{9CB33E9C-D9BC-D305-3904-304A51CBDC10}"/>
          </ac:spMkLst>
        </pc:spChg>
        <pc:spChg chg="mod">
          <ac:chgData name="진옥화" userId="20b55f0b-5a9b-4958-9543-f5cbd24a6a07" providerId="ADAL" clId="{6E6372EA-800A-466F-BA92-E51853A535FD}" dt="2026-08-23T08:14:41.215" v="838" actId="1035"/>
          <ac:spMkLst>
            <pc:docMk/>
            <pc:sldMk cId="1541089204" sldId="663"/>
            <ac:spMk id="42" creationId="{C7F75E7B-9F70-5B9D-B252-B779CAC1C02A}"/>
          </ac:spMkLst>
        </pc:spChg>
        <pc:spChg chg="mod">
          <ac:chgData name="진옥화" userId="20b55f0b-5a9b-4958-9543-f5cbd24a6a07" providerId="ADAL" clId="{6E6372EA-800A-466F-BA92-E51853A535FD}" dt="2026-08-23T07:02:19.860" v="262"/>
          <ac:spMkLst>
            <pc:docMk/>
            <pc:sldMk cId="1541089204" sldId="663"/>
            <ac:spMk id="45" creationId="{54E88978-F355-CFF5-2ABE-D487F1EDC9DE}"/>
          </ac:spMkLst>
        </pc:spChg>
        <pc:spChg chg="mod">
          <ac:chgData name="진옥화" userId="20b55f0b-5a9b-4958-9543-f5cbd24a6a07" providerId="ADAL" clId="{6E6372EA-800A-466F-BA92-E51853A535FD}" dt="2026-08-23T08:14:47.924" v="841"/>
          <ac:spMkLst>
            <pc:docMk/>
            <pc:sldMk cId="1541089204" sldId="663"/>
            <ac:spMk id="49" creationId="{DCB53039-DDA2-E105-E7B5-BDB182D26423}"/>
          </ac:spMkLst>
        </pc:spChg>
        <pc:spChg chg="mod">
          <ac:chgData name="진옥화" userId="20b55f0b-5a9b-4958-9543-f5cbd24a6a07" providerId="ADAL" clId="{6E6372EA-800A-466F-BA92-E51853A535FD}" dt="2026-08-23T08:14:47.924" v="841"/>
          <ac:spMkLst>
            <pc:docMk/>
            <pc:sldMk cId="1541089204" sldId="663"/>
            <ac:spMk id="50" creationId="{B7B7AE7D-45E1-16F1-913D-B4C65DC44682}"/>
          </ac:spMkLst>
        </pc:spChg>
        <pc:spChg chg="mod">
          <ac:chgData name="진옥화" userId="20b55f0b-5a9b-4958-9543-f5cbd24a6a07" providerId="ADAL" clId="{6E6372EA-800A-466F-BA92-E51853A535FD}" dt="2026-08-23T08:14:47.924" v="841"/>
          <ac:spMkLst>
            <pc:docMk/>
            <pc:sldMk cId="1541089204" sldId="663"/>
            <ac:spMk id="51" creationId="{20403822-8E97-B604-669F-BFE2C634D510}"/>
          </ac:spMkLst>
        </pc:spChg>
        <pc:grpChg chg="del mod">
          <ac:chgData name="진옥화" userId="20b55f0b-5a9b-4958-9543-f5cbd24a6a07" providerId="ADAL" clId="{6E6372EA-800A-466F-BA92-E51853A535FD}" dt="2026-08-23T08:16:27.209" v="888" actId="478"/>
          <ac:grpSpMkLst>
            <pc:docMk/>
            <pc:sldMk cId="1541089204" sldId="663"/>
            <ac:grpSpMk id="14" creationId="{B36051F0-03A7-A720-0FC7-ED5BAD7D0FF8}"/>
          </ac:grpSpMkLst>
        </pc:grpChg>
        <pc:grpChg chg="del mod">
          <ac:chgData name="진옥화" userId="20b55f0b-5a9b-4958-9543-f5cbd24a6a07" providerId="ADAL" clId="{6E6372EA-800A-466F-BA92-E51853A535FD}" dt="2026-08-23T08:16:25.427" v="887" actId="478"/>
          <ac:grpSpMkLst>
            <pc:docMk/>
            <pc:sldMk cId="1541089204" sldId="663"/>
            <ac:grpSpMk id="17" creationId="{5B7F7113-E32B-156B-F110-CAD8117D77EE}"/>
          </ac:grpSpMkLst>
        </pc:grpChg>
        <pc:grpChg chg="mod">
          <ac:chgData name="진옥화" userId="20b55f0b-5a9b-4958-9543-f5cbd24a6a07" providerId="ADAL" clId="{6E6372EA-800A-466F-BA92-E51853A535FD}" dt="2026-08-23T08:12:10.412" v="714" actId="1036"/>
          <ac:grpSpMkLst>
            <pc:docMk/>
            <pc:sldMk cId="1541089204" sldId="663"/>
            <ac:grpSpMk id="26" creationId="{EE65C1F5-93E5-B77B-D8A2-2381AFE9D9D7}"/>
          </ac:grpSpMkLst>
        </pc:grpChg>
        <pc:grpChg chg="mod">
          <ac:chgData name="진옥화" userId="20b55f0b-5a9b-4958-9543-f5cbd24a6a07" providerId="ADAL" clId="{6E6372EA-800A-466F-BA92-E51853A535FD}" dt="2026-08-23T08:14:47.260" v="840" actId="1076"/>
          <ac:grpSpMkLst>
            <pc:docMk/>
            <pc:sldMk cId="1541089204" sldId="663"/>
            <ac:grpSpMk id="40" creationId="{596B3C25-1D4B-D994-196D-2D6A08729202}"/>
          </ac:grpSpMkLst>
        </pc:grpChg>
        <pc:grpChg chg="del mod">
          <ac:chgData name="진옥화" userId="20b55f0b-5a9b-4958-9543-f5cbd24a6a07" providerId="ADAL" clId="{6E6372EA-800A-466F-BA92-E51853A535FD}" dt="2026-08-23T08:14:43.387" v="839" actId="478"/>
          <ac:grpSpMkLst>
            <pc:docMk/>
            <pc:sldMk cId="1541089204" sldId="663"/>
            <ac:grpSpMk id="44" creationId="{406C1BF6-AADA-103D-CA5F-6189D86AB7AD}"/>
          </ac:grpSpMkLst>
        </pc:grpChg>
        <pc:grpChg chg="add mod">
          <ac:chgData name="진옥화" userId="20b55f0b-5a9b-4958-9543-f5cbd24a6a07" providerId="ADAL" clId="{6E6372EA-800A-466F-BA92-E51853A535FD}" dt="2026-08-23T08:14:52.527" v="842" actId="1076"/>
          <ac:grpSpMkLst>
            <pc:docMk/>
            <pc:sldMk cId="1541089204" sldId="663"/>
            <ac:grpSpMk id="48" creationId="{0B834FBB-1F3B-C552-3F4E-A72AF7A96C9E}"/>
          </ac:grpSpMkLst>
        </pc:grpChg>
        <pc:picChg chg="add mod">
          <ac:chgData name="진옥화" userId="20b55f0b-5a9b-4958-9543-f5cbd24a6a07" providerId="ADAL" clId="{6E6372EA-800A-466F-BA92-E51853A535FD}" dt="2026-08-23T06:59:15.554" v="219" actId="34135"/>
          <ac:picMkLst>
            <pc:docMk/>
            <pc:sldMk cId="1541089204" sldId="663"/>
            <ac:picMk id="3" creationId="{E65B5ABE-1A0A-63DD-AF7E-B5A1348E0B00}"/>
          </ac:picMkLst>
        </pc:picChg>
        <pc:cxnChg chg="mod">
          <ac:chgData name="진옥화" userId="20b55f0b-5a9b-4958-9543-f5cbd24a6a07" providerId="ADAL" clId="{6E6372EA-800A-466F-BA92-E51853A535FD}" dt="2026-08-23T08:16:01.136" v="876" actId="14100"/>
          <ac:cxnSpMkLst>
            <pc:docMk/>
            <pc:sldMk cId="1541089204" sldId="663"/>
            <ac:cxnSpMk id="31" creationId="{4BC5152E-6DA1-03AB-A995-F0E657E3AF70}"/>
          </ac:cxnSpMkLst>
        </pc:cxnChg>
      </pc:sldChg>
      <pc:sldChg chg="addSp delSp modSp add mod ord modNotesTx">
        <pc:chgData name="진옥화" userId="20b55f0b-5a9b-4958-9543-f5cbd24a6a07" providerId="ADAL" clId="{6E6372EA-800A-466F-BA92-E51853A535FD}" dt="2026-08-23T07:29:17.501" v="435"/>
        <pc:sldMkLst>
          <pc:docMk/>
          <pc:sldMk cId="131973327" sldId="664"/>
        </pc:sldMkLst>
        <pc:spChg chg="mod">
          <ac:chgData name="진옥화" userId="20b55f0b-5a9b-4958-9543-f5cbd24a6a07" providerId="ADAL" clId="{6E6372EA-800A-466F-BA92-E51853A535FD}" dt="2026-08-23T07:03:59.428" v="269" actId="20577"/>
          <ac:spMkLst>
            <pc:docMk/>
            <pc:sldMk cId="131973327" sldId="664"/>
            <ac:spMk id="4" creationId="{13CDD3D7-8124-C088-2079-07175053A783}"/>
          </ac:spMkLst>
        </pc:spChg>
        <pc:spChg chg="mod">
          <ac:chgData name="진옥화" userId="20b55f0b-5a9b-4958-9543-f5cbd24a6a07" providerId="ADAL" clId="{6E6372EA-800A-466F-BA92-E51853A535FD}" dt="2026-08-23T07:29:17.501" v="435"/>
          <ac:spMkLst>
            <pc:docMk/>
            <pc:sldMk cId="131973327" sldId="664"/>
            <ac:spMk id="5" creationId="{7C27ECB3-65B9-C095-E1C1-C8D0AF1FADFC}"/>
          </ac:spMkLst>
        </pc:spChg>
        <pc:spChg chg="del mod">
          <ac:chgData name="진옥화" userId="20b55f0b-5a9b-4958-9543-f5cbd24a6a07" providerId="ADAL" clId="{6E6372EA-800A-466F-BA92-E51853A535FD}" dt="2026-08-23T07:28:54.539" v="434" actId="478"/>
          <ac:spMkLst>
            <pc:docMk/>
            <pc:sldMk cId="131973327" sldId="664"/>
            <ac:spMk id="6" creationId="{41A45E6A-B82B-9A0A-86D6-FB9E5FA7F65C}"/>
          </ac:spMkLst>
        </pc:spChg>
        <pc:spChg chg="add del mod">
          <ac:chgData name="진옥화" userId="20b55f0b-5a9b-4958-9543-f5cbd24a6a07" providerId="ADAL" clId="{6E6372EA-800A-466F-BA92-E51853A535FD}" dt="2026-08-23T07:28:54.539" v="434" actId="478"/>
          <ac:spMkLst>
            <pc:docMk/>
            <pc:sldMk cId="131973327" sldId="664"/>
            <ac:spMk id="7" creationId="{92385EA8-CB69-0A7A-CDD2-146852E59E67}"/>
          </ac:spMkLst>
        </pc:spChg>
        <pc:spChg chg="mod">
          <ac:chgData name="진옥화" userId="20b55f0b-5a9b-4958-9543-f5cbd24a6a07" providerId="ADAL" clId="{6E6372EA-800A-466F-BA92-E51853A535FD}" dt="2026-08-23T07:05:49.106" v="372" actId="1037"/>
          <ac:spMkLst>
            <pc:docMk/>
            <pc:sldMk cId="131973327" sldId="664"/>
            <ac:spMk id="8" creationId="{6A3C206E-E038-A141-C74B-D9085F032089}"/>
          </ac:spMkLst>
        </pc:spChg>
        <pc:spChg chg="mod">
          <ac:chgData name="진옥화" userId="20b55f0b-5a9b-4958-9543-f5cbd24a6a07" providerId="ADAL" clId="{6E6372EA-800A-466F-BA92-E51853A535FD}" dt="2026-08-23T07:24:45.702" v="394" actId="1038"/>
          <ac:spMkLst>
            <pc:docMk/>
            <pc:sldMk cId="131973327" sldId="664"/>
            <ac:spMk id="9" creationId="{E41A4471-F8D6-1921-3603-29461CDF0004}"/>
          </ac:spMkLst>
        </pc:spChg>
        <pc:spChg chg="mod">
          <ac:chgData name="진옥화" userId="20b55f0b-5a9b-4958-9543-f5cbd24a6a07" providerId="ADAL" clId="{6E6372EA-800A-466F-BA92-E51853A535FD}" dt="2026-08-23T07:24:45.702" v="394" actId="1038"/>
          <ac:spMkLst>
            <pc:docMk/>
            <pc:sldMk cId="131973327" sldId="664"/>
            <ac:spMk id="10" creationId="{639D113E-570B-018F-B61C-B93903562C3C}"/>
          </ac:spMkLst>
        </pc:spChg>
        <pc:spChg chg="mod">
          <ac:chgData name="진옥화" userId="20b55f0b-5a9b-4958-9543-f5cbd24a6a07" providerId="ADAL" clId="{6E6372EA-800A-466F-BA92-E51853A535FD}" dt="2026-08-23T07:06:16.847" v="377" actId="1076"/>
          <ac:spMkLst>
            <pc:docMk/>
            <pc:sldMk cId="131973327" sldId="664"/>
            <ac:spMk id="11" creationId="{D3E35779-C07D-953A-018D-7B9924A044D6}"/>
          </ac:spMkLst>
        </pc:spChg>
        <pc:spChg chg="add 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12" creationId="{254CB3D6-6A50-1E97-93F4-EAF3CA8D428C}"/>
          </ac:spMkLst>
        </pc:spChg>
        <pc:spChg chg="del mod">
          <ac:chgData name="진옥화" userId="20b55f0b-5a9b-4958-9543-f5cbd24a6a07" providerId="ADAL" clId="{6E6372EA-800A-466F-BA92-E51853A535FD}" dt="2026-08-23T07:24:59.057" v="397" actId="478"/>
          <ac:spMkLst>
            <pc:docMk/>
            <pc:sldMk cId="131973327" sldId="664"/>
            <ac:spMk id="13" creationId="{819BCB9D-2355-15CE-CFCA-251FA8C43A72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15" creationId="{211DBE24-DCCF-FFBD-51E5-0A1A821E3FA4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19" creationId="{D8511454-1C81-5A60-225D-EDDA101B8C61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21" creationId="{7ADAA0F4-48EE-12FA-7D41-35BA051272ED}"/>
          </ac:spMkLst>
        </pc:spChg>
        <pc:spChg chg="mod">
          <ac:chgData name="진옥화" userId="20b55f0b-5a9b-4958-9543-f5cbd24a6a07" providerId="ADAL" clId="{6E6372EA-800A-466F-BA92-E51853A535FD}" dt="2026-08-23T07:04:35.430" v="318" actId="14100"/>
          <ac:spMkLst>
            <pc:docMk/>
            <pc:sldMk cId="131973327" sldId="664"/>
            <ac:spMk id="25" creationId="{08C6AAA6-7012-F047-F82B-818925309232}"/>
          </ac:spMkLst>
        </pc:spChg>
        <pc:spChg chg="mod">
          <ac:chgData name="진옥화" userId="20b55f0b-5a9b-4958-9543-f5cbd24a6a07" providerId="ADAL" clId="{6E6372EA-800A-466F-BA92-E51853A535FD}" dt="2026-08-23T07:04:12.489" v="287" actId="1037"/>
          <ac:spMkLst>
            <pc:docMk/>
            <pc:sldMk cId="131973327" sldId="664"/>
            <ac:spMk id="27" creationId="{9B9F78FA-43F5-BD5B-083D-205FF7BEDA0E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28" creationId="{7228F94D-2608-BBA6-ED17-7009B187ABFF}"/>
          </ac:spMkLst>
        </pc:spChg>
        <pc:spChg chg="mod">
          <ac:chgData name="진옥화" userId="20b55f0b-5a9b-4958-9543-f5cbd24a6a07" providerId="ADAL" clId="{6E6372EA-800A-466F-BA92-E51853A535FD}" dt="2026-08-23T07:04:48.848" v="337" actId="1038"/>
          <ac:spMkLst>
            <pc:docMk/>
            <pc:sldMk cId="131973327" sldId="664"/>
            <ac:spMk id="29" creationId="{84692766-491C-DB20-E8CA-AD7EA7FC8B82}"/>
          </ac:spMkLst>
        </pc:spChg>
        <pc:spChg chg="mod">
          <ac:chgData name="진옥화" userId="20b55f0b-5a9b-4958-9543-f5cbd24a6a07" providerId="ADAL" clId="{6E6372EA-800A-466F-BA92-E51853A535FD}" dt="2026-08-23T07:25:04.656" v="430" actId="1037"/>
          <ac:spMkLst>
            <pc:docMk/>
            <pc:sldMk cId="131973327" sldId="664"/>
            <ac:spMk id="30" creationId="{BE0368D8-5BC4-FDF5-D9EB-7476E935A281}"/>
          </ac:spMkLst>
        </pc:spChg>
        <pc:spChg chg="del">
          <ac:chgData name="진옥화" userId="20b55f0b-5a9b-4958-9543-f5cbd24a6a07" providerId="ADAL" clId="{6E6372EA-800A-466F-BA92-E51853A535FD}" dt="2026-08-23T07:25:01.176" v="399" actId="478"/>
          <ac:spMkLst>
            <pc:docMk/>
            <pc:sldMk cId="131973327" sldId="664"/>
            <ac:spMk id="32" creationId="{270FA0E6-6712-0F62-308D-31FA129BB613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36" creationId="{078E874C-3D9C-D60B-DC0E-76C0FF9B5177}"/>
          </ac:spMkLst>
        </pc:spChg>
        <pc:spChg chg="mod">
          <ac:chgData name="진옥화" userId="20b55f0b-5a9b-4958-9543-f5cbd24a6a07" providerId="ADAL" clId="{6E6372EA-800A-466F-BA92-E51853A535FD}" dt="2026-08-23T07:05:13.885" v="346" actId="14100"/>
          <ac:spMkLst>
            <pc:docMk/>
            <pc:sldMk cId="131973327" sldId="664"/>
            <ac:spMk id="39" creationId="{DECEBEB3-C45D-9829-820E-66223140683B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41" creationId="{F26642FD-D6ED-C8B3-FF59-3AAF01B0175C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45" creationId="{E1577DC8-60A3-9AC4-7656-CE3E17921BBB}"/>
          </ac:spMkLst>
        </pc:spChg>
        <pc:spChg chg="mod">
          <ac:chgData name="진옥화" userId="20b55f0b-5a9b-4958-9543-f5cbd24a6a07" providerId="ADAL" clId="{6E6372EA-800A-466F-BA92-E51853A535FD}" dt="2026-08-23T07:02:05.702" v="261"/>
          <ac:spMkLst>
            <pc:docMk/>
            <pc:sldMk cId="131973327" sldId="664"/>
            <ac:spMk id="47" creationId="{458F1CBA-5D1A-D6CF-7A31-322BD154A1F6}"/>
          </ac:spMkLst>
        </pc:spChg>
        <pc:grpChg chg="del mod">
          <ac:chgData name="진옥화" userId="20b55f0b-5a9b-4958-9543-f5cbd24a6a07" providerId="ADAL" clId="{6E6372EA-800A-466F-BA92-E51853A535FD}" dt="2026-08-23T07:28:54.539" v="434" actId="478"/>
          <ac:grpSpMkLst>
            <pc:docMk/>
            <pc:sldMk cId="131973327" sldId="664"/>
            <ac:grpSpMk id="14" creationId="{E151F83B-FE7E-28A2-AE77-4962971A9770}"/>
          </ac:grpSpMkLst>
        </pc:grpChg>
        <pc:grpChg chg="del mod">
          <ac:chgData name="진옥화" userId="20b55f0b-5a9b-4958-9543-f5cbd24a6a07" providerId="ADAL" clId="{6E6372EA-800A-466F-BA92-E51853A535FD}" dt="2026-08-23T07:28:51.954" v="433" actId="478"/>
          <ac:grpSpMkLst>
            <pc:docMk/>
            <pc:sldMk cId="131973327" sldId="664"/>
            <ac:grpSpMk id="17" creationId="{439CB4C7-70AE-0C53-A914-A641A8E1D0BA}"/>
          </ac:grpSpMkLst>
        </pc:grpChg>
        <pc:grpChg chg="mod">
          <ac:chgData name="진옥화" userId="20b55f0b-5a9b-4958-9543-f5cbd24a6a07" providerId="ADAL" clId="{6E6372EA-800A-466F-BA92-E51853A535FD}" dt="2026-08-23T07:04:19.302" v="312" actId="1037"/>
          <ac:grpSpMkLst>
            <pc:docMk/>
            <pc:sldMk cId="131973327" sldId="664"/>
            <ac:grpSpMk id="26" creationId="{089150CA-4BA3-43FD-DBE6-2F70A94C5914}"/>
          </ac:grpSpMkLst>
        </pc:grpChg>
        <pc:grpChg chg="mod">
          <ac:chgData name="진옥화" userId="20b55f0b-5a9b-4958-9543-f5cbd24a6a07" providerId="ADAL" clId="{6E6372EA-800A-466F-BA92-E51853A535FD}" dt="2026-08-23T07:06:03.987" v="375" actId="1076"/>
          <ac:grpSpMkLst>
            <pc:docMk/>
            <pc:sldMk cId="131973327" sldId="664"/>
            <ac:grpSpMk id="40" creationId="{7422124C-1799-A0F9-1F6C-6E0952C6D273}"/>
          </ac:grpSpMkLst>
        </pc:grpChg>
        <pc:grpChg chg="mod">
          <ac:chgData name="진옥화" userId="20b55f0b-5a9b-4958-9543-f5cbd24a6a07" providerId="ADAL" clId="{6E6372EA-800A-466F-BA92-E51853A535FD}" dt="2026-08-23T07:06:01.972" v="374" actId="1076"/>
          <ac:grpSpMkLst>
            <pc:docMk/>
            <pc:sldMk cId="131973327" sldId="664"/>
            <ac:grpSpMk id="44" creationId="{4319F85B-6523-11E1-1C2A-E8FDD8A9F80E}"/>
          </ac:grpSpMkLst>
        </pc:grpChg>
        <pc:picChg chg="add mod">
          <ac:chgData name="진옥화" userId="20b55f0b-5a9b-4958-9543-f5cbd24a6a07" providerId="ADAL" clId="{6E6372EA-800A-466F-BA92-E51853A535FD}" dt="2026-08-23T07:00:10.475" v="259" actId="34135"/>
          <ac:picMkLst>
            <pc:docMk/>
            <pc:sldMk cId="131973327" sldId="664"/>
            <ac:picMk id="3" creationId="{4DB0E37A-8095-7D31-B3CA-847CF5C499E9}"/>
          </ac:picMkLst>
        </pc:picChg>
        <pc:cxnChg chg="mod">
          <ac:chgData name="진옥화" userId="20b55f0b-5a9b-4958-9543-f5cbd24a6a07" providerId="ADAL" clId="{6E6372EA-800A-466F-BA92-E51853A535FD}" dt="2026-08-23T07:24:49.286" v="395" actId="14100"/>
          <ac:cxnSpMkLst>
            <pc:docMk/>
            <pc:sldMk cId="131973327" sldId="664"/>
            <ac:cxnSpMk id="31" creationId="{58F86959-33B8-E3B6-8750-70D4477084C9}"/>
          </ac:cxnSpMkLst>
        </pc:cxnChg>
      </pc:sldChg>
      <pc:sldChg chg="add">
        <pc:chgData name="진옥화" userId="20b55f0b-5a9b-4958-9543-f5cbd24a6a07" providerId="ADAL" clId="{6E6372EA-800A-466F-BA92-E51853A535FD}" dt="2026-08-23T07:24:55.602" v="396"/>
        <pc:sldMkLst>
          <pc:docMk/>
          <pc:sldMk cId="20581015" sldId="665"/>
        </pc:sldMkLst>
      </pc:sldChg>
      <pc:sldChg chg="add">
        <pc:chgData name="진옥화" userId="20b55f0b-5a9b-4958-9543-f5cbd24a6a07" providerId="ADAL" clId="{6E6372EA-800A-466F-BA92-E51853A535FD}" dt="2026-08-23T07:28:47.380" v="432"/>
        <pc:sldMkLst>
          <pc:docMk/>
          <pc:sldMk cId="229562556" sldId="666"/>
        </pc:sldMkLst>
      </pc:sldChg>
      <pc:sldChg chg="add">
        <pc:chgData name="진옥화" userId="20b55f0b-5a9b-4958-9543-f5cbd24a6a07" providerId="ADAL" clId="{6E6372EA-800A-466F-BA92-E51853A535FD}" dt="2026-08-23T07:46:29.883" v="699"/>
        <pc:sldMkLst>
          <pc:docMk/>
          <pc:sldMk cId="2112193127" sldId="667"/>
        </pc:sldMkLst>
      </pc:sldChg>
      <pc:sldChg chg="add">
        <pc:chgData name="진옥화" userId="20b55f0b-5a9b-4958-9543-f5cbd24a6a07" providerId="ADAL" clId="{6E6372EA-800A-466F-BA92-E51853A535FD}" dt="2026-08-23T07:46:36.300" v="703"/>
        <pc:sldMkLst>
          <pc:docMk/>
          <pc:sldMk cId="2740011458" sldId="668"/>
        </pc:sldMkLst>
      </pc:sldChg>
      <pc:sldChg chg="add">
        <pc:chgData name="진옥화" userId="20b55f0b-5a9b-4958-9543-f5cbd24a6a07" providerId="ADAL" clId="{6E6372EA-800A-466F-BA92-E51853A535FD}" dt="2026-08-23T08:16:12.643" v="883"/>
        <pc:sldMkLst>
          <pc:docMk/>
          <pc:sldMk cId="3903195603" sldId="669"/>
        </pc:sldMkLst>
      </pc:sldChg>
      <pc:sldChg chg="addSp delSp add mod">
        <pc:chgData name="진옥화" userId="20b55f0b-5a9b-4958-9543-f5cbd24a6a07" providerId="ADAL" clId="{6E6372EA-800A-466F-BA92-E51853A535FD}" dt="2026-08-23T08:36:47.726" v="942" actId="22"/>
        <pc:sldMkLst>
          <pc:docMk/>
          <pc:sldMk cId="1058563159" sldId="670"/>
        </pc:sldMkLst>
        <pc:spChg chg="add">
          <ac:chgData name="진옥화" userId="20b55f0b-5a9b-4958-9543-f5cbd24a6a07" providerId="ADAL" clId="{6E6372EA-800A-466F-BA92-E51853A535FD}" dt="2026-08-23T08:36:47.726" v="942" actId="22"/>
          <ac:spMkLst>
            <pc:docMk/>
            <pc:sldMk cId="1058563159" sldId="670"/>
            <ac:spMk id="13" creationId="{8EF058F9-083C-640C-0FE4-0F469A9EF421}"/>
          </ac:spMkLst>
        </pc:spChg>
        <pc:spChg chg="del">
          <ac:chgData name="진옥화" userId="20b55f0b-5a9b-4958-9543-f5cbd24a6a07" providerId="ADAL" clId="{6E6372EA-800A-466F-BA92-E51853A535FD}" dt="2026-08-23T08:36:47.125" v="941" actId="478"/>
          <ac:spMkLst>
            <pc:docMk/>
            <pc:sldMk cId="1058563159" sldId="670"/>
            <ac:spMk id="30" creationId="{1B4AC460-CFEF-6F7A-798F-0CA184A8A89D}"/>
          </ac:spMkLst>
        </pc:spChg>
        <pc:spChg chg="del">
          <ac:chgData name="진옥화" userId="20b55f0b-5a9b-4958-9543-f5cbd24a6a07" providerId="ADAL" clId="{6E6372EA-800A-466F-BA92-E51853A535FD}" dt="2026-08-23T08:36:44.947" v="940" actId="478"/>
          <ac:spMkLst>
            <pc:docMk/>
            <pc:sldMk cId="1058563159" sldId="670"/>
            <ac:spMk id="32" creationId="{35A01DB1-CD12-88D7-EBBD-6BDBB9C8F179}"/>
          </ac:spMkLst>
        </pc:spChg>
      </pc:sldChg>
      <pc:sldChg chg="addSp delSp modSp new mod ord setBg">
        <pc:chgData name="진옥화" userId="20b55f0b-5a9b-4958-9543-f5cbd24a6a07" providerId="ADAL" clId="{6E6372EA-800A-466F-BA92-E51853A535FD}" dt="2026-08-23T08:21:23.346" v="906" actId="1076"/>
        <pc:sldMkLst>
          <pc:docMk/>
          <pc:sldMk cId="601186377" sldId="671"/>
        </pc:sldMkLst>
        <pc:spChg chg="add mod">
          <ac:chgData name="진옥화" userId="20b55f0b-5a9b-4958-9543-f5cbd24a6a07" providerId="ADAL" clId="{6E6372EA-800A-466F-BA92-E51853A535FD}" dt="2026-08-23T08:21:23.346" v="906" actId="1076"/>
          <ac:spMkLst>
            <pc:docMk/>
            <pc:sldMk cId="601186377" sldId="671"/>
            <ac:spMk id="19" creationId="{54166758-B730-A86E-16FB-DA2C69DFFC3D}"/>
          </ac:spMkLst>
        </pc:spChg>
        <pc:spChg chg="add">
          <ac:chgData name="진옥화" userId="20b55f0b-5a9b-4958-9543-f5cbd24a6a07" providerId="ADAL" clId="{6E6372EA-800A-466F-BA92-E51853A535FD}" dt="2026-08-23T08:21:10.606" v="904" actId="26606"/>
          <ac:spMkLst>
            <pc:docMk/>
            <pc:sldMk cId="601186377" sldId="671"/>
            <ac:spMk id="22" creationId="{B96FC576-AE30-4C09-A12C-0582F2A6A067}"/>
          </ac:spMkLst>
        </pc:spChg>
        <pc:picChg chg="add del">
          <ac:chgData name="진옥화" userId="20b55f0b-5a9b-4958-9543-f5cbd24a6a07" providerId="ADAL" clId="{6E6372EA-800A-466F-BA92-E51853A535FD}" dt="2026-08-23T08:19:23.412" v="896" actId="478"/>
          <ac:picMkLst>
            <pc:docMk/>
            <pc:sldMk cId="601186377" sldId="671"/>
            <ac:picMk id="3" creationId="{056EBE8F-05BB-F6BD-AEF2-539F17FAB3A2}"/>
          </ac:picMkLst>
        </pc:picChg>
        <pc:picChg chg="add del">
          <ac:chgData name="진옥화" userId="20b55f0b-5a9b-4958-9543-f5cbd24a6a07" providerId="ADAL" clId="{6E6372EA-800A-466F-BA92-E51853A535FD}" dt="2026-08-23T08:19:23.412" v="896" actId="478"/>
          <ac:picMkLst>
            <pc:docMk/>
            <pc:sldMk cId="601186377" sldId="671"/>
            <ac:picMk id="5" creationId="{788BF690-6762-3E3C-FE76-0F4888FE4BC2}"/>
          </ac:picMkLst>
        </pc:picChg>
        <pc:picChg chg="add del">
          <ac:chgData name="진옥화" userId="20b55f0b-5a9b-4958-9543-f5cbd24a6a07" providerId="ADAL" clId="{6E6372EA-800A-466F-BA92-E51853A535FD}" dt="2026-08-23T08:19:23.412" v="896" actId="478"/>
          <ac:picMkLst>
            <pc:docMk/>
            <pc:sldMk cId="601186377" sldId="671"/>
            <ac:picMk id="7" creationId="{B3BDE437-5A72-770B-9704-065BD97B58A6}"/>
          </ac:picMkLst>
        </pc:picChg>
        <pc:picChg chg="add del">
          <ac:chgData name="진옥화" userId="20b55f0b-5a9b-4958-9543-f5cbd24a6a07" providerId="ADAL" clId="{6E6372EA-800A-466F-BA92-E51853A535FD}" dt="2026-08-23T08:20:25.086" v="900" actId="478"/>
          <ac:picMkLst>
            <pc:docMk/>
            <pc:sldMk cId="601186377" sldId="671"/>
            <ac:picMk id="9" creationId="{61114E58-8E40-5F98-C536-04D213C2D95C}"/>
          </ac:picMkLst>
        </pc:picChg>
        <pc:picChg chg="add mod ord">
          <ac:chgData name="진옥화" userId="20b55f0b-5a9b-4958-9543-f5cbd24a6a07" providerId="ADAL" clId="{6E6372EA-800A-466F-BA92-E51853A535FD}" dt="2026-08-23T08:21:10.606" v="904" actId="26606"/>
          <ac:picMkLst>
            <pc:docMk/>
            <pc:sldMk cId="601186377" sldId="671"/>
            <ac:picMk id="11" creationId="{6CD8067A-C227-F1A1-267C-B05B40074F34}"/>
          </ac:picMkLst>
        </pc:picChg>
        <pc:picChg chg="add mod ord">
          <ac:chgData name="진옥화" userId="20b55f0b-5a9b-4958-9543-f5cbd24a6a07" providerId="ADAL" clId="{6E6372EA-800A-466F-BA92-E51853A535FD}" dt="2026-08-23T08:21:10.606" v="904" actId="26606"/>
          <ac:picMkLst>
            <pc:docMk/>
            <pc:sldMk cId="601186377" sldId="671"/>
            <ac:picMk id="13" creationId="{BB1216C1-1FE1-459A-53BE-D93FFA6A900C}"/>
          </ac:picMkLst>
        </pc:picChg>
        <pc:picChg chg="add mod ord">
          <ac:chgData name="진옥화" userId="20b55f0b-5a9b-4958-9543-f5cbd24a6a07" providerId="ADAL" clId="{6E6372EA-800A-466F-BA92-E51853A535FD}" dt="2026-08-23T08:21:10.606" v="904" actId="26606"/>
          <ac:picMkLst>
            <pc:docMk/>
            <pc:sldMk cId="601186377" sldId="671"/>
            <ac:picMk id="15" creationId="{343EC546-D805-CD40-6BD9-76E1EDEC9B4E}"/>
          </ac:picMkLst>
        </pc:picChg>
        <pc:picChg chg="add mod">
          <ac:chgData name="진옥화" userId="20b55f0b-5a9b-4958-9543-f5cbd24a6a07" providerId="ADAL" clId="{6E6372EA-800A-466F-BA92-E51853A535FD}" dt="2026-08-23T08:21:10.606" v="904" actId="26606"/>
          <ac:picMkLst>
            <pc:docMk/>
            <pc:sldMk cId="601186377" sldId="671"/>
            <ac:picMk id="17" creationId="{A4D65C7A-CC7B-3466-CAFC-543ADD9F75AD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9D017-B480-4512-B290-81A74920434E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7C30F9-ED8C-4FDE-8E1A-6CD676029D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964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CC293B-2051-860B-5828-D11765796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AD920B-42AA-D659-92EB-FC09C82EA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46E039-0C87-8F58-1FEF-E6D7727C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E6CB3-EC37-5DB0-297E-D47AF9B3B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92BB3B-90DA-C6A0-2D3F-23167B06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0388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AE8F0-183D-B082-7AB4-2F7A8BBAF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7723F3-68FA-F121-AEDB-7B8D162E8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791552F-BFD8-B957-C9BE-10D1279A8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EE3707-20D9-B019-18A2-550174C5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0C64AA-EC87-06F9-B1E2-ACC1E423E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3912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35C356-D17E-67C5-B943-8FA77786D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43C6D4-D844-2142-EA35-0A1679C17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12384F-C0EE-21BB-5D53-94517834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1CC970-7924-418E-C715-1238014EE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D66733F-23ED-B53D-1295-0247ADB33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829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180993-4069-431B-2400-4493ACC41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3ECD09-BADE-B8E2-4C51-AA8223E9DB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0D29F5-9BF2-7AE0-9E57-A2BD8372C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EA324B-39DA-63EE-6E81-28D4C5421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54F840D-9D10-831B-D30B-41986D673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6972168-EEEB-B657-D3F2-BE158631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230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ABC909-BCBA-584D-01DF-FBDFA76F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EE539B-2B16-F386-0108-6C166D9F8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6FCC8E-B968-5BFE-BB5C-475C5A5A1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D789005-A98F-E2F7-806E-DE380889EC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BBCB1F-4E78-2ACF-DF06-F6DCCC034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A06A2FF-F1FE-AD72-5FAA-EB9262C6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7742198-ED07-E55A-1A19-6989478B4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B9B718A-5167-309A-16D3-21E75DF9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230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86BCAE-A622-F7F0-7E36-614846948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5671432-4F2C-1D6B-5D7E-992BB0EE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6E3454-1006-F08A-1CE2-B52B82982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5353CE-A5BE-50F6-EFAE-EF6FB9F5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900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71748B7-B492-1050-533C-678B011E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861258F-4A21-9455-BA9E-71522DBB2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F53A4C-4DA1-E43B-ADA0-8BE5C2FF3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501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B40EC9-31E1-74E5-E598-61B8E801C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465C7-B977-F229-F0CE-0494D0C9C1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35D5BB-6EBA-2D74-733B-0AD5683070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C506F2A-7BCF-62F8-7ECB-966453AA9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9C2C4A-C531-4B19-069D-B647E736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D41280-7B1E-D87C-8A7E-143412DBB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4602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339037-586A-BD1D-634D-4808BD587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88BFE13-DE13-9014-A10C-A8B756482F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4BBBEE-5698-921D-62BC-256764C46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015D256-D8C7-D05C-BA22-5713D1441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B4723B-14A8-9B07-E308-73655BBF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391AA46-1F9A-14C2-627A-E3571B779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9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337A59-93F6-30E5-F797-01A1881AD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44E9AC-8DA8-7847-AC6D-65EEBE120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1B56B8-DAE5-F4BC-B793-13409AB8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A6A96-3750-7DF1-656A-632BD94DF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A6272-2894-6AF8-96CC-9BA4096EE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67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04DC2CD-604E-76E0-4336-5766D1E7A8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15B12C7-3D6C-5D5B-8D27-F005FBA15C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2E209B-B672-4BFF-C4E7-F07ABADA4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7C46E9-4A7F-6569-2640-1742F4A14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30522C-9160-8B6F-4CC7-918DE44E8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475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7AA818-1D9F-F3E0-3C6B-0B7EF84AB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74916D-AD97-0932-005B-BA1E5A76CC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200E69B-B8D4-DBD6-7783-9180C413E9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7F654-5CCF-4999-8E4A-9731931AF3E5}" type="datetimeFigureOut">
              <a:rPr lang="ko-KR" altLang="en-US" smtClean="0"/>
              <a:t>2026-08-23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DC15A4-0432-8E9E-7DB2-D688EAD6F1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DC31A8-BE9C-46DE-CD64-09BF0E5D2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DFC9C5-604C-4918-8DBC-6C23C9EBE89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495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4" Type="http://schemas.microsoft.com/office/2007/relationships/hdphoto" Target="../media/hdphoto1.wdp"/><Relationship Id="rId5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4" Type="http://schemas.microsoft.com/office/2007/relationships/hdphoto" Target="../media/hdphoto1.wdp"/><Relationship Id="rId5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microsoft.com/office/2007/relationships/hdphoto" Target="../media/hdphoto1.wdp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microsoft.com/office/2007/relationships/hdphoto" Target="../media/hdphoto2.wdp"/><Relationship Id="rId4" Type="http://schemas.openxmlformats.org/officeDocument/2006/relationships/image" Target="../media/image2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3.wdp"/><Relationship Id="rId4" Type="http://schemas.openxmlformats.org/officeDocument/2006/relationships/image" Target="../media/image2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3.wdp"/><Relationship Id="rId4" Type="http://schemas.openxmlformats.org/officeDocument/2006/relationships/image" Target="../media/image2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microsoft.com/office/2007/relationships/hdphoto" Target="../media/hdphoto3.wdp"/><Relationship Id="rId4" Type="http://schemas.openxmlformats.org/officeDocument/2006/relationships/image" Target="../media/image24.png"/></Relationships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D6A9-3AA2-21D4-08B6-D183F02C34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DB0E37A-8095-7D31-B3CA-847CF5C499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97" b="99800" l="1223" r="99457">
                        <a14:foregroundMark x1="1495" y1="18164" x2="15897" y2="17365"/>
                        <a14:foregroundMark x1="15897" y1="17365" x2="75000" y2="21756"/>
                        <a14:foregroundMark x1="75000" y1="21756" x2="87364" y2="20559"/>
                        <a14:foregroundMark x1="87364" y1="20559" x2="99321" y2="21557"/>
                        <a14:foregroundMark x1="99321" y1="21557" x2="99457" y2="21756"/>
                        <a14:foregroundMark x1="1495" y1="18363" x2="2038" y2="99202"/>
                        <a14:foregroundMark x1="2174" y1="97605" x2="14130" y2="98603"/>
                        <a14:foregroundMark x1="14130" y1="98603" x2="64674" y2="97405"/>
                        <a14:foregroundMark x1="64674" y1="97405" x2="76495" y2="97804"/>
                        <a14:foregroundMark x1="76495" y1="97804" x2="89810" y2="97006"/>
                        <a14:foregroundMark x1="89810" y1="97006" x2="97011" y2="88423"/>
                        <a14:foregroundMark x1="97011" y1="88423" x2="96739" y2="10379"/>
                        <a14:foregroundMark x1="96739" y1="10379" x2="83560" y2="1397"/>
                        <a14:foregroundMark x1="83560" y1="1397" x2="35190" y2="5190"/>
                        <a14:foregroundMark x1="35190" y1="5190" x2="26902" y2="2196"/>
                        <a14:foregroundMark x1="26902" y1="2196" x2="17120" y2="40918"/>
                        <a14:foregroundMark x1="17120" y1="40918" x2="7745" y2="47505"/>
                        <a14:foregroundMark x1="7745" y1="47505" x2="6250" y2="34331"/>
                        <a14:foregroundMark x1="6250" y1="34331" x2="24049" y2="30140"/>
                        <a14:foregroundMark x1="24049" y1="30140" x2="1223" y2="49501"/>
                        <a14:foregroundMark x1="1223" y1="49501" x2="8560" y2="55090"/>
                        <a14:foregroundMark x1="8560" y1="55090" x2="2038" y2="68263"/>
                        <a14:foregroundMark x1="2038" y1="68263" x2="2717" y2="77046"/>
                        <a14:foregroundMark x1="2717" y1="91417" x2="44293" y2="94810"/>
                        <a14:foregroundMark x1="44293" y1="94810" x2="82473" y2="93413"/>
                        <a14:foregroundMark x1="82473" y1="93413" x2="93207" y2="94012"/>
                        <a14:foregroundMark x1="93207" y1="94012" x2="99592" y2="84631"/>
                        <a14:foregroundMark x1="99592" y1="84631" x2="99457" y2="37325"/>
                        <a14:foregroundMark x1="99457" y1="37325" x2="99457" y2="37325"/>
                        <a14:foregroundMark x1="20245" y1="58683" x2="26223" y2="91617"/>
                        <a14:foregroundMark x1="26223" y1="91617" x2="29891" y2="72854"/>
                        <a14:foregroundMark x1="29891" y1="72854" x2="22418" y2="70659"/>
                        <a14:foregroundMark x1="72147" y1="64271" x2="55707" y2="59281"/>
                        <a14:foregroundMark x1="55707" y1="59281" x2="39266" y2="82635"/>
                        <a14:foregroundMark x1="39266" y1="82635" x2="72418" y2="76248"/>
                        <a14:foregroundMark x1="72418" y1="76248" x2="51902" y2="62675"/>
                        <a14:foregroundMark x1="51902" y1="62675" x2="50000" y2="68064"/>
                        <a14:foregroundMark x1="63179" y1="26547" x2="85870" y2="24750"/>
                        <a14:foregroundMark x1="65082" y1="13573" x2="84239" y2="10978"/>
                        <a14:foregroundMark x1="27038" y1="17565" x2="24864" y2="33333"/>
                        <a14:foregroundMark x1="23777" y1="33333" x2="51630" y2="28942"/>
                        <a14:foregroundMark x1="48234" y1="12575" x2="53804" y2="9381"/>
                        <a14:foregroundMark x1="23505" y1="12974" x2="23913" y2="2196"/>
                        <a14:foregroundMark x1="23913" y1="2196" x2="32337" y2="2994"/>
                        <a14:foregroundMark x1="32337" y1="2994" x2="39538" y2="1996"/>
                        <a14:foregroundMark x1="39538" y1="1996" x2="47147" y2="2196"/>
                        <a14:foregroundMark x1="89674" y1="2994" x2="99592" y2="3792"/>
                        <a14:foregroundMark x1="72418" y1="98403" x2="81793" y2="96607"/>
                        <a14:foregroundMark x1="81793" y1="96607" x2="90489" y2="97605"/>
                        <a14:foregroundMark x1="90489" y1="97605" x2="97826" y2="97405"/>
                        <a14:foregroundMark x1="97826" y1="97405" x2="96875" y2="91018"/>
                        <a14:foregroundMark x1="98777" y1="91218" x2="98641" y2="96607"/>
                        <a14:foregroundMark x1="87772" y1="99800" x2="92663" y2="99401"/>
                        <a14:foregroundMark x1="77853" y1="99202" x2="81929" y2="98603"/>
                        <a14:backgroundMark x1="815" y1="8982" x2="7745" y2="8383"/>
                        <a14:backgroundMark x1="7745" y1="8383" x2="13043" y2="858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836" y="1708271"/>
            <a:ext cx="6953739" cy="4733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CDD3D7-8124-C088-2079-07175053A783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3CDD3D7-8124-C088-2079-07175053A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C27ECB3-65B9-C095-E1C1-C8D0AF1FADFC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A3C206E-E038-A141-C74B-D9085F032089}"/>
              </a:ext>
            </a:extLst>
          </p:cNvPr>
          <p:cNvSpPr/>
          <p:nvPr/>
        </p:nvSpPr>
        <p:spPr>
          <a:xfrm rot="5400000">
            <a:off x="6499505" y="5113403"/>
            <a:ext cx="102820" cy="1858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41A4471-F8D6-1921-3603-29461CDF0004}"/>
              </a:ext>
            </a:extLst>
          </p:cNvPr>
          <p:cNvSpPr/>
          <p:nvPr/>
        </p:nvSpPr>
        <p:spPr>
          <a:xfrm>
            <a:off x="6041592" y="4734666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639D113E-570B-018F-B61C-B93903562C3C}"/>
              </a:ext>
            </a:extLst>
          </p:cNvPr>
          <p:cNvSpPr/>
          <p:nvPr/>
        </p:nvSpPr>
        <p:spPr>
          <a:xfrm>
            <a:off x="6173855" y="4857384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3E35779-C07D-953A-018D-7B9924A044D6}"/>
              </a:ext>
            </a:extLst>
          </p:cNvPr>
          <p:cNvSpPr txBox="1"/>
          <p:nvPr/>
        </p:nvSpPr>
        <p:spPr>
          <a:xfrm>
            <a:off x="5670500" y="409743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4CB3D6-6A50-1E97-93F4-EAF3CA8D428C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8C6AAA6-7012-F047-F82B-818925309232}"/>
              </a:ext>
            </a:extLst>
          </p:cNvPr>
          <p:cNvSpPr/>
          <p:nvPr/>
        </p:nvSpPr>
        <p:spPr>
          <a:xfrm flipV="1">
            <a:off x="2856690" y="3808623"/>
            <a:ext cx="98384" cy="6078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089150CA-4BA3-43FD-DBE6-2F70A94C5914}"/>
              </a:ext>
            </a:extLst>
          </p:cNvPr>
          <p:cNvGrpSpPr/>
          <p:nvPr/>
        </p:nvGrpSpPr>
        <p:grpSpPr>
          <a:xfrm rot="5400000">
            <a:off x="4566668" y="4160385"/>
            <a:ext cx="99451" cy="483578"/>
            <a:chOff x="5324822" y="4600112"/>
            <a:chExt cx="99451" cy="48357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9B9F78FA-43F5-BD5B-083D-205FF7BEDA0E}"/>
                </a:ext>
              </a:extLst>
            </p:cNvPr>
            <p:cNvSpPr/>
            <p:nvPr/>
          </p:nvSpPr>
          <p:spPr>
            <a:xfrm>
              <a:off x="5325888" y="4600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228F94D-2608-BBA6-ED17-7009B187ABFF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692766-491C-DB20-E8CA-AD7EA7FC8B82}"/>
              </a:ext>
            </a:extLst>
          </p:cNvPr>
          <p:cNvSpPr/>
          <p:nvPr/>
        </p:nvSpPr>
        <p:spPr>
          <a:xfrm flipV="1">
            <a:off x="3692645" y="3228378"/>
            <a:ext cx="98385" cy="6324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0368D8-5BC4-FDF5-D9EB-7476E935A281}"/>
              </a:ext>
            </a:extLst>
          </p:cNvPr>
          <p:cNvSpPr txBox="1"/>
          <p:nvPr/>
        </p:nvSpPr>
        <p:spPr>
          <a:xfrm>
            <a:off x="5558111" y="6455201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8F86959-33B8-E3B6-8750-70D4477084C9}"/>
              </a:ext>
            </a:extLst>
          </p:cNvPr>
          <p:cNvCxnSpPr>
            <a:cxnSpLocks/>
          </p:cNvCxnSpPr>
          <p:nvPr/>
        </p:nvCxnSpPr>
        <p:spPr>
          <a:xfrm flipV="1">
            <a:off x="6842277" y="5759361"/>
            <a:ext cx="0" cy="751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5CBBCA37-8D67-F59E-8501-54048C37F34B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841A850-8065-CE9D-B642-17DE15D0C1FE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E7337A3C-EF0E-A868-0BC4-0404E701F2F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78E874C-3D9C-D60B-DC0E-76C0FF9B5177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6A7C255-2475-A5CB-DD1E-FF1F6130D57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726D8F66-7E87-3012-14A6-9D3FF9CB26AB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CEBEB3-C45D-9829-820E-66223140683B}"/>
              </a:ext>
            </a:extLst>
          </p:cNvPr>
          <p:cNvSpPr/>
          <p:nvPr/>
        </p:nvSpPr>
        <p:spPr>
          <a:xfrm rot="16200000" flipV="1">
            <a:off x="8151231" y="2939627"/>
            <a:ext cx="98385" cy="613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422124C-1799-A0F9-1F6C-6E0952C6D273}"/>
              </a:ext>
            </a:extLst>
          </p:cNvPr>
          <p:cNvGrpSpPr/>
          <p:nvPr/>
        </p:nvGrpSpPr>
        <p:grpSpPr>
          <a:xfrm>
            <a:off x="5584385" y="4707935"/>
            <a:ext cx="100923" cy="1055008"/>
            <a:chOff x="4735802" y="4865202"/>
            <a:chExt cx="100923" cy="105500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F26642FD-D6ED-C8B3-FF59-3AAF01B0175C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662CA91-B62C-FC09-1BBE-A601462788DC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CD2EBB4C-BF3F-EFD6-5AFF-849B15D4DF81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4319F85B-6523-11E1-1C2A-E8FDD8A9F80E}"/>
              </a:ext>
            </a:extLst>
          </p:cNvPr>
          <p:cNvGrpSpPr/>
          <p:nvPr/>
        </p:nvGrpSpPr>
        <p:grpSpPr>
          <a:xfrm>
            <a:off x="7396157" y="4691852"/>
            <a:ext cx="100923" cy="1055008"/>
            <a:chOff x="4735802" y="4865202"/>
            <a:chExt cx="100923" cy="10550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E1577DC8-60A3-9AC4-7656-CE3E17921BBB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507FA6A-F30B-8F6A-4C5E-E11EF02A2941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458F1CBA-5D1A-D6CF-7A31-322BD154A1F6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1973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ABEE6-93CE-C1EE-C0A1-5D3068F52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6972FE-54D5-EAA6-CDFF-25F661B4CA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97" b="99800" l="1223" r="99457">
                        <a14:foregroundMark x1="1495" y1="18164" x2="15897" y2="17365"/>
                        <a14:foregroundMark x1="15897" y1="17365" x2="75000" y2="21756"/>
                        <a14:foregroundMark x1="75000" y1="21756" x2="87364" y2="20559"/>
                        <a14:foregroundMark x1="87364" y1="20559" x2="99321" y2="21557"/>
                        <a14:foregroundMark x1="99321" y1="21557" x2="99457" y2="21756"/>
                        <a14:foregroundMark x1="1495" y1="18363" x2="2038" y2="99202"/>
                        <a14:foregroundMark x1="2174" y1="97605" x2="14130" y2="98603"/>
                        <a14:foregroundMark x1="14130" y1="98603" x2="64674" y2="97405"/>
                        <a14:foregroundMark x1="64674" y1="97405" x2="76495" y2="97804"/>
                        <a14:foregroundMark x1="76495" y1="97804" x2="89810" y2="97006"/>
                        <a14:foregroundMark x1="89810" y1="97006" x2="97011" y2="88423"/>
                        <a14:foregroundMark x1="97011" y1="88423" x2="96739" y2="10379"/>
                        <a14:foregroundMark x1="96739" y1="10379" x2="83560" y2="1397"/>
                        <a14:foregroundMark x1="83560" y1="1397" x2="35190" y2="5190"/>
                        <a14:foregroundMark x1="35190" y1="5190" x2="26902" y2="2196"/>
                        <a14:foregroundMark x1="26902" y1="2196" x2="17120" y2="40918"/>
                        <a14:foregroundMark x1="17120" y1="40918" x2="7745" y2="47505"/>
                        <a14:foregroundMark x1="7745" y1="47505" x2="6250" y2="34331"/>
                        <a14:foregroundMark x1="6250" y1="34331" x2="24049" y2="30140"/>
                        <a14:foregroundMark x1="24049" y1="30140" x2="1223" y2="49501"/>
                        <a14:foregroundMark x1="1223" y1="49501" x2="8560" y2="55090"/>
                        <a14:foregroundMark x1="8560" y1="55090" x2="2038" y2="68263"/>
                        <a14:foregroundMark x1="2038" y1="68263" x2="2717" y2="77046"/>
                        <a14:foregroundMark x1="2717" y1="91417" x2="44293" y2="94810"/>
                        <a14:foregroundMark x1="44293" y1="94810" x2="82473" y2="93413"/>
                        <a14:foregroundMark x1="82473" y1="93413" x2="93207" y2="94012"/>
                        <a14:foregroundMark x1="93207" y1="94012" x2="99592" y2="84631"/>
                        <a14:foregroundMark x1="99592" y1="84631" x2="99457" y2="37325"/>
                        <a14:foregroundMark x1="99457" y1="37325" x2="99457" y2="37325"/>
                        <a14:foregroundMark x1="20245" y1="58683" x2="26223" y2="91617"/>
                        <a14:foregroundMark x1="26223" y1="91617" x2="29891" y2="72854"/>
                        <a14:foregroundMark x1="29891" y1="72854" x2="22418" y2="70659"/>
                        <a14:foregroundMark x1="72147" y1="64271" x2="55707" y2="59281"/>
                        <a14:foregroundMark x1="55707" y1="59281" x2="39266" y2="82635"/>
                        <a14:foregroundMark x1="39266" y1="82635" x2="72418" y2="76248"/>
                        <a14:foregroundMark x1="72418" y1="76248" x2="51902" y2="62675"/>
                        <a14:foregroundMark x1="51902" y1="62675" x2="50000" y2="68064"/>
                        <a14:foregroundMark x1="63179" y1="26547" x2="85870" y2="24750"/>
                        <a14:foregroundMark x1="65082" y1="13573" x2="84239" y2="10978"/>
                        <a14:foregroundMark x1="27038" y1="17565" x2="24864" y2="33333"/>
                        <a14:foregroundMark x1="23777" y1="33333" x2="51630" y2="28942"/>
                        <a14:foregroundMark x1="48234" y1="12575" x2="53804" y2="9381"/>
                        <a14:foregroundMark x1="23505" y1="12974" x2="23913" y2="2196"/>
                        <a14:foregroundMark x1="23913" y1="2196" x2="32337" y2="2994"/>
                        <a14:foregroundMark x1="32337" y1="2994" x2="39538" y2="1996"/>
                        <a14:foregroundMark x1="39538" y1="1996" x2="47147" y2="2196"/>
                        <a14:foregroundMark x1="89674" y1="2994" x2="99592" y2="3792"/>
                        <a14:foregroundMark x1="72418" y1="98403" x2="81793" y2="96607"/>
                        <a14:foregroundMark x1="81793" y1="96607" x2="90489" y2="97605"/>
                        <a14:foregroundMark x1="90489" y1="97605" x2="97826" y2="97405"/>
                        <a14:foregroundMark x1="97826" y1="97405" x2="96875" y2="91018"/>
                        <a14:foregroundMark x1="98777" y1="91218" x2="98641" y2="96607"/>
                        <a14:foregroundMark x1="87772" y1="99800" x2="92663" y2="99401"/>
                        <a14:foregroundMark x1="77853" y1="99202" x2="81929" y2="98603"/>
                        <a14:backgroundMark x1="815" y1="8982" x2="7745" y2="8383"/>
                        <a14:backgroundMark x1="7745" y1="8383" x2="13043" y2="858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836" y="1708271"/>
            <a:ext cx="6953739" cy="4733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BEB13-0272-7159-8A26-5BCBCA86393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0CBEB13-0272-7159-8A26-5BCBCA8639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9F3DDA75-FA18-0A35-ED11-5ECB9F21979B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3F001E4-EA89-463F-4D71-E9B59E95F48D}"/>
              </a:ext>
            </a:extLst>
          </p:cNvPr>
          <p:cNvSpPr/>
          <p:nvPr/>
        </p:nvSpPr>
        <p:spPr>
          <a:xfrm>
            <a:off x="7718643" y="5463716"/>
            <a:ext cx="8348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B8B2A4-2C74-6CAD-6A42-8B4E2A9562CC}"/>
              </a:ext>
            </a:extLst>
          </p:cNvPr>
          <p:cNvSpPr txBox="1"/>
          <p:nvPr/>
        </p:nvSpPr>
        <p:spPr>
          <a:xfrm>
            <a:off x="7832911" y="496544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F322D22-EDAA-C65B-616C-AF5CF23FA844}"/>
              </a:ext>
            </a:extLst>
          </p:cNvPr>
          <p:cNvSpPr/>
          <p:nvPr/>
        </p:nvSpPr>
        <p:spPr>
          <a:xfrm rot="5400000">
            <a:off x="6499505" y="5113403"/>
            <a:ext cx="102820" cy="1858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28B6157D-1B54-C91D-3369-DAD17D1F7A4C}"/>
              </a:ext>
            </a:extLst>
          </p:cNvPr>
          <p:cNvSpPr/>
          <p:nvPr/>
        </p:nvSpPr>
        <p:spPr>
          <a:xfrm>
            <a:off x="6041592" y="4734666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450CA16-A36B-7A50-4A30-15F1B1F7AE5B}"/>
              </a:ext>
            </a:extLst>
          </p:cNvPr>
          <p:cNvSpPr/>
          <p:nvPr/>
        </p:nvSpPr>
        <p:spPr>
          <a:xfrm>
            <a:off x="6173855" y="4857384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1EEF85-7041-C549-5120-F2325FD0DFED}"/>
              </a:ext>
            </a:extLst>
          </p:cNvPr>
          <p:cNvSpPr txBox="1"/>
          <p:nvPr/>
        </p:nvSpPr>
        <p:spPr>
          <a:xfrm>
            <a:off x="5670500" y="409743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3DC8BE-D567-967D-DFCD-6F8D14C33D42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126FE46-6F65-06B2-E57E-25A7EFF056F4}"/>
              </a:ext>
            </a:extLst>
          </p:cNvPr>
          <p:cNvGrpSpPr/>
          <p:nvPr/>
        </p:nvGrpSpPr>
        <p:grpSpPr>
          <a:xfrm>
            <a:off x="7708228" y="4646002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5B59D518-879D-9398-0CD0-DAEA1A2A123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230AE98-D6A0-63A0-0120-D7649C4A5DFC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F579C98F-53E2-E6A8-D46D-F0DBA8E7BA89}"/>
              </a:ext>
            </a:extLst>
          </p:cNvPr>
          <p:cNvGrpSpPr/>
          <p:nvPr/>
        </p:nvGrpSpPr>
        <p:grpSpPr>
          <a:xfrm>
            <a:off x="3844833" y="3295716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E016ADA-E3B3-5DDF-81A5-99010A1FEC6D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CD7AC845-7F58-6E06-4D61-39BFC5CE242A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0BC3CC3E-42C9-C1DE-4848-5605C5611523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2D964DEE-B579-5B5B-40AC-CCE43C168B3B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EE2BF768-9102-B69D-7493-33EF77FCF564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ECB5393F-FBF2-014D-1A35-9EE2E6080C13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E831CD13-A689-D16E-2972-F60F81535F7A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78EF50B-392A-931A-C19E-2DAF0A177117}"/>
              </a:ext>
            </a:extLst>
          </p:cNvPr>
          <p:cNvSpPr/>
          <p:nvPr/>
        </p:nvSpPr>
        <p:spPr>
          <a:xfrm flipV="1">
            <a:off x="2856690" y="3808623"/>
            <a:ext cx="98384" cy="6078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83EA1F3-C5B6-93C9-EDD9-6661EE4F4917}"/>
              </a:ext>
            </a:extLst>
          </p:cNvPr>
          <p:cNvGrpSpPr/>
          <p:nvPr/>
        </p:nvGrpSpPr>
        <p:grpSpPr>
          <a:xfrm rot="5400000">
            <a:off x="4566668" y="4160385"/>
            <a:ext cx="99451" cy="483578"/>
            <a:chOff x="5324822" y="4600112"/>
            <a:chExt cx="99451" cy="48357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ABA09C80-B3B7-73D3-3744-6D34140C44F3}"/>
                </a:ext>
              </a:extLst>
            </p:cNvPr>
            <p:cNvSpPr/>
            <p:nvPr/>
          </p:nvSpPr>
          <p:spPr>
            <a:xfrm>
              <a:off x="5325888" y="4600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10BD7E5-D67E-DFDF-E6A8-6A80106301D8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81997C-635A-C0B4-F221-0CCE63768DF5}"/>
              </a:ext>
            </a:extLst>
          </p:cNvPr>
          <p:cNvSpPr/>
          <p:nvPr/>
        </p:nvSpPr>
        <p:spPr>
          <a:xfrm flipV="1">
            <a:off x="3692645" y="3228378"/>
            <a:ext cx="98385" cy="6324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00D237-2B8F-52DE-184B-BDAACDDD89D8}"/>
              </a:ext>
            </a:extLst>
          </p:cNvPr>
          <p:cNvSpPr txBox="1"/>
          <p:nvPr/>
        </p:nvSpPr>
        <p:spPr>
          <a:xfrm>
            <a:off x="5558111" y="6455201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7EFDD910-9195-C426-30C8-5CDD16ED66F5}"/>
              </a:ext>
            </a:extLst>
          </p:cNvPr>
          <p:cNvCxnSpPr>
            <a:cxnSpLocks/>
          </p:cNvCxnSpPr>
          <p:nvPr/>
        </p:nvCxnSpPr>
        <p:spPr>
          <a:xfrm flipV="1">
            <a:off x="6842277" y="5759361"/>
            <a:ext cx="0" cy="751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3574801D-D91B-A605-31D0-708C923E26E4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F32DE472-3796-57FD-3C09-B3B80D8CE43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33897CB-2D8A-9733-5A1A-7A74C2C3833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0CCBEEAC-7E17-A5D6-CDFE-84CD9BE27FD8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6EBE61AC-6A22-0CF5-58D3-614E8E8D39E2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7166A562-7A74-00A2-256A-2D2822EA6677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EB995E1-BAC1-37D8-DBB5-47F0B4DA1421}"/>
              </a:ext>
            </a:extLst>
          </p:cNvPr>
          <p:cNvSpPr/>
          <p:nvPr/>
        </p:nvSpPr>
        <p:spPr>
          <a:xfrm rot="16200000" flipV="1">
            <a:off x="8151231" y="2939627"/>
            <a:ext cx="98385" cy="613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4613B268-4C65-558D-2DC9-F519AD69B0EA}"/>
              </a:ext>
            </a:extLst>
          </p:cNvPr>
          <p:cNvGrpSpPr/>
          <p:nvPr/>
        </p:nvGrpSpPr>
        <p:grpSpPr>
          <a:xfrm>
            <a:off x="5584385" y="4707935"/>
            <a:ext cx="100923" cy="1055008"/>
            <a:chOff x="4735802" y="4865202"/>
            <a:chExt cx="100923" cy="105500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E30508B6-CFE8-1C06-A2C4-E38B65D2FCCF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1CD06CB-5EBA-BC14-0A20-0EE71B82D608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236F23AF-132E-5510-BFB2-5B446DFF1F0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E8F38EB-B3B1-4BCE-5D6F-F7FEDA7DAE3C}"/>
              </a:ext>
            </a:extLst>
          </p:cNvPr>
          <p:cNvGrpSpPr/>
          <p:nvPr/>
        </p:nvGrpSpPr>
        <p:grpSpPr>
          <a:xfrm>
            <a:off x="7396157" y="4691852"/>
            <a:ext cx="100923" cy="1055008"/>
            <a:chOff x="4735802" y="4865202"/>
            <a:chExt cx="100923" cy="10550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693CA7CA-B551-88F0-E7EE-241C157A7CCD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5786CE9C-7820-A7E3-AFF6-FFB42AD4C3EC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97AB7C3C-169C-0F99-A596-92D275B51D60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562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24C82-C5D9-708A-5CEB-3DCB8EB9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8425E59-A87D-C450-B97A-1359D257D00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597" b="99800" l="1223" r="99457">
                        <a14:foregroundMark x1="1495" y1="18164" x2="15897" y2="17365"/>
                        <a14:foregroundMark x1="15897" y1="17365" x2="75000" y2="21756"/>
                        <a14:foregroundMark x1="75000" y1="21756" x2="87364" y2="20559"/>
                        <a14:foregroundMark x1="87364" y1="20559" x2="99321" y2="21557"/>
                        <a14:foregroundMark x1="99321" y1="21557" x2="99457" y2="21756"/>
                        <a14:foregroundMark x1="1495" y1="18363" x2="2038" y2="99202"/>
                        <a14:foregroundMark x1="2174" y1="97605" x2="14130" y2="98603"/>
                        <a14:foregroundMark x1="14130" y1="98603" x2="64674" y2="97405"/>
                        <a14:foregroundMark x1="64674" y1="97405" x2="76495" y2="97804"/>
                        <a14:foregroundMark x1="76495" y1="97804" x2="89810" y2="97006"/>
                        <a14:foregroundMark x1="89810" y1="97006" x2="97011" y2="88423"/>
                        <a14:foregroundMark x1="97011" y1="88423" x2="96739" y2="10379"/>
                        <a14:foregroundMark x1="96739" y1="10379" x2="83560" y2="1397"/>
                        <a14:foregroundMark x1="83560" y1="1397" x2="35190" y2="5190"/>
                        <a14:foregroundMark x1="35190" y1="5190" x2="26902" y2="2196"/>
                        <a14:foregroundMark x1="26902" y1="2196" x2="17120" y2="40918"/>
                        <a14:foregroundMark x1="17120" y1="40918" x2="7745" y2="47505"/>
                        <a14:foregroundMark x1="7745" y1="47505" x2="6250" y2="34331"/>
                        <a14:foregroundMark x1="6250" y1="34331" x2="24049" y2="30140"/>
                        <a14:foregroundMark x1="24049" y1="30140" x2="1223" y2="49501"/>
                        <a14:foregroundMark x1="1223" y1="49501" x2="8560" y2="55090"/>
                        <a14:foregroundMark x1="8560" y1="55090" x2="2038" y2="68263"/>
                        <a14:foregroundMark x1="2038" y1="68263" x2="2717" y2="77046"/>
                        <a14:foregroundMark x1="2717" y1="91417" x2="44293" y2="94810"/>
                        <a14:foregroundMark x1="44293" y1="94810" x2="82473" y2="93413"/>
                        <a14:foregroundMark x1="82473" y1="93413" x2="93207" y2="94012"/>
                        <a14:foregroundMark x1="93207" y1="94012" x2="99592" y2="84631"/>
                        <a14:foregroundMark x1="99592" y1="84631" x2="99457" y2="37325"/>
                        <a14:foregroundMark x1="99457" y1="37325" x2="99457" y2="37325"/>
                        <a14:foregroundMark x1="20245" y1="58683" x2="26223" y2="91617"/>
                        <a14:foregroundMark x1="26223" y1="91617" x2="29891" y2="72854"/>
                        <a14:foregroundMark x1="29891" y1="72854" x2="22418" y2="70659"/>
                        <a14:foregroundMark x1="72147" y1="64271" x2="55707" y2="59281"/>
                        <a14:foregroundMark x1="55707" y1="59281" x2="39266" y2="82635"/>
                        <a14:foregroundMark x1="39266" y1="82635" x2="72418" y2="76248"/>
                        <a14:foregroundMark x1="72418" y1="76248" x2="51902" y2="62675"/>
                        <a14:foregroundMark x1="51902" y1="62675" x2="50000" y2="68064"/>
                        <a14:foregroundMark x1="63179" y1="26547" x2="85870" y2="24750"/>
                        <a14:foregroundMark x1="65082" y1="13573" x2="84239" y2="10978"/>
                        <a14:foregroundMark x1="27038" y1="17565" x2="24864" y2="33333"/>
                        <a14:foregroundMark x1="23777" y1="33333" x2="51630" y2="28942"/>
                        <a14:foregroundMark x1="48234" y1="12575" x2="53804" y2="9381"/>
                        <a14:foregroundMark x1="23505" y1="12974" x2="23913" y2="2196"/>
                        <a14:foregroundMark x1="23913" y1="2196" x2="32337" y2="2994"/>
                        <a14:foregroundMark x1="32337" y1="2994" x2="39538" y2="1996"/>
                        <a14:foregroundMark x1="39538" y1="1996" x2="47147" y2="2196"/>
                        <a14:foregroundMark x1="89674" y1="2994" x2="99592" y2="3792"/>
                        <a14:foregroundMark x1="72418" y1="98403" x2="81793" y2="96607"/>
                        <a14:foregroundMark x1="81793" y1="96607" x2="90489" y2="97605"/>
                        <a14:foregroundMark x1="90489" y1="97605" x2="97826" y2="97405"/>
                        <a14:foregroundMark x1="97826" y1="97405" x2="96875" y2="91018"/>
                        <a14:foregroundMark x1="98777" y1="91218" x2="98641" y2="96607"/>
                        <a14:foregroundMark x1="87772" y1="99800" x2="92663" y2="99401"/>
                        <a14:foregroundMark x1="77853" y1="99202" x2="81929" y2="98603"/>
                        <a14:backgroundMark x1="815" y1="8982" x2="7745" y2="8383"/>
                        <a14:backgroundMark x1="7745" y1="8383" x2="13043" y2="858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99836" y="1708271"/>
            <a:ext cx="6953739" cy="473345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6F5DF-80AA-CAB0-0E3E-9774ADDE15A4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𝑨𝒎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66F5DF-80AA-CAB0-0E3E-9774ADDE1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81532D74-6637-E4E3-2A75-E53BC5320874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84A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0595D7-441B-FED4-AE86-EB260F30B535}"/>
              </a:ext>
            </a:extLst>
          </p:cNvPr>
          <p:cNvSpPr/>
          <p:nvPr/>
        </p:nvSpPr>
        <p:spPr>
          <a:xfrm>
            <a:off x="7718643" y="5463716"/>
            <a:ext cx="834809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14CC73-B9AB-3050-6FA1-AC7E76DDB838}"/>
              </a:ext>
            </a:extLst>
          </p:cNvPr>
          <p:cNvSpPr txBox="1"/>
          <p:nvPr/>
        </p:nvSpPr>
        <p:spPr>
          <a:xfrm>
            <a:off x="7832911" y="4965440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4567809-BF21-5EC0-2DF6-F32804E76378}"/>
              </a:ext>
            </a:extLst>
          </p:cNvPr>
          <p:cNvSpPr/>
          <p:nvPr/>
        </p:nvSpPr>
        <p:spPr>
          <a:xfrm rot="5400000">
            <a:off x="6499505" y="5113403"/>
            <a:ext cx="102820" cy="185876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5B6D5DCF-4085-4413-C0FC-E41FD70058C9}"/>
              </a:ext>
            </a:extLst>
          </p:cNvPr>
          <p:cNvSpPr/>
          <p:nvPr/>
        </p:nvSpPr>
        <p:spPr>
          <a:xfrm>
            <a:off x="6041592" y="4734666"/>
            <a:ext cx="1001252" cy="1011221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C99E8B13-454B-4898-2EF8-4C8C521BB2BD}"/>
              </a:ext>
            </a:extLst>
          </p:cNvPr>
          <p:cNvSpPr/>
          <p:nvPr/>
        </p:nvSpPr>
        <p:spPr>
          <a:xfrm>
            <a:off x="6173855" y="4857384"/>
            <a:ext cx="733817" cy="76959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37FAC-C97B-409D-4784-421B4146F4F3}"/>
              </a:ext>
            </a:extLst>
          </p:cNvPr>
          <p:cNvSpPr txBox="1"/>
          <p:nvPr/>
        </p:nvSpPr>
        <p:spPr>
          <a:xfrm>
            <a:off x="5670500" y="4097434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1C4036-1A52-73E5-4B80-26072280E0B7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C7EE13EB-0658-2B16-04DD-2476DB6BDDFD}"/>
              </a:ext>
            </a:extLst>
          </p:cNvPr>
          <p:cNvSpPr/>
          <p:nvPr/>
        </p:nvSpPr>
        <p:spPr>
          <a:xfrm>
            <a:off x="6257707" y="495872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2191F8C-52C6-D9C3-418E-E5408D7DDB58}"/>
              </a:ext>
            </a:extLst>
          </p:cNvPr>
          <p:cNvGrpSpPr/>
          <p:nvPr/>
        </p:nvGrpSpPr>
        <p:grpSpPr>
          <a:xfrm>
            <a:off x="7708228" y="4646002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42013FC-BE80-89A7-0698-18D52ADBEC60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11997074-C470-C9E6-8177-B4D15DEE4E04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41E00AC-7699-A023-10D3-184382CC9AA3}"/>
              </a:ext>
            </a:extLst>
          </p:cNvPr>
          <p:cNvGrpSpPr/>
          <p:nvPr/>
        </p:nvGrpSpPr>
        <p:grpSpPr>
          <a:xfrm>
            <a:off x="3844833" y="3295716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14D4FC70-A749-57E5-A776-FCB1B48C21CD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B8A3A264-373C-8585-FC4D-AACEB21007B2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64D83EF8-D844-AF85-2DF9-FC03B106FF18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2001FCA2-092A-C3BA-5637-FF5656C276A8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80CD29FE-E3AC-88BD-83B2-A9C88A405C5B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126172C6-97C7-EB36-E50B-9809A2125BC1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9BD32545-C1B3-3B2A-1FE1-63421E94DF84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1F68756-D6DD-677F-B8A2-48F0D9B94C6F}"/>
              </a:ext>
            </a:extLst>
          </p:cNvPr>
          <p:cNvSpPr/>
          <p:nvPr/>
        </p:nvSpPr>
        <p:spPr>
          <a:xfrm flipV="1">
            <a:off x="2856690" y="3808623"/>
            <a:ext cx="98384" cy="60780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8AB7474A-AD74-0D1F-CCE5-9D8AFD50DFD3}"/>
              </a:ext>
            </a:extLst>
          </p:cNvPr>
          <p:cNvGrpSpPr/>
          <p:nvPr/>
        </p:nvGrpSpPr>
        <p:grpSpPr>
          <a:xfrm rot="5400000">
            <a:off x="4566668" y="4160385"/>
            <a:ext cx="99451" cy="483578"/>
            <a:chOff x="5324822" y="4600112"/>
            <a:chExt cx="99451" cy="483578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C35B4FB-2DA2-0467-8572-BB0AB7890AFE}"/>
                </a:ext>
              </a:extLst>
            </p:cNvPr>
            <p:cNvSpPr/>
            <p:nvPr/>
          </p:nvSpPr>
          <p:spPr>
            <a:xfrm>
              <a:off x="5325888" y="460011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D6D35B83-F5D2-599E-24FE-0572877EB323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D6198D9-08C0-088D-95B8-BF83A146E223}"/>
              </a:ext>
            </a:extLst>
          </p:cNvPr>
          <p:cNvSpPr/>
          <p:nvPr/>
        </p:nvSpPr>
        <p:spPr>
          <a:xfrm flipV="1">
            <a:off x="3692645" y="3228378"/>
            <a:ext cx="98385" cy="63242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BAEB7D-D5E2-E1C3-C94B-0B9008815CE1}"/>
              </a:ext>
            </a:extLst>
          </p:cNvPr>
          <p:cNvSpPr txBox="1"/>
          <p:nvPr/>
        </p:nvSpPr>
        <p:spPr>
          <a:xfrm>
            <a:off x="6626517" y="6455201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A9008152-7F69-B9FB-6330-006FD512CED1}"/>
              </a:ext>
            </a:extLst>
          </p:cNvPr>
          <p:cNvCxnSpPr>
            <a:cxnSpLocks/>
          </p:cNvCxnSpPr>
          <p:nvPr/>
        </p:nvCxnSpPr>
        <p:spPr>
          <a:xfrm flipV="1">
            <a:off x="6842277" y="5759361"/>
            <a:ext cx="0" cy="7519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0B7F9DF-E8BE-98D6-6A74-770EF477009A}"/>
              </a:ext>
            </a:extLst>
          </p:cNvPr>
          <p:cNvSpPr txBox="1"/>
          <p:nvPr/>
        </p:nvSpPr>
        <p:spPr>
          <a:xfrm>
            <a:off x="4555814" y="633041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42C30EF8-DFA4-160B-C4E2-A41C68202DC0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77D321B-FBE0-7064-37A0-52C93B8DEE17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9D830519-E848-58E7-6002-AB47A95A840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E332B60-D747-4B72-B03E-4ADBDE886110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EAC76B73-1DF5-7613-A3C9-ED84D89ABC49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FA67EBB9-D610-DBC2-F260-FFAB0429BD1E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2622AB93-47A9-8099-48A6-2910BA877241}"/>
              </a:ext>
            </a:extLst>
          </p:cNvPr>
          <p:cNvSpPr/>
          <p:nvPr/>
        </p:nvSpPr>
        <p:spPr>
          <a:xfrm rot="16200000" flipV="1">
            <a:off x="8151231" y="2939627"/>
            <a:ext cx="98385" cy="61315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1280CA3-2D49-08B8-B69D-37EB50DF1387}"/>
              </a:ext>
            </a:extLst>
          </p:cNvPr>
          <p:cNvGrpSpPr/>
          <p:nvPr/>
        </p:nvGrpSpPr>
        <p:grpSpPr>
          <a:xfrm>
            <a:off x="5584385" y="4707935"/>
            <a:ext cx="100923" cy="1055008"/>
            <a:chOff x="4735802" y="4865202"/>
            <a:chExt cx="100923" cy="1055008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FB7F29A-C383-4E17-281E-EB0BA09F8A35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0B33DDF3-84C1-863E-713B-DC7AB30E5EAB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352EFA8B-B7C2-1E8D-3D69-154037EEE049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D8F8C474-EE5E-0E7F-C7E7-789D24556350}"/>
              </a:ext>
            </a:extLst>
          </p:cNvPr>
          <p:cNvGrpSpPr/>
          <p:nvPr/>
        </p:nvGrpSpPr>
        <p:grpSpPr>
          <a:xfrm>
            <a:off x="7396157" y="4691852"/>
            <a:ext cx="100923" cy="1055008"/>
            <a:chOff x="4735802" y="4865202"/>
            <a:chExt cx="100923" cy="1055008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CA127E6-00E7-09E1-5ECB-2A9B3D4335D6}"/>
                </a:ext>
              </a:extLst>
            </p:cNvPr>
            <p:cNvSpPr/>
            <p:nvPr/>
          </p:nvSpPr>
          <p:spPr>
            <a:xfrm>
              <a:off x="4737834" y="486520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B7F69141-95C8-BD5C-0ECC-60D3EDA6CD8B}"/>
                </a:ext>
              </a:extLst>
            </p:cNvPr>
            <p:cNvSpPr/>
            <p:nvPr/>
          </p:nvSpPr>
          <p:spPr>
            <a:xfrm>
              <a:off x="4735802" y="534201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8DC6EE11-6C25-9397-53B7-863FA0638A28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81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733037-8BB1-8170-2DB9-DDDCA75136F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3276" y="1860032"/>
            <a:ext cx="6458374" cy="4960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637887-78B1-BE6F-89B5-28CE38CE504D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637887-78B1-BE6F-89B5-28CE38CE5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5A7385DF-5B28-D8E7-01F6-AD3C4A70E531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44F3E2-B36A-B26E-616C-EBA1EE926E27}"/>
              </a:ext>
            </a:extLst>
          </p:cNvPr>
          <p:cNvSpPr/>
          <p:nvPr/>
        </p:nvSpPr>
        <p:spPr>
          <a:xfrm rot="10800000">
            <a:off x="3149541" y="3825410"/>
            <a:ext cx="102820" cy="1768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0F7D5BF-A1AD-6F97-4F4A-70F0CF65AD33}"/>
              </a:ext>
            </a:extLst>
          </p:cNvPr>
          <p:cNvSpPr/>
          <p:nvPr/>
        </p:nvSpPr>
        <p:spPr>
          <a:xfrm>
            <a:off x="3559281" y="41072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093265E-E44D-6063-BEBB-916755BAE2A1}"/>
              </a:ext>
            </a:extLst>
          </p:cNvPr>
          <p:cNvSpPr/>
          <p:nvPr/>
        </p:nvSpPr>
        <p:spPr>
          <a:xfrm>
            <a:off x="3728218" y="42593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5F7142-D87E-9418-9B01-75098D43DC2B}"/>
              </a:ext>
            </a:extLst>
          </p:cNvPr>
          <p:cNvSpPr txBox="1"/>
          <p:nvPr/>
        </p:nvSpPr>
        <p:spPr>
          <a:xfrm>
            <a:off x="4888555" y="4195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49A9E30-5E7D-6D04-5734-B65D0F0E9A24}"/>
              </a:ext>
            </a:extLst>
          </p:cNvPr>
          <p:cNvGrpSpPr/>
          <p:nvPr/>
        </p:nvGrpSpPr>
        <p:grpSpPr>
          <a:xfrm rot="5400000">
            <a:off x="4073747" y="3160400"/>
            <a:ext cx="98836" cy="1294718"/>
            <a:chOff x="4737889" y="4936642"/>
            <a:chExt cx="98836" cy="12947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60DF641D-9B46-E78C-18DF-CF6914F41686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30EACFAB-EF82-D842-22B3-930753620832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182AD2E-C6AE-9855-6B25-2B8C13B092F6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BFF3CA4-7EA5-03CF-9D1E-F2602BB8BA89}"/>
              </a:ext>
            </a:extLst>
          </p:cNvPr>
          <p:cNvSpPr/>
          <p:nvPr/>
        </p:nvSpPr>
        <p:spPr>
          <a:xfrm rot="16200000" flipV="1">
            <a:off x="5756295" y="3025083"/>
            <a:ext cx="98384" cy="6048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D570636B-962E-8ACF-A84B-3EADA8213AF6}"/>
              </a:ext>
            </a:extLst>
          </p:cNvPr>
          <p:cNvSpPr/>
          <p:nvPr/>
        </p:nvSpPr>
        <p:spPr>
          <a:xfrm flipV="1">
            <a:off x="8087210" y="2942637"/>
            <a:ext cx="98384" cy="6554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1D3B9437-529D-596E-CC22-1485FFCFBCA6}"/>
              </a:ext>
            </a:extLst>
          </p:cNvPr>
          <p:cNvGrpSpPr/>
          <p:nvPr/>
        </p:nvGrpSpPr>
        <p:grpSpPr>
          <a:xfrm rot="5400000">
            <a:off x="7255274" y="3932869"/>
            <a:ext cx="98781" cy="466356"/>
            <a:chOff x="4737867" y="5145405"/>
            <a:chExt cx="98781" cy="4663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A46381A5-F8FF-F466-DD6E-B7AE63FFE5CB}"/>
                </a:ext>
              </a:extLst>
            </p:cNvPr>
            <p:cNvSpPr/>
            <p:nvPr/>
          </p:nvSpPr>
          <p:spPr>
            <a:xfrm>
              <a:off x="4737867" y="51454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BC9AB058-E348-ACE6-B0C2-3F7C4003FD69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05EEE67-49B1-24E7-2417-8D8142D5F6D7}"/>
              </a:ext>
            </a:extLst>
          </p:cNvPr>
          <p:cNvSpPr/>
          <p:nvPr/>
        </p:nvSpPr>
        <p:spPr>
          <a:xfrm flipV="1">
            <a:off x="8906031" y="3516811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65F5B30-1590-DDB0-9CD3-39161AEC4364}"/>
              </a:ext>
            </a:extLst>
          </p:cNvPr>
          <p:cNvSpPr txBox="1"/>
          <p:nvPr/>
        </p:nvSpPr>
        <p:spPr>
          <a:xfrm>
            <a:off x="305232" y="4274762"/>
            <a:ext cx="24449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388839D-3850-F19F-48BA-D2FB89D1FF29}"/>
              </a:ext>
            </a:extLst>
          </p:cNvPr>
          <p:cNvCxnSpPr>
            <a:cxnSpLocks/>
          </p:cNvCxnSpPr>
          <p:nvPr/>
        </p:nvCxnSpPr>
        <p:spPr>
          <a:xfrm>
            <a:off x="2634379" y="4366646"/>
            <a:ext cx="922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C408F72-A1AC-26F2-3AC7-DACBD52480D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0116A180-74BD-AF6D-4EEC-31B5694C822F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5C44D3D8-5CEA-0727-0077-69A9C447252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DB5B375-AD83-3A7C-7E02-9F86E7632655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20636726-47F6-E54D-24DA-A2D560D8FC5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DAE24E55-23D7-6991-CA94-E252BDD1E40A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93D53238-EC8B-C6F8-FCDA-8F9522DAE5E1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8BADA91F-85A6-04C7-4E63-15F0C780A503}"/>
              </a:ext>
            </a:extLst>
          </p:cNvPr>
          <p:cNvGrpSpPr/>
          <p:nvPr/>
        </p:nvGrpSpPr>
        <p:grpSpPr>
          <a:xfrm rot="5400000">
            <a:off x="4122583" y="4951366"/>
            <a:ext cx="98836" cy="1294718"/>
            <a:chOff x="4737889" y="4936642"/>
            <a:chExt cx="98836" cy="129471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2C3FF691-6E9C-B25D-7FE8-0936D49A4EA2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A8FA3793-64AF-105E-03F4-9F815CC8D7C4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68656BD4-53EE-DBCB-6BCE-142F433250A5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3103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9222D-AB53-1611-5E9A-86AC1B951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A16601-E1F6-BF0A-62A8-FCC94A2EF4D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3276" y="1860032"/>
            <a:ext cx="6458374" cy="4960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DDE29B-2774-9AAB-EFBF-A96C443B9A6C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FDDE29B-2774-9AAB-EFBF-A96C443B9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6BB2EB0-5875-1F20-FAD2-3ECF2A4CC94F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676495D-53C4-8271-831E-2497FE35F0A3}"/>
              </a:ext>
            </a:extLst>
          </p:cNvPr>
          <p:cNvSpPr/>
          <p:nvPr/>
        </p:nvSpPr>
        <p:spPr>
          <a:xfrm rot="5400000">
            <a:off x="3421262" y="3063179"/>
            <a:ext cx="90196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8D12B3-F9D8-EFB6-9A4A-31C3AAFD4557}"/>
              </a:ext>
            </a:extLst>
          </p:cNvPr>
          <p:cNvSpPr txBox="1"/>
          <p:nvPr/>
        </p:nvSpPr>
        <p:spPr>
          <a:xfrm>
            <a:off x="3907646" y="231798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AF66095-6DCD-5722-D24A-114130395C16}"/>
              </a:ext>
            </a:extLst>
          </p:cNvPr>
          <p:cNvSpPr/>
          <p:nvPr/>
        </p:nvSpPr>
        <p:spPr>
          <a:xfrm rot="10800000">
            <a:off x="3149541" y="3825410"/>
            <a:ext cx="102820" cy="1768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3A6E698-58D0-B86D-3545-841A40EF0563}"/>
              </a:ext>
            </a:extLst>
          </p:cNvPr>
          <p:cNvSpPr/>
          <p:nvPr/>
        </p:nvSpPr>
        <p:spPr>
          <a:xfrm>
            <a:off x="3559281" y="41072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530EB98-7B78-1EFD-2EBD-12AC52228A1C}"/>
              </a:ext>
            </a:extLst>
          </p:cNvPr>
          <p:cNvSpPr/>
          <p:nvPr/>
        </p:nvSpPr>
        <p:spPr>
          <a:xfrm>
            <a:off x="3728218" y="42593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4739D3-C012-E12E-D782-8F376245F48F}"/>
              </a:ext>
            </a:extLst>
          </p:cNvPr>
          <p:cNvSpPr txBox="1"/>
          <p:nvPr/>
        </p:nvSpPr>
        <p:spPr>
          <a:xfrm>
            <a:off x="4888555" y="4195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F9F38A5E-7919-07C6-A5B4-10B1FB51BEF0}"/>
              </a:ext>
            </a:extLst>
          </p:cNvPr>
          <p:cNvGrpSpPr/>
          <p:nvPr/>
        </p:nvGrpSpPr>
        <p:grpSpPr>
          <a:xfrm rot="5400000">
            <a:off x="4073747" y="3160400"/>
            <a:ext cx="98836" cy="1294718"/>
            <a:chOff x="4737889" y="4936642"/>
            <a:chExt cx="98836" cy="12947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74A5CFC0-9847-94D9-D6DD-6C705DC8576A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82D3F200-B408-71C1-D1D1-DAE2DCC4EDCC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AF61C06F-4FF0-7ECF-34FB-A3D42CD1F041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83EEDA6-4979-A07F-8128-E6AFBABC54C1}"/>
              </a:ext>
            </a:extLst>
          </p:cNvPr>
          <p:cNvGrpSpPr/>
          <p:nvPr/>
        </p:nvGrpSpPr>
        <p:grpSpPr>
          <a:xfrm rot="5400000">
            <a:off x="4396046" y="3282453"/>
            <a:ext cx="98827" cy="487796"/>
            <a:chOff x="4737840" y="4923940"/>
            <a:chExt cx="98827" cy="487796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1F8787C2-2BB2-9A1B-F031-3A6F2CDD2958}"/>
                </a:ext>
              </a:extLst>
            </p:cNvPr>
            <p:cNvSpPr/>
            <p:nvPr/>
          </p:nvSpPr>
          <p:spPr>
            <a:xfrm>
              <a:off x="4737840" y="49239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80858AB3-891A-A2DF-1709-76C3D4B3CC5E}"/>
                </a:ext>
              </a:extLst>
            </p:cNvPr>
            <p:cNvSpPr/>
            <p:nvPr/>
          </p:nvSpPr>
          <p:spPr>
            <a:xfrm>
              <a:off x="4738282" y="5313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91D5013A-EE65-0866-0A00-17E296DFDCD6}"/>
              </a:ext>
            </a:extLst>
          </p:cNvPr>
          <p:cNvGrpSpPr/>
          <p:nvPr/>
        </p:nvGrpSpPr>
        <p:grpSpPr>
          <a:xfrm>
            <a:off x="7629472" y="3008381"/>
            <a:ext cx="403718" cy="542991"/>
            <a:chOff x="9191246" y="3797098"/>
            <a:chExt cx="403718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5FD14403-F535-8FBC-4B21-8FDFDC467D32}"/>
                </a:ext>
              </a:extLst>
            </p:cNvPr>
            <p:cNvGrpSpPr/>
            <p:nvPr/>
          </p:nvGrpSpPr>
          <p:grpSpPr>
            <a:xfrm>
              <a:off x="9496150" y="3799905"/>
              <a:ext cx="98814" cy="540184"/>
              <a:chOff x="461003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B8EC1A8C-3798-FB84-0431-A8733BFB3D42}"/>
                  </a:ext>
                </a:extLst>
              </p:cNvPr>
              <p:cNvSpPr/>
              <p:nvPr/>
            </p:nvSpPr>
            <p:spPr>
              <a:xfrm>
                <a:off x="461003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E8C5BE54-E478-FF3C-C886-FF388D5677E9}"/>
                  </a:ext>
                </a:extLst>
              </p:cNvPr>
              <p:cNvSpPr/>
              <p:nvPr/>
            </p:nvSpPr>
            <p:spPr>
              <a:xfrm>
                <a:off x="461046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8009CC3E-5313-42EF-3CE9-12F1E4805D1B}"/>
                </a:ext>
              </a:extLst>
            </p:cNvPr>
            <p:cNvSpPr/>
            <p:nvPr/>
          </p:nvSpPr>
          <p:spPr>
            <a:xfrm rot="5400000">
              <a:off x="9274454" y="3946459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BE822040-BCAC-B689-48E7-980408CDCAA7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9F4909CA-1242-4E74-8068-F2F1CEC42427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AFF17E6-0537-E1CD-086F-324E9F5C927F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EAED2CB-0D20-5C42-E7C9-446F2FC562D7}"/>
              </a:ext>
            </a:extLst>
          </p:cNvPr>
          <p:cNvSpPr/>
          <p:nvPr/>
        </p:nvSpPr>
        <p:spPr>
          <a:xfrm rot="16200000" flipV="1">
            <a:off x="5756295" y="3025083"/>
            <a:ext cx="98384" cy="6048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5C10AC04-2163-3058-FD3E-20E877F4811B}"/>
              </a:ext>
            </a:extLst>
          </p:cNvPr>
          <p:cNvSpPr/>
          <p:nvPr/>
        </p:nvSpPr>
        <p:spPr>
          <a:xfrm flipV="1">
            <a:off x="8087210" y="2942637"/>
            <a:ext cx="98384" cy="6554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52590448-3549-F7EE-D19D-A96C4DAFFBDA}"/>
              </a:ext>
            </a:extLst>
          </p:cNvPr>
          <p:cNvGrpSpPr/>
          <p:nvPr/>
        </p:nvGrpSpPr>
        <p:grpSpPr>
          <a:xfrm rot="5400000">
            <a:off x="7255274" y="3932869"/>
            <a:ext cx="98781" cy="466356"/>
            <a:chOff x="4737867" y="5145405"/>
            <a:chExt cx="98781" cy="4663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8FBE3730-5082-AAF6-F76B-DD24ADC4F7B2}"/>
                </a:ext>
              </a:extLst>
            </p:cNvPr>
            <p:cNvSpPr/>
            <p:nvPr/>
          </p:nvSpPr>
          <p:spPr>
            <a:xfrm>
              <a:off x="4737867" y="51454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97DEADA3-9787-1AB3-4998-A7700F019B2D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9717E9-B897-1AAD-CE0B-45996C55251D}"/>
              </a:ext>
            </a:extLst>
          </p:cNvPr>
          <p:cNvSpPr/>
          <p:nvPr/>
        </p:nvSpPr>
        <p:spPr>
          <a:xfrm flipV="1">
            <a:off x="8906031" y="3516811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FE4799-B026-42D6-5286-B73220392828}"/>
              </a:ext>
            </a:extLst>
          </p:cNvPr>
          <p:cNvSpPr txBox="1"/>
          <p:nvPr/>
        </p:nvSpPr>
        <p:spPr>
          <a:xfrm>
            <a:off x="305232" y="4274762"/>
            <a:ext cx="24449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D73AE408-70A9-9D1F-9DAB-149BFFEC31C2}"/>
              </a:ext>
            </a:extLst>
          </p:cNvPr>
          <p:cNvCxnSpPr>
            <a:cxnSpLocks/>
          </p:cNvCxnSpPr>
          <p:nvPr/>
        </p:nvCxnSpPr>
        <p:spPr>
          <a:xfrm>
            <a:off x="2634379" y="4366646"/>
            <a:ext cx="922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20264B6-3832-E93C-777E-89F7A65C97D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BAB3B2AA-E8C9-EDAF-BBA4-8B13087183FA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28C14E88-CDEC-97A9-0E08-6B9CFBA1083F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67D0DBC2-5D0C-8654-9119-F170B16AAAA0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14270A42-FD75-39B4-0F1C-6CDCAF86BBA2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854B7264-5E91-43A5-3D52-FC83FE8F0852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8042B47F-3FD4-BA69-C03E-07A75BA36533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FC30D328-5F19-7F83-4C6D-8AC5281C8FD9}"/>
              </a:ext>
            </a:extLst>
          </p:cNvPr>
          <p:cNvGrpSpPr/>
          <p:nvPr/>
        </p:nvGrpSpPr>
        <p:grpSpPr>
          <a:xfrm rot="5400000">
            <a:off x="4122583" y="4951366"/>
            <a:ext cx="98836" cy="1294718"/>
            <a:chOff x="4737889" y="4936642"/>
            <a:chExt cx="98836" cy="129471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995CB474-CC89-66CB-1F42-43D8D148610E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8C09D213-7DC5-389B-6DA1-2FBFE3E5489E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B7874A5B-272C-0193-3CC9-3CB42BAE8390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00114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2942E-CD54-FB1B-E473-54723FECA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1482AE6-86E9-7C35-3E71-D2C1C810C74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933276" y="1860032"/>
            <a:ext cx="6458374" cy="4960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C24A63-9126-5C73-F86F-B43442A6101A}"/>
                  </a:ext>
                </a:extLst>
              </p:cNvPr>
              <p:cNvSpPr txBox="1"/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𝟖𝟒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𝑩𝒎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8C24A63-9126-5C73-F86F-B43442A610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1035" y="1071060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DC11AD7B-A28C-32C6-7A29-7EC7752E641F}"/>
              </a:ext>
            </a:extLst>
          </p:cNvPr>
          <p:cNvSpPr txBox="1"/>
          <p:nvPr/>
        </p:nvSpPr>
        <p:spPr>
          <a:xfrm>
            <a:off x="1877344" y="356152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84B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970D04A-749B-4263-4CCC-935C4D924835}"/>
              </a:ext>
            </a:extLst>
          </p:cNvPr>
          <p:cNvSpPr/>
          <p:nvPr/>
        </p:nvSpPr>
        <p:spPr>
          <a:xfrm rot="5400000">
            <a:off x="3421262" y="3063179"/>
            <a:ext cx="901966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88CA8B-611D-D5C6-44D4-6ECB15037B4D}"/>
              </a:ext>
            </a:extLst>
          </p:cNvPr>
          <p:cNvSpPr txBox="1"/>
          <p:nvPr/>
        </p:nvSpPr>
        <p:spPr>
          <a:xfrm>
            <a:off x="3907646" y="2317985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F14A1D9-95E6-7374-9BF0-8391650E9D9F}"/>
              </a:ext>
            </a:extLst>
          </p:cNvPr>
          <p:cNvSpPr/>
          <p:nvPr/>
        </p:nvSpPr>
        <p:spPr>
          <a:xfrm rot="10800000">
            <a:off x="3149541" y="3825410"/>
            <a:ext cx="102820" cy="17682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9E04533C-2121-4256-74AC-B9AD4857E184}"/>
              </a:ext>
            </a:extLst>
          </p:cNvPr>
          <p:cNvSpPr/>
          <p:nvPr/>
        </p:nvSpPr>
        <p:spPr>
          <a:xfrm>
            <a:off x="3559281" y="4107264"/>
            <a:ext cx="1238568" cy="1250900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1A89047A-991D-7231-60E1-508B2CE2EA3A}"/>
              </a:ext>
            </a:extLst>
          </p:cNvPr>
          <p:cNvSpPr/>
          <p:nvPr/>
        </p:nvSpPr>
        <p:spPr>
          <a:xfrm>
            <a:off x="3728218" y="4259351"/>
            <a:ext cx="907746" cy="952009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67959-2D93-3CD8-A086-E4D320ADB606}"/>
              </a:ext>
            </a:extLst>
          </p:cNvPr>
          <p:cNvSpPr txBox="1"/>
          <p:nvPr/>
        </p:nvSpPr>
        <p:spPr>
          <a:xfrm>
            <a:off x="4888555" y="4195258"/>
            <a:ext cx="11155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별: 꼭짓점 4개 11">
            <a:extLst>
              <a:ext uri="{FF2B5EF4-FFF2-40B4-BE49-F238E27FC236}">
                <a16:creationId xmlns:a16="http://schemas.microsoft.com/office/drawing/2014/main" id="{4820C581-A0DC-F3D0-3B3C-3B3871AC394A}"/>
              </a:ext>
            </a:extLst>
          </p:cNvPr>
          <p:cNvSpPr/>
          <p:nvPr/>
        </p:nvSpPr>
        <p:spPr>
          <a:xfrm>
            <a:off x="3907646" y="4442679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472BFC55-E6F1-39B6-C48C-6A416C280498}"/>
              </a:ext>
            </a:extLst>
          </p:cNvPr>
          <p:cNvGrpSpPr/>
          <p:nvPr/>
        </p:nvGrpSpPr>
        <p:grpSpPr>
          <a:xfrm rot="5400000">
            <a:off x="4073747" y="3160400"/>
            <a:ext cx="98836" cy="1294718"/>
            <a:chOff x="4737889" y="4936642"/>
            <a:chExt cx="98836" cy="1294718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E53605AE-25C1-3EA9-06B0-1DD8769AA78C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BC17635-D11A-F5F0-4E71-119AE74110EC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E5D8FD07-3D52-A5EB-12E5-6E640C051CF2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C33DD1F-CCF4-EDED-9B09-CC740EA0E574}"/>
              </a:ext>
            </a:extLst>
          </p:cNvPr>
          <p:cNvGrpSpPr/>
          <p:nvPr/>
        </p:nvGrpSpPr>
        <p:grpSpPr>
          <a:xfrm rot="5400000">
            <a:off x="4396046" y="3282453"/>
            <a:ext cx="98827" cy="487796"/>
            <a:chOff x="4737840" y="4923940"/>
            <a:chExt cx="98827" cy="487796"/>
          </a:xfrm>
          <a:solidFill>
            <a:srgbClr val="00B0F0"/>
          </a:solidFill>
        </p:grpSpPr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ECA4D545-1B77-6990-BF22-D7F0881DBCAD}"/>
                </a:ext>
              </a:extLst>
            </p:cNvPr>
            <p:cNvSpPr/>
            <p:nvPr/>
          </p:nvSpPr>
          <p:spPr>
            <a:xfrm>
              <a:off x="4737840" y="4923940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C4BAB402-9430-9A8C-A984-3EDC181A7846}"/>
                </a:ext>
              </a:extLst>
            </p:cNvPr>
            <p:cNvSpPr/>
            <p:nvPr/>
          </p:nvSpPr>
          <p:spPr>
            <a:xfrm>
              <a:off x="4738282" y="5313351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50FC3DA-0CDD-EEDF-FA46-847107E6C65D}"/>
              </a:ext>
            </a:extLst>
          </p:cNvPr>
          <p:cNvGrpSpPr/>
          <p:nvPr/>
        </p:nvGrpSpPr>
        <p:grpSpPr>
          <a:xfrm>
            <a:off x="7629472" y="3008381"/>
            <a:ext cx="403718" cy="542991"/>
            <a:chOff x="9191246" y="3797098"/>
            <a:chExt cx="403718" cy="542991"/>
          </a:xfrm>
          <a:solidFill>
            <a:srgbClr val="CC0000"/>
          </a:solidFill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3BBA4AE2-D47C-3452-AA55-5FBCD13F5A4C}"/>
                </a:ext>
              </a:extLst>
            </p:cNvPr>
            <p:cNvGrpSpPr/>
            <p:nvPr/>
          </p:nvGrpSpPr>
          <p:grpSpPr>
            <a:xfrm>
              <a:off x="9496150" y="3799905"/>
              <a:ext cx="98814" cy="540184"/>
              <a:chOff x="4610039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1D313AC7-1324-750F-2BF3-C2B4B7E435F5}"/>
                  </a:ext>
                </a:extLst>
              </p:cNvPr>
              <p:cNvSpPr/>
              <p:nvPr/>
            </p:nvSpPr>
            <p:spPr>
              <a:xfrm>
                <a:off x="4610039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14B66E3C-8B98-EA45-1EA7-0D42AFF941CB}"/>
                  </a:ext>
                </a:extLst>
              </p:cNvPr>
              <p:cNvSpPr/>
              <p:nvPr/>
            </p:nvSpPr>
            <p:spPr>
              <a:xfrm>
                <a:off x="4610468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" name="별: 꼭짓점 7개 21">
              <a:extLst>
                <a:ext uri="{FF2B5EF4-FFF2-40B4-BE49-F238E27FC236}">
                  <a16:creationId xmlns:a16="http://schemas.microsoft.com/office/drawing/2014/main" id="{DD019AAA-1F59-6C76-8A99-C8BAA71765C5}"/>
                </a:ext>
              </a:extLst>
            </p:cNvPr>
            <p:cNvSpPr/>
            <p:nvPr/>
          </p:nvSpPr>
          <p:spPr>
            <a:xfrm rot="5400000">
              <a:off x="9274454" y="3946459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29C61E3B-081B-6E89-0CCB-226EC71F922A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540184"/>
              <a:chOff x="4737834" y="4900127"/>
              <a:chExt cx="98814" cy="540184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45C92100-3E17-3E4A-3E29-6B3E09E2271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C11698CF-C878-0D17-6F3D-0B245D345B45}"/>
                  </a:ext>
                </a:extLst>
              </p:cNvPr>
              <p:cNvSpPr/>
              <p:nvPr/>
            </p:nvSpPr>
            <p:spPr>
              <a:xfrm>
                <a:off x="4738263" y="5341926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2350A567-31AB-10A1-7838-17B63038A503}"/>
              </a:ext>
            </a:extLst>
          </p:cNvPr>
          <p:cNvSpPr/>
          <p:nvPr/>
        </p:nvSpPr>
        <p:spPr>
          <a:xfrm rot="16200000" flipV="1">
            <a:off x="5756295" y="3025083"/>
            <a:ext cx="98384" cy="60483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5204F2-7276-F0E2-93D4-CE519A722F47}"/>
              </a:ext>
            </a:extLst>
          </p:cNvPr>
          <p:cNvSpPr/>
          <p:nvPr/>
        </p:nvSpPr>
        <p:spPr>
          <a:xfrm flipV="1">
            <a:off x="8087210" y="2942637"/>
            <a:ext cx="98384" cy="6554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66524B7-0770-C8B3-4FCB-CB7C9597FF90}"/>
              </a:ext>
            </a:extLst>
          </p:cNvPr>
          <p:cNvGrpSpPr/>
          <p:nvPr/>
        </p:nvGrpSpPr>
        <p:grpSpPr>
          <a:xfrm rot="5400000">
            <a:off x="7255274" y="3932869"/>
            <a:ext cx="98781" cy="466356"/>
            <a:chOff x="4737867" y="5145405"/>
            <a:chExt cx="98781" cy="466356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1B1E235B-3F67-E0E5-7830-B1DEBFCA73C6}"/>
                </a:ext>
              </a:extLst>
            </p:cNvPr>
            <p:cNvSpPr/>
            <p:nvPr/>
          </p:nvSpPr>
          <p:spPr>
            <a:xfrm>
              <a:off x="4737867" y="51454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43E77D64-754F-6318-061D-319E71516002}"/>
                </a:ext>
              </a:extLst>
            </p:cNvPr>
            <p:cNvSpPr/>
            <p:nvPr/>
          </p:nvSpPr>
          <p:spPr>
            <a:xfrm>
              <a:off x="4738263" y="5513376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005E56F4-924E-4A4D-3497-BEA8CC0C1832}"/>
              </a:ext>
            </a:extLst>
          </p:cNvPr>
          <p:cNvSpPr/>
          <p:nvPr/>
        </p:nvSpPr>
        <p:spPr>
          <a:xfrm flipV="1">
            <a:off x="8906031" y="3516811"/>
            <a:ext cx="98385" cy="72379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EF25C8-8BF3-92A4-DF82-2571B322AC09}"/>
              </a:ext>
            </a:extLst>
          </p:cNvPr>
          <p:cNvSpPr txBox="1"/>
          <p:nvPr/>
        </p:nvSpPr>
        <p:spPr>
          <a:xfrm>
            <a:off x="305232" y="4274762"/>
            <a:ext cx="24449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4164B12D-AFEA-E7B8-BF37-73A4E81685FF}"/>
              </a:ext>
            </a:extLst>
          </p:cNvPr>
          <p:cNvCxnSpPr>
            <a:cxnSpLocks/>
          </p:cNvCxnSpPr>
          <p:nvPr/>
        </p:nvCxnSpPr>
        <p:spPr>
          <a:xfrm>
            <a:off x="2634379" y="4366646"/>
            <a:ext cx="92283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411F6F0-9EBD-4A55-F3E7-97C0E75116DB}"/>
              </a:ext>
            </a:extLst>
          </p:cNvPr>
          <p:cNvSpPr txBox="1"/>
          <p:nvPr/>
        </p:nvSpPr>
        <p:spPr>
          <a:xfrm>
            <a:off x="290202" y="4724913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7850CF08-4CE9-0F8C-9CA4-65BEE9DE525C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D45CAFE-E98D-9379-B6B3-82618EDBB184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타원 38">
              <a:extLst>
                <a:ext uri="{FF2B5EF4-FFF2-40B4-BE49-F238E27FC236}">
                  <a16:creationId xmlns:a16="http://schemas.microsoft.com/office/drawing/2014/main" id="{30CAE934-330D-1A27-D7D5-05D90E0BB8DB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91AF55DE-599A-1C15-5814-9C0398B5E104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TextBox 11">
              <a:extLst>
                <a:ext uri="{FF2B5EF4-FFF2-40B4-BE49-F238E27FC236}">
                  <a16:creationId xmlns:a16="http://schemas.microsoft.com/office/drawing/2014/main" id="{F9AAB7F3-6AD1-44A0-E446-4DD11318913C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C7BC6D7F-1FE4-8175-5681-BCEBBDD3E2AF}"/>
              </a:ext>
            </a:extLst>
          </p:cNvPr>
          <p:cNvSpPr txBox="1"/>
          <p:nvPr/>
        </p:nvSpPr>
        <p:spPr>
          <a:xfrm>
            <a:off x="112365" y="1352422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43" name="TextBox 13">
            <a:extLst>
              <a:ext uri="{FF2B5EF4-FFF2-40B4-BE49-F238E27FC236}">
                <a16:creationId xmlns:a16="http://schemas.microsoft.com/office/drawing/2014/main" id="{9DF8B63E-E94B-EDA7-17C0-D80C25970266}"/>
              </a:ext>
            </a:extLst>
          </p:cNvPr>
          <p:cNvSpPr txBox="1"/>
          <p:nvPr/>
        </p:nvSpPr>
        <p:spPr>
          <a:xfrm>
            <a:off x="157805" y="861897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95EE907-2872-ED2C-9B94-C6DC2D29F848}"/>
              </a:ext>
            </a:extLst>
          </p:cNvPr>
          <p:cNvGrpSpPr/>
          <p:nvPr/>
        </p:nvGrpSpPr>
        <p:grpSpPr>
          <a:xfrm rot="5400000">
            <a:off x="4122583" y="4951366"/>
            <a:ext cx="98836" cy="1294718"/>
            <a:chOff x="4737889" y="4936642"/>
            <a:chExt cx="98836" cy="1294718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CD3F8BA0-EB48-1006-B54B-E6609C826879}"/>
                </a:ext>
              </a:extLst>
            </p:cNvPr>
            <p:cNvSpPr/>
            <p:nvPr/>
          </p:nvSpPr>
          <p:spPr>
            <a:xfrm>
              <a:off x="4737889" y="4936642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5DF53746-62D0-3D50-1A43-F07DFADBFA72}"/>
                </a:ext>
              </a:extLst>
            </p:cNvPr>
            <p:cNvSpPr/>
            <p:nvPr/>
          </p:nvSpPr>
          <p:spPr>
            <a:xfrm>
              <a:off x="4738318" y="5534013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CF6BD642-F626-6C05-EE11-9EA05DEBF2C8}"/>
                </a:ext>
              </a:extLst>
            </p:cNvPr>
            <p:cNvSpPr/>
            <p:nvPr/>
          </p:nvSpPr>
          <p:spPr>
            <a:xfrm>
              <a:off x="4738340" y="613297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12193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C1C65-42D2-C92E-62A0-643ABDA49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5B5ABE-1A0A-63DD-AF7E-B5A1348E0B0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796" l="0" r="98901">
                        <a14:foregroundMark x1="23077" y1="1020" x2="24038" y2="28776"/>
                        <a14:foregroundMark x1="0" y1="32653" x2="31319" y2="30204"/>
                        <a14:foregroundMark x1="31319" y1="30204" x2="31456" y2="30204"/>
                        <a14:foregroundMark x1="35852" y1="2857" x2="96841" y2="3469"/>
                        <a14:foregroundMark x1="97940" y1="1020" x2="89011" y2="87347"/>
                        <a14:foregroundMark x1="17033" y1="92653" x2="51236" y2="90204"/>
                        <a14:foregroundMark x1="3297" y1="99592" x2="8242" y2="98163"/>
                        <a14:foregroundMark x1="1099" y1="88367" x2="412" y2="82449"/>
                        <a14:foregroundMark x1="549" y1="70204" x2="1236" y2="57551"/>
                        <a14:foregroundMark x1="1511" y1="44898" x2="137" y2="43469"/>
                        <a14:foregroundMark x1="17582" y1="98980" x2="32555" y2="96531"/>
                        <a14:foregroundMark x1="32555" y1="96531" x2="32967" y2="96531"/>
                        <a14:foregroundMark x1="42170" y1="99592" x2="53846" y2="99796"/>
                        <a14:foregroundMark x1="63736" y1="98980" x2="73626" y2="98571"/>
                        <a14:foregroundMark x1="73626" y1="98571" x2="74863" y2="98980"/>
                        <a14:foregroundMark x1="83929" y1="99796" x2="92170" y2="98163"/>
                        <a14:foregroundMark x1="92170" y1="98163" x2="92857" y2="98163"/>
                        <a14:foregroundMark x1="97115" y1="98980" x2="98901" y2="59796"/>
                        <a14:foregroundMark x1="98901" y1="59796" x2="98901" y2="59796"/>
                        <a14:foregroundMark x1="98352" y1="51020" x2="98352" y2="22245"/>
                        <a14:foregroundMark x1="19918" y1="29388" x2="21566" y2="22857"/>
                        <a14:foregroundMark x1="18544" y1="28571" x2="21429" y2="20612"/>
                        <a14:foregroundMark x1="3159" y1="28980" x2="16071" y2="27755"/>
                        <a14:backgroundMark x1="10577" y1="408" x2="1099" y2="10000"/>
                        <a14:backgroundMark x1="1099" y1="10000" x2="1236" y2="4490"/>
                        <a14:backgroundMark x1="2610" y1="14694" x2="13187" y2="12245"/>
                        <a14:backgroundMark x1="13187" y1="12245" x2="20055" y2="3061"/>
                        <a14:backgroundMark x1="20055" y1="3061" x2="20192" y2="2653"/>
                        <a14:backgroundMark x1="17170" y1="7755" x2="2198" y2="1633"/>
                        <a14:backgroundMark x1="2198" y1="1633" x2="2198" y2="163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591" y="1133475"/>
            <a:ext cx="7859244" cy="5289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BAAF65-296C-D0B9-9724-72BAED411AD2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EBAAF65-296C-D0B9-9724-72BAED411A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6035756-255E-54DE-CDA2-23FD9CDC014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100</a:t>
            </a:r>
            <a:r>
              <a:rPr lang="ko-KR" altLang="en-US" sz="2000" b="1" dirty="0"/>
              <a:t>타입 간접</a:t>
            </a:r>
            <a:r>
              <a:rPr lang="en-US" altLang="ko-KR" sz="2000" b="1" dirty="0"/>
              <a:t>A /</a:t>
            </a:r>
            <a:r>
              <a:rPr lang="ko-KR" altLang="en-US" sz="2000" b="1" dirty="0"/>
              <a:t>간접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센서 </a:t>
            </a:r>
            <a:r>
              <a:rPr lang="en-US" altLang="ko-KR" sz="2000" b="1" dirty="0"/>
              <a:t>SET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2DA5AE-F062-709D-2DE8-5DBADD6E4FDC}"/>
              </a:ext>
            </a:extLst>
          </p:cNvPr>
          <p:cNvSpPr/>
          <p:nvPr/>
        </p:nvSpPr>
        <p:spPr>
          <a:xfrm rot="5400000">
            <a:off x="6574072" y="5021945"/>
            <a:ext cx="102820" cy="2092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8DE7C0E-EF7E-9247-966F-CAF2CCA9ED05}"/>
              </a:ext>
            </a:extLst>
          </p:cNvPr>
          <p:cNvSpPr/>
          <p:nvPr/>
        </p:nvSpPr>
        <p:spPr>
          <a:xfrm>
            <a:off x="6047057" y="4584355"/>
            <a:ext cx="1211463" cy="12368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C1E14A-8FC4-BE50-FA51-DEA085E79721}"/>
              </a:ext>
            </a:extLst>
          </p:cNvPr>
          <p:cNvSpPr/>
          <p:nvPr/>
        </p:nvSpPr>
        <p:spPr>
          <a:xfrm>
            <a:off x="6217251" y="4755757"/>
            <a:ext cx="871077" cy="91355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F4427E-AF38-E988-318D-EF092B5B298B}"/>
              </a:ext>
            </a:extLst>
          </p:cNvPr>
          <p:cNvSpPr txBox="1"/>
          <p:nvPr/>
        </p:nvSpPr>
        <p:spPr>
          <a:xfrm>
            <a:off x="5708905" y="39075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9C83CA-D944-A70C-E432-394047E8D7A8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8A29F6F-40CA-1CF7-0F26-ED866C07BFAD}"/>
              </a:ext>
            </a:extLst>
          </p:cNvPr>
          <p:cNvSpPr/>
          <p:nvPr/>
        </p:nvSpPr>
        <p:spPr>
          <a:xfrm flipV="1">
            <a:off x="2456084" y="3684195"/>
            <a:ext cx="98384" cy="6163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E65C1F5-93E5-B77B-D8A2-2381AFE9D9D7}"/>
              </a:ext>
            </a:extLst>
          </p:cNvPr>
          <p:cNvGrpSpPr/>
          <p:nvPr/>
        </p:nvGrpSpPr>
        <p:grpSpPr>
          <a:xfrm rot="5400000">
            <a:off x="4323456" y="4034008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231CD8A1-AF04-C633-08B8-F24728EE0878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C049C80-9F49-29CB-4B6C-77D0074964D5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29D928B-7881-CC5D-8C85-F55168B39C78}"/>
              </a:ext>
            </a:extLst>
          </p:cNvPr>
          <p:cNvSpPr/>
          <p:nvPr/>
        </p:nvSpPr>
        <p:spPr>
          <a:xfrm flipV="1">
            <a:off x="3395428" y="2959661"/>
            <a:ext cx="98385" cy="7646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0EC180-01E3-37EB-AD1C-66F24F34DCF2}"/>
              </a:ext>
            </a:extLst>
          </p:cNvPr>
          <p:cNvSpPr txBox="1"/>
          <p:nvPr/>
        </p:nvSpPr>
        <p:spPr>
          <a:xfrm>
            <a:off x="5456085" y="6455201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4BC5152E-6DA1-03AB-A995-F0E657E3AF70}"/>
              </a:ext>
            </a:extLst>
          </p:cNvPr>
          <p:cNvCxnSpPr>
            <a:cxnSpLocks/>
          </p:cNvCxnSpPr>
          <p:nvPr/>
        </p:nvCxnSpPr>
        <p:spPr>
          <a:xfrm flipV="1">
            <a:off x="6982986" y="5815087"/>
            <a:ext cx="0" cy="694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429E33BD-7D9F-FA59-7F3E-27D6D8135025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BFCAB900-9556-295C-20A7-8A4E257A0F22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25B8D140-F32D-087D-705A-F5C2436D48B9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8770660F-60E3-6F39-EA43-ADA4D6AD149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1423EE02-1936-286B-1693-5119786FA586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8D4E6E98-A1A4-1485-EC8D-941B71342E39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C0C338-7867-243B-B15D-36078A85D32D}"/>
              </a:ext>
            </a:extLst>
          </p:cNvPr>
          <p:cNvSpPr/>
          <p:nvPr/>
        </p:nvSpPr>
        <p:spPr>
          <a:xfrm rot="16200000" flipV="1">
            <a:off x="8519496" y="2540129"/>
            <a:ext cx="98385" cy="7934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596B3C25-1D4B-D994-196D-2D6A08729202}"/>
              </a:ext>
            </a:extLst>
          </p:cNvPr>
          <p:cNvGrpSpPr/>
          <p:nvPr/>
        </p:nvGrpSpPr>
        <p:grpSpPr>
          <a:xfrm>
            <a:off x="5465291" y="4588625"/>
            <a:ext cx="100923" cy="1226462"/>
            <a:chOff x="4735802" y="4693748"/>
            <a:chExt cx="100923" cy="1226462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9CB33E9C-D9BC-D305-3904-304A51CBDC10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C7F75E7B-9F70-5B9D-B252-B779CAC1C02A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BEF26F8B-1031-AD37-470B-0140BED48C62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0B834FBB-1F3B-C552-3F4E-A72AF7A96C9E}"/>
              </a:ext>
            </a:extLst>
          </p:cNvPr>
          <p:cNvGrpSpPr/>
          <p:nvPr/>
        </p:nvGrpSpPr>
        <p:grpSpPr>
          <a:xfrm>
            <a:off x="7684355" y="4552127"/>
            <a:ext cx="100923" cy="1226462"/>
            <a:chOff x="4735802" y="4693748"/>
            <a:chExt cx="100923" cy="1226462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CB53039-DDA2-E105-E7B5-BDB182D26423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B7B7AE7D-45E1-16F1-913D-B4C65DC44682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20403822-8E97-B604-669F-BFE2C634D510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1089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892128-347B-3C2B-8E24-87EECD185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8D44D1A-C031-68A8-614C-F3AFC07797D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796" l="0" r="98901">
                        <a14:foregroundMark x1="23077" y1="1020" x2="24038" y2="28776"/>
                        <a14:foregroundMark x1="0" y1="32653" x2="31319" y2="30204"/>
                        <a14:foregroundMark x1="31319" y1="30204" x2="31456" y2="30204"/>
                        <a14:foregroundMark x1="35852" y1="2857" x2="96841" y2="3469"/>
                        <a14:foregroundMark x1="97940" y1="1020" x2="89011" y2="87347"/>
                        <a14:foregroundMark x1="17033" y1="92653" x2="51236" y2="90204"/>
                        <a14:foregroundMark x1="3297" y1="99592" x2="8242" y2="98163"/>
                        <a14:foregroundMark x1="1099" y1="88367" x2="412" y2="82449"/>
                        <a14:foregroundMark x1="549" y1="70204" x2="1236" y2="57551"/>
                        <a14:foregroundMark x1="1511" y1="44898" x2="137" y2="43469"/>
                        <a14:foregroundMark x1="17582" y1="98980" x2="32555" y2="96531"/>
                        <a14:foregroundMark x1="32555" y1="96531" x2="32967" y2="96531"/>
                        <a14:foregroundMark x1="42170" y1="99592" x2="53846" y2="99796"/>
                        <a14:foregroundMark x1="63736" y1="98980" x2="73626" y2="98571"/>
                        <a14:foregroundMark x1="73626" y1="98571" x2="74863" y2="98980"/>
                        <a14:foregroundMark x1="83929" y1="99796" x2="92170" y2="98163"/>
                        <a14:foregroundMark x1="92170" y1="98163" x2="92857" y2="98163"/>
                        <a14:foregroundMark x1="97115" y1="98980" x2="98901" y2="59796"/>
                        <a14:foregroundMark x1="98901" y1="59796" x2="98901" y2="59796"/>
                        <a14:foregroundMark x1="98352" y1="51020" x2="98352" y2="22245"/>
                        <a14:foregroundMark x1="19918" y1="29388" x2="21566" y2="22857"/>
                        <a14:foregroundMark x1="18544" y1="28571" x2="21429" y2="20612"/>
                        <a14:foregroundMark x1="3159" y1="28980" x2="16071" y2="27755"/>
                        <a14:backgroundMark x1="10577" y1="408" x2="1099" y2="10000"/>
                        <a14:backgroundMark x1="1099" y1="10000" x2="1236" y2="4490"/>
                        <a14:backgroundMark x1="2610" y1="14694" x2="13187" y2="12245"/>
                        <a14:backgroundMark x1="13187" y1="12245" x2="20055" y2="3061"/>
                        <a14:backgroundMark x1="20055" y1="3061" x2="20192" y2="2653"/>
                        <a14:backgroundMark x1="17170" y1="7755" x2="2198" y2="1633"/>
                        <a14:backgroundMark x1="2198" y1="1633" x2="2198" y2="163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591" y="1133475"/>
            <a:ext cx="7859244" cy="5289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8FD8E1-5ED4-38DF-7A42-85540B1AB42E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8FD8E1-5ED4-38DF-7A42-85540B1AB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B7566CF1-B879-3625-DB90-85D58105C909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100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BD2737-9038-22BD-98D4-ED101CBF08ED}"/>
              </a:ext>
            </a:extLst>
          </p:cNvPr>
          <p:cNvSpPr/>
          <p:nvPr/>
        </p:nvSpPr>
        <p:spPr>
          <a:xfrm>
            <a:off x="7970614" y="5324277"/>
            <a:ext cx="108051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332969-A7F1-D787-0AB7-DB4C9E4D9AA6}"/>
              </a:ext>
            </a:extLst>
          </p:cNvPr>
          <p:cNvSpPr txBox="1"/>
          <p:nvPr/>
        </p:nvSpPr>
        <p:spPr>
          <a:xfrm>
            <a:off x="8247899" y="471113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091111E-0391-502C-8BED-B72ACFD2DDFB}"/>
              </a:ext>
            </a:extLst>
          </p:cNvPr>
          <p:cNvSpPr/>
          <p:nvPr/>
        </p:nvSpPr>
        <p:spPr>
          <a:xfrm rot="5400000">
            <a:off x="6574072" y="5021945"/>
            <a:ext cx="102820" cy="2092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F2FB1A3C-5EDC-D749-AE99-FFC380B3B4FD}"/>
              </a:ext>
            </a:extLst>
          </p:cNvPr>
          <p:cNvSpPr/>
          <p:nvPr/>
        </p:nvSpPr>
        <p:spPr>
          <a:xfrm>
            <a:off x="6047057" y="4584355"/>
            <a:ext cx="1211463" cy="12368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93802C29-DBAC-DB2C-75F2-394112AA7A94}"/>
              </a:ext>
            </a:extLst>
          </p:cNvPr>
          <p:cNvSpPr/>
          <p:nvPr/>
        </p:nvSpPr>
        <p:spPr>
          <a:xfrm>
            <a:off x="6217251" y="4755757"/>
            <a:ext cx="871077" cy="91355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43E4DD-F469-75E7-08A1-DF5A3F65DF23}"/>
              </a:ext>
            </a:extLst>
          </p:cNvPr>
          <p:cNvSpPr txBox="1"/>
          <p:nvPr/>
        </p:nvSpPr>
        <p:spPr>
          <a:xfrm>
            <a:off x="5708905" y="39075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6D1D6E-30ED-C23F-85D6-E019C2562CCF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A845578-9F8B-E6A0-357E-5912DD8D0952}"/>
              </a:ext>
            </a:extLst>
          </p:cNvPr>
          <p:cNvGrpSpPr/>
          <p:nvPr/>
        </p:nvGrpSpPr>
        <p:grpSpPr>
          <a:xfrm>
            <a:off x="7970614" y="4478830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63FC95F7-18DA-5E4D-C25E-FEE737B34B66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46D2492-EB28-9DF2-89CC-DCFF5F4320AD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640FD64-E6E7-17A4-E568-7F3AA4AE0A40}"/>
              </a:ext>
            </a:extLst>
          </p:cNvPr>
          <p:cNvGrpSpPr/>
          <p:nvPr/>
        </p:nvGrpSpPr>
        <p:grpSpPr>
          <a:xfrm>
            <a:off x="3557630" y="3096396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31B5FD52-966B-0CC8-7E66-5C5F0B019ADA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0116807-C00D-876A-3554-9ACB3562E553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5B20FD10-B4E7-D893-77D5-CED9A43CAAB9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E7610808-8FDB-41FD-B565-DBE33C10AAA3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7354F0E9-7B87-4BDE-F3EC-FD1B50A3BC28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691D0F38-7D33-F6E0-09F5-D3FA75A9B51C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EE242282-FE4D-13E6-5B4C-E6F80C35136D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E603FEEC-9BD8-982E-05F9-A3694DFD8FA9}"/>
              </a:ext>
            </a:extLst>
          </p:cNvPr>
          <p:cNvSpPr/>
          <p:nvPr/>
        </p:nvSpPr>
        <p:spPr>
          <a:xfrm flipV="1">
            <a:off x="2456084" y="3684195"/>
            <a:ext cx="98384" cy="6163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A92324D0-A675-A704-F8AE-4A2C8CFC962C}"/>
              </a:ext>
            </a:extLst>
          </p:cNvPr>
          <p:cNvGrpSpPr/>
          <p:nvPr/>
        </p:nvGrpSpPr>
        <p:grpSpPr>
          <a:xfrm rot="5400000">
            <a:off x="4323456" y="4034008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7B113FE4-C73F-A051-067B-82686D42EFAE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86ECD4C5-F51E-4648-A716-417E8BD92D7E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B1B6E2B-0C9E-4708-85EE-08DFDC09A163}"/>
              </a:ext>
            </a:extLst>
          </p:cNvPr>
          <p:cNvSpPr/>
          <p:nvPr/>
        </p:nvSpPr>
        <p:spPr>
          <a:xfrm flipV="1">
            <a:off x="3395428" y="2959661"/>
            <a:ext cx="98385" cy="7646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D2A33440-6899-4CC2-1BC2-A566A318E369}"/>
              </a:ext>
            </a:extLst>
          </p:cNvPr>
          <p:cNvCxnSpPr>
            <a:cxnSpLocks/>
          </p:cNvCxnSpPr>
          <p:nvPr/>
        </p:nvCxnSpPr>
        <p:spPr>
          <a:xfrm flipV="1">
            <a:off x="6982986" y="5815087"/>
            <a:ext cx="0" cy="694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13">
            <a:extLst>
              <a:ext uri="{FF2B5EF4-FFF2-40B4-BE49-F238E27FC236}">
                <a16:creationId xmlns:a16="http://schemas.microsoft.com/office/drawing/2014/main" id="{4995A424-6D10-C8D0-B774-BC182768D17C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EA1B9D58-7DA9-2F9F-598E-EF965754AE08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B1F75F83-3D82-A3DB-A1EA-104D8917853B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26A0774B-B85F-4BDB-75F1-B82FD0ADB392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0F3C43E7-7110-F3A1-F111-CF74845B784C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D2794E79-8641-60A0-1E84-8CB7EB7D535A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D813ED87-D246-2F2C-250D-65058DEF42A6}"/>
              </a:ext>
            </a:extLst>
          </p:cNvPr>
          <p:cNvSpPr/>
          <p:nvPr/>
        </p:nvSpPr>
        <p:spPr>
          <a:xfrm rot="16200000" flipV="1">
            <a:off x="8519496" y="2540129"/>
            <a:ext cx="98385" cy="7934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2FF5FFBE-D7CB-E667-8341-EEB57CDAEAE8}"/>
              </a:ext>
            </a:extLst>
          </p:cNvPr>
          <p:cNvGrpSpPr/>
          <p:nvPr/>
        </p:nvGrpSpPr>
        <p:grpSpPr>
          <a:xfrm>
            <a:off x="5465291" y="4588625"/>
            <a:ext cx="100923" cy="1226462"/>
            <a:chOff x="4735802" y="4693748"/>
            <a:chExt cx="100923" cy="1226462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2F404757-2181-3C9C-702E-15D73597BFDD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F29B476B-ED6B-C9B9-878C-EBBFD24B288B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5F774C65-3E99-EC27-61AC-C3CBAD809C2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D912B81C-E971-3878-42B7-FEC327A1B4D9}"/>
              </a:ext>
            </a:extLst>
          </p:cNvPr>
          <p:cNvGrpSpPr/>
          <p:nvPr/>
        </p:nvGrpSpPr>
        <p:grpSpPr>
          <a:xfrm>
            <a:off x="7684355" y="4552127"/>
            <a:ext cx="100923" cy="1226462"/>
            <a:chOff x="4735802" y="4693748"/>
            <a:chExt cx="100923" cy="1226462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D3387B11-2D95-7402-B3FB-91E15D161CFE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CEB1E082-7883-D7EF-4744-700A020D0338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A3694EA-BA99-A86C-C752-EA54C8D948FE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8EF058F9-083C-640C-0FE4-0F469A9EF421}"/>
              </a:ext>
            </a:extLst>
          </p:cNvPr>
          <p:cNvSpPr txBox="1"/>
          <p:nvPr/>
        </p:nvSpPr>
        <p:spPr>
          <a:xfrm>
            <a:off x="5456085" y="6455201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5856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81132-5299-6A69-BDC0-805BAD510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A5C363-0175-E37E-B522-5EC5A8EEB15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0" b="99796" l="0" r="98901">
                        <a14:foregroundMark x1="23077" y1="1020" x2="24038" y2="28776"/>
                        <a14:foregroundMark x1="0" y1="32653" x2="31319" y2="30204"/>
                        <a14:foregroundMark x1="31319" y1="30204" x2="31456" y2="30204"/>
                        <a14:foregroundMark x1="35852" y1="2857" x2="96841" y2="3469"/>
                        <a14:foregroundMark x1="97940" y1="1020" x2="89011" y2="87347"/>
                        <a14:foregroundMark x1="17033" y1="92653" x2="51236" y2="90204"/>
                        <a14:foregroundMark x1="3297" y1="99592" x2="8242" y2="98163"/>
                        <a14:foregroundMark x1="1099" y1="88367" x2="412" y2="82449"/>
                        <a14:foregroundMark x1="549" y1="70204" x2="1236" y2="57551"/>
                        <a14:foregroundMark x1="1511" y1="44898" x2="137" y2="43469"/>
                        <a14:foregroundMark x1="17582" y1="98980" x2="32555" y2="96531"/>
                        <a14:foregroundMark x1="32555" y1="96531" x2="32967" y2="96531"/>
                        <a14:foregroundMark x1="42170" y1="99592" x2="53846" y2="99796"/>
                        <a14:foregroundMark x1="63736" y1="98980" x2="73626" y2="98571"/>
                        <a14:foregroundMark x1="73626" y1="98571" x2="74863" y2="98980"/>
                        <a14:foregroundMark x1="83929" y1="99796" x2="92170" y2="98163"/>
                        <a14:foregroundMark x1="92170" y1="98163" x2="92857" y2="98163"/>
                        <a14:foregroundMark x1="97115" y1="98980" x2="98901" y2="59796"/>
                        <a14:foregroundMark x1="98901" y1="59796" x2="98901" y2="59796"/>
                        <a14:foregroundMark x1="98352" y1="51020" x2="98352" y2="22245"/>
                        <a14:foregroundMark x1="19918" y1="29388" x2="21566" y2="22857"/>
                        <a14:foregroundMark x1="18544" y1="28571" x2="21429" y2="20612"/>
                        <a14:foregroundMark x1="3159" y1="28980" x2="16071" y2="27755"/>
                        <a14:backgroundMark x1="10577" y1="408" x2="1099" y2="10000"/>
                        <a14:backgroundMark x1="1099" y1="10000" x2="1236" y2="4490"/>
                        <a14:backgroundMark x1="2610" y1="14694" x2="13187" y2="12245"/>
                        <a14:backgroundMark x1="13187" y1="12245" x2="20055" y2="3061"/>
                        <a14:backgroundMark x1="20055" y1="3061" x2="20192" y2="2653"/>
                        <a14:backgroundMark x1="17170" y1="7755" x2="2198" y2="1633"/>
                        <a14:backgroundMark x1="2198" y1="1633" x2="2198" y2="1633"/>
                      </a14:backgroundRemoval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50591" y="1133475"/>
            <a:ext cx="7859244" cy="5289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F9F35-8541-2F90-D860-D64B8B56BCF9}"/>
                  </a:ext>
                </a:extLst>
              </p:cNvPr>
              <p:cNvSpPr txBox="1"/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  <a:scene3d>
                  <a:camera prst="orthographicFront"/>
                  <a:lightRig rig="harsh" dir="t"/>
                </a:scene3d>
                <a:sp3d extrusionH="57150" prstMaterial="matte">
                  <a:bevelT w="63500" h="12700" prst="angle"/>
                  <a:contourClr>
                    <a:schemeClr val="bg1">
                      <a:lumMod val="65000"/>
                    </a:schemeClr>
                  </a:contourClr>
                </a:sp3d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sSup>
                        <m:sSupPr>
                          <m:ctrlP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p>
                          <m:r>
                            <a:rPr lang="en-US" altLang="ko-KR" sz="2000" b="1" i="1" u="none" strike="noStrike" smtClean="0">
                              <a:ln/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ko-KR" altLang="en-US" sz="2000" b="1" dirty="0">
                  <a:ln/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DF9F35-8541-2F90-D860-D64B8B56B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2689" y="1075737"/>
                <a:ext cx="1762781" cy="4070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4CA78E5-2580-F33D-4176-C7BCBED5114A}"/>
              </a:ext>
            </a:extLst>
          </p:cNvPr>
          <p:cNvSpPr txBox="1"/>
          <p:nvPr/>
        </p:nvSpPr>
        <p:spPr>
          <a:xfrm>
            <a:off x="1870318" y="353253"/>
            <a:ext cx="84525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/>
              <a:t>100</a:t>
            </a:r>
            <a:r>
              <a:rPr lang="ko-KR" altLang="en-US" sz="2000" b="1" dirty="0"/>
              <a:t>타입 간접 프리미엄 </a:t>
            </a:r>
            <a:r>
              <a:rPr lang="en-US" altLang="ko-KR" sz="2000" b="1" dirty="0"/>
              <a:t>SET + </a:t>
            </a:r>
            <a:r>
              <a:rPr lang="ko-KR" altLang="en-US" sz="2000" b="1" dirty="0" err="1"/>
              <a:t>실링팬</a:t>
            </a:r>
            <a:r>
              <a:rPr lang="ko-KR" altLang="en-US" sz="2000" b="1" dirty="0"/>
              <a:t> 우물두줄</a:t>
            </a:r>
            <a:endParaRPr lang="en-US" altLang="ko-KR" sz="2000" b="1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2457987-C23D-A8FD-8585-7F0BAE80C6EA}"/>
              </a:ext>
            </a:extLst>
          </p:cNvPr>
          <p:cNvSpPr/>
          <p:nvPr/>
        </p:nvSpPr>
        <p:spPr>
          <a:xfrm>
            <a:off x="7970614" y="5324277"/>
            <a:ext cx="1080518" cy="10326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7947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B3AF29-2B9A-DAAC-72A3-B631B36337F4}"/>
              </a:ext>
            </a:extLst>
          </p:cNvPr>
          <p:cNvSpPr txBox="1"/>
          <p:nvPr/>
        </p:nvSpPr>
        <p:spPr>
          <a:xfrm>
            <a:off x="8247899" y="4711138"/>
            <a:ext cx="13235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 err="1"/>
              <a:t>무선리모컨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1</a:t>
            </a:r>
            <a:r>
              <a:rPr lang="ko-KR" altLang="en-US" sz="1000" b="1" dirty="0"/>
              <a:t>구</a:t>
            </a:r>
            <a:r>
              <a:rPr lang="en-US" altLang="ko-KR" sz="1000" b="1" dirty="0"/>
              <a:t>(3</a:t>
            </a:r>
            <a:r>
              <a:rPr lang="ko-KR" altLang="en-US" sz="1000" b="1" dirty="0"/>
              <a:t>채널</a:t>
            </a:r>
            <a:r>
              <a:rPr lang="en-US" altLang="ko-KR" sz="1000" b="1" dirty="0"/>
              <a:t>)</a:t>
            </a:r>
            <a:endParaRPr lang="ko-KR" altLang="en-US" sz="1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B2335C7-EB61-7D7A-6596-34407912432F}"/>
              </a:ext>
            </a:extLst>
          </p:cNvPr>
          <p:cNvSpPr/>
          <p:nvPr/>
        </p:nvSpPr>
        <p:spPr>
          <a:xfrm rot="5400000">
            <a:off x="6574072" y="5021945"/>
            <a:ext cx="102820" cy="209272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802A793E-6780-69C1-3C3D-B9831971B045}"/>
              </a:ext>
            </a:extLst>
          </p:cNvPr>
          <p:cNvSpPr/>
          <p:nvPr/>
        </p:nvSpPr>
        <p:spPr>
          <a:xfrm>
            <a:off x="6047057" y="4584355"/>
            <a:ext cx="1211463" cy="1236884"/>
          </a:xfrm>
          <a:prstGeom prst="roundRect">
            <a:avLst>
              <a:gd name="adj" fmla="val 15666"/>
            </a:avLst>
          </a:prstGeom>
          <a:noFill/>
          <a:ln w="381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8ADDFD4F-B67B-9FBF-F20F-9D757A2CBEEF}"/>
              </a:ext>
            </a:extLst>
          </p:cNvPr>
          <p:cNvSpPr/>
          <p:nvPr/>
        </p:nvSpPr>
        <p:spPr>
          <a:xfrm>
            <a:off x="6217251" y="4755757"/>
            <a:ext cx="871077" cy="913552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05FC42-67A7-CBB6-0FA4-026FD85EB64E}"/>
              </a:ext>
            </a:extLst>
          </p:cNvPr>
          <p:cNvSpPr txBox="1"/>
          <p:nvPr/>
        </p:nvSpPr>
        <p:spPr>
          <a:xfrm>
            <a:off x="5708905" y="3907568"/>
            <a:ext cx="18917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전자식스위치</a:t>
            </a:r>
            <a:r>
              <a:rPr lang="en-US" altLang="ko-KR" sz="1000" b="1" dirty="0"/>
              <a:t>+</a:t>
            </a:r>
            <a:r>
              <a:rPr lang="ko-KR" altLang="en-US" sz="1000" b="1" dirty="0"/>
              <a:t>리모컨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E7EA6-80BD-6281-55D1-075484037225}"/>
              </a:ext>
            </a:extLst>
          </p:cNvPr>
          <p:cNvSpPr txBox="1"/>
          <p:nvPr/>
        </p:nvSpPr>
        <p:spPr>
          <a:xfrm>
            <a:off x="114314" y="1289778"/>
            <a:ext cx="32644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rgbClr val="FF0000"/>
                </a:solidFill>
              </a:rPr>
              <a:t>**</a:t>
            </a:r>
            <a:r>
              <a:rPr lang="ko-KR" altLang="en-US" sz="800" dirty="0">
                <a:solidFill>
                  <a:srgbClr val="FF0000"/>
                </a:solidFill>
              </a:rPr>
              <a:t>스위치 연결을 위해 별도의 </a:t>
            </a:r>
            <a:r>
              <a:rPr lang="ko-KR" altLang="en-US" sz="800" dirty="0" err="1">
                <a:solidFill>
                  <a:srgbClr val="FF0000"/>
                </a:solidFill>
              </a:rPr>
              <a:t>타공이</a:t>
            </a:r>
            <a:r>
              <a:rPr lang="ko-KR" altLang="en-US" sz="800" dirty="0">
                <a:solidFill>
                  <a:srgbClr val="FF0000"/>
                </a:solidFill>
              </a:rPr>
              <a:t> 필요할 수 </a:t>
            </a:r>
            <a:endParaRPr lang="en-US" altLang="ko-KR" sz="800" dirty="0">
              <a:solidFill>
                <a:srgbClr val="FF0000"/>
              </a:solidFill>
            </a:endParaRPr>
          </a:p>
          <a:p>
            <a:r>
              <a:rPr lang="ko-KR" altLang="en-US" sz="800" dirty="0">
                <a:solidFill>
                  <a:srgbClr val="FF0000"/>
                </a:solidFill>
              </a:rPr>
              <a:t>있으며</a:t>
            </a:r>
            <a:r>
              <a:rPr lang="en-US" altLang="ko-KR" sz="800" dirty="0">
                <a:solidFill>
                  <a:srgbClr val="FF0000"/>
                </a:solidFill>
              </a:rPr>
              <a:t> </a:t>
            </a:r>
            <a:r>
              <a:rPr lang="ko-KR" altLang="en-US" sz="800" dirty="0">
                <a:solidFill>
                  <a:srgbClr val="FF0000"/>
                </a:solidFill>
              </a:rPr>
              <a:t>공스피커로 마감 될 수도 있음</a:t>
            </a:r>
            <a:endParaRPr lang="en-US" altLang="ko-KR" sz="800" dirty="0">
              <a:solidFill>
                <a:srgbClr val="FF0000"/>
              </a:solidFill>
            </a:endParaRPr>
          </a:p>
        </p:txBody>
      </p:sp>
      <p:sp>
        <p:nvSpPr>
          <p:cNvPr id="13" name="별: 꼭짓점 4개 12">
            <a:extLst>
              <a:ext uri="{FF2B5EF4-FFF2-40B4-BE49-F238E27FC236}">
                <a16:creationId xmlns:a16="http://schemas.microsoft.com/office/drawing/2014/main" id="{D63AE53D-F8D7-670C-B85B-DF13438E1A60}"/>
              </a:ext>
            </a:extLst>
          </p:cNvPr>
          <p:cNvSpPr/>
          <p:nvPr/>
        </p:nvSpPr>
        <p:spPr>
          <a:xfrm>
            <a:off x="6375505" y="4933435"/>
            <a:ext cx="557315" cy="559233"/>
          </a:xfrm>
          <a:prstGeom prst="star4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645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45AD7DF-E350-BE59-5C53-2E6B55D219B3}"/>
              </a:ext>
            </a:extLst>
          </p:cNvPr>
          <p:cNvGrpSpPr/>
          <p:nvPr/>
        </p:nvGrpSpPr>
        <p:grpSpPr>
          <a:xfrm>
            <a:off x="7970614" y="4478830"/>
            <a:ext cx="98814" cy="602893"/>
            <a:chOff x="4737834" y="4900127"/>
            <a:chExt cx="98814" cy="602893"/>
          </a:xfrm>
          <a:solidFill>
            <a:srgbClr val="00B0F0"/>
          </a:solidFill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9B142CB6-BE8E-2ADF-279D-A7F7526DF88C}"/>
                </a:ext>
              </a:extLst>
            </p:cNvPr>
            <p:cNvSpPr/>
            <p:nvPr/>
          </p:nvSpPr>
          <p:spPr>
            <a:xfrm>
              <a:off x="4737834" y="4900127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FFD49ABE-2AAE-12CD-7E44-BB0C8366F32C}"/>
                </a:ext>
              </a:extLst>
            </p:cNvPr>
            <p:cNvSpPr/>
            <p:nvPr/>
          </p:nvSpPr>
          <p:spPr>
            <a:xfrm>
              <a:off x="4738263" y="5404635"/>
              <a:ext cx="98385" cy="98385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61724E7-369E-ABA9-3229-A1EAB6BDFBA8}"/>
              </a:ext>
            </a:extLst>
          </p:cNvPr>
          <p:cNvGrpSpPr/>
          <p:nvPr/>
        </p:nvGrpSpPr>
        <p:grpSpPr>
          <a:xfrm>
            <a:off x="3557630" y="3096396"/>
            <a:ext cx="412450" cy="497746"/>
            <a:chOff x="9191246" y="3797098"/>
            <a:chExt cx="412450" cy="497746"/>
          </a:xfrm>
          <a:solidFill>
            <a:srgbClr val="CC0000"/>
          </a:solidFill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AE9AA9CC-A8E2-E3EB-0E0F-24AB8A1B2303}"/>
                </a:ext>
              </a:extLst>
            </p:cNvPr>
            <p:cNvGrpSpPr/>
            <p:nvPr/>
          </p:nvGrpSpPr>
          <p:grpSpPr>
            <a:xfrm>
              <a:off x="9504882" y="3799905"/>
              <a:ext cx="98814" cy="494939"/>
              <a:chOff x="4618771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2ABC3CB6-913D-3B0F-574A-565FE9C587D3}"/>
                  </a:ext>
                </a:extLst>
              </p:cNvPr>
              <p:cNvSpPr/>
              <p:nvPr/>
            </p:nvSpPr>
            <p:spPr>
              <a:xfrm>
                <a:off x="4618771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37A96C86-5C3F-C9D5-4E04-B944400BA7E6}"/>
                  </a:ext>
                </a:extLst>
              </p:cNvPr>
              <p:cNvSpPr/>
              <p:nvPr/>
            </p:nvSpPr>
            <p:spPr>
              <a:xfrm>
                <a:off x="4619200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9" name="별: 꼭짓점 7개 18">
              <a:extLst>
                <a:ext uri="{FF2B5EF4-FFF2-40B4-BE49-F238E27FC236}">
                  <a16:creationId xmlns:a16="http://schemas.microsoft.com/office/drawing/2014/main" id="{F58EEC79-4238-3ECB-111F-51E9C417C98E}"/>
                </a:ext>
              </a:extLst>
            </p:cNvPr>
            <p:cNvSpPr/>
            <p:nvPr/>
          </p:nvSpPr>
          <p:spPr>
            <a:xfrm rot="5400000">
              <a:off x="9272815" y="3924297"/>
              <a:ext cx="244351" cy="235659"/>
            </a:xfrm>
            <a:prstGeom prst="star7">
              <a:avLst/>
            </a:prstGeom>
            <a:grp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86" b="1" dirty="0">
                <a:ln w="22225">
                  <a:solidFill>
                    <a:srgbClr val="FFFF00"/>
                  </a:solidFill>
                  <a:prstDash val="solid"/>
                </a:ln>
                <a:solidFill>
                  <a:srgbClr val="C00000"/>
                </a:solidFill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85F55E5-D579-0047-A622-719F5C06AED3}"/>
                </a:ext>
              </a:extLst>
            </p:cNvPr>
            <p:cNvGrpSpPr/>
            <p:nvPr/>
          </p:nvGrpSpPr>
          <p:grpSpPr>
            <a:xfrm>
              <a:off x="9191246" y="3797098"/>
              <a:ext cx="98814" cy="494939"/>
              <a:chOff x="4737834" y="4900127"/>
              <a:chExt cx="98814" cy="494939"/>
            </a:xfrm>
            <a:grpFill/>
            <a:effectLst>
              <a:glow rad="127000">
                <a:srgbClr val="FFFF00">
                  <a:alpha val="31000"/>
                </a:srgbClr>
              </a:glow>
            </a:effectLst>
          </p:grpSpPr>
          <p:sp>
            <p:nvSpPr>
              <p:cNvPr id="21" name="타원 20">
                <a:extLst>
                  <a:ext uri="{FF2B5EF4-FFF2-40B4-BE49-F238E27FC236}">
                    <a16:creationId xmlns:a16="http://schemas.microsoft.com/office/drawing/2014/main" id="{E1750A41-4CA0-94AB-C854-D95D34B49CF9}"/>
                  </a:ext>
                </a:extLst>
              </p:cNvPr>
              <p:cNvSpPr/>
              <p:nvPr/>
            </p:nvSpPr>
            <p:spPr>
              <a:xfrm>
                <a:off x="4737834" y="4900127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타원 21">
                <a:extLst>
                  <a:ext uri="{FF2B5EF4-FFF2-40B4-BE49-F238E27FC236}">
                    <a16:creationId xmlns:a16="http://schemas.microsoft.com/office/drawing/2014/main" id="{D7591DF7-CBB6-BB3F-4427-A39AA4C4E2E4}"/>
                  </a:ext>
                </a:extLst>
              </p:cNvPr>
              <p:cNvSpPr/>
              <p:nvPr/>
            </p:nvSpPr>
            <p:spPr>
              <a:xfrm>
                <a:off x="4738263" y="5296681"/>
                <a:ext cx="98385" cy="98385"/>
              </a:xfrm>
              <a:prstGeom prst="ellipse">
                <a:avLst/>
              </a:prstGeom>
              <a:grpFill/>
              <a:ln w="9525"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80D1A79-CEA1-246E-8BE9-179EBB2498BE}"/>
              </a:ext>
            </a:extLst>
          </p:cNvPr>
          <p:cNvSpPr/>
          <p:nvPr/>
        </p:nvSpPr>
        <p:spPr>
          <a:xfrm flipV="1">
            <a:off x="2456084" y="3684195"/>
            <a:ext cx="98384" cy="61634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6ECDEB2B-53DD-5F1D-5AB8-F5CF65BB4B67}"/>
              </a:ext>
            </a:extLst>
          </p:cNvPr>
          <p:cNvGrpSpPr/>
          <p:nvPr/>
        </p:nvGrpSpPr>
        <p:grpSpPr>
          <a:xfrm rot="5400000">
            <a:off x="4323456" y="4034008"/>
            <a:ext cx="99451" cy="545492"/>
            <a:chOff x="5324822" y="4538198"/>
            <a:chExt cx="99451" cy="545492"/>
          </a:xfrm>
        </p:grpSpPr>
        <p:sp>
          <p:nvSpPr>
            <p:cNvPr id="27" name="타원 26">
              <a:extLst>
                <a:ext uri="{FF2B5EF4-FFF2-40B4-BE49-F238E27FC236}">
                  <a16:creationId xmlns:a16="http://schemas.microsoft.com/office/drawing/2014/main" id="{6A497D8E-EB68-AD5A-FDCA-BEA32F35A6D3}"/>
                </a:ext>
              </a:extLst>
            </p:cNvPr>
            <p:cNvSpPr/>
            <p:nvPr/>
          </p:nvSpPr>
          <p:spPr>
            <a:xfrm>
              <a:off x="5325888" y="453819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BEC7100F-0A5A-5118-4C4F-F1815FDA158B}"/>
                </a:ext>
              </a:extLst>
            </p:cNvPr>
            <p:cNvSpPr/>
            <p:nvPr/>
          </p:nvSpPr>
          <p:spPr>
            <a:xfrm>
              <a:off x="5324822" y="498530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050B898E-E7A1-C01F-EE7F-D01FF2CDE88C}"/>
              </a:ext>
            </a:extLst>
          </p:cNvPr>
          <p:cNvSpPr/>
          <p:nvPr/>
        </p:nvSpPr>
        <p:spPr>
          <a:xfrm flipV="1">
            <a:off x="3395428" y="2959661"/>
            <a:ext cx="98385" cy="7646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AA3713-2FD1-5C4E-6E19-5B4A14E2030A}"/>
              </a:ext>
            </a:extLst>
          </p:cNvPr>
          <p:cNvSpPr txBox="1"/>
          <p:nvPr/>
        </p:nvSpPr>
        <p:spPr>
          <a:xfrm>
            <a:off x="6626517" y="6455201"/>
            <a:ext cx="24449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highlight>
                  <a:srgbClr val="FFFF00"/>
                </a:highlight>
              </a:rPr>
              <a:t>우물은 두가지 </a:t>
            </a:r>
            <a:r>
              <a:rPr lang="ko-KR" altLang="en-US" sz="1000" dirty="0" err="1">
                <a:highlight>
                  <a:srgbClr val="FFFF00"/>
                </a:highlight>
              </a:rPr>
              <a:t>타입중</a:t>
            </a:r>
            <a:r>
              <a:rPr lang="ko-KR" altLang="en-US" sz="1000" dirty="0">
                <a:highlight>
                  <a:srgbClr val="FFFF00"/>
                </a:highlight>
              </a:rPr>
              <a:t> 선택 가능합니다</a:t>
            </a:r>
            <a:r>
              <a:rPr lang="en-US" altLang="ko-KR" sz="1000" dirty="0">
                <a:highlight>
                  <a:srgbClr val="FFFF00"/>
                </a:highlight>
              </a:rPr>
              <a:t>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C935E2D-C910-8879-3670-B45EE4EA9A59}"/>
              </a:ext>
            </a:extLst>
          </p:cNvPr>
          <p:cNvCxnSpPr>
            <a:cxnSpLocks/>
          </p:cNvCxnSpPr>
          <p:nvPr/>
        </p:nvCxnSpPr>
        <p:spPr>
          <a:xfrm flipV="1">
            <a:off x="6982986" y="5815087"/>
            <a:ext cx="0" cy="694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DCA0F46-B766-EB53-D9E3-5221296129A3}"/>
              </a:ext>
            </a:extLst>
          </p:cNvPr>
          <p:cNvSpPr txBox="1"/>
          <p:nvPr/>
        </p:nvSpPr>
        <p:spPr>
          <a:xfrm>
            <a:off x="4555814" y="6330416"/>
            <a:ext cx="2229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err="1">
                <a:highlight>
                  <a:srgbClr val="FFFF00"/>
                </a:highlight>
              </a:rPr>
              <a:t>실링팬</a:t>
            </a:r>
            <a:r>
              <a:rPr lang="ko-KR" altLang="en-US" sz="1000" b="1" dirty="0">
                <a:highlight>
                  <a:srgbClr val="FFFF00"/>
                </a:highlight>
              </a:rPr>
              <a:t> </a:t>
            </a:r>
            <a:r>
              <a:rPr lang="ko-KR" altLang="en-US" sz="1000" b="1" dirty="0" err="1">
                <a:highlight>
                  <a:srgbClr val="FFFF00"/>
                </a:highlight>
              </a:rPr>
              <a:t>루씨에어</a:t>
            </a:r>
            <a:endParaRPr lang="en-US" altLang="ko-KR" sz="1000" b="1" dirty="0">
              <a:highlight>
                <a:srgbClr val="FFFF00"/>
              </a:highlight>
            </a:endParaRPr>
          </a:p>
          <a:p>
            <a:r>
              <a:rPr lang="ko-KR" altLang="en-US" sz="1000" b="1" dirty="0">
                <a:highlight>
                  <a:srgbClr val="FFFF00"/>
                </a:highlight>
              </a:rPr>
              <a:t>설치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보강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>
                <a:highlight>
                  <a:srgbClr val="FFFF00"/>
                </a:highlight>
              </a:rPr>
              <a:t>우물 천장 안 실크 도배</a:t>
            </a:r>
            <a:br>
              <a:rPr lang="en-US" altLang="ko-KR" sz="1000" b="1" dirty="0">
                <a:highlight>
                  <a:srgbClr val="FFFF00"/>
                </a:highlight>
              </a:rPr>
            </a:br>
            <a:r>
              <a:rPr lang="ko-KR" altLang="en-US" sz="1000" b="1" dirty="0">
                <a:highlight>
                  <a:srgbClr val="FFFF00"/>
                </a:highlight>
              </a:rPr>
              <a:t>우물조명 </a:t>
            </a:r>
            <a:r>
              <a:rPr lang="en-US" altLang="ko-KR" sz="1000" b="1" dirty="0">
                <a:highlight>
                  <a:srgbClr val="FFFF00"/>
                </a:highlight>
              </a:rPr>
              <a:t>2</a:t>
            </a:r>
            <a:r>
              <a:rPr lang="ko-KR" altLang="en-US" sz="1000" b="1" dirty="0">
                <a:highlight>
                  <a:srgbClr val="FFFF00"/>
                </a:highlight>
              </a:rPr>
              <a:t>줄 </a:t>
            </a:r>
            <a:r>
              <a:rPr lang="ko-KR" altLang="en-US" sz="1000" b="1" dirty="0" err="1">
                <a:highlight>
                  <a:srgbClr val="FFFF00"/>
                </a:highlight>
              </a:rPr>
              <a:t>전구색</a:t>
            </a:r>
            <a:r>
              <a:rPr lang="en-US" altLang="ko-KR" sz="1000" b="1" dirty="0">
                <a:highlight>
                  <a:srgbClr val="FFFF00"/>
                </a:highlight>
              </a:rPr>
              <a:t>+</a:t>
            </a:r>
            <a:r>
              <a:rPr lang="ko-KR" altLang="en-US" sz="1000" b="1" dirty="0" err="1">
                <a:highlight>
                  <a:srgbClr val="FFFF00"/>
                </a:highlight>
              </a:rPr>
              <a:t>주백색</a:t>
            </a:r>
            <a:endParaRPr lang="en-US" altLang="ko-KR" sz="1000" b="1" dirty="0">
              <a:highlight>
                <a:srgbClr val="FFFF00"/>
              </a:highlight>
            </a:endParaRPr>
          </a:p>
        </p:txBody>
      </p:sp>
      <p:sp>
        <p:nvSpPr>
          <p:cNvPr id="33" name="TextBox 13">
            <a:extLst>
              <a:ext uri="{FF2B5EF4-FFF2-40B4-BE49-F238E27FC236}">
                <a16:creationId xmlns:a16="http://schemas.microsoft.com/office/drawing/2014/main" id="{8FAA195A-E902-7A1F-2FA7-D02DA2794326}"/>
              </a:ext>
            </a:extLst>
          </p:cNvPr>
          <p:cNvSpPr txBox="1"/>
          <p:nvPr/>
        </p:nvSpPr>
        <p:spPr>
          <a:xfrm>
            <a:off x="156354" y="793753"/>
            <a:ext cx="1489510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b="1" dirty="0"/>
              <a:t>욕실 </a:t>
            </a:r>
            <a:r>
              <a:rPr lang="ko-KR" altLang="en-US" sz="800" b="1" dirty="0" err="1"/>
              <a:t>휴젠트여부에</a:t>
            </a:r>
            <a:r>
              <a:rPr lang="ko-KR" altLang="en-US" sz="800" b="1" dirty="0"/>
              <a:t> 대하여</a:t>
            </a:r>
            <a:endParaRPr lang="en-US" altLang="ko-KR" sz="800" b="1" dirty="0"/>
          </a:p>
          <a:p>
            <a:r>
              <a:rPr lang="ko-KR" altLang="en-US" sz="800" b="1" dirty="0"/>
              <a:t>기사분이 현장에서 파악하여</a:t>
            </a:r>
            <a:endParaRPr lang="en-US" altLang="ko-KR" sz="800" b="1" dirty="0"/>
          </a:p>
          <a:p>
            <a:r>
              <a:rPr lang="ko-KR" altLang="en-US" sz="800" b="1" dirty="0"/>
              <a:t>센서위치를 적용해드립니다</a:t>
            </a:r>
            <a:r>
              <a:rPr lang="en-US" altLang="ko-KR" sz="800" b="1" dirty="0"/>
              <a:t>.</a:t>
            </a:r>
            <a:endParaRPr lang="ko-KR" altLang="en-US" sz="800" b="1" dirty="0"/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2BB7DEDE-353C-080C-C40E-CFCC53BB8CDB}"/>
              </a:ext>
            </a:extLst>
          </p:cNvPr>
          <p:cNvGrpSpPr/>
          <p:nvPr/>
        </p:nvGrpSpPr>
        <p:grpSpPr>
          <a:xfrm>
            <a:off x="166864" y="137559"/>
            <a:ext cx="2166761" cy="738664"/>
            <a:chOff x="209306" y="114311"/>
            <a:chExt cx="2166761" cy="742666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511DF069-4A65-E594-B77C-00E90C341CE3}"/>
                </a:ext>
              </a:extLst>
            </p:cNvPr>
            <p:cNvSpPr/>
            <p:nvPr/>
          </p:nvSpPr>
          <p:spPr>
            <a:xfrm>
              <a:off x="209307" y="168341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3067B973-BB96-F6BC-570E-4A05E1B75BDC}"/>
                </a:ext>
              </a:extLst>
            </p:cNvPr>
            <p:cNvSpPr/>
            <p:nvPr/>
          </p:nvSpPr>
          <p:spPr>
            <a:xfrm>
              <a:off x="209307" y="347436"/>
              <a:ext cx="98385" cy="98385"/>
            </a:xfrm>
            <a:prstGeom prst="ellipse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타원 36">
              <a:extLst>
                <a:ext uri="{FF2B5EF4-FFF2-40B4-BE49-F238E27FC236}">
                  <a16:creationId xmlns:a16="http://schemas.microsoft.com/office/drawing/2014/main" id="{550BCA12-0173-FB2A-8F47-56DC9A54D57D}"/>
                </a:ext>
              </a:extLst>
            </p:cNvPr>
            <p:cNvSpPr/>
            <p:nvPr/>
          </p:nvSpPr>
          <p:spPr>
            <a:xfrm>
              <a:off x="209306" y="573831"/>
              <a:ext cx="98385" cy="98385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TextBox 11">
              <a:extLst>
                <a:ext uri="{FF2B5EF4-FFF2-40B4-BE49-F238E27FC236}">
                  <a16:creationId xmlns:a16="http://schemas.microsoft.com/office/drawing/2014/main" id="{53105AA3-CF54-401D-7CBA-01DF38D0A5A0}"/>
                </a:ext>
              </a:extLst>
            </p:cNvPr>
            <p:cNvSpPr txBox="1"/>
            <p:nvPr/>
          </p:nvSpPr>
          <p:spPr>
            <a:xfrm>
              <a:off x="318304" y="114311"/>
              <a:ext cx="2057763" cy="742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700" dirty="0"/>
                <a:t>간접조명 </a:t>
              </a:r>
              <a:r>
                <a:rPr lang="en-US" altLang="ko-KR" sz="700" dirty="0"/>
                <a:t>A 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간접조명 센서 </a:t>
              </a:r>
              <a:r>
                <a:rPr lang="en-US" altLang="ko-KR" sz="700" dirty="0"/>
                <a:t>SET</a:t>
              </a:r>
            </a:p>
            <a:p>
              <a:endParaRPr lang="en-US" altLang="ko-KR" sz="700" dirty="0"/>
            </a:p>
            <a:p>
              <a:r>
                <a:rPr lang="ko-KR" altLang="en-US" sz="700" dirty="0"/>
                <a:t>우물천장간접조명 및 커튼박수 추가</a:t>
              </a:r>
              <a:r>
                <a:rPr lang="en-US" altLang="ko-KR" sz="700" dirty="0"/>
                <a:t>(</a:t>
              </a:r>
              <a:r>
                <a:rPr lang="ko-KR" altLang="en-US" sz="700" dirty="0"/>
                <a:t>별도 추가</a:t>
              </a:r>
              <a:r>
                <a:rPr lang="en-US" altLang="ko-KR" sz="700" dirty="0"/>
                <a:t>)</a:t>
              </a:r>
            </a:p>
            <a:p>
              <a:endParaRPr lang="en-US" altLang="ko-KR" sz="700" dirty="0"/>
            </a:p>
          </p:txBody>
        </p:sp>
      </p:grp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F80EFBD-3512-1D16-1B32-FFE0A48B8E85}"/>
              </a:ext>
            </a:extLst>
          </p:cNvPr>
          <p:cNvSpPr/>
          <p:nvPr/>
        </p:nvSpPr>
        <p:spPr>
          <a:xfrm rot="16200000" flipV="1">
            <a:off x="8519496" y="2540129"/>
            <a:ext cx="98385" cy="79343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BCD6C479-1DD4-B418-4F03-D657893882DF}"/>
              </a:ext>
            </a:extLst>
          </p:cNvPr>
          <p:cNvGrpSpPr/>
          <p:nvPr/>
        </p:nvGrpSpPr>
        <p:grpSpPr>
          <a:xfrm>
            <a:off x="5465291" y="4588625"/>
            <a:ext cx="100923" cy="1226462"/>
            <a:chOff x="4735802" y="4693748"/>
            <a:chExt cx="100923" cy="1226462"/>
          </a:xfrm>
        </p:grpSpPr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1D28B06A-AA21-C512-6C65-DFE8FE671D98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55EC8B9C-8F96-F748-9AF1-469221657C2D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FFE4634-2149-9309-799C-FD85C8BAF2C7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34BABCB-67E3-7E86-ACC1-6E76332AFD71}"/>
              </a:ext>
            </a:extLst>
          </p:cNvPr>
          <p:cNvGrpSpPr/>
          <p:nvPr/>
        </p:nvGrpSpPr>
        <p:grpSpPr>
          <a:xfrm>
            <a:off x="7684355" y="4552127"/>
            <a:ext cx="100923" cy="1226462"/>
            <a:chOff x="4735802" y="4693748"/>
            <a:chExt cx="100923" cy="1226462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F004DEC2-4F4D-56BB-E091-335DC67DDB65}"/>
                </a:ext>
              </a:extLst>
            </p:cNvPr>
            <p:cNvSpPr/>
            <p:nvPr/>
          </p:nvSpPr>
          <p:spPr>
            <a:xfrm>
              <a:off x="4737834" y="469374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4F6B5004-25E9-45A6-F55A-19CBDB754FBC}"/>
                </a:ext>
              </a:extLst>
            </p:cNvPr>
            <p:cNvSpPr/>
            <p:nvPr/>
          </p:nvSpPr>
          <p:spPr>
            <a:xfrm>
              <a:off x="4735802" y="5256288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A20DCF2A-241D-3D0D-85D8-7DAFDD9CA935}"/>
                </a:ext>
              </a:extLst>
            </p:cNvPr>
            <p:cNvSpPr/>
            <p:nvPr/>
          </p:nvSpPr>
          <p:spPr>
            <a:xfrm>
              <a:off x="4738340" y="5821825"/>
              <a:ext cx="98385" cy="98385"/>
            </a:xfrm>
            <a:prstGeom prst="ellips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03195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진옥화</dc:creator>
  <cp:lastModifiedBy>진옥화</cp:lastModifiedBy>
  <cp:revision>1</cp:revision>
  <dcterms:created xsi:type="dcterms:W3CDTF">2026-08-23T05:42:22Z</dcterms:created>
  <dcterms:modified xsi:type="dcterms:W3CDTF">2026-08-23T08:36:49Z</dcterms:modified>
</cp:coreProperties>
</file>