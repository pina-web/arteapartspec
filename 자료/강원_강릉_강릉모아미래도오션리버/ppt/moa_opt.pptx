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664" r:id="rId10"/>
    <p:sldId id="666" r:id="rId11"/>
    <p:sldId id="679" r:id="rId12"/>
    <p:sldId id="680" r:id="rId13"/>
    <p:sldId id="675" r:id="rId14"/>
    <p:sldId id="676" r:id="rId15"/>
    <p:sldId id="662" r:id="rId16"/>
    <p:sldId id="668" r:id="rId17"/>
    <p:sldId id="678" r:id="rId18"/>
    <p:sldId id="663" r:id="rId19"/>
    <p:sldId id="677" r:id="rId20"/>
    <p:sldId id="67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4C50DA16-B912-4279-BFB1-36A69E3E4A52}">
          <p14:sldIdLst>
            <p14:sldId id="664"/>
            <p14:sldId id="666"/>
            <p14:sldId id="679"/>
            <p14:sldId id="680"/>
            <p14:sldId id="675"/>
          </p14:sldIdLst>
        </p14:section>
        <p14:section name="84B" id="{73CAF3E7-D9FF-44A6-8185-0407F84545A5}">
          <p14:sldIdLst>
            <p14:sldId id="676"/>
            <p14:sldId id="662"/>
            <p14:sldId id="668"/>
            <p14:sldId id="678"/>
          </p14:sldIdLst>
        </p14:section>
        <p14:section name="100" id="{C76FEA6E-6C24-407A-A740-D646B6C691B6}">
          <p14:sldIdLst>
            <p14:sldId id="663"/>
            <p14:sldId id="677"/>
            <p14:sldId id="6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473AF-106E-48AF-9C30-40431ECA8CF9}" v="3" dt="2026-09-06T03:39:48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7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옥화" userId="20b55f0b-5a9b-4958-9543-f5cbd24a6a07" providerId="ADAL" clId="{6E6372EA-800A-466F-BA92-E51853A535FD}"/>
    <pc:docChg chg="undo custSel addSld delSld modSld sldOrd addSection modSection">
      <pc:chgData name="진옥화" userId="20b55f0b-5a9b-4958-9543-f5cbd24a6a07" providerId="ADAL" clId="{6E6372EA-800A-466F-BA92-E51853A535FD}" dt="2026-09-06T03:39:48.564" v="1115"/>
      <pc:docMkLst>
        <pc:docMk/>
      </pc:docMkLst>
      <pc:sldChg chg="addSp delSp modSp add mod">
        <pc:chgData name="진옥화" userId="20b55f0b-5a9b-4958-9543-f5cbd24a6a07" providerId="ADAL" clId="{6E6372EA-800A-466F-BA92-E51853A535FD}" dt="2026-08-23T05:52:57.722" v="103" actId="1076"/>
        <pc:sldMkLst>
          <pc:docMk/>
          <pc:sldMk cId="255795989" sldId="380"/>
        </pc:sldMkLst>
        <pc:spChg chg="add mod">
          <ac:chgData name="진옥화" userId="20b55f0b-5a9b-4958-9543-f5cbd24a6a07" providerId="ADAL" clId="{6E6372EA-800A-466F-BA92-E51853A535FD}" dt="2026-08-23T05:43:37.539" v="3" actId="1076"/>
          <ac:spMkLst>
            <pc:docMk/>
            <pc:sldMk cId="255795989" sldId="380"/>
            <ac:spMk id="3" creationId="{CFCDBEF4-D4B6-D34A-D59A-4E70A1DE7DD5}"/>
          </ac:spMkLst>
        </pc:spChg>
        <pc:spChg chg="add mod">
          <ac:chgData name="진옥화" userId="20b55f0b-5a9b-4958-9543-f5cbd24a6a07" providerId="ADAL" clId="{6E6372EA-800A-466F-BA92-E51853A535FD}" dt="2026-08-23T05:47:23.364" v="80" actId="20577"/>
          <ac:spMkLst>
            <pc:docMk/>
            <pc:sldMk cId="255795989" sldId="380"/>
            <ac:spMk id="5" creationId="{F2658F20-D7B5-5C98-D276-495F4FDF26FF}"/>
          </ac:spMkLst>
        </pc:spChg>
        <pc:spChg chg="add mod">
          <ac:chgData name="진옥화" userId="20b55f0b-5a9b-4958-9543-f5cbd24a6a07" providerId="ADAL" clId="{6E6372EA-800A-466F-BA92-E51853A535FD}" dt="2026-08-23T05:52:57.722" v="103" actId="1076"/>
          <ac:spMkLst>
            <pc:docMk/>
            <pc:sldMk cId="255795989" sldId="380"/>
            <ac:spMk id="9" creationId="{A7605FCD-EA4E-0F9E-C2D8-C783DF81AAC2}"/>
          </ac:spMkLst>
        </pc:spChg>
      </pc:sldChg>
      <pc:sldChg chg="add">
        <pc:chgData name="진옥화" userId="20b55f0b-5a9b-4958-9543-f5cbd24a6a07" providerId="ADAL" clId="{6E6372EA-800A-466F-BA92-E51853A535FD}" dt="2026-08-23T05:43:07.184" v="0"/>
        <pc:sldMkLst>
          <pc:docMk/>
          <pc:sldMk cId="2986644894" sldId="423"/>
        </pc:sldMkLst>
      </pc:sldChg>
      <pc:sldChg chg="add">
        <pc:chgData name="진옥화" userId="20b55f0b-5a9b-4958-9543-f5cbd24a6a07" providerId="ADAL" clId="{6E6372EA-800A-466F-BA92-E51853A535FD}" dt="2026-08-23T05:43:07.184" v="0"/>
        <pc:sldMkLst>
          <pc:docMk/>
          <pc:sldMk cId="3780629750" sldId="424"/>
        </pc:sldMkLst>
      </pc:sldChg>
      <pc:sldChg chg="add">
        <pc:chgData name="진옥화" userId="20b55f0b-5a9b-4958-9543-f5cbd24a6a07" providerId="ADAL" clId="{6E6372EA-800A-466F-BA92-E51853A535FD}" dt="2026-08-23T05:43:07.184" v="0"/>
        <pc:sldMkLst>
          <pc:docMk/>
          <pc:sldMk cId="4121366713" sldId="453"/>
        </pc:sldMkLst>
      </pc:sldChg>
      <pc:sldChg chg="add">
        <pc:chgData name="진옥화" userId="20b55f0b-5a9b-4958-9543-f5cbd24a6a07" providerId="ADAL" clId="{6E6372EA-800A-466F-BA92-E51853A535FD}" dt="2026-08-23T05:43:07.184" v="0"/>
        <pc:sldMkLst>
          <pc:docMk/>
          <pc:sldMk cId="1864480258" sldId="655"/>
        </pc:sldMkLst>
      </pc:sldChg>
      <pc:sldChg chg="addSp modSp add mod">
        <pc:chgData name="진옥화" userId="20b55f0b-5a9b-4958-9543-f5cbd24a6a07" providerId="ADAL" clId="{6E6372EA-800A-466F-BA92-E51853A535FD}" dt="2026-08-23T05:54:02.896" v="129" actId="1038"/>
        <pc:sldMkLst>
          <pc:docMk/>
          <pc:sldMk cId="548860444" sldId="656"/>
        </pc:sldMkLst>
        <pc:picChg chg="add mod">
          <ac:chgData name="진옥화" userId="20b55f0b-5a9b-4958-9543-f5cbd24a6a07" providerId="ADAL" clId="{6E6372EA-800A-466F-BA92-E51853A535FD}" dt="2026-08-23T05:54:02.896" v="129" actId="1038"/>
          <ac:picMkLst>
            <pc:docMk/>
            <pc:sldMk cId="548860444" sldId="656"/>
            <ac:picMk id="3" creationId="{4697DB8A-5698-4A23-E8BD-EA77F8D11802}"/>
          </ac:picMkLst>
        </pc:picChg>
      </pc:sldChg>
      <pc:sldChg chg="addSp add mod ord">
        <pc:chgData name="진옥화" userId="20b55f0b-5a9b-4958-9543-f5cbd24a6a07" providerId="ADAL" clId="{6E6372EA-800A-466F-BA92-E51853A535FD}" dt="2026-08-23T05:54:18.535" v="132"/>
        <pc:sldMkLst>
          <pc:docMk/>
          <pc:sldMk cId="1169951899" sldId="661"/>
        </pc:sldMkLst>
        <pc:picChg chg="add">
          <ac:chgData name="진옥화" userId="20b55f0b-5a9b-4958-9543-f5cbd24a6a07" providerId="ADAL" clId="{6E6372EA-800A-466F-BA92-E51853A535FD}" dt="2026-08-23T05:54:15.691" v="130" actId="22"/>
          <ac:picMkLst>
            <pc:docMk/>
            <pc:sldMk cId="1169951899" sldId="661"/>
            <ac:picMk id="3" creationId="{02F44D25-F81B-5802-58BE-E10B978AB5F5}"/>
          </ac:picMkLst>
        </pc:picChg>
      </pc:sldChg>
      <pc:sldChg chg="addSp delSp modSp new mod ord">
        <pc:chgData name="진옥화" userId="20b55f0b-5a9b-4958-9543-f5cbd24a6a07" providerId="ADAL" clId="{6E6372EA-800A-466F-BA92-E51853A535FD}" dt="2026-09-06T03:30:44.738" v="1110" actId="1076"/>
        <pc:sldMkLst>
          <pc:docMk/>
          <pc:sldMk cId="183103285" sldId="662"/>
        </pc:sldMkLst>
        <pc:spChg chg="add mod">
          <ac:chgData name="진옥화" userId="20b55f0b-5a9b-4958-9543-f5cbd24a6a07" providerId="ADAL" clId="{6E6372EA-800A-466F-BA92-E51853A535FD}" dt="2026-08-23T07:42:43.516" v="683" actId="20577"/>
          <ac:spMkLst>
            <pc:docMk/>
            <pc:sldMk cId="183103285" sldId="662"/>
            <ac:spMk id="4" creationId="{48637887-78B1-BE6F-89B5-28CE38CE504D}"/>
          </ac:spMkLst>
        </pc:spChg>
        <pc:spChg chg="mod">
          <ac:chgData name="진옥화" userId="20b55f0b-5a9b-4958-9543-f5cbd24a6a07" providerId="ADAL" clId="{6E6372EA-800A-466F-BA92-E51853A535FD}" dt="2026-08-23T08:34:27.539" v="1030" actId="113"/>
          <ac:spMkLst>
            <pc:docMk/>
            <pc:sldMk cId="183103285" sldId="662"/>
            <ac:spMk id="5" creationId="{5A7385DF-5B28-D8E7-01F6-AD3C4A70E531}"/>
          </ac:spMkLst>
        </pc:spChg>
        <pc:spChg chg="mod">
          <ac:chgData name="진옥화" userId="20b55f0b-5a9b-4958-9543-f5cbd24a6a07" providerId="ADAL" clId="{6E6372EA-800A-466F-BA92-E51853A535FD}" dt="2026-08-23T08:34:06.812" v="1027"/>
          <ac:spMkLst>
            <pc:docMk/>
            <pc:sldMk cId="183103285" sldId="662"/>
            <ac:spMk id="7" creationId="{A21F6795-80AF-500C-5B45-48640B4AC52D}"/>
          </ac:spMkLst>
        </pc:spChg>
        <pc:spChg chg="mod">
          <ac:chgData name="진옥화" userId="20b55f0b-5a9b-4958-9543-f5cbd24a6a07" providerId="ADAL" clId="{6E6372EA-800A-466F-BA92-E51853A535FD}" dt="2026-08-23T07:40:50.712" v="533" actId="1037"/>
          <ac:spMkLst>
            <pc:docMk/>
            <pc:sldMk cId="183103285" sldId="662"/>
            <ac:spMk id="8" creationId="{3144F3E2-B36A-B26E-616C-EBA1EE926E27}"/>
          </ac:spMkLst>
        </pc:spChg>
        <pc:spChg chg="mod">
          <ac:chgData name="진옥화" userId="20b55f0b-5a9b-4958-9543-f5cbd24a6a07" providerId="ADAL" clId="{6E6372EA-800A-466F-BA92-E51853A535FD}" dt="2026-08-23T07:40:36.933" v="525" actId="1076"/>
          <ac:spMkLst>
            <pc:docMk/>
            <pc:sldMk cId="183103285" sldId="662"/>
            <ac:spMk id="9" creationId="{70F7D5BF-A1AD-6F97-4F4A-70F0CF65AD33}"/>
          </ac:spMkLst>
        </pc:spChg>
        <pc:spChg chg="mod">
          <ac:chgData name="진옥화" userId="20b55f0b-5a9b-4958-9543-f5cbd24a6a07" providerId="ADAL" clId="{6E6372EA-800A-466F-BA92-E51853A535FD}" dt="2026-08-23T07:40:36.933" v="525" actId="1076"/>
          <ac:spMkLst>
            <pc:docMk/>
            <pc:sldMk cId="183103285" sldId="662"/>
            <ac:spMk id="10" creationId="{8093265E-E44D-6063-BEBB-916755BAE2A1}"/>
          </ac:spMkLst>
        </pc:spChg>
        <pc:spChg chg="mod">
          <ac:chgData name="진옥화" userId="20b55f0b-5a9b-4958-9543-f5cbd24a6a07" providerId="ADAL" clId="{6E6372EA-800A-466F-BA92-E51853A535FD}" dt="2026-08-23T07:42:29.681" v="677" actId="1076"/>
          <ac:spMkLst>
            <pc:docMk/>
            <pc:sldMk cId="183103285" sldId="662"/>
            <ac:spMk id="11" creationId="{595F7142-D87E-9418-9B01-75098D43DC2B}"/>
          </ac:spMkLst>
        </pc:spChg>
        <pc:spChg chg="mod">
          <ac:chgData name="진옥화" userId="20b55f0b-5a9b-4958-9543-f5cbd24a6a07" providerId="ADAL" clId="{6E6372EA-800A-466F-BA92-E51853A535FD}" dt="2026-08-23T07:41:14.091" v="571" actId="1037"/>
          <ac:spMkLst>
            <pc:docMk/>
            <pc:sldMk cId="183103285" sldId="662"/>
            <ac:spMk id="14" creationId="{60DF641D-9B46-E78C-18DF-CF6914F41686}"/>
          </ac:spMkLst>
        </pc:spChg>
        <pc:spChg chg="mod">
          <ac:chgData name="진옥화" userId="20b55f0b-5a9b-4958-9543-f5cbd24a6a07" providerId="ADAL" clId="{6E6372EA-800A-466F-BA92-E51853A535FD}" dt="2026-08-23T07:41:20.573" v="596" actId="1037"/>
          <ac:spMkLst>
            <pc:docMk/>
            <pc:sldMk cId="183103285" sldId="662"/>
            <ac:spMk id="15" creationId="{30EACFAB-EF82-D842-22B3-930753620832}"/>
          </ac:spMkLst>
        </pc:spChg>
        <pc:spChg chg="mod">
          <ac:chgData name="진옥화" userId="20b55f0b-5a9b-4958-9543-f5cbd24a6a07" providerId="ADAL" clId="{6E6372EA-800A-466F-BA92-E51853A535FD}" dt="2026-08-23T07:03:37.193" v="263"/>
          <ac:spMkLst>
            <pc:docMk/>
            <pc:sldMk cId="183103285" sldId="662"/>
            <ac:spMk id="16" creationId="{3182AD2E-C6AE-9855-6B25-2B8C13B092F6}"/>
          </ac:spMkLst>
        </pc:spChg>
        <pc:spChg chg="mod">
          <ac:chgData name="진옥화" userId="20b55f0b-5a9b-4958-9543-f5cbd24a6a07" providerId="ADAL" clId="{6E6372EA-800A-466F-BA92-E51853A535FD}" dt="2026-08-23T07:34:03.358" v="522" actId="1036"/>
          <ac:spMkLst>
            <pc:docMk/>
            <pc:sldMk cId="183103285" sldId="662"/>
            <ac:spMk id="28" creationId="{FBFF3CA4-7EA5-03CF-9D1E-F2602BB8BA89}"/>
          </ac:spMkLst>
        </pc:spChg>
        <pc:spChg chg="mod">
          <ac:chgData name="진옥화" userId="20b55f0b-5a9b-4958-9543-f5cbd24a6a07" providerId="ADAL" clId="{6E6372EA-800A-466F-BA92-E51853A535FD}" dt="2026-08-23T07:33:23.259" v="477" actId="1035"/>
          <ac:spMkLst>
            <pc:docMk/>
            <pc:sldMk cId="183103285" sldId="662"/>
            <ac:spMk id="29" creationId="{D570636B-962E-8ACF-A84B-3EADA8213AF6}"/>
          </ac:spMkLst>
        </pc:spChg>
        <pc:spChg chg="mod">
          <ac:chgData name="진옥화" userId="20b55f0b-5a9b-4958-9543-f5cbd24a6a07" providerId="ADAL" clId="{6E6372EA-800A-466F-BA92-E51853A535FD}" dt="2026-08-23T07:33:05.768" v="465" actId="1037"/>
          <ac:spMkLst>
            <pc:docMk/>
            <pc:sldMk cId="183103285" sldId="662"/>
            <ac:spMk id="31" creationId="{A46381A5-F8FF-F466-DD6E-B7AE63FFE5CB}"/>
          </ac:spMkLst>
        </pc:spChg>
        <pc:spChg chg="mod">
          <ac:chgData name="진옥화" userId="20b55f0b-5a9b-4958-9543-f5cbd24a6a07" providerId="ADAL" clId="{6E6372EA-800A-466F-BA92-E51853A535FD}" dt="2026-08-23T07:03:37.193" v="263"/>
          <ac:spMkLst>
            <pc:docMk/>
            <pc:sldMk cId="183103285" sldId="662"/>
            <ac:spMk id="32" creationId="{BC9AB058-E348-ACE6-B0C2-3F7C4003FD69}"/>
          </ac:spMkLst>
        </pc:spChg>
        <pc:spChg chg="mod">
          <ac:chgData name="진옥화" userId="20b55f0b-5a9b-4958-9543-f5cbd24a6a07" providerId="ADAL" clId="{6E6372EA-800A-466F-BA92-E51853A535FD}" dt="2026-08-23T07:32:49.485" v="436" actId="1076"/>
          <ac:spMkLst>
            <pc:docMk/>
            <pc:sldMk cId="183103285" sldId="662"/>
            <ac:spMk id="33" creationId="{405EEE67-49B1-24E7-2417-8D8142D5F6D7}"/>
          </ac:spMkLst>
        </pc:spChg>
        <pc:spChg chg="mod">
          <ac:chgData name="진옥화" userId="20b55f0b-5a9b-4958-9543-f5cbd24a6a07" providerId="ADAL" clId="{6E6372EA-800A-466F-BA92-E51853A535FD}" dt="2026-08-23T07:46:26.649" v="698" actId="14100"/>
          <ac:spMkLst>
            <pc:docMk/>
            <pc:sldMk cId="183103285" sldId="662"/>
            <ac:spMk id="34" creationId="{365F5B30-1590-DDB0-9CD3-39161AEC4364}"/>
          </ac:spMkLst>
        </pc:spChg>
        <pc:spChg chg="mod">
          <ac:chgData name="진옥화" userId="20b55f0b-5a9b-4958-9543-f5cbd24a6a07" providerId="ADAL" clId="{6E6372EA-800A-466F-BA92-E51853A535FD}" dt="2026-08-23T07:41:32.015" v="604"/>
          <ac:spMkLst>
            <pc:docMk/>
            <pc:sldMk cId="183103285" sldId="662"/>
            <ac:spMk id="49" creationId="{2C3FF691-6E9C-B25D-7FE8-0936D49A4EA2}"/>
          </ac:spMkLst>
        </pc:spChg>
        <pc:spChg chg="mod">
          <ac:chgData name="진옥화" userId="20b55f0b-5a9b-4958-9543-f5cbd24a6a07" providerId="ADAL" clId="{6E6372EA-800A-466F-BA92-E51853A535FD}" dt="2026-08-23T07:41:32.015" v="604"/>
          <ac:spMkLst>
            <pc:docMk/>
            <pc:sldMk cId="183103285" sldId="662"/>
            <ac:spMk id="50" creationId="{A8FA3793-64AF-105E-03F4-9F815CC8D7C4}"/>
          </ac:spMkLst>
        </pc:spChg>
        <pc:spChg chg="mod">
          <ac:chgData name="진옥화" userId="20b55f0b-5a9b-4958-9543-f5cbd24a6a07" providerId="ADAL" clId="{6E6372EA-800A-466F-BA92-E51853A535FD}" dt="2026-08-23T07:41:32.015" v="604"/>
          <ac:spMkLst>
            <pc:docMk/>
            <pc:sldMk cId="183103285" sldId="662"/>
            <ac:spMk id="51" creationId="{68656BD4-53EE-DBCB-6BCE-142F433250A5}"/>
          </ac:spMkLst>
        </pc:spChg>
        <pc:grpChg chg="add mod">
          <ac:chgData name="진옥화" userId="20b55f0b-5a9b-4958-9543-f5cbd24a6a07" providerId="ADAL" clId="{6E6372EA-800A-466F-BA92-E51853A535FD}" dt="2026-08-23T08:34:06.812" v="1027"/>
          <ac:grpSpMkLst>
            <pc:docMk/>
            <pc:sldMk cId="183103285" sldId="662"/>
            <ac:grpSpMk id="2" creationId="{3D4F08A1-C3E4-2046-3725-F7975FF07C82}"/>
          </ac:grpSpMkLst>
        </pc:grpChg>
        <pc:grpChg chg="mod">
          <ac:chgData name="진옥화" userId="20b55f0b-5a9b-4958-9543-f5cbd24a6a07" providerId="ADAL" clId="{6E6372EA-800A-466F-BA92-E51853A535FD}" dt="2026-08-23T08:34:06.812" v="1027"/>
          <ac:grpSpMkLst>
            <pc:docMk/>
            <pc:sldMk cId="183103285" sldId="662"/>
            <ac:grpSpMk id="6" creationId="{CBB50839-25FD-8647-B67D-54E1F00B2C21}"/>
          </ac:grpSpMkLst>
        </pc:grpChg>
        <pc:grpChg chg="mod">
          <ac:chgData name="진옥화" userId="20b55f0b-5a9b-4958-9543-f5cbd24a6a07" providerId="ADAL" clId="{6E6372EA-800A-466F-BA92-E51853A535FD}" dt="2026-08-23T07:41:31.322" v="603" actId="1038"/>
          <ac:grpSpMkLst>
            <pc:docMk/>
            <pc:sldMk cId="183103285" sldId="662"/>
            <ac:grpSpMk id="13" creationId="{249A9E30-5E7D-6D04-5734-B65D0F0E9A24}"/>
          </ac:grpSpMkLst>
        </pc:grpChg>
        <pc:grpChg chg="mod">
          <ac:chgData name="진옥화" userId="20b55f0b-5a9b-4958-9543-f5cbd24a6a07" providerId="ADAL" clId="{6E6372EA-800A-466F-BA92-E51853A535FD}" dt="2026-08-23T07:33:02.619" v="459" actId="1076"/>
          <ac:grpSpMkLst>
            <pc:docMk/>
            <pc:sldMk cId="183103285" sldId="662"/>
            <ac:grpSpMk id="30" creationId="{1D3B9437-529D-596E-CC22-1485FFCFBCA6}"/>
          </ac:grpSpMkLst>
        </pc:grpChg>
        <pc:grpChg chg="add mod">
          <ac:chgData name="진옥화" userId="20b55f0b-5a9b-4958-9543-f5cbd24a6a07" providerId="ADAL" clId="{6E6372EA-800A-466F-BA92-E51853A535FD}" dt="2026-08-23T07:41:37.511" v="607" actId="1035"/>
          <ac:grpSpMkLst>
            <pc:docMk/>
            <pc:sldMk cId="183103285" sldId="662"/>
            <ac:grpSpMk id="48" creationId="{8BADA91F-85A6-04C7-4E63-15F0C780A503}"/>
          </ac:grpSpMkLst>
        </pc:grpChg>
        <pc:picChg chg="add mod">
          <ac:chgData name="진옥화" userId="20b55f0b-5a9b-4958-9543-f5cbd24a6a07" providerId="ADAL" clId="{6E6372EA-800A-466F-BA92-E51853A535FD}" dt="2026-08-23T06:59:38.836" v="253" actId="34135"/>
          <ac:picMkLst>
            <pc:docMk/>
            <pc:sldMk cId="183103285" sldId="662"/>
            <ac:picMk id="3" creationId="{AD733037-8BB1-8170-2DB9-DDDCA75136FA}"/>
          </ac:picMkLst>
        </pc:picChg>
        <pc:picChg chg="mod">
          <ac:chgData name="진옥화" userId="20b55f0b-5a9b-4958-9543-f5cbd24a6a07" providerId="ADAL" clId="{6E6372EA-800A-466F-BA92-E51853A535FD}" dt="2026-08-23T08:34:06.812" v="1027"/>
          <ac:picMkLst>
            <pc:docMk/>
            <pc:sldMk cId="183103285" sldId="662"/>
            <ac:picMk id="12" creationId="{E0895559-6E29-04E3-057A-500F0C0AB715}"/>
          </ac:picMkLst>
        </pc:picChg>
        <pc:picChg chg="mod">
          <ac:chgData name="진옥화" userId="20b55f0b-5a9b-4958-9543-f5cbd24a6a07" providerId="ADAL" clId="{6E6372EA-800A-466F-BA92-E51853A535FD}" dt="2026-08-23T08:34:06.812" v="1027"/>
          <ac:picMkLst>
            <pc:docMk/>
            <pc:sldMk cId="183103285" sldId="662"/>
            <ac:picMk id="17" creationId="{8CF43437-4A6F-B41E-4558-98FA540CF8D2}"/>
          </ac:picMkLst>
        </pc:picChg>
        <pc:picChg chg="add mod">
          <ac:chgData name="진옥화" userId="20b55f0b-5a9b-4958-9543-f5cbd24a6a07" providerId="ADAL" clId="{6E6372EA-800A-466F-BA92-E51853A535FD}" dt="2026-09-06T03:30:44.738" v="1110" actId="1076"/>
          <ac:picMkLst>
            <pc:docMk/>
            <pc:sldMk cId="183103285" sldId="662"/>
            <ac:picMk id="19" creationId="{77D3A2F2-4DE7-B57E-9F53-28F52B9D50ED}"/>
          </ac:picMkLst>
        </pc:picChg>
        <pc:cxnChg chg="mod">
          <ac:chgData name="진옥화" userId="20b55f0b-5a9b-4958-9543-f5cbd24a6a07" providerId="ADAL" clId="{6E6372EA-800A-466F-BA92-E51853A535FD}" dt="2026-08-23T07:46:26.649" v="698" actId="14100"/>
          <ac:cxnSpMkLst>
            <pc:docMk/>
            <pc:sldMk cId="183103285" sldId="662"/>
            <ac:cxnSpMk id="35" creationId="{E388839D-3850-F19F-48BA-D2FB89D1FF29}"/>
          </ac:cxnSpMkLst>
        </pc:cxnChg>
      </pc:sldChg>
      <pc:sldChg chg="addSp delSp modSp add mod ord">
        <pc:chgData name="진옥화" userId="20b55f0b-5a9b-4958-9543-f5cbd24a6a07" providerId="ADAL" clId="{6E6372EA-800A-466F-BA92-E51853A535FD}" dt="2026-08-23T08:37:16.717" v="1088" actId="113"/>
        <pc:sldMkLst>
          <pc:docMk/>
          <pc:sldMk cId="1541089204" sldId="663"/>
        </pc:sldMkLst>
        <pc:spChg chg="mod">
          <ac:chgData name="진옥화" userId="20b55f0b-5a9b-4958-9543-f5cbd24a6a07" providerId="ADAL" clId="{6E6372EA-800A-466F-BA92-E51853A535FD}" dt="2026-08-23T08:16:09.500" v="882" actId="20577"/>
          <ac:spMkLst>
            <pc:docMk/>
            <pc:sldMk cId="1541089204" sldId="663"/>
            <ac:spMk id="4" creationId="{1EBAAF65-296C-D0B9-9724-72BAED411AD2}"/>
          </ac:spMkLst>
        </pc:spChg>
        <pc:spChg chg="mod">
          <ac:chgData name="진옥화" userId="20b55f0b-5a9b-4958-9543-f5cbd24a6a07" providerId="ADAL" clId="{6E6372EA-800A-466F-BA92-E51853A535FD}" dt="2026-08-23T08:37:16.717" v="1088" actId="113"/>
          <ac:spMkLst>
            <pc:docMk/>
            <pc:sldMk cId="1541089204" sldId="663"/>
            <ac:spMk id="5" creationId="{06035756-255E-54DE-CDA2-23FD9CDC0149}"/>
          </ac:spMkLst>
        </pc:spChg>
        <pc:spChg chg="mod">
          <ac:chgData name="진옥화" userId="20b55f0b-5a9b-4958-9543-f5cbd24a6a07" providerId="ADAL" clId="{6E6372EA-800A-466F-BA92-E51853A535FD}" dt="2026-08-23T08:14:29.548" v="809" actId="1036"/>
          <ac:spMkLst>
            <pc:docMk/>
            <pc:sldMk cId="1541089204" sldId="663"/>
            <ac:spMk id="8" creationId="{EB2DA5AE-F062-709D-2DE8-5DBADD6E4FDC}"/>
          </ac:spMkLst>
        </pc:spChg>
        <pc:spChg chg="add mod">
          <ac:chgData name="진옥화" userId="20b55f0b-5a9b-4958-9543-f5cbd24a6a07" providerId="ADAL" clId="{6E6372EA-800A-466F-BA92-E51853A535FD}" dt="2026-08-23T08:14:18.905" v="803" actId="1076"/>
          <ac:spMkLst>
            <pc:docMk/>
            <pc:sldMk cId="1541089204" sldId="663"/>
            <ac:spMk id="11" creationId="{F1F4427E-AF38-E988-318D-EF092B5B298B}"/>
          </ac:spMkLst>
        </pc:spChg>
        <pc:spChg chg="mod">
          <ac:chgData name="진옥화" userId="20b55f0b-5a9b-4958-9543-f5cbd24a6a07" providerId="ADAL" clId="{6E6372EA-800A-466F-BA92-E51853A535FD}" dt="2026-08-23T07:02:19.860" v="262"/>
          <ac:spMkLst>
            <pc:docMk/>
            <pc:sldMk cId="1541089204" sldId="663"/>
            <ac:spMk id="28" creationId="{BC049C80-9F49-29CB-4B6C-77D0074964D5}"/>
          </ac:spMkLst>
        </pc:spChg>
        <pc:spChg chg="mod">
          <ac:chgData name="진옥화" userId="20b55f0b-5a9b-4958-9543-f5cbd24a6a07" providerId="ADAL" clId="{6E6372EA-800A-466F-BA92-E51853A535FD}" dt="2026-08-23T08:14:37.301" v="825" actId="1035"/>
          <ac:spMkLst>
            <pc:docMk/>
            <pc:sldMk cId="1541089204" sldId="663"/>
            <ac:spMk id="41" creationId="{9CB33E9C-D9BC-D305-3904-304A51CBDC10}"/>
          </ac:spMkLst>
        </pc:spChg>
        <pc:spChg chg="mod">
          <ac:chgData name="진옥화" userId="20b55f0b-5a9b-4958-9543-f5cbd24a6a07" providerId="ADAL" clId="{6E6372EA-800A-466F-BA92-E51853A535FD}" dt="2026-08-23T08:14:41.215" v="838" actId="1035"/>
          <ac:spMkLst>
            <pc:docMk/>
            <pc:sldMk cId="1541089204" sldId="663"/>
            <ac:spMk id="42" creationId="{C7F75E7B-9F70-5B9D-B252-B779CAC1C02A}"/>
          </ac:spMkLst>
        </pc:spChg>
        <pc:spChg chg="mod">
          <ac:chgData name="진옥화" userId="20b55f0b-5a9b-4958-9543-f5cbd24a6a07" providerId="ADAL" clId="{6E6372EA-800A-466F-BA92-E51853A535FD}" dt="2026-08-23T08:14:47.924" v="841"/>
          <ac:spMkLst>
            <pc:docMk/>
            <pc:sldMk cId="1541089204" sldId="663"/>
            <ac:spMk id="49" creationId="{DCB53039-DDA2-E105-E7B5-BDB182D26423}"/>
          </ac:spMkLst>
        </pc:spChg>
        <pc:spChg chg="mod">
          <ac:chgData name="진옥화" userId="20b55f0b-5a9b-4958-9543-f5cbd24a6a07" providerId="ADAL" clId="{6E6372EA-800A-466F-BA92-E51853A535FD}" dt="2026-08-23T08:14:47.924" v="841"/>
          <ac:spMkLst>
            <pc:docMk/>
            <pc:sldMk cId="1541089204" sldId="663"/>
            <ac:spMk id="50" creationId="{B7B7AE7D-45E1-16F1-913D-B4C65DC44682}"/>
          </ac:spMkLst>
        </pc:spChg>
        <pc:spChg chg="mod">
          <ac:chgData name="진옥화" userId="20b55f0b-5a9b-4958-9543-f5cbd24a6a07" providerId="ADAL" clId="{6E6372EA-800A-466F-BA92-E51853A535FD}" dt="2026-08-23T08:14:47.924" v="841"/>
          <ac:spMkLst>
            <pc:docMk/>
            <pc:sldMk cId="1541089204" sldId="663"/>
            <ac:spMk id="51" creationId="{20403822-8E97-B604-669F-BFE2C634D510}"/>
          </ac:spMkLst>
        </pc:spChg>
        <pc:grpChg chg="mod">
          <ac:chgData name="진옥화" userId="20b55f0b-5a9b-4958-9543-f5cbd24a6a07" providerId="ADAL" clId="{6E6372EA-800A-466F-BA92-E51853A535FD}" dt="2026-08-23T08:12:10.412" v="714" actId="1036"/>
          <ac:grpSpMkLst>
            <pc:docMk/>
            <pc:sldMk cId="1541089204" sldId="663"/>
            <ac:grpSpMk id="26" creationId="{EE65C1F5-93E5-B77B-D8A2-2381AFE9D9D7}"/>
          </ac:grpSpMkLst>
        </pc:grpChg>
        <pc:grpChg chg="mod">
          <ac:chgData name="진옥화" userId="20b55f0b-5a9b-4958-9543-f5cbd24a6a07" providerId="ADAL" clId="{6E6372EA-800A-466F-BA92-E51853A535FD}" dt="2026-08-23T08:14:47.260" v="840" actId="1076"/>
          <ac:grpSpMkLst>
            <pc:docMk/>
            <pc:sldMk cId="1541089204" sldId="663"/>
            <ac:grpSpMk id="40" creationId="{596B3C25-1D4B-D994-196D-2D6A08729202}"/>
          </ac:grpSpMkLst>
        </pc:grpChg>
        <pc:grpChg chg="add mod">
          <ac:chgData name="진옥화" userId="20b55f0b-5a9b-4958-9543-f5cbd24a6a07" providerId="ADAL" clId="{6E6372EA-800A-466F-BA92-E51853A535FD}" dt="2026-08-23T08:14:52.527" v="842" actId="1076"/>
          <ac:grpSpMkLst>
            <pc:docMk/>
            <pc:sldMk cId="1541089204" sldId="663"/>
            <ac:grpSpMk id="48" creationId="{0B834FBB-1F3B-C552-3F4E-A72AF7A96C9E}"/>
          </ac:grpSpMkLst>
        </pc:grpChg>
        <pc:picChg chg="add mod">
          <ac:chgData name="진옥화" userId="20b55f0b-5a9b-4958-9543-f5cbd24a6a07" providerId="ADAL" clId="{6E6372EA-800A-466F-BA92-E51853A535FD}" dt="2026-08-23T06:59:15.554" v="219" actId="34135"/>
          <ac:picMkLst>
            <pc:docMk/>
            <pc:sldMk cId="1541089204" sldId="663"/>
            <ac:picMk id="3" creationId="{E65B5ABE-1A0A-63DD-AF7E-B5A1348E0B00}"/>
          </ac:picMkLst>
        </pc:picChg>
        <pc:picChg chg="add mod">
          <ac:chgData name="진옥화" userId="20b55f0b-5a9b-4958-9543-f5cbd24a6a07" providerId="ADAL" clId="{6E6372EA-800A-466F-BA92-E51853A535FD}" dt="2026-08-23T08:36:04.639" v="1065" actId="1076"/>
          <ac:picMkLst>
            <pc:docMk/>
            <pc:sldMk cId="1541089204" sldId="663"/>
            <ac:picMk id="6" creationId="{33D52689-61FC-DCC5-4C24-5C99277B9BF0}"/>
          </ac:picMkLst>
        </pc:picChg>
      </pc:sldChg>
      <pc:sldChg chg="addSp delSp modSp add mod ord modNotesTx">
        <pc:chgData name="진옥화" userId="20b55f0b-5a9b-4958-9543-f5cbd24a6a07" providerId="ADAL" clId="{6E6372EA-800A-466F-BA92-E51853A535FD}" dt="2026-08-23T08:25:12.875" v="923" actId="1076"/>
        <pc:sldMkLst>
          <pc:docMk/>
          <pc:sldMk cId="131973327" sldId="664"/>
        </pc:sldMkLst>
        <pc:spChg chg="mod">
          <ac:chgData name="진옥화" userId="20b55f0b-5a9b-4958-9543-f5cbd24a6a07" providerId="ADAL" clId="{6E6372EA-800A-466F-BA92-E51853A535FD}" dt="2026-08-23T07:03:59.428" v="269" actId="20577"/>
          <ac:spMkLst>
            <pc:docMk/>
            <pc:sldMk cId="131973327" sldId="664"/>
            <ac:spMk id="4" creationId="{13CDD3D7-8124-C088-2079-07175053A783}"/>
          </ac:spMkLst>
        </pc:spChg>
        <pc:spChg chg="mod">
          <ac:chgData name="진옥화" userId="20b55f0b-5a9b-4958-9543-f5cbd24a6a07" providerId="ADAL" clId="{6E6372EA-800A-466F-BA92-E51853A535FD}" dt="2026-08-23T08:23:42.495" v="914" actId="20577"/>
          <ac:spMkLst>
            <pc:docMk/>
            <pc:sldMk cId="131973327" sldId="664"/>
            <ac:spMk id="5" creationId="{7C27ECB3-65B9-C095-E1C1-C8D0AF1FADFC}"/>
          </ac:spMkLst>
        </pc:spChg>
        <pc:spChg chg="mod">
          <ac:chgData name="진옥화" userId="20b55f0b-5a9b-4958-9543-f5cbd24a6a07" providerId="ADAL" clId="{6E6372EA-800A-466F-BA92-E51853A535FD}" dt="2026-08-23T07:05:49.106" v="372" actId="1037"/>
          <ac:spMkLst>
            <pc:docMk/>
            <pc:sldMk cId="131973327" sldId="664"/>
            <ac:spMk id="8" creationId="{6A3C206E-E038-A141-C74B-D9085F032089}"/>
          </ac:spMkLst>
        </pc:spChg>
        <pc:spChg chg="mod">
          <ac:chgData name="진옥화" userId="20b55f0b-5a9b-4958-9543-f5cbd24a6a07" providerId="ADAL" clId="{6E6372EA-800A-466F-BA92-E51853A535FD}" dt="2026-08-23T08:23:36.834" v="910" actId="1076"/>
          <ac:spMkLst>
            <pc:docMk/>
            <pc:sldMk cId="131973327" sldId="664"/>
            <ac:spMk id="11" creationId="{D3E35779-C07D-953A-018D-7B9924A044D6}"/>
          </ac:spMkLst>
        </pc:spChg>
        <pc:spChg chg="add 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12" creationId="{254CB3D6-6A50-1E97-93F4-EAF3CA8D428C}"/>
          </ac:spMkLst>
        </pc:spChg>
        <pc:spChg chg="mod">
          <ac:chgData name="진옥화" userId="20b55f0b-5a9b-4958-9543-f5cbd24a6a07" providerId="ADAL" clId="{6E6372EA-800A-466F-BA92-E51853A535FD}" dt="2026-08-23T07:04:12.489" v="287" actId="1037"/>
          <ac:spMkLst>
            <pc:docMk/>
            <pc:sldMk cId="131973327" sldId="664"/>
            <ac:spMk id="27" creationId="{9B9F78FA-43F5-BD5B-083D-205FF7BEDA0E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28" creationId="{7228F94D-2608-BBA6-ED17-7009B187ABFF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36" creationId="{078E874C-3D9C-D60B-DC0E-76C0FF9B5177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41" creationId="{F26642FD-D6ED-C8B3-FF59-3AAF01B0175C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45" creationId="{E1577DC8-60A3-9AC4-7656-CE3E17921BBB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47" creationId="{458F1CBA-5D1A-D6CF-7A31-322BD154A1F6}"/>
          </ac:spMkLst>
        </pc:spChg>
        <pc:grpChg chg="mod">
          <ac:chgData name="진옥화" userId="20b55f0b-5a9b-4958-9543-f5cbd24a6a07" providerId="ADAL" clId="{6E6372EA-800A-466F-BA92-E51853A535FD}" dt="2026-08-23T07:04:19.302" v="312" actId="1037"/>
          <ac:grpSpMkLst>
            <pc:docMk/>
            <pc:sldMk cId="131973327" sldId="664"/>
            <ac:grpSpMk id="26" creationId="{089150CA-4BA3-43FD-DBE6-2F70A94C5914}"/>
          </ac:grpSpMkLst>
        </pc:grpChg>
        <pc:grpChg chg="mod">
          <ac:chgData name="진옥화" userId="20b55f0b-5a9b-4958-9543-f5cbd24a6a07" providerId="ADAL" clId="{6E6372EA-800A-466F-BA92-E51853A535FD}" dt="2026-08-23T07:06:03.987" v="375" actId="1076"/>
          <ac:grpSpMkLst>
            <pc:docMk/>
            <pc:sldMk cId="131973327" sldId="664"/>
            <ac:grpSpMk id="40" creationId="{7422124C-1799-A0F9-1F6C-6E0952C6D273}"/>
          </ac:grpSpMkLst>
        </pc:grpChg>
        <pc:grpChg chg="mod">
          <ac:chgData name="진옥화" userId="20b55f0b-5a9b-4958-9543-f5cbd24a6a07" providerId="ADAL" clId="{6E6372EA-800A-466F-BA92-E51853A535FD}" dt="2026-08-23T07:06:01.972" v="374" actId="1076"/>
          <ac:grpSpMkLst>
            <pc:docMk/>
            <pc:sldMk cId="131973327" sldId="664"/>
            <ac:grpSpMk id="44" creationId="{4319F85B-6523-11E1-1C2A-E8FDD8A9F80E}"/>
          </ac:grpSpMkLst>
        </pc:grpChg>
        <pc:picChg chg="add mod">
          <ac:chgData name="진옥화" userId="20b55f0b-5a9b-4958-9543-f5cbd24a6a07" providerId="ADAL" clId="{6E6372EA-800A-466F-BA92-E51853A535FD}" dt="2026-08-23T07:00:10.475" v="259" actId="34135"/>
          <ac:picMkLst>
            <pc:docMk/>
            <pc:sldMk cId="131973327" sldId="664"/>
            <ac:picMk id="3" creationId="{4DB0E37A-8095-7D31-B3CA-847CF5C499E9}"/>
          </ac:picMkLst>
        </pc:picChg>
        <pc:picChg chg="add mod">
          <ac:chgData name="진옥화" userId="20b55f0b-5a9b-4958-9543-f5cbd24a6a07" providerId="ADAL" clId="{6E6372EA-800A-466F-BA92-E51853A535FD}" dt="2026-08-23T08:25:12.875" v="923" actId="1076"/>
          <ac:picMkLst>
            <pc:docMk/>
            <pc:sldMk cId="131973327" sldId="664"/>
            <ac:picMk id="6" creationId="{2BB12283-AB3D-8F4E-BAF3-9D342A76A263}"/>
          </ac:picMkLst>
        </pc:picChg>
      </pc:sldChg>
      <pc:sldChg chg="addSp delSp modSp add mod">
        <pc:chgData name="진옥화" userId="20b55f0b-5a9b-4958-9543-f5cbd24a6a07" providerId="ADAL" clId="{6E6372EA-800A-466F-BA92-E51853A535FD}" dt="2026-08-23T08:28:36.638" v="984" actId="113"/>
        <pc:sldMkLst>
          <pc:docMk/>
          <pc:sldMk cId="229562556" sldId="666"/>
        </pc:sldMkLst>
        <pc:spChg chg="mod">
          <ac:chgData name="진옥화" userId="20b55f0b-5a9b-4958-9543-f5cbd24a6a07" providerId="ADAL" clId="{6E6372EA-800A-466F-BA92-E51853A535FD}" dt="2026-08-23T08:28:36.638" v="984" actId="113"/>
          <ac:spMkLst>
            <pc:docMk/>
            <pc:sldMk cId="229562556" sldId="666"/>
            <ac:spMk id="5" creationId="{9F3DDA75-FA18-0A35-ED11-5ECB9F21979B}"/>
          </ac:spMkLst>
        </pc:spChg>
        <pc:spChg chg="mod">
          <ac:chgData name="진옥화" userId="20b55f0b-5a9b-4958-9543-f5cbd24a6a07" providerId="ADAL" clId="{6E6372EA-800A-466F-BA92-E51853A535FD}" dt="2026-08-23T08:24:26.297" v="921" actId="1076"/>
          <ac:spMkLst>
            <pc:docMk/>
            <pc:sldMk cId="229562556" sldId="666"/>
            <ac:spMk id="11" creationId="{EA1EEF85-7041-C549-5120-F2325FD0DFED}"/>
          </ac:spMkLst>
        </pc:spChg>
        <pc:spChg chg="add mod">
          <ac:chgData name="진옥화" userId="20b55f0b-5a9b-4958-9543-f5cbd24a6a07" providerId="ADAL" clId="{6E6372EA-800A-466F-BA92-E51853A535FD}" dt="2026-08-23T08:27:56.095" v="979" actId="164"/>
          <ac:spMkLst>
            <pc:docMk/>
            <pc:sldMk cId="229562556" sldId="666"/>
            <ac:spMk id="55" creationId="{362B3C53-7F4B-7A19-967A-F09422C1F535}"/>
          </ac:spMkLst>
        </pc:spChg>
        <pc:grpChg chg="add mod">
          <ac:chgData name="진옥화" userId="20b55f0b-5a9b-4958-9543-f5cbd24a6a07" providerId="ADAL" clId="{6E6372EA-800A-466F-BA92-E51853A535FD}" dt="2026-08-23T08:27:56.095" v="979" actId="164"/>
          <ac:grpSpMkLst>
            <pc:docMk/>
            <pc:sldMk cId="229562556" sldId="666"/>
            <ac:grpSpMk id="56" creationId="{86A46144-23C4-9A33-A7E1-FBD1FBF4EA0F}"/>
          </ac:grpSpMkLst>
        </pc:grpChg>
        <pc:grpChg chg="add mod">
          <ac:chgData name="진옥화" userId="20b55f0b-5a9b-4958-9543-f5cbd24a6a07" providerId="ADAL" clId="{6E6372EA-800A-466F-BA92-E51853A535FD}" dt="2026-08-23T08:27:56.095" v="979" actId="164"/>
          <ac:grpSpMkLst>
            <pc:docMk/>
            <pc:sldMk cId="229562556" sldId="666"/>
            <ac:grpSpMk id="57" creationId="{4AAF7976-211D-175A-F005-19E14CA43174}"/>
          </ac:grpSpMkLst>
        </pc:grpChg>
        <pc:picChg chg="add mod">
          <ac:chgData name="진옥화" userId="20b55f0b-5a9b-4958-9543-f5cbd24a6a07" providerId="ADAL" clId="{6E6372EA-800A-466F-BA92-E51853A535FD}" dt="2026-08-23T08:26:20.393" v="937" actId="1076"/>
          <ac:picMkLst>
            <pc:docMk/>
            <pc:sldMk cId="229562556" sldId="666"/>
            <ac:picMk id="13" creationId="{EEB1CCC8-440B-D5EB-0E21-4C9F2F7E6A76}"/>
          </ac:picMkLst>
        </pc:picChg>
        <pc:picChg chg="add mod">
          <ac:chgData name="진옥화" userId="20b55f0b-5a9b-4958-9543-f5cbd24a6a07" providerId="ADAL" clId="{6E6372EA-800A-466F-BA92-E51853A535FD}" dt="2026-08-23T08:27:45.292" v="976" actId="164"/>
          <ac:picMkLst>
            <pc:docMk/>
            <pc:sldMk cId="229562556" sldId="666"/>
            <ac:picMk id="52" creationId="{F1219018-B129-E5B3-2346-89539A203644}"/>
          </ac:picMkLst>
        </pc:picChg>
        <pc:picChg chg="add mod">
          <ac:chgData name="진옥화" userId="20b55f0b-5a9b-4958-9543-f5cbd24a6a07" providerId="ADAL" clId="{6E6372EA-800A-466F-BA92-E51853A535FD}" dt="2026-08-23T08:27:45.292" v="976" actId="164"/>
          <ac:picMkLst>
            <pc:docMk/>
            <pc:sldMk cId="229562556" sldId="666"/>
            <ac:picMk id="54" creationId="{6008725C-0A7B-AB84-20E2-20FFD7EACA18}"/>
          </ac:picMkLst>
        </pc:picChg>
      </pc:sldChg>
      <pc:sldChg chg="addSp delSp modSp add mod">
        <pc:chgData name="진옥화" userId="20b55f0b-5a9b-4958-9543-f5cbd24a6a07" providerId="ADAL" clId="{6E6372EA-800A-466F-BA92-E51853A535FD}" dt="2026-08-24T08:35:18.448" v="1106" actId="1076"/>
        <pc:sldMkLst>
          <pc:docMk/>
          <pc:sldMk cId="2740011458" sldId="668"/>
        </pc:sldMkLst>
        <pc:spChg chg="mod">
          <ac:chgData name="진옥화" userId="20b55f0b-5a9b-4958-9543-f5cbd24a6a07" providerId="ADAL" clId="{6E6372EA-800A-466F-BA92-E51853A535FD}" dt="2026-08-23T08:34:48.788" v="1033"/>
          <ac:spMkLst>
            <pc:docMk/>
            <pc:sldMk cId="2740011458" sldId="668"/>
            <ac:spMk id="5" creationId="{F6BB2EB0-5875-1F20-FAD2-3ECF2A4CC94F}"/>
          </ac:spMkLst>
        </pc:spChg>
        <pc:spChg chg="add mod">
          <ac:chgData name="진옥화" userId="20b55f0b-5a9b-4958-9543-f5cbd24a6a07" providerId="ADAL" clId="{6E6372EA-800A-466F-BA92-E51853A535FD}" dt="2026-08-24T08:35:18.448" v="1106" actId="1076"/>
          <ac:spMkLst>
            <pc:docMk/>
            <pc:sldMk cId="2740011458" sldId="668"/>
            <ac:spMk id="6" creationId="{B2A35A07-51B2-6112-96D9-AD2059D383CD}"/>
          </ac:spMkLst>
        </pc:spChg>
        <pc:spChg chg="add mod">
          <ac:chgData name="진옥화" userId="20b55f0b-5a9b-4958-9543-f5cbd24a6a07" providerId="ADAL" clId="{6E6372EA-800A-466F-BA92-E51853A535FD}" dt="2026-08-23T08:35:19.364" v="1056" actId="1036"/>
          <ac:spMkLst>
            <pc:docMk/>
            <pc:sldMk cId="2740011458" sldId="668"/>
            <ac:spMk id="44" creationId="{762DA714-17C0-5E10-E806-ACE2272C8367}"/>
          </ac:spMkLst>
        </pc:spChg>
      </pc:sldChg>
      <pc:sldChg chg="addSp delSp modSp add mod">
        <pc:chgData name="진옥화" userId="20b55f0b-5a9b-4958-9543-f5cbd24a6a07" providerId="ADAL" clId="{6E6372EA-800A-466F-BA92-E51853A535FD}" dt="2026-08-24T08:35:24.235" v="1108" actId="22"/>
        <pc:sldMkLst>
          <pc:docMk/>
          <pc:sldMk cId="1058563159" sldId="670"/>
        </pc:sldMkLst>
        <pc:spChg chg="mod">
          <ac:chgData name="진옥화" userId="20b55f0b-5a9b-4958-9543-f5cbd24a6a07" providerId="ADAL" clId="{6E6372EA-800A-466F-BA92-E51853A535FD}" dt="2026-08-23T08:37:58.746" v="1096"/>
          <ac:spMkLst>
            <pc:docMk/>
            <pc:sldMk cId="1058563159" sldId="670"/>
            <ac:spMk id="5" creationId="{B7566CF1-B879-3625-DB90-85D58105C909}"/>
          </ac:spMkLst>
        </pc:spChg>
        <pc:spChg chg="add">
          <ac:chgData name="진옥화" userId="20b55f0b-5a9b-4958-9543-f5cbd24a6a07" providerId="ADAL" clId="{6E6372EA-800A-466F-BA92-E51853A535FD}" dt="2026-08-24T08:35:24.235" v="1108" actId="22"/>
          <ac:spMkLst>
            <pc:docMk/>
            <pc:sldMk cId="1058563159" sldId="670"/>
            <ac:spMk id="6" creationId="{697E382D-04C2-D3CF-A21F-1F5777447CB7}"/>
          </ac:spMkLst>
        </pc:spChg>
        <pc:spChg chg="add mod">
          <ac:chgData name="진옥화" userId="20b55f0b-5a9b-4958-9543-f5cbd24a6a07" providerId="ADAL" clId="{6E6372EA-800A-466F-BA92-E51853A535FD}" dt="2026-08-23T08:37:48.828" v="1095" actId="1076"/>
          <ac:spMkLst>
            <pc:docMk/>
            <pc:sldMk cId="1058563159" sldId="670"/>
            <ac:spMk id="45" creationId="{A715BA71-51C4-21FE-20E5-AC402E9A448B}"/>
          </ac:spMkLst>
        </pc:spChg>
      </pc:sldChg>
      <pc:sldChg chg="addSp delSp modSp new mod ord setBg">
        <pc:chgData name="진옥화" userId="20b55f0b-5a9b-4958-9543-f5cbd24a6a07" providerId="ADAL" clId="{6E6372EA-800A-466F-BA92-E51853A535FD}" dt="2026-08-23T08:21:23.346" v="906" actId="1076"/>
        <pc:sldMkLst>
          <pc:docMk/>
          <pc:sldMk cId="601186377" sldId="671"/>
        </pc:sldMkLst>
        <pc:spChg chg="add mod">
          <ac:chgData name="진옥화" userId="20b55f0b-5a9b-4958-9543-f5cbd24a6a07" providerId="ADAL" clId="{6E6372EA-800A-466F-BA92-E51853A535FD}" dt="2026-08-23T08:21:23.346" v="906" actId="1076"/>
          <ac:spMkLst>
            <pc:docMk/>
            <pc:sldMk cId="601186377" sldId="671"/>
            <ac:spMk id="19" creationId="{54166758-B730-A86E-16FB-DA2C69DFFC3D}"/>
          </ac:spMkLst>
        </pc:spChg>
        <pc:spChg chg="add">
          <ac:chgData name="진옥화" userId="20b55f0b-5a9b-4958-9543-f5cbd24a6a07" providerId="ADAL" clId="{6E6372EA-800A-466F-BA92-E51853A535FD}" dt="2026-08-23T08:21:10.606" v="904" actId="26606"/>
          <ac:spMkLst>
            <pc:docMk/>
            <pc:sldMk cId="601186377" sldId="671"/>
            <ac:spMk id="22" creationId="{B96FC576-AE30-4C09-A12C-0582F2A6A067}"/>
          </ac:spMkLst>
        </pc:spChg>
        <pc:picChg chg="add mod ord">
          <ac:chgData name="진옥화" userId="20b55f0b-5a9b-4958-9543-f5cbd24a6a07" providerId="ADAL" clId="{6E6372EA-800A-466F-BA92-E51853A535FD}" dt="2026-08-23T08:21:10.606" v="904" actId="26606"/>
          <ac:picMkLst>
            <pc:docMk/>
            <pc:sldMk cId="601186377" sldId="671"/>
            <ac:picMk id="11" creationId="{6CD8067A-C227-F1A1-267C-B05B40074F34}"/>
          </ac:picMkLst>
        </pc:picChg>
        <pc:picChg chg="add mod ord">
          <ac:chgData name="진옥화" userId="20b55f0b-5a9b-4958-9543-f5cbd24a6a07" providerId="ADAL" clId="{6E6372EA-800A-466F-BA92-E51853A535FD}" dt="2026-08-23T08:21:10.606" v="904" actId="26606"/>
          <ac:picMkLst>
            <pc:docMk/>
            <pc:sldMk cId="601186377" sldId="671"/>
            <ac:picMk id="13" creationId="{BB1216C1-1FE1-459A-53BE-D93FFA6A900C}"/>
          </ac:picMkLst>
        </pc:picChg>
        <pc:picChg chg="add mod ord">
          <ac:chgData name="진옥화" userId="20b55f0b-5a9b-4958-9543-f5cbd24a6a07" providerId="ADAL" clId="{6E6372EA-800A-466F-BA92-E51853A535FD}" dt="2026-08-23T08:21:10.606" v="904" actId="26606"/>
          <ac:picMkLst>
            <pc:docMk/>
            <pc:sldMk cId="601186377" sldId="671"/>
            <ac:picMk id="15" creationId="{343EC546-D805-CD40-6BD9-76E1EDEC9B4E}"/>
          </ac:picMkLst>
        </pc:picChg>
        <pc:picChg chg="add mod">
          <ac:chgData name="진옥화" userId="20b55f0b-5a9b-4958-9543-f5cbd24a6a07" providerId="ADAL" clId="{6E6372EA-800A-466F-BA92-E51853A535FD}" dt="2026-08-23T08:21:10.606" v="904" actId="26606"/>
          <ac:picMkLst>
            <pc:docMk/>
            <pc:sldMk cId="601186377" sldId="671"/>
            <ac:picMk id="17" creationId="{A4D65C7A-CC7B-3466-CAFC-543ADD9F75AD}"/>
          </ac:picMkLst>
        </pc:picChg>
      </pc:sldChg>
      <pc:sldChg chg="addSp delSp modSp add mod">
        <pc:chgData name="진옥화" userId="20b55f0b-5a9b-4958-9543-f5cbd24a6a07" providerId="ADAL" clId="{6E6372EA-800A-466F-BA92-E51853A535FD}" dt="2026-08-24T08:35:08.908" v="1103" actId="1076"/>
        <pc:sldMkLst>
          <pc:docMk/>
          <pc:sldMk cId="3577397374" sldId="675"/>
        </pc:sldMkLst>
        <pc:spChg chg="mod">
          <ac:chgData name="진옥화" userId="20b55f0b-5a9b-4958-9543-f5cbd24a6a07" providerId="ADAL" clId="{6E6372EA-800A-466F-BA92-E51853A535FD}" dt="2026-08-23T08:30:12.242" v="991" actId="113"/>
          <ac:spMkLst>
            <pc:docMk/>
            <pc:sldMk cId="3577397374" sldId="675"/>
            <ac:spMk id="5" creationId="{573A0D5C-2C9A-55FA-F5D0-9C246E645F8F}"/>
          </ac:spMkLst>
        </pc:spChg>
        <pc:spChg chg="add mod">
          <ac:chgData name="진옥화" userId="20b55f0b-5a9b-4958-9543-f5cbd24a6a07" providerId="ADAL" clId="{6E6372EA-800A-466F-BA92-E51853A535FD}" dt="2026-08-24T08:35:08.908" v="1103" actId="1076"/>
          <ac:spMkLst>
            <pc:docMk/>
            <pc:sldMk cId="3577397374" sldId="675"/>
            <ac:spMk id="6" creationId="{926A97BB-600F-A734-5D8E-F82A8CC533C9}"/>
          </ac:spMkLst>
        </pc:spChg>
        <pc:spChg chg="add mod">
          <ac:chgData name="진옥화" userId="20b55f0b-5a9b-4958-9543-f5cbd24a6a07" providerId="ADAL" clId="{6E6372EA-800A-466F-BA92-E51853A535FD}" dt="2026-08-23T08:32:19.383" v="1011" actId="1076"/>
          <ac:spMkLst>
            <pc:docMk/>
            <pc:sldMk cId="3577397374" sldId="675"/>
            <ac:spMk id="55" creationId="{1DE4C283-81DD-A204-FF6F-DF80466E5EB0}"/>
          </ac:spMkLst>
        </pc:spChg>
      </pc:sldChg>
      <pc:sldChg chg="addSp delSp modSp add mod ord">
        <pc:chgData name="진옥화" userId="20b55f0b-5a9b-4958-9543-f5cbd24a6a07" providerId="ADAL" clId="{6E6372EA-800A-466F-BA92-E51853A535FD}" dt="2026-08-23T08:33:51.287" v="1026" actId="113"/>
        <pc:sldMkLst>
          <pc:docMk/>
          <pc:sldMk cId="458491171" sldId="676"/>
        </pc:sldMkLst>
        <pc:spChg chg="mod">
          <ac:chgData name="진옥화" userId="20b55f0b-5a9b-4958-9543-f5cbd24a6a07" providerId="ADAL" clId="{6E6372EA-800A-466F-BA92-E51853A535FD}" dt="2026-08-23T08:33:51.287" v="1026" actId="113"/>
          <ac:spMkLst>
            <pc:docMk/>
            <pc:sldMk cId="458491171" sldId="676"/>
            <ac:spMk id="5" creationId="{D1ED2827-3E28-4DA9-9041-A01DEEDB0550}"/>
          </ac:spMkLst>
        </pc:spChg>
        <pc:picChg chg="add mod">
          <ac:chgData name="진옥화" userId="20b55f0b-5a9b-4958-9543-f5cbd24a6a07" providerId="ADAL" clId="{6E6372EA-800A-466F-BA92-E51853A535FD}" dt="2026-08-23T08:33:27.323" v="1021" actId="1076"/>
          <ac:picMkLst>
            <pc:docMk/>
            <pc:sldMk cId="458491171" sldId="676"/>
            <ac:picMk id="6" creationId="{D5F574B9-B0CE-CAE1-C70A-CCEDF5C23527}"/>
          </ac:picMkLst>
        </pc:picChg>
      </pc:sldChg>
      <pc:sldChg chg="addSp delSp modSp add mod">
        <pc:chgData name="진옥화" userId="20b55f0b-5a9b-4958-9543-f5cbd24a6a07" providerId="ADAL" clId="{6E6372EA-800A-466F-BA92-E51853A535FD}" dt="2026-08-23T08:37:27.879" v="1091" actId="113"/>
        <pc:sldMkLst>
          <pc:docMk/>
          <pc:sldMk cId="3379188342" sldId="677"/>
        </pc:sldMkLst>
        <pc:spChg chg="mod">
          <ac:chgData name="진옥화" userId="20b55f0b-5a9b-4958-9543-f5cbd24a6a07" providerId="ADAL" clId="{6E6372EA-800A-466F-BA92-E51853A535FD}" dt="2026-08-23T08:37:27.879" v="1091" actId="113"/>
          <ac:spMkLst>
            <pc:docMk/>
            <pc:sldMk cId="3379188342" sldId="677"/>
            <ac:spMk id="5" creationId="{165E3516-BC7B-2775-8B5E-5959B1F1B444}"/>
          </ac:spMkLst>
        </pc:spChg>
        <pc:spChg chg="mod">
          <ac:chgData name="진옥화" userId="20b55f0b-5a9b-4958-9543-f5cbd24a6a07" providerId="ADAL" clId="{6E6372EA-800A-466F-BA92-E51853A535FD}" dt="2026-08-23T08:36:17.764" v="1068"/>
          <ac:spMkLst>
            <pc:docMk/>
            <pc:sldMk cId="3379188342" sldId="677"/>
            <ac:spMk id="14" creationId="{3B27EAF8-1EC8-2F9A-3129-EF59A4373F2F}"/>
          </ac:spMkLst>
        </pc:spChg>
        <pc:spChg chg="mod">
          <ac:chgData name="진옥화" userId="20b55f0b-5a9b-4958-9543-f5cbd24a6a07" providerId="ADAL" clId="{6E6372EA-800A-466F-BA92-E51853A535FD}" dt="2026-08-23T08:36:59.414" v="1085" actId="1076"/>
          <ac:spMkLst>
            <pc:docMk/>
            <pc:sldMk cId="3379188342" sldId="677"/>
            <ac:spMk id="30" creationId="{43204A3D-A170-6ED1-2D4A-87790443475D}"/>
          </ac:spMkLst>
        </pc:spChg>
        <pc:grpChg chg="add mod">
          <ac:chgData name="진옥화" userId="20b55f0b-5a9b-4958-9543-f5cbd24a6a07" providerId="ADAL" clId="{6E6372EA-800A-466F-BA92-E51853A535FD}" dt="2026-08-23T08:36:21.548" v="1083" actId="1038"/>
          <ac:grpSpMkLst>
            <pc:docMk/>
            <pc:sldMk cId="3379188342" sldId="677"/>
            <ac:grpSpMk id="7" creationId="{8C9B75BD-A26E-D5AA-B383-858879C46E55}"/>
          </ac:grpSpMkLst>
        </pc:grpChg>
        <pc:grpChg chg="mod">
          <ac:chgData name="진옥화" userId="20b55f0b-5a9b-4958-9543-f5cbd24a6a07" providerId="ADAL" clId="{6E6372EA-800A-466F-BA92-E51853A535FD}" dt="2026-08-23T08:36:17.764" v="1068"/>
          <ac:grpSpMkLst>
            <pc:docMk/>
            <pc:sldMk cId="3379188342" sldId="677"/>
            <ac:grpSpMk id="13" creationId="{1B361DFB-3987-2131-1345-DACBE07D99F6}"/>
          </ac:grpSpMkLst>
        </pc:grpChg>
        <pc:picChg chg="add mod">
          <ac:chgData name="진옥화" userId="20b55f0b-5a9b-4958-9543-f5cbd24a6a07" providerId="ADAL" clId="{6E6372EA-800A-466F-BA92-E51853A535FD}" dt="2026-08-23T08:36:11.595" v="1067" actId="1076"/>
          <ac:picMkLst>
            <pc:docMk/>
            <pc:sldMk cId="3379188342" sldId="677"/>
            <ac:picMk id="6" creationId="{A8F7765B-5E6A-9478-6624-43C74331E0DD}"/>
          </ac:picMkLst>
        </pc:picChg>
        <pc:picChg chg="mod">
          <ac:chgData name="진옥화" userId="20b55f0b-5a9b-4958-9543-f5cbd24a6a07" providerId="ADAL" clId="{6E6372EA-800A-466F-BA92-E51853A535FD}" dt="2026-08-23T08:36:17.764" v="1068"/>
          <ac:picMkLst>
            <pc:docMk/>
            <pc:sldMk cId="3379188342" sldId="677"/>
            <ac:picMk id="15" creationId="{C65B1772-5680-6FDA-A24A-BF0B4183D95B}"/>
          </ac:picMkLst>
        </pc:picChg>
        <pc:picChg chg="mod">
          <ac:chgData name="진옥화" userId="20b55f0b-5a9b-4958-9543-f5cbd24a6a07" providerId="ADAL" clId="{6E6372EA-800A-466F-BA92-E51853A535FD}" dt="2026-08-23T08:36:17.764" v="1068"/>
          <ac:picMkLst>
            <pc:docMk/>
            <pc:sldMk cId="3379188342" sldId="677"/>
            <ac:picMk id="16" creationId="{2B98F2EB-1CF1-C59F-F275-FAC617C9CE02}"/>
          </ac:picMkLst>
        </pc:picChg>
      </pc:sldChg>
      <pc:sldChg chg="modSp add mod">
        <pc:chgData name="진옥화" userId="20b55f0b-5a9b-4958-9543-f5cbd24a6a07" providerId="ADAL" clId="{6E6372EA-800A-466F-BA92-E51853A535FD}" dt="2026-09-06T03:34:52.270" v="1113" actId="208"/>
        <pc:sldMkLst>
          <pc:docMk/>
          <pc:sldMk cId="3472990872" sldId="678"/>
        </pc:sldMkLst>
        <pc:spChg chg="mod">
          <ac:chgData name="진옥화" userId="20b55f0b-5a9b-4958-9543-f5cbd24a6a07" providerId="ADAL" clId="{6E6372EA-800A-466F-BA92-E51853A535FD}" dt="2026-09-06T03:34:52.270" v="1113" actId="208"/>
          <ac:spMkLst>
            <pc:docMk/>
            <pc:sldMk cId="3472990872" sldId="678"/>
            <ac:spMk id="10" creationId="{8093265E-E44D-6063-BEBB-916755BAE2A1}"/>
          </ac:spMkLst>
        </pc:spChg>
      </pc:sldChg>
      <pc:sldChg chg="add">
        <pc:chgData name="진옥화" userId="20b55f0b-5a9b-4958-9543-f5cbd24a6a07" providerId="ADAL" clId="{6E6372EA-800A-466F-BA92-E51853A535FD}" dt="2026-09-06T03:37:13.207" v="1114"/>
        <pc:sldMkLst>
          <pc:docMk/>
          <pc:sldMk cId="3766614151" sldId="679"/>
        </pc:sldMkLst>
      </pc:sldChg>
      <pc:sldChg chg="add">
        <pc:chgData name="진옥화" userId="20b55f0b-5a9b-4958-9543-f5cbd24a6a07" providerId="ADAL" clId="{6E6372EA-800A-466F-BA92-E51853A535FD}" dt="2026-09-06T03:39:48.564" v="1115"/>
        <pc:sldMkLst>
          <pc:docMk/>
          <pc:sldMk cId="3226497239" sldId="680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9D017-B480-4512-B290-81A74920434E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C30F9-ED8C-4FDE-8E1A-6CD676029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96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C293B-2051-860B-5828-D11765796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AD920B-42AA-D659-92EB-FC09C82EA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46E039-0C87-8F58-1FEF-E6D7727C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E6CB3-EC37-5DB0-297E-D47AF9B3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92BB3B-90DA-C6A0-2D3F-23167B06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388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AE8F0-183D-B082-7AB4-2F7A8BBA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7723F3-68FA-F121-AEDB-7B8D162E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1552F-BFD8-B957-C9BE-10D1279A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E3707-20D9-B019-18A2-550174C5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0C64AA-EC87-06F9-B1E2-ACC1E423E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91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5C356-D17E-67C5-B943-8FA77786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43C6D4-D844-2142-EA35-0A1679C1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12384F-C0EE-21BB-5D53-94517834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1CC970-7924-418E-C715-1238014E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66733F-23ED-B53D-1295-0247ADB3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99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80993-4069-431B-2400-4493ACC41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3ECD09-BADE-B8E2-4C51-AA8223E9D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D29F5-9BF2-7AE0-9E57-A2BD8372C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EA324B-39DA-63EE-6E81-28D4C542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F840D-9D10-831B-D30B-41986D673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72168-EEEB-B657-D3F2-BE158631C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23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BC909-BCBA-584D-01DF-FBDFA76F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E539B-2B16-F386-0108-6C166D9F8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6FCC8E-B968-5BFE-BB5C-475C5A5A1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789005-A98F-E2F7-806E-DE380889E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BBCB1F-4E78-2ACF-DF06-F6DCCC034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06A2FF-F1FE-AD72-5FAA-EB9262C6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742198-ED07-E55A-1A19-6989478B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9B718A-5167-309A-16D3-21E75DF9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0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6BCAE-A622-F7F0-7E36-61484694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671432-4F2C-1D6B-5D7E-992BB0EE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6E3454-1006-F08A-1CE2-B52B8298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5353CE-A5BE-50F6-EFAE-EF6FB9F5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90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1748B7-B492-1050-533C-678B011E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61258F-4A21-9455-BA9E-71522DBB2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F53A4C-4DA1-E43B-ADA0-8BE5C2FF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501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40EC9-31E1-74E5-E598-61B8E801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465C7-B977-F229-F0CE-0494D0C9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35D5BB-6EBA-2D74-733B-0AD568307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506F2A-7BCF-62F8-7ECB-966453AA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9C2C4A-C531-4B19-069D-B647E736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D41280-7B1E-D87C-8A7E-143412DB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60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39037-586A-BD1D-634D-4808BD58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8BFE13-DE13-9014-A10C-A8B756482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4BBBEE-5698-921D-62BC-256764C46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15D256-D8C7-D05C-BA22-5713D1441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B4723B-14A8-9B07-E308-73655BBF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1AA46-1F9A-14C2-627A-E3571B77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9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37A59-93F6-30E5-F797-01A1881AD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44E9AC-8DA8-7847-AC6D-65EEBE120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1B56B8-DAE5-F4BC-B793-13409AB8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A6A96-3750-7DF1-656A-632BD94DF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A6272-2894-6AF8-96CC-9BA4096E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67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04DC2CD-604E-76E0-4336-5766D1E7A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5B12C7-3D6C-5D5B-8D27-F005FBA15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2E209B-B672-4BFF-C4E7-F07ABADA4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7C46E9-4A7F-6569-2640-1742F4A1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30522C-9160-8B6F-4CC7-918DE44E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47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7AA818-1D9F-F3E0-3C6B-0B7EF84AB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74916D-AD97-0932-005B-BA1E5A76C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0E69B-B8D4-DBD6-7783-9180C413E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7F654-5CCF-4999-8E4A-9731931AF3E5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C15A4-0432-8E9E-7DB2-D688EAD6F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DC31A8-BE9C-46DE-CD64-09BF0E5D2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49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4" Type="http://schemas.microsoft.com/office/2007/relationships/hdphoto" Target="../media/hdphoto1.wdp"/><Relationship Id="rId5" Type="http://schemas.openxmlformats.org/officeDocument/2006/relationships/image" Target="../media/image20.png"/><Relationship Id="rId6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4" Type="http://schemas.microsoft.com/office/2007/relationships/hdphoto" Target="../media/hdphoto1.wdp"/><Relationship Id="rId5" Type="http://schemas.openxmlformats.org/officeDocument/2006/relationships/image" Target="../media/image20.png"/><Relationship Id="rId6" Type="http://schemas.openxmlformats.org/officeDocument/2006/relationships/image" Target="../media/image20.jpg"/><Relationship Id="rId7" Type="http://schemas.openxmlformats.org/officeDocument/2006/relationships/image" Target="../media/image21.png"/><Relationship Id="rId8" Type="http://schemas.microsoft.com/office/2007/relationships/hdphoto" Target="../media/hdphoto2.wdp"/><Relationship Id="rId9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4" Type="http://schemas.microsoft.com/office/2007/relationships/hdphoto" Target="../media/hdphoto1.wdp"/><Relationship Id="rId5" Type="http://schemas.openxmlformats.org/officeDocument/2006/relationships/image" Target="../media/image20.png"/><Relationship Id="rId6" Type="http://schemas.openxmlformats.org/officeDocument/2006/relationships/image" Target="../media/image20.jpg"/><Relationship Id="rId7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4" Type="http://schemas.microsoft.com/office/2007/relationships/hdphoto" Target="../media/hdphoto1.wdp"/><Relationship Id="rId5" Type="http://schemas.openxmlformats.org/officeDocument/2006/relationships/image" Target="../media/image20.png"/><Relationship Id="rId6" Type="http://schemas.openxmlformats.org/officeDocument/2006/relationships/image" Target="../media/image20.jp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4" Type="http://schemas.microsoft.com/office/2007/relationships/hdphoto" Target="../media/hdphoto1.wdp"/><Relationship Id="rId5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3.wdp"/><Relationship Id="rId4" Type="http://schemas.openxmlformats.org/officeDocument/2006/relationships/image" Target="../media/image26.png"/><Relationship Id="rId5" Type="http://schemas.openxmlformats.org/officeDocument/2006/relationships/image" Target="../media/image2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3.wdp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microsoft.com/office/2007/relationships/hdphoto" Target="../media/hdphoto2.wdp"/><Relationship Id="rId7" Type="http://schemas.openxmlformats.org/officeDocument/2006/relationships/image" Target="../media/image26.png"/><Relationship Id="rId8" Type="http://schemas.openxmlformats.org/officeDocument/2006/relationships/image" Target="../media/image2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3.wdp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3.wdp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7.jpg"/><Relationship Id="rId7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4.wdp"/><Relationship Id="rId4" Type="http://schemas.openxmlformats.org/officeDocument/2006/relationships/image" Target="../media/image240.png"/><Relationship Id="rId5" Type="http://schemas.openxmlformats.org/officeDocument/2006/relationships/image" Target="../media/image2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4.wdp"/><Relationship Id="rId4" Type="http://schemas.openxmlformats.org/officeDocument/2006/relationships/image" Target="../media/image240.png"/><Relationship Id="rId5" Type="http://schemas.openxmlformats.org/officeDocument/2006/relationships/image" Target="../media/image20.jpg"/><Relationship Id="rId6" Type="http://schemas.openxmlformats.org/officeDocument/2006/relationships/image" Target="../media/image21.png"/><Relationship Id="rId7" Type="http://schemas.microsoft.com/office/2007/relationships/hdphoto" Target="../media/hdphoto2.wdp"/><Relationship Id="rId8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4.wdp"/><Relationship Id="rId4" Type="http://schemas.openxmlformats.org/officeDocument/2006/relationships/image" Target="../media/image240.png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D6A9-3AA2-21D4-08B6-D183F02C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B0E37A-8095-7D31-B3CA-847CF5C499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97" b="99800" l="1223" r="99457">
                        <a14:foregroundMark x1="1495" y1="18164" x2="15897" y2="17365"/>
                        <a14:foregroundMark x1="15897" y1="17365" x2="75000" y2="21756"/>
                        <a14:foregroundMark x1="75000" y1="21756" x2="87364" y2="20559"/>
                        <a14:foregroundMark x1="87364" y1="20559" x2="99321" y2="21557"/>
                        <a14:foregroundMark x1="99321" y1="21557" x2="99457" y2="21756"/>
                        <a14:foregroundMark x1="1495" y1="18363" x2="2038" y2="99202"/>
                        <a14:foregroundMark x1="2174" y1="97605" x2="14130" y2="98603"/>
                        <a14:foregroundMark x1="14130" y1="98603" x2="64674" y2="97405"/>
                        <a14:foregroundMark x1="64674" y1="97405" x2="76495" y2="97804"/>
                        <a14:foregroundMark x1="76495" y1="97804" x2="89810" y2="97006"/>
                        <a14:foregroundMark x1="89810" y1="97006" x2="97011" y2="88423"/>
                        <a14:foregroundMark x1="97011" y1="88423" x2="96739" y2="10379"/>
                        <a14:foregroundMark x1="96739" y1="10379" x2="83560" y2="1397"/>
                        <a14:foregroundMark x1="83560" y1="1397" x2="35190" y2="5190"/>
                        <a14:foregroundMark x1="35190" y1="5190" x2="26902" y2="2196"/>
                        <a14:foregroundMark x1="26902" y1="2196" x2="17120" y2="40918"/>
                        <a14:foregroundMark x1="17120" y1="40918" x2="7745" y2="47505"/>
                        <a14:foregroundMark x1="7745" y1="47505" x2="6250" y2="34331"/>
                        <a14:foregroundMark x1="6250" y1="34331" x2="24049" y2="30140"/>
                        <a14:foregroundMark x1="24049" y1="30140" x2="1223" y2="49501"/>
                        <a14:foregroundMark x1="1223" y1="49501" x2="8560" y2="55090"/>
                        <a14:foregroundMark x1="8560" y1="55090" x2="2038" y2="68263"/>
                        <a14:foregroundMark x1="2038" y1="68263" x2="2717" y2="77046"/>
                        <a14:foregroundMark x1="2717" y1="91417" x2="44293" y2="94810"/>
                        <a14:foregroundMark x1="44293" y1="94810" x2="82473" y2="93413"/>
                        <a14:foregroundMark x1="82473" y1="93413" x2="93207" y2="94012"/>
                        <a14:foregroundMark x1="93207" y1="94012" x2="99592" y2="84631"/>
                        <a14:foregroundMark x1="99592" y1="84631" x2="99457" y2="37325"/>
                        <a14:foregroundMark x1="99457" y1="37325" x2="99457" y2="37325"/>
                        <a14:foregroundMark x1="20245" y1="58683" x2="26223" y2="91617"/>
                        <a14:foregroundMark x1="26223" y1="91617" x2="29891" y2="72854"/>
                        <a14:foregroundMark x1="29891" y1="72854" x2="22418" y2="70659"/>
                        <a14:foregroundMark x1="72147" y1="64271" x2="55707" y2="59281"/>
                        <a14:foregroundMark x1="55707" y1="59281" x2="39266" y2="82635"/>
                        <a14:foregroundMark x1="39266" y1="82635" x2="72418" y2="76248"/>
                        <a14:foregroundMark x1="72418" y1="76248" x2="51902" y2="62675"/>
                        <a14:foregroundMark x1="51902" y1="62675" x2="50000" y2="68064"/>
                        <a14:foregroundMark x1="63179" y1="26547" x2="85870" y2="24750"/>
                        <a14:foregroundMark x1="65082" y1="13573" x2="84239" y2="10978"/>
                        <a14:foregroundMark x1="27038" y1="17565" x2="24864" y2="33333"/>
                        <a14:foregroundMark x1="23777" y1="33333" x2="51630" y2="28942"/>
                        <a14:foregroundMark x1="48234" y1="12575" x2="53804" y2="9381"/>
                        <a14:foregroundMark x1="23505" y1="12974" x2="23913" y2="2196"/>
                        <a14:foregroundMark x1="23913" y1="2196" x2="32337" y2="2994"/>
                        <a14:foregroundMark x1="32337" y1="2994" x2="39538" y2="1996"/>
                        <a14:foregroundMark x1="39538" y1="1996" x2="47147" y2="2196"/>
                        <a14:foregroundMark x1="89674" y1="2994" x2="99592" y2="3792"/>
                        <a14:foregroundMark x1="72418" y1="98403" x2="81793" y2="96607"/>
                        <a14:foregroundMark x1="81793" y1="96607" x2="90489" y2="97605"/>
                        <a14:foregroundMark x1="90489" y1="97605" x2="97826" y2="97405"/>
                        <a14:foregroundMark x1="97826" y1="97405" x2="96875" y2="91018"/>
                        <a14:foregroundMark x1="98777" y1="91218" x2="98641" y2="96607"/>
                        <a14:foregroundMark x1="87772" y1="99800" x2="92663" y2="99401"/>
                        <a14:foregroundMark x1="77853" y1="99202" x2="81929" y2="98603"/>
                        <a14:backgroundMark x1="815" y1="8982" x2="7745" y2="8383"/>
                        <a14:backgroundMark x1="7745" y1="8383" x2="13043" y2="858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836" y="1708271"/>
            <a:ext cx="6953739" cy="4733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CDD3D7-8124-C088-2079-07175053A783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CDD3D7-8124-C088-2079-07175053A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C27ECB3-65B9-C095-E1C1-C8D0AF1FADFC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3C206E-E038-A141-C74B-D9085F032089}"/>
              </a:ext>
            </a:extLst>
          </p:cNvPr>
          <p:cNvSpPr/>
          <p:nvPr/>
        </p:nvSpPr>
        <p:spPr>
          <a:xfrm rot="5400000">
            <a:off x="6499505" y="5113403"/>
            <a:ext cx="102820" cy="18587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35779-C07D-953A-018D-7B9924A044D6}"/>
              </a:ext>
            </a:extLst>
          </p:cNvPr>
          <p:cNvSpPr txBox="1"/>
          <p:nvPr/>
        </p:nvSpPr>
        <p:spPr>
          <a:xfrm>
            <a:off x="5594897" y="41194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4CB3D6-6A50-1E97-93F4-EAF3CA8D428C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89150CA-4BA3-43FD-DBE6-2F70A94C5914}"/>
              </a:ext>
            </a:extLst>
          </p:cNvPr>
          <p:cNvGrpSpPr/>
          <p:nvPr/>
        </p:nvGrpSpPr>
        <p:grpSpPr>
          <a:xfrm rot="5400000">
            <a:off x="4566668" y="4160385"/>
            <a:ext cx="99451" cy="483578"/>
            <a:chOff x="5324822" y="4600112"/>
            <a:chExt cx="99451" cy="48357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B9F78FA-43F5-BD5B-083D-205FF7BEDA0E}"/>
                </a:ext>
              </a:extLst>
            </p:cNvPr>
            <p:cNvSpPr/>
            <p:nvPr/>
          </p:nvSpPr>
          <p:spPr>
            <a:xfrm>
              <a:off x="5325888" y="4600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228F94D-2608-BBA6-ED17-7009B187ABF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13">
            <a:extLst>
              <a:ext uri="{FF2B5EF4-FFF2-40B4-BE49-F238E27FC236}">
                <a16:creationId xmlns:a16="http://schemas.microsoft.com/office/drawing/2014/main" id="{5CBBCA37-8D67-F59E-8501-54048C37F34B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841A850-8065-CE9D-B642-17DE15D0C1F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7337A3C-EF0E-A868-0BC4-0404E701F2F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78E874C-3D9C-D60B-DC0E-76C0FF9B517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6A7C255-2475-A5CB-DD1E-FF1F6130D57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726D8F66-7E87-3012-14A6-9D3FF9CB26A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422124C-1799-A0F9-1F6C-6E0952C6D273}"/>
              </a:ext>
            </a:extLst>
          </p:cNvPr>
          <p:cNvGrpSpPr/>
          <p:nvPr/>
        </p:nvGrpSpPr>
        <p:grpSpPr>
          <a:xfrm>
            <a:off x="5584385" y="4707935"/>
            <a:ext cx="100923" cy="1055008"/>
            <a:chOff x="4735802" y="4865202"/>
            <a:chExt cx="100923" cy="105500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26642FD-D6ED-C8B3-FF59-3AAF01B0175C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662CA91-B62C-FC09-1BBE-A601462788DC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D2EBB4C-BF3F-EFD6-5AFF-849B15D4DF81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319F85B-6523-11E1-1C2A-E8FDD8A9F80E}"/>
              </a:ext>
            </a:extLst>
          </p:cNvPr>
          <p:cNvGrpSpPr/>
          <p:nvPr/>
        </p:nvGrpSpPr>
        <p:grpSpPr>
          <a:xfrm>
            <a:off x="7396157" y="4691852"/>
            <a:ext cx="100923" cy="1055008"/>
            <a:chOff x="4735802" y="4865202"/>
            <a:chExt cx="100923" cy="10550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1577DC8-60A3-9AC4-7656-CE3E17921BBB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507FA6A-F30B-8F6A-4C5E-E11EF02A2941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458F1CBA-5D1A-D6CF-7A31-322BD154A1F6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그림 5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B12283-AB3D-8F4E-BAF3-9D342A76A2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0" y="3837527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3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BEE6-93CE-C1EE-C0A1-5D3068F5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6972FE-54D5-EAA6-CDFF-25F661B4CA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97" b="99800" l="1223" r="99457">
                        <a14:foregroundMark x1="1495" y1="18164" x2="15897" y2="17365"/>
                        <a14:foregroundMark x1="15897" y1="17365" x2="75000" y2="21756"/>
                        <a14:foregroundMark x1="75000" y1="21756" x2="87364" y2="20559"/>
                        <a14:foregroundMark x1="87364" y1="20559" x2="99321" y2="21557"/>
                        <a14:foregroundMark x1="99321" y1="21557" x2="99457" y2="21756"/>
                        <a14:foregroundMark x1="1495" y1="18363" x2="2038" y2="99202"/>
                        <a14:foregroundMark x1="2174" y1="97605" x2="14130" y2="98603"/>
                        <a14:foregroundMark x1="14130" y1="98603" x2="64674" y2="97405"/>
                        <a14:foregroundMark x1="64674" y1="97405" x2="76495" y2="97804"/>
                        <a14:foregroundMark x1="76495" y1="97804" x2="89810" y2="97006"/>
                        <a14:foregroundMark x1="89810" y1="97006" x2="97011" y2="88423"/>
                        <a14:foregroundMark x1="97011" y1="88423" x2="96739" y2="10379"/>
                        <a14:foregroundMark x1="96739" y1="10379" x2="83560" y2="1397"/>
                        <a14:foregroundMark x1="83560" y1="1397" x2="35190" y2="5190"/>
                        <a14:foregroundMark x1="35190" y1="5190" x2="26902" y2="2196"/>
                        <a14:foregroundMark x1="26902" y1="2196" x2="17120" y2="40918"/>
                        <a14:foregroundMark x1="17120" y1="40918" x2="7745" y2="47505"/>
                        <a14:foregroundMark x1="7745" y1="47505" x2="6250" y2="34331"/>
                        <a14:foregroundMark x1="6250" y1="34331" x2="24049" y2="30140"/>
                        <a14:foregroundMark x1="24049" y1="30140" x2="1223" y2="49501"/>
                        <a14:foregroundMark x1="1223" y1="49501" x2="8560" y2="55090"/>
                        <a14:foregroundMark x1="8560" y1="55090" x2="2038" y2="68263"/>
                        <a14:foregroundMark x1="2038" y1="68263" x2="2717" y2="77046"/>
                        <a14:foregroundMark x1="2717" y1="91417" x2="44293" y2="94810"/>
                        <a14:foregroundMark x1="44293" y1="94810" x2="82473" y2="93413"/>
                        <a14:foregroundMark x1="82473" y1="93413" x2="93207" y2="94012"/>
                        <a14:foregroundMark x1="93207" y1="94012" x2="99592" y2="84631"/>
                        <a14:foregroundMark x1="99592" y1="84631" x2="99457" y2="37325"/>
                        <a14:foregroundMark x1="99457" y1="37325" x2="99457" y2="37325"/>
                        <a14:foregroundMark x1="20245" y1="58683" x2="26223" y2="91617"/>
                        <a14:foregroundMark x1="26223" y1="91617" x2="29891" y2="72854"/>
                        <a14:foregroundMark x1="29891" y1="72854" x2="22418" y2="70659"/>
                        <a14:foregroundMark x1="72147" y1="64271" x2="55707" y2="59281"/>
                        <a14:foregroundMark x1="55707" y1="59281" x2="39266" y2="82635"/>
                        <a14:foregroundMark x1="39266" y1="82635" x2="72418" y2="76248"/>
                        <a14:foregroundMark x1="72418" y1="76248" x2="51902" y2="62675"/>
                        <a14:foregroundMark x1="51902" y1="62675" x2="50000" y2="68064"/>
                        <a14:foregroundMark x1="63179" y1="26547" x2="85870" y2="24750"/>
                        <a14:foregroundMark x1="65082" y1="13573" x2="84239" y2="10978"/>
                        <a14:foregroundMark x1="27038" y1="17565" x2="24864" y2="33333"/>
                        <a14:foregroundMark x1="23777" y1="33333" x2="51630" y2="28942"/>
                        <a14:foregroundMark x1="48234" y1="12575" x2="53804" y2="9381"/>
                        <a14:foregroundMark x1="23505" y1="12974" x2="23913" y2="2196"/>
                        <a14:foregroundMark x1="23913" y1="2196" x2="32337" y2="2994"/>
                        <a14:foregroundMark x1="32337" y1="2994" x2="39538" y2="1996"/>
                        <a14:foregroundMark x1="39538" y1="1996" x2="47147" y2="2196"/>
                        <a14:foregroundMark x1="89674" y1="2994" x2="99592" y2="3792"/>
                        <a14:foregroundMark x1="72418" y1="98403" x2="81793" y2="96607"/>
                        <a14:foregroundMark x1="81793" y1="96607" x2="90489" y2="97605"/>
                        <a14:foregroundMark x1="90489" y1="97605" x2="97826" y2="97405"/>
                        <a14:foregroundMark x1="97826" y1="97405" x2="96875" y2="91018"/>
                        <a14:foregroundMark x1="98777" y1="91218" x2="98641" y2="96607"/>
                        <a14:foregroundMark x1="87772" y1="99800" x2="92663" y2="99401"/>
                        <a14:foregroundMark x1="77853" y1="99202" x2="81929" y2="98603"/>
                        <a14:backgroundMark x1="815" y1="8982" x2="7745" y2="8383"/>
                        <a14:backgroundMark x1="7745" y1="8383" x2="13043" y2="858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836" y="1708271"/>
            <a:ext cx="6953739" cy="4733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BEB13-0272-7159-8A26-5BCBCA8639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BEB13-0272-7159-8A26-5BCBCA863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3DDA75-FA18-0A35-ED11-5ECB9F21979B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간접a+센서세트+우물</a:t>
            </a:r>
            <a:endParaRPr lang="en-US" altLang="ko-KR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322D22-EDAA-C65B-616C-AF5CF23FA844}"/>
              </a:ext>
            </a:extLst>
          </p:cNvPr>
          <p:cNvSpPr/>
          <p:nvPr/>
        </p:nvSpPr>
        <p:spPr>
          <a:xfrm rot="5400000">
            <a:off x="6499505" y="5113403"/>
            <a:ext cx="102820" cy="18587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8B6157D-1B54-C91D-3369-DAD17D1F7A4C}"/>
              </a:ext>
            </a:extLst>
          </p:cNvPr>
          <p:cNvSpPr/>
          <p:nvPr/>
        </p:nvSpPr>
        <p:spPr>
          <a:xfrm>
            <a:off x="6041592" y="4734666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450CA16-A36B-7A50-4A30-15F1B1F7AE5B}"/>
              </a:ext>
            </a:extLst>
          </p:cNvPr>
          <p:cNvSpPr/>
          <p:nvPr/>
        </p:nvSpPr>
        <p:spPr>
          <a:xfrm>
            <a:off x="6173855" y="4857384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EEF85-7041-C549-5120-F2325FD0DFED}"/>
              </a:ext>
            </a:extLst>
          </p:cNvPr>
          <p:cNvSpPr txBox="1"/>
          <p:nvPr/>
        </p:nvSpPr>
        <p:spPr>
          <a:xfrm>
            <a:off x="5558111" y="419812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3DC8BE-D567-967D-DFCD-6F8D14C33D42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8EF50B-392A-931A-C19E-2DAF0A177117}"/>
              </a:ext>
            </a:extLst>
          </p:cNvPr>
          <p:cNvSpPr/>
          <p:nvPr/>
        </p:nvSpPr>
        <p:spPr>
          <a:xfrm flipV="1">
            <a:off x="2856690" y="3808623"/>
            <a:ext cx="98384" cy="6078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83EA1F3-C5B6-93C9-EDD9-6661EE4F4917}"/>
              </a:ext>
            </a:extLst>
          </p:cNvPr>
          <p:cNvGrpSpPr/>
          <p:nvPr/>
        </p:nvGrpSpPr>
        <p:grpSpPr>
          <a:xfrm rot="5400000">
            <a:off x="4566668" y="4160385"/>
            <a:ext cx="99451" cy="483578"/>
            <a:chOff x="5324822" y="4600112"/>
            <a:chExt cx="99451" cy="48357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BA09C80-B3B7-73D3-3744-6D34140C44F3}"/>
                </a:ext>
              </a:extLst>
            </p:cNvPr>
            <p:cNvSpPr/>
            <p:nvPr/>
          </p:nvSpPr>
          <p:spPr>
            <a:xfrm>
              <a:off x="5325888" y="4600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10BD7E5-D67E-DFDF-E6A8-6A80106301D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81997C-635A-C0B4-F221-0CCE63768DF5}"/>
              </a:ext>
            </a:extLst>
          </p:cNvPr>
          <p:cNvSpPr/>
          <p:nvPr/>
        </p:nvSpPr>
        <p:spPr>
          <a:xfrm flipV="1">
            <a:off x="3692645" y="3228378"/>
            <a:ext cx="98385" cy="6324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00D237-2B8F-52DE-184B-BDAACDDD89D8}"/>
              </a:ext>
            </a:extLst>
          </p:cNvPr>
          <p:cNvSpPr txBox="1"/>
          <p:nvPr/>
        </p:nvSpPr>
        <p:spPr>
          <a:xfrm>
            <a:off x="5558111" y="6455201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EFDD910-9195-C426-30C8-5CDD16ED66F5}"/>
              </a:ext>
            </a:extLst>
          </p:cNvPr>
          <p:cNvCxnSpPr>
            <a:cxnSpLocks/>
          </p:cNvCxnSpPr>
          <p:nvPr/>
        </p:nvCxnSpPr>
        <p:spPr>
          <a:xfrm flipV="1">
            <a:off x="6842277" y="5759361"/>
            <a:ext cx="0" cy="751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3574801D-D91B-A605-31D0-708C923E26E4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32DE472-3796-57FD-3C09-B3B80D8CE43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33897CB-2D8A-9733-5A1A-7A74C2C3833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CCBEEAC-7E17-A5D6-CDFE-84CD9BE27FD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6EBE61AC-6A22-0CF5-58D3-614E8E8D39E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7166A562-7A74-00A2-256A-2D2822EA667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995E1-BAC1-37D8-DBB5-47F0B4DA1421}"/>
              </a:ext>
            </a:extLst>
          </p:cNvPr>
          <p:cNvSpPr/>
          <p:nvPr/>
        </p:nvSpPr>
        <p:spPr>
          <a:xfrm rot="16200000" flipV="1">
            <a:off x="8151231" y="2939627"/>
            <a:ext cx="98385" cy="6131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613B268-4C65-558D-2DC9-F519AD69B0EA}"/>
              </a:ext>
            </a:extLst>
          </p:cNvPr>
          <p:cNvGrpSpPr/>
          <p:nvPr/>
        </p:nvGrpSpPr>
        <p:grpSpPr>
          <a:xfrm>
            <a:off x="5584385" y="4707935"/>
            <a:ext cx="100923" cy="1055008"/>
            <a:chOff x="4735802" y="4865202"/>
            <a:chExt cx="100923" cy="105500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30508B6-CFE8-1C06-A2C4-E38B65D2FCCF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1CD06CB-5EBA-BC14-0A20-0EE71B82D608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36F23AF-132E-5510-BFB2-5B446DFF1F0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E8F38EB-B3B1-4BCE-5D6F-F7FEDA7DAE3C}"/>
              </a:ext>
            </a:extLst>
          </p:cNvPr>
          <p:cNvGrpSpPr/>
          <p:nvPr/>
        </p:nvGrpSpPr>
        <p:grpSpPr>
          <a:xfrm>
            <a:off x="7396157" y="4691852"/>
            <a:ext cx="100923" cy="1055008"/>
            <a:chOff x="4735802" y="4865202"/>
            <a:chExt cx="100923" cy="10550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93CA7CA-B551-88F0-E7EE-241C157A7CCD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786CE9C-7820-A7E3-AFF6-FFB42AD4C3EC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7AB7C3C-169C-0F99-A596-92D275B51D60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3" name="그림 12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B1CCC8-440B-D5EB-0E21-4C9F2F7E6A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45" y="3985130"/>
            <a:ext cx="1757580" cy="1445609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4AAF7976-211D-175A-F005-19E14CA43174}"/>
              </a:ext>
            </a:extLst>
          </p:cNvPr>
          <p:cNvGrpSpPr/>
          <p:nvPr/>
        </p:nvGrpSpPr>
        <p:grpSpPr>
          <a:xfrm>
            <a:off x="9820591" y="2189766"/>
            <a:ext cx="1795364" cy="3920228"/>
            <a:chOff x="9820591" y="2189766"/>
            <a:chExt cx="1795364" cy="3920228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6A46144-23C4-9A33-A7E1-FBD1FBF4EA0F}"/>
                </a:ext>
              </a:extLst>
            </p:cNvPr>
            <p:cNvGrpSpPr/>
            <p:nvPr/>
          </p:nvGrpSpPr>
          <p:grpSpPr>
            <a:xfrm>
              <a:off x="9820591" y="2189766"/>
              <a:ext cx="1795364" cy="3920228"/>
              <a:chOff x="9820591" y="2189766"/>
              <a:chExt cx="1795364" cy="3920228"/>
            </a:xfrm>
          </p:grpSpPr>
          <p:pic>
            <p:nvPicPr>
              <p:cNvPr id="52" name="그림 51" descr="텍스트, 스크린샷, 직사각형, 종이 제품이(가) 표시된 사진&#10;&#10;자동 생성된 설명">
                <a:extLst>
                  <a:ext uri="{FF2B5EF4-FFF2-40B4-BE49-F238E27FC236}">
                    <a16:creationId xmlns:a16="http://schemas.microsoft.com/office/drawing/2014/main" id="{F1219018-B129-E5B3-2346-89539A2036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2130" l="7778" r="93426">
                            <a14:foregroundMark x1="24444" y1="21759" x2="93426" y2="21759"/>
                            <a14:foregroundMark x1="29815" y1="88241" x2="80000" y2="90000"/>
                            <a14:foregroundMark x1="22685" y1="87500" x2="83889" y2="88611"/>
                            <a14:foregroundMark x1="8519" y1="13241" x2="10648" y2="40833"/>
                            <a14:foregroundMark x1="10648" y1="40833" x2="11019" y2="41574"/>
                            <a14:foregroundMark x1="11389" y1="88981" x2="57407" y2="90741"/>
                            <a14:foregroundMark x1="24444" y1="85093" x2="87870" y2="86204"/>
                            <a14:foregroundMark x1="87870" y1="86204" x2="87778" y2="86111"/>
                            <a14:foregroundMark x1="57037" y1="82593" x2="89537" y2="87500"/>
                            <a14:foregroundMark x1="7870" y1="26296" x2="7870" y2="59259"/>
                            <a14:foregroundMark x1="8241" y1="81852" x2="38241" y2="80833"/>
                            <a14:foregroundMark x1="32963" y1="82222" x2="57685" y2="80093"/>
                            <a14:foregroundMark x1="14537" y1="83241" x2="53796" y2="79074"/>
                            <a14:foregroundMark x1="26574" y1="80093" x2="64074" y2="85370"/>
                            <a14:foregroundMark x1="71481" y1="83241" x2="77500" y2="92130"/>
                            <a14:foregroundMark x1="75093" y1="30185" x2="75093" y2="3018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20591" y="2189766"/>
                <a:ext cx="1795364" cy="1795364"/>
              </a:xfrm>
              <a:prstGeom prst="rect">
                <a:avLst/>
              </a:prstGeom>
            </p:spPr>
          </p:pic>
          <p:pic>
            <p:nvPicPr>
              <p:cNvPr id="54" name="그림 53" descr="텍스트, 스크린샷, 직사각형, 디자인이(가) 표시된 사진&#10;&#10;자동 생성된 설명">
                <a:extLst>
                  <a:ext uri="{FF2B5EF4-FFF2-40B4-BE49-F238E27FC236}">
                    <a16:creationId xmlns:a16="http://schemas.microsoft.com/office/drawing/2014/main" id="{6008725C-0A7B-AB84-20E2-20FFD7EACA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02" t="3086" r="4707" b="11674"/>
              <a:stretch>
                <a:fillRect/>
              </a:stretch>
            </p:blipFill>
            <p:spPr>
              <a:xfrm>
                <a:off x="9913111" y="4579644"/>
                <a:ext cx="1619250" cy="1530350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62B3C53-7F4B-7A19-967A-F09422C1F535}"/>
                </a:ext>
              </a:extLst>
            </p:cNvPr>
            <p:cNvSpPr txBox="1"/>
            <p:nvPr/>
          </p:nvSpPr>
          <p:spPr>
            <a:xfrm>
              <a:off x="10471863" y="3911533"/>
              <a:ext cx="5806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/>
                <a:t>&amp;</a:t>
              </a:r>
              <a:endParaRPr lang="ko-KR" alt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9562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BEE6-93CE-C1EE-C0A1-5D3068F5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6972FE-54D5-EAA6-CDFF-25F661B4CA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97" b="99800" l="1223" r="99457">
                        <a14:foregroundMark x1="1495" y1="18164" x2="15897" y2="17365"/>
                        <a14:foregroundMark x1="15897" y1="17365" x2="75000" y2="21756"/>
                        <a14:foregroundMark x1="75000" y1="21756" x2="87364" y2="20559"/>
                        <a14:foregroundMark x1="87364" y1="20559" x2="99321" y2="21557"/>
                        <a14:foregroundMark x1="99321" y1="21557" x2="99457" y2="21756"/>
                        <a14:foregroundMark x1="1495" y1="18363" x2="2038" y2="99202"/>
                        <a14:foregroundMark x1="2174" y1="97605" x2="14130" y2="98603"/>
                        <a14:foregroundMark x1="14130" y1="98603" x2="64674" y2="97405"/>
                        <a14:foregroundMark x1="64674" y1="97405" x2="76495" y2="97804"/>
                        <a14:foregroundMark x1="76495" y1="97804" x2="89810" y2="97006"/>
                        <a14:foregroundMark x1="89810" y1="97006" x2="97011" y2="88423"/>
                        <a14:foregroundMark x1="97011" y1="88423" x2="96739" y2="10379"/>
                        <a14:foregroundMark x1="96739" y1="10379" x2="83560" y2="1397"/>
                        <a14:foregroundMark x1="83560" y1="1397" x2="35190" y2="5190"/>
                        <a14:foregroundMark x1="35190" y1="5190" x2="26902" y2="2196"/>
                        <a14:foregroundMark x1="26902" y1="2196" x2="17120" y2="40918"/>
                        <a14:foregroundMark x1="17120" y1="40918" x2="7745" y2="47505"/>
                        <a14:foregroundMark x1="7745" y1="47505" x2="6250" y2="34331"/>
                        <a14:foregroundMark x1="6250" y1="34331" x2="24049" y2="30140"/>
                        <a14:foregroundMark x1="24049" y1="30140" x2="1223" y2="49501"/>
                        <a14:foregroundMark x1="1223" y1="49501" x2="8560" y2="55090"/>
                        <a14:foregroundMark x1="8560" y1="55090" x2="2038" y2="68263"/>
                        <a14:foregroundMark x1="2038" y1="68263" x2="2717" y2="77046"/>
                        <a14:foregroundMark x1="2717" y1="91417" x2="44293" y2="94810"/>
                        <a14:foregroundMark x1="44293" y1="94810" x2="82473" y2="93413"/>
                        <a14:foregroundMark x1="82473" y1="93413" x2="93207" y2="94012"/>
                        <a14:foregroundMark x1="93207" y1="94012" x2="99592" y2="84631"/>
                        <a14:foregroundMark x1="99592" y1="84631" x2="99457" y2="37325"/>
                        <a14:foregroundMark x1="99457" y1="37325" x2="99457" y2="37325"/>
                        <a14:foregroundMark x1="20245" y1="58683" x2="26223" y2="91617"/>
                        <a14:foregroundMark x1="26223" y1="91617" x2="29891" y2="72854"/>
                        <a14:foregroundMark x1="29891" y1="72854" x2="22418" y2="70659"/>
                        <a14:foregroundMark x1="72147" y1="64271" x2="55707" y2="59281"/>
                        <a14:foregroundMark x1="55707" y1="59281" x2="39266" y2="82635"/>
                        <a14:foregroundMark x1="39266" y1="82635" x2="72418" y2="76248"/>
                        <a14:foregroundMark x1="72418" y1="76248" x2="51902" y2="62675"/>
                        <a14:foregroundMark x1="51902" y1="62675" x2="50000" y2="68064"/>
                        <a14:foregroundMark x1="63179" y1="26547" x2="85870" y2="24750"/>
                        <a14:foregroundMark x1="65082" y1="13573" x2="84239" y2="10978"/>
                        <a14:foregroundMark x1="27038" y1="17565" x2="24864" y2="33333"/>
                        <a14:foregroundMark x1="23777" y1="33333" x2="51630" y2="28942"/>
                        <a14:foregroundMark x1="48234" y1="12575" x2="53804" y2="9381"/>
                        <a14:foregroundMark x1="23505" y1="12974" x2="23913" y2="2196"/>
                        <a14:foregroundMark x1="23913" y1="2196" x2="32337" y2="2994"/>
                        <a14:foregroundMark x1="32337" y1="2994" x2="39538" y2="1996"/>
                        <a14:foregroundMark x1="39538" y1="1996" x2="47147" y2="2196"/>
                        <a14:foregroundMark x1="89674" y1="2994" x2="99592" y2="3792"/>
                        <a14:foregroundMark x1="72418" y1="98403" x2="81793" y2="96607"/>
                        <a14:foregroundMark x1="81793" y1="96607" x2="90489" y2="97605"/>
                        <a14:foregroundMark x1="90489" y1="97605" x2="97826" y2="97405"/>
                        <a14:foregroundMark x1="97826" y1="97405" x2="96875" y2="91018"/>
                        <a14:foregroundMark x1="98777" y1="91218" x2="98641" y2="96607"/>
                        <a14:foregroundMark x1="87772" y1="99800" x2="92663" y2="99401"/>
                        <a14:foregroundMark x1="77853" y1="99202" x2="81929" y2="98603"/>
                        <a14:backgroundMark x1="815" y1="8982" x2="7745" y2="8383"/>
                        <a14:backgroundMark x1="7745" y1="8383" x2="13043" y2="858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836" y="1708271"/>
            <a:ext cx="6953739" cy="4733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BEB13-0272-7159-8A26-5BCBCA8639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BEB13-0272-7159-8A26-5BCBCA863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3DDA75-FA18-0A35-ED11-5ECB9F21979B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간접a+센서세트+우물</a:t>
            </a:r>
            <a:endParaRPr lang="en-US" altLang="ko-KR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322D22-EDAA-C65B-616C-AF5CF23FA844}"/>
              </a:ext>
            </a:extLst>
          </p:cNvPr>
          <p:cNvSpPr/>
          <p:nvPr/>
        </p:nvSpPr>
        <p:spPr>
          <a:xfrm rot="5400000">
            <a:off x="6499505" y="5113403"/>
            <a:ext cx="102820" cy="18587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8B6157D-1B54-C91D-3369-DAD17D1F7A4C}"/>
              </a:ext>
            </a:extLst>
          </p:cNvPr>
          <p:cNvSpPr/>
          <p:nvPr/>
        </p:nvSpPr>
        <p:spPr>
          <a:xfrm>
            <a:off x="6041592" y="4734666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EEF85-7041-C549-5120-F2325FD0DFED}"/>
              </a:ext>
            </a:extLst>
          </p:cNvPr>
          <p:cNvSpPr txBox="1"/>
          <p:nvPr/>
        </p:nvSpPr>
        <p:spPr>
          <a:xfrm>
            <a:off x="5558111" y="419812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3DC8BE-D567-967D-DFCD-6F8D14C33D42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8EF50B-392A-931A-C19E-2DAF0A177117}"/>
              </a:ext>
            </a:extLst>
          </p:cNvPr>
          <p:cNvSpPr/>
          <p:nvPr/>
        </p:nvSpPr>
        <p:spPr>
          <a:xfrm flipV="1">
            <a:off x="2856690" y="3808623"/>
            <a:ext cx="98384" cy="6078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83EA1F3-C5B6-93C9-EDD9-6661EE4F4917}"/>
              </a:ext>
            </a:extLst>
          </p:cNvPr>
          <p:cNvGrpSpPr/>
          <p:nvPr/>
        </p:nvGrpSpPr>
        <p:grpSpPr>
          <a:xfrm rot="5400000">
            <a:off x="4566668" y="4160385"/>
            <a:ext cx="99451" cy="483578"/>
            <a:chOff x="5324822" y="4600112"/>
            <a:chExt cx="99451" cy="48357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BA09C80-B3B7-73D3-3744-6D34140C44F3}"/>
                </a:ext>
              </a:extLst>
            </p:cNvPr>
            <p:cNvSpPr/>
            <p:nvPr/>
          </p:nvSpPr>
          <p:spPr>
            <a:xfrm>
              <a:off x="5325888" y="4600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10BD7E5-D67E-DFDF-E6A8-6A80106301D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81997C-635A-C0B4-F221-0CCE63768DF5}"/>
              </a:ext>
            </a:extLst>
          </p:cNvPr>
          <p:cNvSpPr/>
          <p:nvPr/>
        </p:nvSpPr>
        <p:spPr>
          <a:xfrm flipV="1">
            <a:off x="3692645" y="3228378"/>
            <a:ext cx="98385" cy="6324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3574801D-D91B-A605-31D0-708C923E26E4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32DE472-3796-57FD-3C09-B3B80D8CE43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33897CB-2D8A-9733-5A1A-7A74C2C3833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CCBEEAC-7E17-A5D6-CDFE-84CD9BE27FD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6EBE61AC-6A22-0CF5-58D3-614E8E8D39E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7166A562-7A74-00A2-256A-2D2822EA667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995E1-BAC1-37D8-DBB5-47F0B4DA1421}"/>
              </a:ext>
            </a:extLst>
          </p:cNvPr>
          <p:cNvSpPr/>
          <p:nvPr/>
        </p:nvSpPr>
        <p:spPr>
          <a:xfrm rot="16200000" flipV="1">
            <a:off x="8151231" y="2939627"/>
            <a:ext cx="98385" cy="6131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613B268-4C65-558D-2DC9-F519AD69B0EA}"/>
              </a:ext>
            </a:extLst>
          </p:cNvPr>
          <p:cNvGrpSpPr/>
          <p:nvPr/>
        </p:nvGrpSpPr>
        <p:grpSpPr>
          <a:xfrm>
            <a:off x="5584385" y="4707935"/>
            <a:ext cx="100923" cy="1055008"/>
            <a:chOff x="4735802" y="4865202"/>
            <a:chExt cx="100923" cy="105500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30508B6-CFE8-1C06-A2C4-E38B65D2FCCF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1CD06CB-5EBA-BC14-0A20-0EE71B82D608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36F23AF-132E-5510-BFB2-5B446DFF1F0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E8F38EB-B3B1-4BCE-5D6F-F7FEDA7DAE3C}"/>
              </a:ext>
            </a:extLst>
          </p:cNvPr>
          <p:cNvGrpSpPr/>
          <p:nvPr/>
        </p:nvGrpSpPr>
        <p:grpSpPr>
          <a:xfrm>
            <a:off x="7396157" y="4691852"/>
            <a:ext cx="100923" cy="1055008"/>
            <a:chOff x="4735802" y="4865202"/>
            <a:chExt cx="100923" cy="10550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93CA7CA-B551-88F0-E7EE-241C157A7CCD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786CE9C-7820-A7E3-AFF6-FFB42AD4C3EC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7AB7C3C-169C-0F99-A596-92D275B51D60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3" name="그림 12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B1CCC8-440B-D5EB-0E21-4C9F2F7E6A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74" y="2996458"/>
            <a:ext cx="1757580" cy="1445609"/>
          </a:xfrm>
          <a:prstGeom prst="rect">
            <a:avLst/>
          </a:prstGeom>
        </p:spPr>
      </p:pic>
      <p:pic>
        <p:nvPicPr>
          <p:cNvPr id="6" name="그림 5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AFA81A15-5E94-5819-2656-BE49EEAA44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762944" y="4707935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14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BEE6-93CE-C1EE-C0A1-5D3068F5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6972FE-54D5-EAA6-CDFF-25F661B4CA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97" b="99800" l="1223" r="99457">
                        <a14:foregroundMark x1="1495" y1="18164" x2="15897" y2="17365"/>
                        <a14:foregroundMark x1="15897" y1="17365" x2="75000" y2="21756"/>
                        <a14:foregroundMark x1="75000" y1="21756" x2="87364" y2="20559"/>
                        <a14:foregroundMark x1="87364" y1="20559" x2="99321" y2="21557"/>
                        <a14:foregroundMark x1="99321" y1="21557" x2="99457" y2="21756"/>
                        <a14:foregroundMark x1="1495" y1="18363" x2="2038" y2="99202"/>
                        <a14:foregroundMark x1="2174" y1="97605" x2="14130" y2="98603"/>
                        <a14:foregroundMark x1="14130" y1="98603" x2="64674" y2="97405"/>
                        <a14:foregroundMark x1="64674" y1="97405" x2="76495" y2="97804"/>
                        <a14:foregroundMark x1="76495" y1="97804" x2="89810" y2="97006"/>
                        <a14:foregroundMark x1="89810" y1="97006" x2="97011" y2="88423"/>
                        <a14:foregroundMark x1="97011" y1="88423" x2="96739" y2="10379"/>
                        <a14:foregroundMark x1="96739" y1="10379" x2="83560" y2="1397"/>
                        <a14:foregroundMark x1="83560" y1="1397" x2="35190" y2="5190"/>
                        <a14:foregroundMark x1="35190" y1="5190" x2="26902" y2="2196"/>
                        <a14:foregroundMark x1="26902" y1="2196" x2="17120" y2="40918"/>
                        <a14:foregroundMark x1="17120" y1="40918" x2="7745" y2="47505"/>
                        <a14:foregroundMark x1="7745" y1="47505" x2="6250" y2="34331"/>
                        <a14:foregroundMark x1="6250" y1="34331" x2="24049" y2="30140"/>
                        <a14:foregroundMark x1="24049" y1="30140" x2="1223" y2="49501"/>
                        <a14:foregroundMark x1="1223" y1="49501" x2="8560" y2="55090"/>
                        <a14:foregroundMark x1="8560" y1="55090" x2="2038" y2="68263"/>
                        <a14:foregroundMark x1="2038" y1="68263" x2="2717" y2="77046"/>
                        <a14:foregroundMark x1="2717" y1="91417" x2="44293" y2="94810"/>
                        <a14:foregroundMark x1="44293" y1="94810" x2="82473" y2="93413"/>
                        <a14:foregroundMark x1="82473" y1="93413" x2="93207" y2="94012"/>
                        <a14:foregroundMark x1="93207" y1="94012" x2="99592" y2="84631"/>
                        <a14:foregroundMark x1="99592" y1="84631" x2="99457" y2="37325"/>
                        <a14:foregroundMark x1="99457" y1="37325" x2="99457" y2="37325"/>
                        <a14:foregroundMark x1="20245" y1="58683" x2="26223" y2="91617"/>
                        <a14:foregroundMark x1="26223" y1="91617" x2="29891" y2="72854"/>
                        <a14:foregroundMark x1="29891" y1="72854" x2="22418" y2="70659"/>
                        <a14:foregroundMark x1="72147" y1="64271" x2="55707" y2="59281"/>
                        <a14:foregroundMark x1="55707" y1="59281" x2="39266" y2="82635"/>
                        <a14:foregroundMark x1="39266" y1="82635" x2="72418" y2="76248"/>
                        <a14:foregroundMark x1="72418" y1="76248" x2="51902" y2="62675"/>
                        <a14:foregroundMark x1="51902" y1="62675" x2="50000" y2="68064"/>
                        <a14:foregroundMark x1="63179" y1="26547" x2="85870" y2="24750"/>
                        <a14:foregroundMark x1="65082" y1="13573" x2="84239" y2="10978"/>
                        <a14:foregroundMark x1="27038" y1="17565" x2="24864" y2="33333"/>
                        <a14:foregroundMark x1="23777" y1="33333" x2="51630" y2="28942"/>
                        <a14:foregroundMark x1="48234" y1="12575" x2="53804" y2="9381"/>
                        <a14:foregroundMark x1="23505" y1="12974" x2="23913" y2="2196"/>
                        <a14:foregroundMark x1="23913" y1="2196" x2="32337" y2="2994"/>
                        <a14:foregroundMark x1="32337" y1="2994" x2="39538" y2="1996"/>
                        <a14:foregroundMark x1="39538" y1="1996" x2="47147" y2="2196"/>
                        <a14:foregroundMark x1="89674" y1="2994" x2="99592" y2="3792"/>
                        <a14:foregroundMark x1="72418" y1="98403" x2="81793" y2="96607"/>
                        <a14:foregroundMark x1="81793" y1="96607" x2="90489" y2="97605"/>
                        <a14:foregroundMark x1="90489" y1="97605" x2="97826" y2="97405"/>
                        <a14:foregroundMark x1="97826" y1="97405" x2="96875" y2="91018"/>
                        <a14:foregroundMark x1="98777" y1="91218" x2="98641" y2="96607"/>
                        <a14:foregroundMark x1="87772" y1="99800" x2="92663" y2="99401"/>
                        <a14:foregroundMark x1="77853" y1="99202" x2="81929" y2="98603"/>
                        <a14:backgroundMark x1="815" y1="8982" x2="7745" y2="8383"/>
                        <a14:backgroundMark x1="7745" y1="8383" x2="13043" y2="858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836" y="1708271"/>
            <a:ext cx="6953739" cy="4733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BEB13-0272-7159-8A26-5BCBCA8639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BEB13-0272-7159-8A26-5BCBCA863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3DDA75-FA18-0A35-ED11-5ECB9F21979B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간접a+센서세트+우물</a:t>
            </a:r>
            <a:endParaRPr lang="en-US" altLang="ko-KR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322D22-EDAA-C65B-616C-AF5CF23FA844}"/>
              </a:ext>
            </a:extLst>
          </p:cNvPr>
          <p:cNvSpPr/>
          <p:nvPr/>
        </p:nvSpPr>
        <p:spPr>
          <a:xfrm rot="5400000">
            <a:off x="6499505" y="5113403"/>
            <a:ext cx="102820" cy="18587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8B6157D-1B54-C91D-3369-DAD17D1F7A4C}"/>
              </a:ext>
            </a:extLst>
          </p:cNvPr>
          <p:cNvSpPr/>
          <p:nvPr/>
        </p:nvSpPr>
        <p:spPr>
          <a:xfrm>
            <a:off x="6041592" y="4734666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EEF85-7041-C549-5120-F2325FD0DFED}"/>
              </a:ext>
            </a:extLst>
          </p:cNvPr>
          <p:cNvSpPr txBox="1"/>
          <p:nvPr/>
        </p:nvSpPr>
        <p:spPr>
          <a:xfrm>
            <a:off x="5558111" y="419812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3DC8BE-D567-967D-DFCD-6F8D14C33D42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8EF50B-392A-931A-C19E-2DAF0A177117}"/>
              </a:ext>
            </a:extLst>
          </p:cNvPr>
          <p:cNvSpPr/>
          <p:nvPr/>
        </p:nvSpPr>
        <p:spPr>
          <a:xfrm flipV="1">
            <a:off x="2856690" y="3808623"/>
            <a:ext cx="98384" cy="6078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83EA1F3-C5B6-93C9-EDD9-6661EE4F4917}"/>
              </a:ext>
            </a:extLst>
          </p:cNvPr>
          <p:cNvGrpSpPr/>
          <p:nvPr/>
        </p:nvGrpSpPr>
        <p:grpSpPr>
          <a:xfrm rot="5400000">
            <a:off x="4566668" y="4160385"/>
            <a:ext cx="99451" cy="483578"/>
            <a:chOff x="5324822" y="4600112"/>
            <a:chExt cx="99451" cy="48357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BA09C80-B3B7-73D3-3744-6D34140C44F3}"/>
                </a:ext>
              </a:extLst>
            </p:cNvPr>
            <p:cNvSpPr/>
            <p:nvPr/>
          </p:nvSpPr>
          <p:spPr>
            <a:xfrm>
              <a:off x="5325888" y="4600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10BD7E5-D67E-DFDF-E6A8-6A80106301D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81997C-635A-C0B4-F221-0CCE63768DF5}"/>
              </a:ext>
            </a:extLst>
          </p:cNvPr>
          <p:cNvSpPr/>
          <p:nvPr/>
        </p:nvSpPr>
        <p:spPr>
          <a:xfrm flipV="1">
            <a:off x="3692645" y="3228378"/>
            <a:ext cx="98385" cy="6324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3574801D-D91B-A605-31D0-708C923E26E4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32DE472-3796-57FD-3C09-B3B80D8CE43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33897CB-2D8A-9733-5A1A-7A74C2C3833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CCBEEAC-7E17-A5D6-CDFE-84CD9BE27FD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6EBE61AC-6A22-0CF5-58D3-614E8E8D39E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7166A562-7A74-00A2-256A-2D2822EA667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995E1-BAC1-37D8-DBB5-47F0B4DA1421}"/>
              </a:ext>
            </a:extLst>
          </p:cNvPr>
          <p:cNvSpPr/>
          <p:nvPr/>
        </p:nvSpPr>
        <p:spPr>
          <a:xfrm rot="16200000" flipV="1">
            <a:off x="8151231" y="2939627"/>
            <a:ext cx="98385" cy="6131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613B268-4C65-558D-2DC9-F519AD69B0EA}"/>
              </a:ext>
            </a:extLst>
          </p:cNvPr>
          <p:cNvGrpSpPr/>
          <p:nvPr/>
        </p:nvGrpSpPr>
        <p:grpSpPr>
          <a:xfrm>
            <a:off x="5584385" y="4707935"/>
            <a:ext cx="100923" cy="1055008"/>
            <a:chOff x="4735802" y="4865202"/>
            <a:chExt cx="100923" cy="105500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30508B6-CFE8-1C06-A2C4-E38B65D2FCCF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1CD06CB-5EBA-BC14-0A20-0EE71B82D608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36F23AF-132E-5510-BFB2-5B446DFF1F0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E8F38EB-B3B1-4BCE-5D6F-F7FEDA7DAE3C}"/>
              </a:ext>
            </a:extLst>
          </p:cNvPr>
          <p:cNvGrpSpPr/>
          <p:nvPr/>
        </p:nvGrpSpPr>
        <p:grpSpPr>
          <a:xfrm>
            <a:off x="7396157" y="4691852"/>
            <a:ext cx="100923" cy="1055008"/>
            <a:chOff x="4735802" y="4865202"/>
            <a:chExt cx="100923" cy="10550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93CA7CA-B551-88F0-E7EE-241C157A7CCD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786CE9C-7820-A7E3-AFF6-FFB42AD4C3EC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7AB7C3C-169C-0F99-A596-92D275B51D60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3" name="그림 12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B1CCC8-440B-D5EB-0E21-4C9F2F7E6A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74" y="2996458"/>
            <a:ext cx="1757580" cy="1445609"/>
          </a:xfrm>
          <a:prstGeom prst="rect">
            <a:avLst/>
          </a:prstGeom>
        </p:spPr>
      </p:pic>
      <p:pic>
        <p:nvPicPr>
          <p:cNvPr id="6" name="그림 5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AFA81A15-5E94-5819-2656-BE49EEAA44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762944" y="4707935"/>
            <a:ext cx="1619250" cy="1530350"/>
          </a:xfrm>
          <a:prstGeom prst="rect">
            <a:avLst/>
          </a:prstGeom>
        </p:spPr>
      </p:pic>
      <p:sp>
        <p:nvSpPr>
          <p:cNvPr id="7" name="별: 꼭짓점 4개 6">
            <a:extLst>
              <a:ext uri="{FF2B5EF4-FFF2-40B4-BE49-F238E27FC236}">
                <a16:creationId xmlns:a16="http://schemas.microsoft.com/office/drawing/2014/main" id="{DD6D97FE-47EA-3364-43B3-8E464924A033}"/>
              </a:ext>
            </a:extLst>
          </p:cNvPr>
          <p:cNvSpPr/>
          <p:nvPr/>
        </p:nvSpPr>
        <p:spPr>
          <a:xfrm>
            <a:off x="6259944" y="4959983"/>
            <a:ext cx="557315" cy="559233"/>
          </a:xfrm>
          <a:prstGeom prst="star4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30ED-D55C-46FA-8857-DE4561E4F591}"/>
              </a:ext>
            </a:extLst>
          </p:cNvPr>
          <p:cNvSpPr txBox="1"/>
          <p:nvPr/>
        </p:nvSpPr>
        <p:spPr>
          <a:xfrm>
            <a:off x="5466782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BB239F7-0600-EB3F-6FBE-B00E10F703F7}"/>
              </a:ext>
            </a:extLst>
          </p:cNvPr>
          <p:cNvSpPr/>
          <p:nvPr/>
        </p:nvSpPr>
        <p:spPr>
          <a:xfrm>
            <a:off x="6173855" y="4857384"/>
            <a:ext cx="733817" cy="769599"/>
          </a:xfrm>
          <a:prstGeom prst="roundRect">
            <a:avLst>
              <a:gd name="adj" fmla="val 17405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FC501EC-7477-1F63-48F1-21F4F7B64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8384" y="4757063"/>
            <a:ext cx="1577641" cy="148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97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2CFD6-38B8-2D17-76F2-9796D708C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9F15FC-FD72-283F-E5FA-54EC34E5E2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97" b="99800" l="1223" r="99457">
                        <a14:foregroundMark x1="1495" y1="18164" x2="15897" y2="17365"/>
                        <a14:foregroundMark x1="15897" y1="17365" x2="75000" y2="21756"/>
                        <a14:foregroundMark x1="75000" y1="21756" x2="87364" y2="20559"/>
                        <a14:foregroundMark x1="87364" y1="20559" x2="99321" y2="21557"/>
                        <a14:foregroundMark x1="99321" y1="21557" x2="99457" y2="21756"/>
                        <a14:foregroundMark x1="1495" y1="18363" x2="2038" y2="99202"/>
                        <a14:foregroundMark x1="2174" y1="97605" x2="14130" y2="98603"/>
                        <a14:foregroundMark x1="14130" y1="98603" x2="64674" y2="97405"/>
                        <a14:foregroundMark x1="64674" y1="97405" x2="76495" y2="97804"/>
                        <a14:foregroundMark x1="76495" y1="97804" x2="89810" y2="97006"/>
                        <a14:foregroundMark x1="89810" y1="97006" x2="97011" y2="88423"/>
                        <a14:foregroundMark x1="97011" y1="88423" x2="96739" y2="10379"/>
                        <a14:foregroundMark x1="96739" y1="10379" x2="83560" y2="1397"/>
                        <a14:foregroundMark x1="83560" y1="1397" x2="35190" y2="5190"/>
                        <a14:foregroundMark x1="35190" y1="5190" x2="26902" y2="2196"/>
                        <a14:foregroundMark x1="26902" y1="2196" x2="17120" y2="40918"/>
                        <a14:foregroundMark x1="17120" y1="40918" x2="7745" y2="47505"/>
                        <a14:foregroundMark x1="7745" y1="47505" x2="6250" y2="34331"/>
                        <a14:foregroundMark x1="6250" y1="34331" x2="24049" y2="30140"/>
                        <a14:foregroundMark x1="24049" y1="30140" x2="1223" y2="49501"/>
                        <a14:foregroundMark x1="1223" y1="49501" x2="8560" y2="55090"/>
                        <a14:foregroundMark x1="8560" y1="55090" x2="2038" y2="68263"/>
                        <a14:foregroundMark x1="2038" y1="68263" x2="2717" y2="77046"/>
                        <a14:foregroundMark x1="2717" y1="91417" x2="44293" y2="94810"/>
                        <a14:foregroundMark x1="44293" y1="94810" x2="82473" y2="93413"/>
                        <a14:foregroundMark x1="82473" y1="93413" x2="93207" y2="94012"/>
                        <a14:foregroundMark x1="93207" y1="94012" x2="99592" y2="84631"/>
                        <a14:foregroundMark x1="99592" y1="84631" x2="99457" y2="37325"/>
                        <a14:foregroundMark x1="99457" y1="37325" x2="99457" y2="37325"/>
                        <a14:foregroundMark x1="20245" y1="58683" x2="26223" y2="91617"/>
                        <a14:foregroundMark x1="26223" y1="91617" x2="29891" y2="72854"/>
                        <a14:foregroundMark x1="29891" y1="72854" x2="22418" y2="70659"/>
                        <a14:foregroundMark x1="72147" y1="64271" x2="55707" y2="59281"/>
                        <a14:foregroundMark x1="55707" y1="59281" x2="39266" y2="82635"/>
                        <a14:foregroundMark x1="39266" y1="82635" x2="72418" y2="76248"/>
                        <a14:foregroundMark x1="72418" y1="76248" x2="51902" y2="62675"/>
                        <a14:foregroundMark x1="51902" y1="62675" x2="50000" y2="68064"/>
                        <a14:foregroundMark x1="63179" y1="26547" x2="85870" y2="24750"/>
                        <a14:foregroundMark x1="65082" y1="13573" x2="84239" y2="10978"/>
                        <a14:foregroundMark x1="27038" y1="17565" x2="24864" y2="33333"/>
                        <a14:foregroundMark x1="23777" y1="33333" x2="51630" y2="28942"/>
                        <a14:foregroundMark x1="48234" y1="12575" x2="53804" y2="9381"/>
                        <a14:foregroundMark x1="23505" y1="12974" x2="23913" y2="2196"/>
                        <a14:foregroundMark x1="23913" y1="2196" x2="32337" y2="2994"/>
                        <a14:foregroundMark x1="32337" y1="2994" x2="39538" y2="1996"/>
                        <a14:foregroundMark x1="39538" y1="1996" x2="47147" y2="2196"/>
                        <a14:foregroundMark x1="89674" y1="2994" x2="99592" y2="3792"/>
                        <a14:foregroundMark x1="72418" y1="98403" x2="81793" y2="96607"/>
                        <a14:foregroundMark x1="81793" y1="96607" x2="90489" y2="97605"/>
                        <a14:foregroundMark x1="90489" y1="97605" x2="97826" y2="97405"/>
                        <a14:foregroundMark x1="97826" y1="97405" x2="96875" y2="91018"/>
                        <a14:foregroundMark x1="98777" y1="91218" x2="98641" y2="96607"/>
                        <a14:foregroundMark x1="87772" y1="99800" x2="92663" y2="99401"/>
                        <a14:foregroundMark x1="77853" y1="99202" x2="81929" y2="98603"/>
                        <a14:backgroundMark x1="815" y1="8982" x2="7745" y2="8383"/>
                        <a14:backgroundMark x1="7745" y1="8383" x2="13043" y2="858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836" y="1708271"/>
            <a:ext cx="6953739" cy="4733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8BF79-C01A-DDD0-0537-AF900A2E53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CDD3D7-8124-C088-2079-07175053A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73A0D5C-2C9A-55FA-F5D0-9C246E645F8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실링팬</a:t>
            </a:r>
            <a:endParaRPr lang="en-US" altLang="ko-KR" sz="2000" b="1" dirty="0"/>
          </a:p>
        </p:txBody>
      </p:sp>
      <p:sp>
        <p:nvSpPr>
          <p:cNvPr id="55" name="별: 꼭짓점 4개 54">
            <a:extLst>
              <a:ext uri="{FF2B5EF4-FFF2-40B4-BE49-F238E27FC236}">
                <a16:creationId xmlns:a16="http://schemas.microsoft.com/office/drawing/2014/main" id="{1DE4C283-81DD-A204-FF6F-DF80466E5EB0}"/>
              </a:ext>
            </a:extLst>
          </p:cNvPr>
          <p:cNvSpPr/>
          <p:nvPr/>
        </p:nvSpPr>
        <p:spPr>
          <a:xfrm>
            <a:off x="6302811" y="4979035"/>
            <a:ext cx="557315" cy="559233"/>
          </a:xfrm>
          <a:prstGeom prst="star4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A97BB-600F-A734-5D8E-F82A8CC533C9}"/>
              </a:ext>
            </a:extLst>
          </p:cNvPr>
          <p:cNvSpPr txBox="1"/>
          <p:nvPr/>
        </p:nvSpPr>
        <p:spPr>
          <a:xfrm>
            <a:off x="5466782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77397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B5F0F-D286-C9AE-7501-12B4C0AF9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D3DAD1-5A53-4798-43C4-46E126237B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3276" y="1860032"/>
            <a:ext cx="6458374" cy="4960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BA7492-D294-B850-D54E-1281DE175C6B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637887-78B1-BE6F-89B5-28CE38CE5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1ED2827-3E28-4DA9-9041-A01DEEDB0550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간접a세트</a:t>
            </a:r>
            <a:endParaRPr lang="en-US" altLang="ko-KR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827D8D-A275-542C-7D9C-BB1597329BE0}"/>
              </a:ext>
            </a:extLst>
          </p:cNvPr>
          <p:cNvSpPr/>
          <p:nvPr/>
        </p:nvSpPr>
        <p:spPr>
          <a:xfrm rot="10800000">
            <a:off x="3149541" y="3825410"/>
            <a:ext cx="102820" cy="1768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5ABB1-587D-DCEB-41F0-45E389F60C8E}"/>
              </a:ext>
            </a:extLst>
          </p:cNvPr>
          <p:cNvSpPr txBox="1"/>
          <p:nvPr/>
        </p:nvSpPr>
        <p:spPr>
          <a:xfrm>
            <a:off x="4888555" y="4195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81A7DB1-D55A-245B-B254-8D705374219E}"/>
              </a:ext>
            </a:extLst>
          </p:cNvPr>
          <p:cNvGrpSpPr/>
          <p:nvPr/>
        </p:nvGrpSpPr>
        <p:grpSpPr>
          <a:xfrm rot="5400000">
            <a:off x="4073747" y="3160400"/>
            <a:ext cx="98836" cy="1294718"/>
            <a:chOff x="4737889" y="4936642"/>
            <a:chExt cx="98836" cy="12947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AF063EF-7FC3-C2A8-8DEA-208E0072BB0D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C5F3A56-F843-BACC-31F9-464745E6FA12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C7544E6-D6EF-3459-FD42-7E179ED43BF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FA1E66F-09DA-6B25-8C78-CC3B3AECD659}"/>
              </a:ext>
            </a:extLst>
          </p:cNvPr>
          <p:cNvGrpSpPr/>
          <p:nvPr/>
        </p:nvGrpSpPr>
        <p:grpSpPr>
          <a:xfrm rot="5400000">
            <a:off x="7255274" y="3932869"/>
            <a:ext cx="98781" cy="466356"/>
            <a:chOff x="4737867" y="5145405"/>
            <a:chExt cx="98781" cy="4663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15E9DB9-77B4-A496-96C6-8EBF6B183BAC}"/>
                </a:ext>
              </a:extLst>
            </p:cNvPr>
            <p:cNvSpPr/>
            <p:nvPr/>
          </p:nvSpPr>
          <p:spPr>
            <a:xfrm>
              <a:off x="4737867" y="51454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BA22E95-42B8-6EA9-A8BF-902A012EA05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AB5C6E9-6DA3-1C9D-880E-F60A9E8A254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E7078DE-544A-8ECF-130B-61F72408D5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9B26B8B-D60C-6EB1-4404-CC75F933141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3679A49-A3F5-8457-E2CA-CE107AFEDBA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B6B9880B-F483-FA99-C6D8-82FB46C547C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78633A5-ED54-72A0-6451-7F99C2CE56CC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B4221AF3-0D4B-DE09-D5BB-DD02BADFD5D7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C4417D6-B8DC-C66F-F346-844813BC52E0}"/>
              </a:ext>
            </a:extLst>
          </p:cNvPr>
          <p:cNvGrpSpPr/>
          <p:nvPr/>
        </p:nvGrpSpPr>
        <p:grpSpPr>
          <a:xfrm rot="5400000">
            <a:off x="4122583" y="4951366"/>
            <a:ext cx="98836" cy="1294718"/>
            <a:chOff x="4737889" y="4936642"/>
            <a:chExt cx="98836" cy="129471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F21A9078-000F-514D-1C6F-84F87D68D780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A59F609F-AC89-A26C-9CAE-8DCD5FEE3051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133A7A60-09B3-AFFD-10C3-7EBFA243F8B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그림 5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F574B9-B0CE-CAE1-C70A-CCEDF5C235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91" y="3035536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91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733037-8BB1-8170-2DB9-DDDCA75136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3276" y="1860032"/>
            <a:ext cx="6458374" cy="4960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637887-78B1-BE6F-89B5-28CE38CE504D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637887-78B1-BE6F-89B5-28CE38CE5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A7385DF-5B28-D8E7-01F6-AD3C4A70E531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간접a+센서세트+우물</a:t>
            </a:r>
            <a:endParaRPr lang="en-US" altLang="ko-KR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44F3E2-B36A-B26E-616C-EBA1EE926E27}"/>
              </a:ext>
            </a:extLst>
          </p:cNvPr>
          <p:cNvSpPr/>
          <p:nvPr/>
        </p:nvSpPr>
        <p:spPr>
          <a:xfrm rot="10800000">
            <a:off x="3149541" y="3825410"/>
            <a:ext cx="102820" cy="1768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0F7D5BF-A1AD-6F97-4F4A-70F0CF65AD33}"/>
              </a:ext>
            </a:extLst>
          </p:cNvPr>
          <p:cNvSpPr/>
          <p:nvPr/>
        </p:nvSpPr>
        <p:spPr>
          <a:xfrm>
            <a:off x="3559281" y="41072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093265E-E44D-6063-BEBB-916755BAE2A1}"/>
              </a:ext>
            </a:extLst>
          </p:cNvPr>
          <p:cNvSpPr/>
          <p:nvPr/>
        </p:nvSpPr>
        <p:spPr>
          <a:xfrm>
            <a:off x="3728218" y="42593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F7142-D87E-9418-9B01-75098D43DC2B}"/>
              </a:ext>
            </a:extLst>
          </p:cNvPr>
          <p:cNvSpPr txBox="1"/>
          <p:nvPr/>
        </p:nvSpPr>
        <p:spPr>
          <a:xfrm>
            <a:off x="4888555" y="4195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49A9E30-5E7D-6D04-5734-B65D0F0E9A24}"/>
              </a:ext>
            </a:extLst>
          </p:cNvPr>
          <p:cNvGrpSpPr/>
          <p:nvPr/>
        </p:nvGrpSpPr>
        <p:grpSpPr>
          <a:xfrm rot="5400000">
            <a:off x="4073747" y="3160400"/>
            <a:ext cx="98836" cy="1294718"/>
            <a:chOff x="4737889" y="4936642"/>
            <a:chExt cx="98836" cy="12947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0DF641D-9B46-E78C-18DF-CF6914F41686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0EACFAB-EF82-D842-22B3-930753620832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182AD2E-C6AE-9855-6B25-2B8C13B092F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BFF3CA4-7EA5-03CF-9D1E-F2602BB8BA89}"/>
              </a:ext>
            </a:extLst>
          </p:cNvPr>
          <p:cNvSpPr/>
          <p:nvPr/>
        </p:nvSpPr>
        <p:spPr>
          <a:xfrm rot="16200000" flipV="1">
            <a:off x="5756295" y="3025083"/>
            <a:ext cx="98384" cy="6048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70636B-962E-8ACF-A84B-3EADA8213AF6}"/>
              </a:ext>
            </a:extLst>
          </p:cNvPr>
          <p:cNvSpPr/>
          <p:nvPr/>
        </p:nvSpPr>
        <p:spPr>
          <a:xfrm flipV="1">
            <a:off x="8087210" y="2942637"/>
            <a:ext cx="98384" cy="6554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D3B9437-529D-596E-CC22-1485FFCFBCA6}"/>
              </a:ext>
            </a:extLst>
          </p:cNvPr>
          <p:cNvGrpSpPr/>
          <p:nvPr/>
        </p:nvGrpSpPr>
        <p:grpSpPr>
          <a:xfrm rot="5400000">
            <a:off x="7255274" y="3932869"/>
            <a:ext cx="98781" cy="466356"/>
            <a:chOff x="4737867" y="5145405"/>
            <a:chExt cx="98781" cy="4663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46381A5-F8FF-F466-DD6E-B7AE63FFE5CB}"/>
                </a:ext>
              </a:extLst>
            </p:cNvPr>
            <p:cNvSpPr/>
            <p:nvPr/>
          </p:nvSpPr>
          <p:spPr>
            <a:xfrm>
              <a:off x="4737867" y="51454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C9AB058-E348-ACE6-B0C2-3F7C4003FD6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05EEE67-49B1-24E7-2417-8D8142D5F6D7}"/>
              </a:ext>
            </a:extLst>
          </p:cNvPr>
          <p:cNvSpPr/>
          <p:nvPr/>
        </p:nvSpPr>
        <p:spPr>
          <a:xfrm flipV="1">
            <a:off x="8906031" y="3516811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5F5B30-1590-DDB0-9CD3-39161AEC4364}"/>
              </a:ext>
            </a:extLst>
          </p:cNvPr>
          <p:cNvSpPr txBox="1"/>
          <p:nvPr/>
        </p:nvSpPr>
        <p:spPr>
          <a:xfrm>
            <a:off x="305232" y="4274762"/>
            <a:ext cx="24449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388839D-3850-F19F-48BA-D2FB89D1FF29}"/>
              </a:ext>
            </a:extLst>
          </p:cNvPr>
          <p:cNvCxnSpPr>
            <a:cxnSpLocks/>
          </p:cNvCxnSpPr>
          <p:nvPr/>
        </p:nvCxnSpPr>
        <p:spPr>
          <a:xfrm>
            <a:off x="2634379" y="4366646"/>
            <a:ext cx="922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C408F72-A1AC-26F2-3AC7-DACBD52480D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116A180-74BD-AF6D-4EEC-31B5694C822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44D3D8-5CEA-0727-0077-69A9C447252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DB5B375-AD83-3A7C-7E02-9F86E763265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20636726-47F6-E54D-24DA-A2D560D8FC5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AE24E55-23D7-6991-CA94-E252BDD1E40A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93D53238-EC8B-C6F8-FCDA-8F9522DAE5E1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BADA91F-85A6-04C7-4E63-15F0C780A503}"/>
              </a:ext>
            </a:extLst>
          </p:cNvPr>
          <p:cNvGrpSpPr/>
          <p:nvPr/>
        </p:nvGrpSpPr>
        <p:grpSpPr>
          <a:xfrm rot="5400000">
            <a:off x="4122583" y="4951366"/>
            <a:ext cx="98836" cy="1294718"/>
            <a:chOff x="4737889" y="4936642"/>
            <a:chExt cx="98836" cy="129471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C3FF691-6E9C-B25D-7FE8-0936D49A4EA2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A8FA3793-64AF-105E-03F4-9F815CC8D7C4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68656BD4-53EE-DBCB-6BCE-142F433250A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4F08A1-C3E4-2046-3725-F7975FF07C82}"/>
              </a:ext>
            </a:extLst>
          </p:cNvPr>
          <p:cNvGrpSpPr/>
          <p:nvPr/>
        </p:nvGrpSpPr>
        <p:grpSpPr>
          <a:xfrm>
            <a:off x="9820591" y="2189766"/>
            <a:ext cx="1795364" cy="3920228"/>
            <a:chOff x="9820591" y="2189766"/>
            <a:chExt cx="1795364" cy="392022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BB50839-25FD-8647-B67D-54E1F00B2C21}"/>
                </a:ext>
              </a:extLst>
            </p:cNvPr>
            <p:cNvGrpSpPr/>
            <p:nvPr/>
          </p:nvGrpSpPr>
          <p:grpSpPr>
            <a:xfrm>
              <a:off x="9820591" y="2189766"/>
              <a:ext cx="1795364" cy="3920228"/>
              <a:chOff x="9820591" y="2189766"/>
              <a:chExt cx="1795364" cy="3920228"/>
            </a:xfrm>
          </p:grpSpPr>
          <p:pic>
            <p:nvPicPr>
              <p:cNvPr id="12" name="그림 11" descr="텍스트, 스크린샷, 직사각형, 종이 제품이(가) 표시된 사진&#10;&#10;자동 생성된 설명">
                <a:extLst>
                  <a:ext uri="{FF2B5EF4-FFF2-40B4-BE49-F238E27FC236}">
                    <a16:creationId xmlns:a16="http://schemas.microsoft.com/office/drawing/2014/main" id="{E0895559-6E29-04E3-057A-500F0C0AB7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2130" l="7778" r="93426">
                            <a14:foregroundMark x1="24444" y1="21759" x2="93426" y2="21759"/>
                            <a14:foregroundMark x1="29815" y1="88241" x2="80000" y2="90000"/>
                            <a14:foregroundMark x1="22685" y1="87500" x2="83889" y2="88611"/>
                            <a14:foregroundMark x1="8519" y1="13241" x2="10648" y2="40833"/>
                            <a14:foregroundMark x1="10648" y1="40833" x2="11019" y2="41574"/>
                            <a14:foregroundMark x1="11389" y1="88981" x2="57407" y2="90741"/>
                            <a14:foregroundMark x1="24444" y1="85093" x2="87870" y2="86204"/>
                            <a14:foregroundMark x1="87870" y1="86204" x2="87778" y2="86111"/>
                            <a14:foregroundMark x1="57037" y1="82593" x2="89537" y2="87500"/>
                            <a14:foregroundMark x1="7870" y1="26296" x2="7870" y2="59259"/>
                            <a14:foregroundMark x1="8241" y1="81852" x2="38241" y2="80833"/>
                            <a14:foregroundMark x1="32963" y1="82222" x2="57685" y2="80093"/>
                            <a14:foregroundMark x1="14537" y1="83241" x2="53796" y2="79074"/>
                            <a14:foregroundMark x1="26574" y1="80093" x2="64074" y2="85370"/>
                            <a14:foregroundMark x1="71481" y1="83241" x2="77500" y2="92130"/>
                            <a14:foregroundMark x1="75093" y1="30185" x2="75093" y2="3018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20591" y="2189766"/>
                <a:ext cx="1795364" cy="1795364"/>
              </a:xfrm>
              <a:prstGeom prst="rect">
                <a:avLst/>
              </a:prstGeom>
            </p:spPr>
          </p:pic>
          <p:pic>
            <p:nvPicPr>
              <p:cNvPr id="17" name="그림 16" descr="텍스트, 스크린샷, 직사각형, 디자인이(가) 표시된 사진&#10;&#10;자동 생성된 설명">
                <a:extLst>
                  <a:ext uri="{FF2B5EF4-FFF2-40B4-BE49-F238E27FC236}">
                    <a16:creationId xmlns:a16="http://schemas.microsoft.com/office/drawing/2014/main" id="{8CF43437-4A6F-B41E-4558-98FA540CF8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02" t="3086" r="4707" b="11674"/>
              <a:stretch>
                <a:fillRect/>
              </a:stretch>
            </p:blipFill>
            <p:spPr>
              <a:xfrm>
                <a:off x="9913111" y="4579644"/>
                <a:ext cx="1619250" cy="1530350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1F6795-80AF-500C-5B45-48640B4AC52D}"/>
                </a:ext>
              </a:extLst>
            </p:cNvPr>
            <p:cNvSpPr txBox="1"/>
            <p:nvPr/>
          </p:nvSpPr>
          <p:spPr>
            <a:xfrm>
              <a:off x="10471863" y="3911533"/>
              <a:ext cx="5806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/>
                <a:t>&amp;</a:t>
              </a:r>
              <a:endParaRPr lang="ko-KR" altLang="en-US" sz="3600" b="1" dirty="0"/>
            </a:p>
          </p:txBody>
        </p:sp>
      </p:grpSp>
      <p:pic>
        <p:nvPicPr>
          <p:cNvPr id="19" name="그림 18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D3A2F2-4DE7-B57E-9F53-28F52B9D50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6" y="2461739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3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222D-AB53-1611-5E9A-86AC1B951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A16601-E1F6-BF0A-62A8-FCC94A2EF4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3276" y="1860032"/>
            <a:ext cx="6458374" cy="4960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DDE29B-2774-9AAB-EFBF-A96C443B9A6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DDE29B-2774-9AAB-EFBF-A96C443B9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6BB2EB0-5875-1F20-FAD2-3ECF2A4CC94F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실링팬</a:t>
            </a:r>
            <a:endParaRPr lang="en-US" altLang="ko-KR" sz="2000" b="1" dirty="0"/>
          </a:p>
        </p:txBody>
      </p:sp>
      <p:sp>
        <p:nvSpPr>
          <p:cNvPr id="44" name="별: 꼭짓점 4개 43">
            <a:extLst>
              <a:ext uri="{FF2B5EF4-FFF2-40B4-BE49-F238E27FC236}">
                <a16:creationId xmlns:a16="http://schemas.microsoft.com/office/drawing/2014/main" id="{762DA714-17C0-5E10-E806-ACE2272C8367}"/>
              </a:ext>
            </a:extLst>
          </p:cNvPr>
          <p:cNvSpPr/>
          <p:nvPr/>
        </p:nvSpPr>
        <p:spPr>
          <a:xfrm>
            <a:off x="3791259" y="4430395"/>
            <a:ext cx="557315" cy="559233"/>
          </a:xfrm>
          <a:prstGeom prst="star4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35A07-51B2-6112-96D9-AD2059D383CD}"/>
              </a:ext>
            </a:extLst>
          </p:cNvPr>
          <p:cNvSpPr txBox="1"/>
          <p:nvPr/>
        </p:nvSpPr>
        <p:spPr>
          <a:xfrm>
            <a:off x="570978" y="454835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0011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733037-8BB1-8170-2DB9-DDDCA75136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3276" y="1860032"/>
            <a:ext cx="6458374" cy="4960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637887-78B1-BE6F-89B5-28CE38CE504D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637887-78B1-BE6F-89B5-28CE38CE5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A7385DF-5B28-D8E7-01F6-AD3C4A70E531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간접a+센서세트+우물</a:t>
            </a:r>
            <a:endParaRPr lang="en-US" altLang="ko-KR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44F3E2-B36A-B26E-616C-EBA1EE926E27}"/>
              </a:ext>
            </a:extLst>
          </p:cNvPr>
          <p:cNvSpPr/>
          <p:nvPr/>
        </p:nvSpPr>
        <p:spPr>
          <a:xfrm rot="10800000">
            <a:off x="3149541" y="3825410"/>
            <a:ext cx="102820" cy="1768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0F7D5BF-A1AD-6F97-4F4A-70F0CF65AD33}"/>
              </a:ext>
            </a:extLst>
          </p:cNvPr>
          <p:cNvSpPr/>
          <p:nvPr/>
        </p:nvSpPr>
        <p:spPr>
          <a:xfrm>
            <a:off x="3559281" y="41072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093265E-E44D-6063-BEBB-916755BAE2A1}"/>
              </a:ext>
            </a:extLst>
          </p:cNvPr>
          <p:cNvSpPr/>
          <p:nvPr/>
        </p:nvSpPr>
        <p:spPr>
          <a:xfrm>
            <a:off x="3728218" y="4259351"/>
            <a:ext cx="907746" cy="952009"/>
          </a:xfrm>
          <a:prstGeom prst="roundRect">
            <a:avLst>
              <a:gd name="adj" fmla="val 1373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F7142-D87E-9418-9B01-75098D43DC2B}"/>
              </a:ext>
            </a:extLst>
          </p:cNvPr>
          <p:cNvSpPr txBox="1"/>
          <p:nvPr/>
        </p:nvSpPr>
        <p:spPr>
          <a:xfrm>
            <a:off x="4888555" y="4195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49A9E30-5E7D-6D04-5734-B65D0F0E9A24}"/>
              </a:ext>
            </a:extLst>
          </p:cNvPr>
          <p:cNvGrpSpPr/>
          <p:nvPr/>
        </p:nvGrpSpPr>
        <p:grpSpPr>
          <a:xfrm rot="5400000">
            <a:off x="4073747" y="3160400"/>
            <a:ext cx="98836" cy="1294718"/>
            <a:chOff x="4737889" y="4936642"/>
            <a:chExt cx="98836" cy="12947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0DF641D-9B46-E78C-18DF-CF6914F41686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0EACFAB-EF82-D842-22B3-930753620832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182AD2E-C6AE-9855-6B25-2B8C13B092F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BFF3CA4-7EA5-03CF-9D1E-F2602BB8BA89}"/>
              </a:ext>
            </a:extLst>
          </p:cNvPr>
          <p:cNvSpPr/>
          <p:nvPr/>
        </p:nvSpPr>
        <p:spPr>
          <a:xfrm rot="16200000" flipV="1">
            <a:off x="5756295" y="3025083"/>
            <a:ext cx="98384" cy="6048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70636B-962E-8ACF-A84B-3EADA8213AF6}"/>
              </a:ext>
            </a:extLst>
          </p:cNvPr>
          <p:cNvSpPr/>
          <p:nvPr/>
        </p:nvSpPr>
        <p:spPr>
          <a:xfrm flipV="1">
            <a:off x="8087210" y="2942637"/>
            <a:ext cx="98384" cy="6554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D3B9437-529D-596E-CC22-1485FFCFBCA6}"/>
              </a:ext>
            </a:extLst>
          </p:cNvPr>
          <p:cNvGrpSpPr/>
          <p:nvPr/>
        </p:nvGrpSpPr>
        <p:grpSpPr>
          <a:xfrm rot="5400000">
            <a:off x="7255274" y="3932869"/>
            <a:ext cx="98781" cy="466356"/>
            <a:chOff x="4737867" y="5145405"/>
            <a:chExt cx="98781" cy="4663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46381A5-F8FF-F466-DD6E-B7AE63FFE5CB}"/>
                </a:ext>
              </a:extLst>
            </p:cNvPr>
            <p:cNvSpPr/>
            <p:nvPr/>
          </p:nvSpPr>
          <p:spPr>
            <a:xfrm>
              <a:off x="4737867" y="51454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C9AB058-E348-ACE6-B0C2-3F7C4003FD6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05EEE67-49B1-24E7-2417-8D8142D5F6D7}"/>
              </a:ext>
            </a:extLst>
          </p:cNvPr>
          <p:cNvSpPr/>
          <p:nvPr/>
        </p:nvSpPr>
        <p:spPr>
          <a:xfrm flipV="1">
            <a:off x="8906031" y="3516811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C408F72-A1AC-26F2-3AC7-DACBD52480D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116A180-74BD-AF6D-4EEC-31B5694C822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44D3D8-5CEA-0727-0077-69A9C447252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DB5B375-AD83-3A7C-7E02-9F86E763265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20636726-47F6-E54D-24DA-A2D560D8FC5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AE24E55-23D7-6991-CA94-E252BDD1E40A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93D53238-EC8B-C6F8-FCDA-8F9522DAE5E1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BADA91F-85A6-04C7-4E63-15F0C780A503}"/>
              </a:ext>
            </a:extLst>
          </p:cNvPr>
          <p:cNvGrpSpPr/>
          <p:nvPr/>
        </p:nvGrpSpPr>
        <p:grpSpPr>
          <a:xfrm rot="5400000">
            <a:off x="4122583" y="4951366"/>
            <a:ext cx="98836" cy="1294718"/>
            <a:chOff x="4737889" y="4936642"/>
            <a:chExt cx="98836" cy="129471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C3FF691-6E9C-B25D-7FE8-0936D49A4EA2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A8FA3793-64AF-105E-03F4-9F815CC8D7C4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68656BD4-53EE-DBCB-6BCE-142F433250A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9" name="그림 1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49C0864-4111-8E67-2612-1B7E35CEC5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579719" y="5190091"/>
            <a:ext cx="1619250" cy="1530350"/>
          </a:xfrm>
          <a:prstGeom prst="rect">
            <a:avLst/>
          </a:prstGeom>
        </p:spPr>
      </p:pic>
      <p:pic>
        <p:nvPicPr>
          <p:cNvPr id="21" name="그림 20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F71BB7-882B-CA7E-EB1D-DB87594C3B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0" y="2642772"/>
            <a:ext cx="1757580" cy="1445609"/>
          </a:xfrm>
          <a:prstGeom prst="rect">
            <a:avLst/>
          </a:prstGeom>
        </p:spPr>
      </p:pic>
      <p:sp>
        <p:nvSpPr>
          <p:cNvPr id="23" name="별: 꼭짓점 4개 22">
            <a:extLst>
              <a:ext uri="{FF2B5EF4-FFF2-40B4-BE49-F238E27FC236}">
                <a16:creationId xmlns:a16="http://schemas.microsoft.com/office/drawing/2014/main" id="{2C3DF005-47DB-F589-C6A4-013031F6B555}"/>
              </a:ext>
            </a:extLst>
          </p:cNvPr>
          <p:cNvSpPr/>
          <p:nvPr/>
        </p:nvSpPr>
        <p:spPr>
          <a:xfrm>
            <a:off x="3902097" y="4444250"/>
            <a:ext cx="557315" cy="559233"/>
          </a:xfrm>
          <a:prstGeom prst="star4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1055D7-6E08-BB3E-6022-F6AC3A28EBC7}"/>
              </a:ext>
            </a:extLst>
          </p:cNvPr>
          <p:cNvSpPr txBox="1"/>
          <p:nvPr/>
        </p:nvSpPr>
        <p:spPr>
          <a:xfrm>
            <a:off x="570978" y="446522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540F3F69-8C8D-E7DF-C67B-4D75E8BAA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5957" y="5123695"/>
            <a:ext cx="1577641" cy="148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90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1C65-42D2-C92E-62A0-643ABDA4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5B5ABE-1A0A-63DD-AF7E-B5A1348E0B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796" l="0" r="98901">
                        <a14:foregroundMark x1="23077" y1="1020" x2="24038" y2="28776"/>
                        <a14:foregroundMark x1="0" y1="32653" x2="31319" y2="30204"/>
                        <a14:foregroundMark x1="31319" y1="30204" x2="31456" y2="30204"/>
                        <a14:foregroundMark x1="35852" y1="2857" x2="96841" y2="3469"/>
                        <a14:foregroundMark x1="97940" y1="1020" x2="89011" y2="87347"/>
                        <a14:foregroundMark x1="17033" y1="92653" x2="51236" y2="90204"/>
                        <a14:foregroundMark x1="3297" y1="99592" x2="8242" y2="98163"/>
                        <a14:foregroundMark x1="1099" y1="88367" x2="412" y2="82449"/>
                        <a14:foregroundMark x1="549" y1="70204" x2="1236" y2="57551"/>
                        <a14:foregroundMark x1="1511" y1="44898" x2="137" y2="43469"/>
                        <a14:foregroundMark x1="17582" y1="98980" x2="32555" y2="96531"/>
                        <a14:foregroundMark x1="32555" y1="96531" x2="32967" y2="96531"/>
                        <a14:foregroundMark x1="42170" y1="99592" x2="53846" y2="99796"/>
                        <a14:foregroundMark x1="63736" y1="98980" x2="73626" y2="98571"/>
                        <a14:foregroundMark x1="73626" y1="98571" x2="74863" y2="98980"/>
                        <a14:foregroundMark x1="83929" y1="99796" x2="92170" y2="98163"/>
                        <a14:foregroundMark x1="92170" y1="98163" x2="92857" y2="98163"/>
                        <a14:foregroundMark x1="97115" y1="98980" x2="98901" y2="59796"/>
                        <a14:foregroundMark x1="98901" y1="59796" x2="98901" y2="59796"/>
                        <a14:foregroundMark x1="98352" y1="51020" x2="98352" y2="22245"/>
                        <a14:foregroundMark x1="19918" y1="29388" x2="21566" y2="22857"/>
                        <a14:foregroundMark x1="18544" y1="28571" x2="21429" y2="20612"/>
                        <a14:foregroundMark x1="3159" y1="28980" x2="16071" y2="27755"/>
                        <a14:backgroundMark x1="10577" y1="408" x2="1099" y2="10000"/>
                        <a14:backgroundMark x1="1099" y1="10000" x2="1236" y2="4490"/>
                        <a14:backgroundMark x1="2610" y1="14694" x2="13187" y2="12245"/>
                        <a14:backgroundMark x1="13187" y1="12245" x2="20055" y2="3061"/>
                        <a14:backgroundMark x1="20055" y1="3061" x2="20192" y2="2653"/>
                        <a14:backgroundMark x1="17170" y1="7755" x2="2198" y2="1633"/>
                        <a14:backgroundMark x1="2198" y1="1633" x2="2198" y2="163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591" y="1133475"/>
            <a:ext cx="7859244" cy="5289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BAAF65-296C-D0B9-9724-72BAED411AD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BAAF65-296C-D0B9-9724-72BAED411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035756-255E-54DE-CDA2-23FD9CDC014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100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간접a세트</a:t>
            </a:r>
            <a:endParaRPr lang="en-US" altLang="ko-KR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2DA5AE-F062-709D-2DE8-5DBADD6E4FDC}"/>
              </a:ext>
            </a:extLst>
          </p:cNvPr>
          <p:cNvSpPr/>
          <p:nvPr/>
        </p:nvSpPr>
        <p:spPr>
          <a:xfrm rot="5400000">
            <a:off x="6574072" y="5021945"/>
            <a:ext cx="102820" cy="2092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F4427E-AF38-E988-318D-EF092B5B298B}"/>
              </a:ext>
            </a:extLst>
          </p:cNvPr>
          <p:cNvSpPr txBox="1"/>
          <p:nvPr/>
        </p:nvSpPr>
        <p:spPr>
          <a:xfrm>
            <a:off x="5708905" y="39075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C83CA-D944-A70C-E432-394047E8D7A8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E65C1F5-93E5-B77B-D8A2-2381AFE9D9D7}"/>
              </a:ext>
            </a:extLst>
          </p:cNvPr>
          <p:cNvGrpSpPr/>
          <p:nvPr/>
        </p:nvGrpSpPr>
        <p:grpSpPr>
          <a:xfrm rot="5400000">
            <a:off x="4323456" y="4034008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31CD8A1-AF04-C633-08B8-F24728EE0878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C049C80-9F49-29CB-4B6C-77D0074964D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13">
            <a:extLst>
              <a:ext uri="{FF2B5EF4-FFF2-40B4-BE49-F238E27FC236}">
                <a16:creationId xmlns:a16="http://schemas.microsoft.com/office/drawing/2014/main" id="{429E33BD-7D9F-FA59-7F3E-27D6D8135025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FCAB900-9556-295C-20A7-8A4E257A0F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5B8D140-F32D-087D-705A-F5C2436D48B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770660F-60E3-6F39-EA43-ADA4D6AD149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423EE02-1936-286B-1693-5119786FA58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8D4E6E98-A1A4-1485-EC8D-941B71342E3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96B3C25-1D4B-D994-196D-2D6A08729202}"/>
              </a:ext>
            </a:extLst>
          </p:cNvPr>
          <p:cNvGrpSpPr/>
          <p:nvPr/>
        </p:nvGrpSpPr>
        <p:grpSpPr>
          <a:xfrm>
            <a:off x="5465291" y="4588625"/>
            <a:ext cx="100923" cy="1226462"/>
            <a:chOff x="4735802" y="4693748"/>
            <a:chExt cx="100923" cy="1226462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B33E9C-D9BC-D305-3904-304A51CBDC10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F75E7B-9F70-5B9D-B252-B779CAC1C02A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BEF26F8B-1031-AD37-470B-0140BED48C62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B834FBB-1F3B-C552-3F4E-A72AF7A96C9E}"/>
              </a:ext>
            </a:extLst>
          </p:cNvPr>
          <p:cNvGrpSpPr/>
          <p:nvPr/>
        </p:nvGrpSpPr>
        <p:grpSpPr>
          <a:xfrm>
            <a:off x="7684355" y="4552127"/>
            <a:ext cx="100923" cy="1226462"/>
            <a:chOff x="4735802" y="4693748"/>
            <a:chExt cx="100923" cy="1226462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CB53039-DDA2-E105-E7B5-BDB182D26423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B7B7AE7D-45E1-16F1-913D-B4C65DC44682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20403822-8E97-B604-669F-BFE2C634D510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그림 5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D52689-61FC-DCC5-4C24-5C99277B9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62" y="3429000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89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BF539-611D-D69B-6905-91970ABC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3BF1F8-5069-C82C-14F3-D95B6DE654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796" l="0" r="98901">
                        <a14:foregroundMark x1="23077" y1="1020" x2="24038" y2="28776"/>
                        <a14:foregroundMark x1="0" y1="32653" x2="31319" y2="30204"/>
                        <a14:foregroundMark x1="31319" y1="30204" x2="31456" y2="30204"/>
                        <a14:foregroundMark x1="35852" y1="2857" x2="96841" y2="3469"/>
                        <a14:foregroundMark x1="97940" y1="1020" x2="89011" y2="87347"/>
                        <a14:foregroundMark x1="17033" y1="92653" x2="51236" y2="90204"/>
                        <a14:foregroundMark x1="3297" y1="99592" x2="8242" y2="98163"/>
                        <a14:foregroundMark x1="1099" y1="88367" x2="412" y2="82449"/>
                        <a14:foregroundMark x1="549" y1="70204" x2="1236" y2="57551"/>
                        <a14:foregroundMark x1="1511" y1="44898" x2="137" y2="43469"/>
                        <a14:foregroundMark x1="17582" y1="98980" x2="32555" y2="96531"/>
                        <a14:foregroundMark x1="32555" y1="96531" x2="32967" y2="96531"/>
                        <a14:foregroundMark x1="42170" y1="99592" x2="53846" y2="99796"/>
                        <a14:foregroundMark x1="63736" y1="98980" x2="73626" y2="98571"/>
                        <a14:foregroundMark x1="73626" y1="98571" x2="74863" y2="98980"/>
                        <a14:foregroundMark x1="83929" y1="99796" x2="92170" y2="98163"/>
                        <a14:foregroundMark x1="92170" y1="98163" x2="92857" y2="98163"/>
                        <a14:foregroundMark x1="97115" y1="98980" x2="98901" y2="59796"/>
                        <a14:foregroundMark x1="98901" y1="59796" x2="98901" y2="59796"/>
                        <a14:foregroundMark x1="98352" y1="51020" x2="98352" y2="22245"/>
                        <a14:foregroundMark x1="19918" y1="29388" x2="21566" y2="22857"/>
                        <a14:foregroundMark x1="18544" y1="28571" x2="21429" y2="20612"/>
                        <a14:foregroundMark x1="3159" y1="28980" x2="16071" y2="27755"/>
                        <a14:backgroundMark x1="10577" y1="408" x2="1099" y2="10000"/>
                        <a14:backgroundMark x1="1099" y1="10000" x2="1236" y2="4490"/>
                        <a14:backgroundMark x1="2610" y1="14694" x2="13187" y2="12245"/>
                        <a14:backgroundMark x1="13187" y1="12245" x2="20055" y2="3061"/>
                        <a14:backgroundMark x1="20055" y1="3061" x2="20192" y2="2653"/>
                        <a14:backgroundMark x1="17170" y1="7755" x2="2198" y2="1633"/>
                        <a14:backgroundMark x1="2198" y1="1633" x2="2198" y2="163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591" y="1133475"/>
            <a:ext cx="7859244" cy="5289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521A8D-3248-9056-0CDD-6C48CC2DE9F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BAAF65-296C-D0B9-9724-72BAED411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65E3516-BC7B-2775-8B5E-5959B1F1B44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100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간접a+센서세트+우물</a:t>
            </a:r>
            <a:endParaRPr lang="en-US" altLang="ko-KR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3058A9-93B5-09DE-D58B-07C0A3C1D421}"/>
              </a:ext>
            </a:extLst>
          </p:cNvPr>
          <p:cNvSpPr/>
          <p:nvPr/>
        </p:nvSpPr>
        <p:spPr>
          <a:xfrm rot="5400000">
            <a:off x="6574072" y="5021945"/>
            <a:ext cx="102820" cy="2092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C47019F-9043-856D-53F9-B94B77AEBC35}"/>
              </a:ext>
            </a:extLst>
          </p:cNvPr>
          <p:cNvSpPr/>
          <p:nvPr/>
        </p:nvSpPr>
        <p:spPr>
          <a:xfrm>
            <a:off x="6047057" y="4584355"/>
            <a:ext cx="1211463" cy="12368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EBC04E8-FEB7-A659-459C-E854CABE5E1A}"/>
              </a:ext>
            </a:extLst>
          </p:cNvPr>
          <p:cNvSpPr/>
          <p:nvPr/>
        </p:nvSpPr>
        <p:spPr>
          <a:xfrm>
            <a:off x="6217251" y="4755757"/>
            <a:ext cx="871077" cy="91355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C664E3-E06B-1159-77FD-FD9920846D47}"/>
              </a:ext>
            </a:extLst>
          </p:cNvPr>
          <p:cNvSpPr txBox="1"/>
          <p:nvPr/>
        </p:nvSpPr>
        <p:spPr>
          <a:xfrm>
            <a:off x="5708905" y="39075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D7E2B6-F246-B4E0-F92A-B8A98D68898E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ECC6D16-4C4C-BCCF-ED55-A7269175D212}"/>
              </a:ext>
            </a:extLst>
          </p:cNvPr>
          <p:cNvSpPr/>
          <p:nvPr/>
        </p:nvSpPr>
        <p:spPr>
          <a:xfrm flipV="1">
            <a:off x="2456084" y="3684195"/>
            <a:ext cx="98384" cy="6163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6C740A6-D634-4577-9B96-8754F3F1ABA6}"/>
              </a:ext>
            </a:extLst>
          </p:cNvPr>
          <p:cNvGrpSpPr/>
          <p:nvPr/>
        </p:nvGrpSpPr>
        <p:grpSpPr>
          <a:xfrm rot="5400000">
            <a:off x="4323456" y="4034008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78F85A1-2A27-7436-B7A7-063ECEA1645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93B9297-25C2-1D75-10AB-777D37B41F5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AFDBE64-5356-1023-C47F-394A56384E31}"/>
              </a:ext>
            </a:extLst>
          </p:cNvPr>
          <p:cNvSpPr/>
          <p:nvPr/>
        </p:nvSpPr>
        <p:spPr>
          <a:xfrm flipV="1">
            <a:off x="3395428" y="2959661"/>
            <a:ext cx="98385" cy="7646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204A3D-A170-6ED1-2D4A-87790443475D}"/>
              </a:ext>
            </a:extLst>
          </p:cNvPr>
          <p:cNvSpPr txBox="1"/>
          <p:nvPr/>
        </p:nvSpPr>
        <p:spPr>
          <a:xfrm>
            <a:off x="5465291" y="6513618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D5C715E-6170-B17A-957C-E278E3313D62}"/>
              </a:ext>
            </a:extLst>
          </p:cNvPr>
          <p:cNvCxnSpPr>
            <a:cxnSpLocks/>
          </p:cNvCxnSpPr>
          <p:nvPr/>
        </p:nvCxnSpPr>
        <p:spPr>
          <a:xfrm flipV="1">
            <a:off x="6982986" y="5815087"/>
            <a:ext cx="0" cy="694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BC8C73C9-341D-D2EE-B359-84780CAF2135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597E64D-7DBB-3CF7-679D-37ABD60241A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74A6EE51-41B1-069E-935A-89AFC1034AB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CDD6BF3-C811-CAC8-747D-7A66524F58E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5C6C55E-B828-5F43-5402-E325AADF3D9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00E494B4-6CCB-91CE-72D7-D0BACF69320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3C12850-CDBC-FC83-0521-9AB9BF90E235}"/>
              </a:ext>
            </a:extLst>
          </p:cNvPr>
          <p:cNvSpPr/>
          <p:nvPr/>
        </p:nvSpPr>
        <p:spPr>
          <a:xfrm rot="16200000" flipV="1">
            <a:off x="8519496" y="2540129"/>
            <a:ext cx="98385" cy="7934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A06DC4F-CEAB-0D92-7C61-06CE7C58979F}"/>
              </a:ext>
            </a:extLst>
          </p:cNvPr>
          <p:cNvGrpSpPr/>
          <p:nvPr/>
        </p:nvGrpSpPr>
        <p:grpSpPr>
          <a:xfrm>
            <a:off x="5465291" y="4588625"/>
            <a:ext cx="100923" cy="1226462"/>
            <a:chOff x="4735802" y="4693748"/>
            <a:chExt cx="100923" cy="1226462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5432EFF-23C3-8625-8118-A41A8CF7CBFB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D6E4944-5AD1-5C5D-0864-2BF781B80E63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22EB769-7369-E5E2-0D0F-5B8722A00DBC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306131C-901C-BF52-4478-66A90EE1416D}"/>
              </a:ext>
            </a:extLst>
          </p:cNvPr>
          <p:cNvGrpSpPr/>
          <p:nvPr/>
        </p:nvGrpSpPr>
        <p:grpSpPr>
          <a:xfrm>
            <a:off x="7684355" y="4552127"/>
            <a:ext cx="100923" cy="1226462"/>
            <a:chOff x="4735802" y="4693748"/>
            <a:chExt cx="100923" cy="1226462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D353B95-D08C-6359-73F0-37C3D9E6FB9B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B6C96A01-3F96-A280-C009-BC5B99AD2167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AD02A049-ABB9-7531-6C45-72C7A3BF12E5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그림 5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F7765B-5E6A-9478-6624-43C74331E0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31" y="3534224"/>
            <a:ext cx="1757580" cy="144560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8C9B75BD-A26E-D5AA-B383-858879C46E55}"/>
              </a:ext>
            </a:extLst>
          </p:cNvPr>
          <p:cNvGrpSpPr/>
          <p:nvPr/>
        </p:nvGrpSpPr>
        <p:grpSpPr>
          <a:xfrm>
            <a:off x="10113199" y="2189766"/>
            <a:ext cx="1795364" cy="3920228"/>
            <a:chOff x="9820591" y="2189766"/>
            <a:chExt cx="1795364" cy="3920228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B361DFB-3987-2131-1345-DACBE07D99F6}"/>
                </a:ext>
              </a:extLst>
            </p:cNvPr>
            <p:cNvGrpSpPr/>
            <p:nvPr/>
          </p:nvGrpSpPr>
          <p:grpSpPr>
            <a:xfrm>
              <a:off x="9820591" y="2189766"/>
              <a:ext cx="1795364" cy="3920228"/>
              <a:chOff x="9820591" y="2189766"/>
              <a:chExt cx="1795364" cy="3920228"/>
            </a:xfrm>
          </p:grpSpPr>
          <p:pic>
            <p:nvPicPr>
              <p:cNvPr id="15" name="그림 14" descr="텍스트, 스크린샷, 직사각형, 종이 제품이(가) 표시된 사진&#10;&#10;자동 생성된 설명">
                <a:extLst>
                  <a:ext uri="{FF2B5EF4-FFF2-40B4-BE49-F238E27FC236}">
                    <a16:creationId xmlns:a16="http://schemas.microsoft.com/office/drawing/2014/main" id="{C65B1772-5680-6FDA-A24A-BF0B4183D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2130" l="7778" r="93426">
                            <a14:foregroundMark x1="24444" y1="21759" x2="93426" y2="21759"/>
                            <a14:foregroundMark x1="29815" y1="88241" x2="80000" y2="90000"/>
                            <a14:foregroundMark x1="22685" y1="87500" x2="83889" y2="88611"/>
                            <a14:foregroundMark x1="8519" y1="13241" x2="10648" y2="40833"/>
                            <a14:foregroundMark x1="10648" y1="40833" x2="11019" y2="41574"/>
                            <a14:foregroundMark x1="11389" y1="88981" x2="57407" y2="90741"/>
                            <a14:foregroundMark x1="24444" y1="85093" x2="87870" y2="86204"/>
                            <a14:foregroundMark x1="87870" y1="86204" x2="87778" y2="86111"/>
                            <a14:foregroundMark x1="57037" y1="82593" x2="89537" y2="87500"/>
                            <a14:foregroundMark x1="7870" y1="26296" x2="7870" y2="59259"/>
                            <a14:foregroundMark x1="8241" y1="81852" x2="38241" y2="80833"/>
                            <a14:foregroundMark x1="32963" y1="82222" x2="57685" y2="80093"/>
                            <a14:foregroundMark x1="14537" y1="83241" x2="53796" y2="79074"/>
                            <a14:foregroundMark x1="26574" y1="80093" x2="64074" y2="85370"/>
                            <a14:foregroundMark x1="71481" y1="83241" x2="77500" y2="92130"/>
                            <a14:foregroundMark x1="75093" y1="30185" x2="75093" y2="3018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20591" y="2189766"/>
                <a:ext cx="1795364" cy="1795364"/>
              </a:xfrm>
              <a:prstGeom prst="rect">
                <a:avLst/>
              </a:prstGeom>
            </p:spPr>
          </p:pic>
          <p:pic>
            <p:nvPicPr>
              <p:cNvPr id="16" name="그림 15" descr="텍스트, 스크린샷, 직사각형, 디자인이(가) 표시된 사진&#10;&#10;자동 생성된 설명">
                <a:extLst>
                  <a:ext uri="{FF2B5EF4-FFF2-40B4-BE49-F238E27FC236}">
                    <a16:creationId xmlns:a16="http://schemas.microsoft.com/office/drawing/2014/main" id="{2B98F2EB-1CF1-C59F-F275-FAC617C9C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02" t="3086" r="4707" b="11674"/>
              <a:stretch>
                <a:fillRect/>
              </a:stretch>
            </p:blipFill>
            <p:spPr>
              <a:xfrm>
                <a:off x="9913111" y="4579644"/>
                <a:ext cx="1619250" cy="153035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27EAF8-1EC8-2F9A-3129-EF59A4373F2F}"/>
                </a:ext>
              </a:extLst>
            </p:cNvPr>
            <p:cNvSpPr txBox="1"/>
            <p:nvPr/>
          </p:nvSpPr>
          <p:spPr>
            <a:xfrm>
              <a:off x="10471863" y="3911533"/>
              <a:ext cx="5806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/>
                <a:t>&amp;</a:t>
              </a:r>
              <a:endParaRPr lang="ko-KR" alt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79188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92128-347B-3C2B-8E24-87EECD18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D44D1A-C031-68A8-614C-F3AFC07797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796" l="0" r="98901">
                        <a14:foregroundMark x1="23077" y1="1020" x2="24038" y2="28776"/>
                        <a14:foregroundMark x1="0" y1="32653" x2="31319" y2="30204"/>
                        <a14:foregroundMark x1="31319" y1="30204" x2="31456" y2="30204"/>
                        <a14:foregroundMark x1="35852" y1="2857" x2="96841" y2="3469"/>
                        <a14:foregroundMark x1="97940" y1="1020" x2="89011" y2="87347"/>
                        <a14:foregroundMark x1="17033" y1="92653" x2="51236" y2="90204"/>
                        <a14:foregroundMark x1="3297" y1="99592" x2="8242" y2="98163"/>
                        <a14:foregroundMark x1="1099" y1="88367" x2="412" y2="82449"/>
                        <a14:foregroundMark x1="549" y1="70204" x2="1236" y2="57551"/>
                        <a14:foregroundMark x1="1511" y1="44898" x2="137" y2="43469"/>
                        <a14:foregroundMark x1="17582" y1="98980" x2="32555" y2="96531"/>
                        <a14:foregroundMark x1="32555" y1="96531" x2="32967" y2="96531"/>
                        <a14:foregroundMark x1="42170" y1="99592" x2="53846" y2="99796"/>
                        <a14:foregroundMark x1="63736" y1="98980" x2="73626" y2="98571"/>
                        <a14:foregroundMark x1="73626" y1="98571" x2="74863" y2="98980"/>
                        <a14:foregroundMark x1="83929" y1="99796" x2="92170" y2="98163"/>
                        <a14:foregroundMark x1="92170" y1="98163" x2="92857" y2="98163"/>
                        <a14:foregroundMark x1="97115" y1="98980" x2="98901" y2="59796"/>
                        <a14:foregroundMark x1="98901" y1="59796" x2="98901" y2="59796"/>
                        <a14:foregroundMark x1="98352" y1="51020" x2="98352" y2="22245"/>
                        <a14:foregroundMark x1="19918" y1="29388" x2="21566" y2="22857"/>
                        <a14:foregroundMark x1="18544" y1="28571" x2="21429" y2="20612"/>
                        <a14:foregroundMark x1="3159" y1="28980" x2="16071" y2="27755"/>
                        <a14:backgroundMark x1="10577" y1="408" x2="1099" y2="10000"/>
                        <a14:backgroundMark x1="1099" y1="10000" x2="1236" y2="4490"/>
                        <a14:backgroundMark x1="2610" y1="14694" x2="13187" y2="12245"/>
                        <a14:backgroundMark x1="13187" y1="12245" x2="20055" y2="3061"/>
                        <a14:backgroundMark x1="20055" y1="3061" x2="20192" y2="2653"/>
                        <a14:backgroundMark x1="17170" y1="7755" x2="2198" y2="1633"/>
                        <a14:backgroundMark x1="2198" y1="1633" x2="2198" y2="163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591" y="1133475"/>
            <a:ext cx="7859244" cy="5289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8FD8E1-5ED4-38DF-7A42-85540B1AB42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8FD8E1-5ED4-38DF-7A42-85540B1AB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7566CF1-B879-3625-DB90-85D58105C90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100</a:t>
            </a:r>
            <a:r>
              <a:rPr lang="ko-KR" altLang="en-US" sz="2000" b="1" dirty="0"/>
              <a:t>타입 </a:t>
            </a:r>
            <a:r>
              <a:rPr lang="ko-KR" altLang="ko-KR" sz="2000" b="1" dirty="0" err="1"/>
              <a:t>실링팬</a:t>
            </a:r>
            <a:endParaRPr lang="en-US" altLang="ko-KR" sz="2000" b="1" dirty="0"/>
          </a:p>
        </p:txBody>
      </p:sp>
      <p:sp>
        <p:nvSpPr>
          <p:cNvPr id="45" name="별: 꼭짓점 4개 44">
            <a:extLst>
              <a:ext uri="{FF2B5EF4-FFF2-40B4-BE49-F238E27FC236}">
                <a16:creationId xmlns:a16="http://schemas.microsoft.com/office/drawing/2014/main" id="{A715BA71-51C4-21FE-20E5-AC402E9A448B}"/>
              </a:ext>
            </a:extLst>
          </p:cNvPr>
          <p:cNvSpPr/>
          <p:nvPr/>
        </p:nvSpPr>
        <p:spPr>
          <a:xfrm>
            <a:off x="6375963" y="4930267"/>
            <a:ext cx="557315" cy="559233"/>
          </a:xfrm>
          <a:prstGeom prst="star4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E382D-04C2-D3CF-A21F-1F5777447CB7}"/>
              </a:ext>
            </a:extLst>
          </p:cNvPr>
          <p:cNvSpPr txBox="1"/>
          <p:nvPr/>
        </p:nvSpPr>
        <p:spPr>
          <a:xfrm>
            <a:off x="5466782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58563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진옥화</cp:lastModifiedBy>
  <cp:revision>1</cp:revision>
  <dcterms:created xsi:type="dcterms:W3CDTF">2026-08-23T05:42:22Z</dcterms:created>
  <dcterms:modified xsi:type="dcterms:W3CDTF">2026-09-06T03:39:57Z</dcterms:modified>
</cp:coreProperties>
</file>