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7" r:id="rId14"/>
    <p:sldId id="532" r:id="rId15"/>
    <p:sldId id="531" r:id="rId16"/>
    <p:sldId id="551" r:id="rId17"/>
    <p:sldId id="552" r:id="rId18"/>
    <p:sldId id="550" r:id="rId19"/>
    <p:sldId id="258" r:id="rId20"/>
    <p:sldId id="534" r:id="rId21"/>
    <p:sldId id="533" r:id="rId22"/>
    <p:sldId id="553" r:id="rId23"/>
    <p:sldId id="259" r:id="rId24"/>
    <p:sldId id="535" r:id="rId25"/>
    <p:sldId id="536" r:id="rId26"/>
    <p:sldId id="544" r:id="rId27"/>
    <p:sldId id="545" r:id="rId28"/>
    <p:sldId id="554" r:id="rId29"/>
    <p:sldId id="558" r:id="rId30"/>
    <p:sldId id="547" r:id="rId31"/>
    <p:sldId id="541" r:id="rId32"/>
    <p:sldId id="260" r:id="rId33"/>
    <p:sldId id="538" r:id="rId34"/>
    <p:sldId id="537" r:id="rId35"/>
    <p:sldId id="543" r:id="rId36"/>
    <p:sldId id="261" r:id="rId37"/>
    <p:sldId id="540" r:id="rId38"/>
    <p:sldId id="539" r:id="rId39"/>
    <p:sldId id="548" r:id="rId40"/>
    <p:sldId id="542" r:id="rId41"/>
    <p:sldId id="549" r:id="rId42"/>
    <p:sldId id="546" r:id="rId4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59A" id="{B6314CE4-2C9F-49FE-85FE-CDFF333651E6}">
          <p14:sldIdLst>
            <p14:sldId id="257"/>
            <p14:sldId id="532"/>
            <p14:sldId id="531"/>
            <p14:sldId id="551"/>
            <p14:sldId id="552"/>
            <p14:sldId id="550"/>
          </p14:sldIdLst>
        </p14:section>
        <p14:section name="59B" id="{189D4034-BBFC-42C2-80B2-96D553507F9C}">
          <p14:sldIdLst>
            <p14:sldId id="258"/>
            <p14:sldId id="534"/>
            <p14:sldId id="533"/>
            <p14:sldId id="553"/>
          </p14:sldIdLst>
        </p14:section>
        <p14:section name="84A" id="{965B093F-1038-4A56-8FB0-A8EC50AA7981}">
          <p14:sldIdLst>
            <p14:sldId id="259"/>
            <p14:sldId id="535"/>
            <p14:sldId id="536"/>
            <p14:sldId id="544"/>
            <p14:sldId id="545"/>
            <p14:sldId id="554"/>
            <p14:sldId id="558"/>
            <p14:sldId id="547"/>
            <p14:sldId id="541"/>
          </p14:sldIdLst>
        </p14:section>
        <p14:section name="84B" id="{2C0171FA-3742-47A4-9378-24207F0F8905}">
          <p14:sldIdLst>
            <p14:sldId id="260"/>
            <p14:sldId id="538"/>
            <p14:sldId id="537"/>
            <p14:sldId id="543"/>
          </p14:sldIdLst>
        </p14:section>
        <p14:section name="84C" id="{965371C5-61D8-4074-9B1E-7EA2CA9D7237}">
          <p14:sldIdLst>
            <p14:sldId id="261"/>
            <p14:sldId id="540"/>
            <p14:sldId id="539"/>
            <p14:sldId id="548"/>
            <p14:sldId id="542"/>
            <p14:sldId id="549"/>
            <p14:sldId id="54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E4A0B4-2841-4A26-84E8-7CB02F760CFE}" v="4" dt="2026-08-20T08:20:47.4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microsoft.com/office/2016/11/relationships/changesInfo" Target="changesInfos/changesInfo1.xml"/><Relationship Id="rId5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s2" userId="19ffdf9f-991d-4819-bea7-c51b5f181480" providerId="ADAL" clId="{6B125244-BC9F-4D27-9139-025701B78D02}"/>
    <pc:docChg chg="modSld">
      <pc:chgData name="cs2" userId="19ffdf9f-991d-4819-bea7-c51b5f181480" providerId="ADAL" clId="{6B125244-BC9F-4D27-9139-025701B78D02}" dt="2026-07-16T07:03:56.347" v="14" actId="14100"/>
      <pc:docMkLst>
        <pc:docMk/>
      </pc:docMkLst>
      <pc:sldChg chg="modSp mod">
        <pc:chgData name="cs2" userId="19ffdf9f-991d-4819-bea7-c51b5f181480" providerId="ADAL" clId="{6B125244-BC9F-4D27-9139-025701B78D02}" dt="2026-07-16T07:03:56.347" v="14" actId="14100"/>
        <pc:sldMkLst>
          <pc:docMk/>
          <pc:sldMk cId="2909786891" sldId="530"/>
        </pc:sldMkLst>
        <pc:picChg chg="mod">
          <ac:chgData name="cs2" userId="19ffdf9f-991d-4819-bea7-c51b5f181480" providerId="ADAL" clId="{6B125244-BC9F-4D27-9139-025701B78D02}" dt="2026-07-16T07:03:56.347" v="14" actId="14100"/>
          <ac:picMkLst>
            <pc:docMk/>
            <pc:sldMk cId="2909786891" sldId="530"/>
            <ac:picMk id="3" creationId="{8A5DF288-C393-63B6-8EF4-1CB071D57332}"/>
          </ac:picMkLst>
        </pc:picChg>
        <pc:picChg chg="mod">
          <ac:chgData name="cs2" userId="19ffdf9f-991d-4819-bea7-c51b5f181480" providerId="ADAL" clId="{6B125244-BC9F-4D27-9139-025701B78D02}" dt="2026-07-16T07:03:41.463" v="9" actId="1076"/>
          <ac:picMkLst>
            <pc:docMk/>
            <pc:sldMk cId="2909786891" sldId="530"/>
            <ac:picMk id="9" creationId="{5ADA3445-71B5-A2D0-0856-B6FC91D139C8}"/>
          </ac:picMkLst>
        </pc:picChg>
      </pc:sldChg>
    </pc:docChg>
  </pc:docChgLst>
  <pc:docChgLst>
    <pc:chgData name="변경순" userId="934bc8be-092b-48fe-8084-8bf381ca8c96" providerId="ADAL" clId="{98FEE96D-739B-4C09-AC1A-3AB4AF33272E}"/>
    <pc:docChg chg="addSld modSld modSection">
      <pc:chgData name="변경순" userId="934bc8be-092b-48fe-8084-8bf381ca8c96" providerId="ADAL" clId="{98FEE96D-739B-4C09-AC1A-3AB4AF33272E}" dt="2026-08-20T08:20:47.454" v="37" actId="1076"/>
      <pc:docMkLst>
        <pc:docMk/>
      </pc:docMkLst>
      <pc:sldChg chg="modSp mod">
        <pc:chgData name="변경순" userId="934bc8be-092b-48fe-8084-8bf381ca8c96" providerId="ADAL" clId="{98FEE96D-739B-4C09-AC1A-3AB4AF33272E}" dt="2026-08-20T08:20:47.454" v="37" actId="1076"/>
        <pc:sldMkLst>
          <pc:docMk/>
          <pc:sldMk cId="2909786891" sldId="530"/>
        </pc:sldMkLst>
        <pc:picChg chg="mod">
          <ac:chgData name="변경순" userId="934bc8be-092b-48fe-8084-8bf381ca8c96" providerId="ADAL" clId="{98FEE96D-739B-4C09-AC1A-3AB4AF33272E}" dt="2026-08-20T08:20:47.454" v="37" actId="1076"/>
          <ac:picMkLst>
            <pc:docMk/>
            <pc:sldMk cId="2909786891" sldId="530"/>
            <ac:picMk id="7" creationId="{58A245C8-CF45-3631-AC67-FBEE9ACE1652}"/>
          </ac:picMkLst>
        </pc:picChg>
      </pc:sldChg>
      <pc:sldChg chg="addSp modSp new mod">
        <pc:chgData name="변경순" userId="934bc8be-092b-48fe-8084-8bf381ca8c96" providerId="ADAL" clId="{98FEE96D-739B-4C09-AC1A-3AB4AF33272E}" dt="2026-08-13T05:27:01.589" v="33" actId="1076"/>
        <pc:sldMkLst>
          <pc:docMk/>
          <pc:sldMk cId="234389580" sldId="557"/>
        </pc:sldMkLst>
        <pc:picChg chg="add mod">
          <ac:chgData name="변경순" userId="934bc8be-092b-48fe-8084-8bf381ca8c96" providerId="ADAL" clId="{98FEE96D-739B-4C09-AC1A-3AB4AF33272E}" dt="2026-08-13T05:27:01.589" v="33" actId="1076"/>
          <ac:picMkLst>
            <pc:docMk/>
            <pc:sldMk cId="234389580" sldId="557"/>
            <ac:picMk id="3" creationId="{A939BC83-4C13-0EE3-6F75-A49474E72B3C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7EF95-C2FC-4566-9024-8466DF167626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9FE9BB-0F24-4F17-A617-0E645F5096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634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9A60B-B6B6-C683-9BE1-6E9420A28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D262FA-0E50-506E-A5F2-0858055C2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C570D0-4341-DCDB-1C69-C8BE56C07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F6E9-369F-4D4E-BD54-C50C53071BD1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2CBB12-7498-4544-B7FE-9D75B453C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EF4D34-2C1D-56C5-579E-2DAE4EAC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D692-6DB2-410A-9260-D6F0ADACD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913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553B2F-277E-5DA7-8819-CB4B21383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C8D49E-BC5F-820B-A949-233686F21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C5E46B-ECC0-A435-C13D-1F2FE3418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F6E9-369F-4D4E-BD54-C50C53071BD1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4A5561-EA24-E243-1A74-0DB042583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0ACE66-352E-96FD-B398-313AD4E4F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D692-6DB2-410A-9260-D6F0ADACD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069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A0E66D-D68F-326C-03F5-17BFB6EA2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22DA23-3AF5-BD48-86C4-30AF233E1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6BDF04-C048-3D3C-CDC1-A6EEA02F2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F6E9-369F-4D4E-BD54-C50C53071BD1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54DE9B-8D6B-380A-D31E-4332724BC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415D24-3C78-D09F-7E42-DB721767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D692-6DB2-410A-9260-D6F0ADACD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556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0271B-FEFE-A204-4D7C-B4FABAB48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AB562F-DE9E-EC93-5A61-B88B5E26B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5A8AB6-9FA5-61BB-73E7-5620FC26C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54BCB4-36F1-BA07-A2BE-DCC6948B3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F6E9-369F-4D4E-BD54-C50C53071BD1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D094CE-9636-80FA-D8F8-31AA842D0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9653EF-6A2C-E59A-8E8F-735370DB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D692-6DB2-410A-9260-D6F0ADACD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253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BF89C-31D4-CD8E-408E-C258FED6A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52A3FE-24AD-5B1E-DFF1-3B0AB05DC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89D286-3FA0-5BD7-7471-5AD6304CD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DCA7843-46EE-E075-8B42-7051754914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EBD53A-8BD4-643C-D86D-30BA46454B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719714B-9FE3-D6AA-593C-F86FA2C29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F6E9-369F-4D4E-BD54-C50C53071BD1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2C0309A-52FC-3C3A-BC9A-9129AEB3B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DC35E5D-7141-D641-36ED-5D4D55F00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D692-6DB2-410A-9260-D6F0ADACD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30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3C0D90-A7C9-B25B-0760-2798F076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4128BC-6DEE-D8FF-BB19-578670A59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F6E9-369F-4D4E-BD54-C50C53071BD1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93A82E-41BA-092F-A7D0-6427AF138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2D8A6A-13B3-E717-4D07-418901C42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D692-6DB2-410A-9260-D6F0ADACD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794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36B926F-67CD-061C-D69F-DFEA4382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F6E9-369F-4D4E-BD54-C50C53071BD1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AAAF63-5024-4016-C5B1-1C50D9D69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DF2B50-2E3E-B080-04E6-A0E690466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D692-6DB2-410A-9260-D6F0ADACD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01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3C2704-F7EC-45E3-FE93-98617E832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EFB604-89FF-62EB-1F4C-E33CA9E85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55A1FF-B3A2-24CC-2A91-CEA56C645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10AE99-8CA3-6E07-4C65-21B992836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F6E9-369F-4D4E-BD54-C50C53071BD1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0FD309-1B31-EC2A-E206-1DBCA9BFD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1F0808-013C-3BEA-B4A2-32F8007F1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D692-6DB2-410A-9260-D6F0ADACD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090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B5EE5-1D43-E4D9-587C-52C2CFCE4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B06D3ED-49C0-7282-8D96-56ED5B6A2D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958716-F350-748D-BF9D-2C5B66BBB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D41FB2-2428-0259-01C4-A8C9E89EF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F6E9-369F-4D4E-BD54-C50C53071BD1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D29AFA-F7DD-F4A5-5C5B-770CF3C9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05B066-2A48-94EE-DE22-07FEEBBA1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D692-6DB2-410A-9260-D6F0ADACD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422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21568-DBBA-D1A6-2F17-94FBF3563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442DE3-126C-9516-F826-360B0C237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BE5B3C-234E-EEFD-B607-EBA49659B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F6E9-369F-4D4E-BD54-C50C53071BD1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023B10-FC5B-2828-B6DC-BF294F2DE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922A90-942C-AA64-CDEC-832DAB115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D692-6DB2-410A-9260-D6F0ADACD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060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18B9EF-E13E-0A0D-E3D4-4357ECF67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2035BF-DD3D-1389-C9EB-BECF8E9E8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512C5F-37D6-3B4F-00C8-6FB62737E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F6E9-369F-4D4E-BD54-C50C53071BD1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E99522-F887-717C-A112-056AC71E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CDC345-6480-F09B-7DDE-9D730C8AB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D692-6DB2-410A-9260-D6F0ADACD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241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B196422-FEB8-5CBE-93FE-C10A7D34F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0DC253-4E41-3C14-266A-F0BF75A05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CEC064-5784-5FC3-3958-2C424666F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4F6E9-369F-4D4E-BD54-C50C53071BD1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B30369-35F6-6562-31AD-B72AD9F8E5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407599-F84F-BFC2-50B4-1AAB5DEDE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DD692-6DB2-410A-9260-D6F0ADACD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53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1.wdp"/><Relationship Id="rId4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1.wdp"/><Relationship Id="rId4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1.wdp"/><Relationship Id="rId4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4" Type="http://schemas.microsoft.com/office/2007/relationships/hdphoto" Target="../media/hdphoto1.wdp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jpeg"/><Relationship Id="rId8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4" Type="http://schemas.microsoft.com/office/2007/relationships/hdphoto" Target="../media/hdphoto1.wdp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4" Type="http://schemas.microsoft.com/office/2007/relationships/hdphoto" Target="../media/hdphoto1.wdp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9.png"/><Relationship Id="rId5" Type="http://schemas.openxmlformats.org/officeDocument/2006/relationships/image" Target="../media/image30.jpeg"/><Relationship Id="rId6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hdphoto" Target="../media/hdphoto3.wdp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hdphoto" Target="../media/hdphoto3.wdp"/><Relationship Id="rId4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hdphoto" Target="../media/hdphoto3.wdp"/><Relationship Id="rId4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hdphoto" Target="../media/hdphoto3.wdp"/><Relationship Id="rId4" Type="http://schemas.openxmlformats.org/officeDocument/2006/relationships/image" Target="../media/image32.png"/><Relationship Id="rId5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hdphoto" Target="../media/hdphoto3.wdp"/><Relationship Id="rId4" Type="http://schemas.openxmlformats.org/officeDocument/2006/relationships/image" Target="../media/image32.png"/><Relationship Id="rId5" Type="http://schemas.openxmlformats.org/officeDocument/2006/relationships/image" Target="../media/image26.jpeg"/><Relationship Id="rId6" Type="http://schemas.openxmlformats.org/officeDocument/2006/relationships/image" Target="../media/image3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1.png"/><Relationship Id="rId4" Type="http://schemas.microsoft.com/office/2007/relationships/hdphoto" Target="../media/hdphoto3.wdp"/><Relationship Id="rId5" Type="http://schemas.openxmlformats.org/officeDocument/2006/relationships/image" Target="../media/image32.png"/><Relationship Id="rId6" Type="http://schemas.openxmlformats.org/officeDocument/2006/relationships/image" Target="../media/image25.png"/><Relationship Id="rId7" Type="http://schemas.openxmlformats.org/officeDocument/2006/relationships/image" Target="../media/image30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1.png"/><Relationship Id="rId4" Type="http://schemas.microsoft.com/office/2007/relationships/hdphoto" Target="../media/hdphoto3.wdp"/><Relationship Id="rId5" Type="http://schemas.openxmlformats.org/officeDocument/2006/relationships/image" Target="../media/image32.png"/><Relationship Id="rId6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1.png"/><Relationship Id="rId4" Type="http://schemas.microsoft.com/office/2007/relationships/hdphoto" Target="../media/hdphoto3.wdp"/><Relationship Id="rId5" Type="http://schemas.openxmlformats.org/officeDocument/2006/relationships/image" Target="../media/image32.png"/><Relationship Id="rId6" Type="http://schemas.openxmlformats.org/officeDocument/2006/relationships/image" Target="../media/image25.png"/><Relationship Id="rId7" Type="http://schemas.openxmlformats.org/officeDocument/2006/relationships/image" Target="../media/image26.jpeg"/><Relationship Id="rId8" Type="http://schemas.openxmlformats.org/officeDocument/2006/relationships/image" Target="../media/image3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hdphoto" Target="../media/hdphoto3.wdp"/><Relationship Id="rId4" Type="http://schemas.openxmlformats.org/officeDocument/2006/relationships/image" Target="../media/image32.png"/><Relationship Id="rId5" Type="http://schemas.openxmlformats.org/officeDocument/2006/relationships/image" Target="../media/image25.png"/><Relationship Id="rId6" Type="http://schemas.openxmlformats.org/officeDocument/2006/relationships/image" Target="../media/image30.jpeg"/><Relationship Id="rId7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microsoft.com/office/2007/relationships/hdphoto" Target="../media/hdphoto4.wdp"/><Relationship Id="rId4" Type="http://schemas.openxmlformats.org/officeDocument/2006/relationships/image" Target="../media/image3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microsoft.com/office/2007/relationships/hdphoto" Target="../media/hdphoto4.wdp"/><Relationship Id="rId4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microsoft.com/office/2007/relationships/hdphoto" Target="../media/hdphoto4.wdp"/><Relationship Id="rId4" Type="http://schemas.openxmlformats.org/officeDocument/2006/relationships/image" Target="../media/image3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microsoft.com/office/2007/relationships/hdphoto" Target="../media/hdphoto4.wdp"/><Relationship Id="rId4" Type="http://schemas.openxmlformats.org/officeDocument/2006/relationships/image" Target="../media/image36.png"/><Relationship Id="rId5" Type="http://schemas.openxmlformats.org/officeDocument/2006/relationships/image" Target="../media/image2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4" Type="http://schemas.microsoft.com/office/2007/relationships/hdphoto" Target="../media/hdphoto5.wdp"/><Relationship Id="rId5" Type="http://schemas.openxmlformats.org/officeDocument/2006/relationships/image" Target="../media/image3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4" Type="http://schemas.microsoft.com/office/2007/relationships/hdphoto" Target="../media/hdphoto5.wdp"/><Relationship Id="rId5" Type="http://schemas.openxmlformats.org/officeDocument/2006/relationships/image" Target="../media/image3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4" Type="http://schemas.microsoft.com/office/2007/relationships/hdphoto" Target="../media/hdphoto5.wdp"/><Relationship Id="rId5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4" Type="http://schemas.microsoft.com/office/2007/relationships/hdphoto" Target="../media/hdphoto5.wdp"/><Relationship Id="rId5" Type="http://schemas.openxmlformats.org/officeDocument/2006/relationships/image" Target="../media/image38.png"/><Relationship Id="rId6" Type="http://schemas.openxmlformats.org/officeDocument/2006/relationships/image" Target="../media/image27.png"/><Relationship Id="rId7" Type="http://schemas.openxmlformats.org/officeDocument/2006/relationships/image" Target="../media/image25.png"/><Relationship Id="rId8" Type="http://schemas.openxmlformats.org/officeDocument/2006/relationships/image" Target="../media/image30.jpe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4" Type="http://schemas.microsoft.com/office/2007/relationships/hdphoto" Target="../media/hdphoto5.wdp"/><Relationship Id="rId5" Type="http://schemas.openxmlformats.org/officeDocument/2006/relationships/image" Target="../media/image38.png"/><Relationship Id="rId6" Type="http://schemas.openxmlformats.org/officeDocument/2006/relationships/image" Target="../media/image26.jpeg"/><Relationship Id="rId7" Type="http://schemas.openxmlformats.org/officeDocument/2006/relationships/image" Target="../media/image27.png"/><Relationship Id="rId8" Type="http://schemas.openxmlformats.org/officeDocument/2006/relationships/image" Target="../media/image2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4" Type="http://schemas.microsoft.com/office/2007/relationships/hdphoto" Target="../media/hdphoto5.wdp"/><Relationship Id="rId5" Type="http://schemas.openxmlformats.org/officeDocument/2006/relationships/image" Target="../media/image38.png"/><Relationship Id="rId6" Type="http://schemas.openxmlformats.org/officeDocument/2006/relationships/image" Target="../media/image25.png"/><Relationship Id="rId7" Type="http://schemas.openxmlformats.org/officeDocument/2006/relationships/image" Target="../media/image30.jpeg"/><Relationship Id="rId8" Type="http://schemas.openxmlformats.org/officeDocument/2006/relationships/image" Target="../media/image2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4" Type="http://schemas.microsoft.com/office/2007/relationships/hdphoto" Target="../media/hdphoto5.wdp"/><Relationship Id="rId5" Type="http://schemas.openxmlformats.org/officeDocument/2006/relationships/image" Target="../media/image38.png"/><Relationship Id="rId6" Type="http://schemas.openxmlformats.org/officeDocument/2006/relationships/image" Target="../media/image25.png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D8F24CF-B38F-26F5-5E71-F45573F5AE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563" y="719874"/>
            <a:ext cx="8224838" cy="602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9DB9CA-3199-2303-98A3-ACB9695707B9}"/>
                  </a:ext>
                </a:extLst>
              </p:cNvPr>
              <p:cNvSpPr txBox="1"/>
              <p:nvPr/>
            </p:nvSpPr>
            <p:spPr>
              <a:xfrm>
                <a:off x="10185401" y="1082532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r>
                  <a:rPr lang="en-US" altLang="ko-KR" sz="2000" b="1" u="none" strike="noStrike">
                    <a:ln/>
                    <a:solidFill>
                      <a:schemeClr val="tx1"/>
                    </a:solidFill>
                  </a:rPr>
                  <a:t>59A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9DB9CA-3199-2303-98A3-ACB969570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401" y="1082532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321F757-E789-5F92-C707-6B37D34BA7C8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D4FA78D-EB7E-2EA4-FC52-99D935E2E37B}"/>
              </a:ext>
            </a:extLst>
          </p:cNvPr>
          <p:cNvSpPr/>
          <p:nvPr/>
        </p:nvSpPr>
        <p:spPr>
          <a:xfrm rot="5400000">
            <a:off x="5417491" y="5372576"/>
            <a:ext cx="102820" cy="15089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B743A28-2238-760B-8956-06ED9479A92C}"/>
              </a:ext>
            </a:extLst>
          </p:cNvPr>
          <p:cNvSpPr/>
          <p:nvPr/>
        </p:nvSpPr>
        <p:spPr>
          <a:xfrm>
            <a:off x="4887212" y="4471589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2D3E37C-5A63-655D-CD9A-2A04D474A0C6}"/>
              </a:ext>
            </a:extLst>
          </p:cNvPr>
          <p:cNvSpPr/>
          <p:nvPr/>
        </p:nvSpPr>
        <p:spPr>
          <a:xfrm>
            <a:off x="5056149" y="4623676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4686D3-4779-9384-CEFE-7D6E121C5C70}"/>
              </a:ext>
            </a:extLst>
          </p:cNvPr>
          <p:cNvSpPr txBox="1"/>
          <p:nvPr/>
        </p:nvSpPr>
        <p:spPr>
          <a:xfrm>
            <a:off x="4599642" y="382806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EB97C2-44FD-DE0B-5957-714690C06346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2E43A63-607F-982E-A88F-846C2748CFB4}"/>
              </a:ext>
            </a:extLst>
          </p:cNvPr>
          <p:cNvGrpSpPr/>
          <p:nvPr/>
        </p:nvGrpSpPr>
        <p:grpSpPr>
          <a:xfrm>
            <a:off x="4418198" y="4443506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A4E69A2E-1B18-5D41-FF19-081E561D021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DDA39E8-28FF-67F5-C783-367166C163A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9F1B55C-0F9E-F9CF-9D55-BBC601A4845F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7C2D82F-6A8A-7E25-90A0-9D2B3D567747}"/>
              </a:ext>
            </a:extLst>
          </p:cNvPr>
          <p:cNvGrpSpPr/>
          <p:nvPr/>
        </p:nvGrpSpPr>
        <p:grpSpPr>
          <a:xfrm rot="5400000">
            <a:off x="7632774" y="3799314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18E1209E-38CE-E413-0DFB-F3EFE2ABEA16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F99F54C-FC78-6986-FC7F-486536BEE34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DDB814-FEB5-229E-A366-EB4B77BDDA0C}"/>
              </a:ext>
            </a:extLst>
          </p:cNvPr>
          <p:cNvSpPr/>
          <p:nvPr/>
        </p:nvSpPr>
        <p:spPr>
          <a:xfrm flipV="1">
            <a:off x="8667340" y="2753497"/>
            <a:ext cx="98385" cy="7350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59A83B-2EB2-10B0-5B8B-E65574576281}"/>
              </a:ext>
            </a:extLst>
          </p:cNvPr>
          <p:cNvSpPr txBox="1"/>
          <p:nvPr/>
        </p:nvSpPr>
        <p:spPr>
          <a:xfrm>
            <a:off x="5503639" y="639095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FC2C2B3-1327-3FFA-073C-6F1564B19629}"/>
              </a:ext>
            </a:extLst>
          </p:cNvPr>
          <p:cNvCxnSpPr>
            <a:cxnSpLocks/>
          </p:cNvCxnSpPr>
          <p:nvPr/>
        </p:nvCxnSpPr>
        <p:spPr>
          <a:xfrm flipV="1">
            <a:off x="5795886" y="5730955"/>
            <a:ext cx="0" cy="707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03C690E7-27A9-8C62-E424-48F96E65001B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746D3AD-2BC3-A323-71B5-7B024373423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E9AB561-F7EC-1948-EA88-9D057EEF75D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43B7A824-E55D-83DB-4823-0ECA5629B94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8A882E9-88F1-BBE7-108C-A2DE08AB22A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C8890003-0469-C967-8731-B13F5424E81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1EE2977-7DED-A2CA-A208-1525D0FF879E}"/>
              </a:ext>
            </a:extLst>
          </p:cNvPr>
          <p:cNvSpPr/>
          <p:nvPr/>
        </p:nvSpPr>
        <p:spPr>
          <a:xfrm rot="10800000" flipV="1">
            <a:off x="9836960" y="3383757"/>
            <a:ext cx="98385" cy="79434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50DEF51-3E22-44F5-4973-BB8EB8BD0D63}"/>
              </a:ext>
            </a:extLst>
          </p:cNvPr>
          <p:cNvGrpSpPr/>
          <p:nvPr/>
        </p:nvGrpSpPr>
        <p:grpSpPr>
          <a:xfrm>
            <a:off x="6391498" y="4471589"/>
            <a:ext cx="98891" cy="1331233"/>
            <a:chOff x="4737834" y="4900127"/>
            <a:chExt cx="98891" cy="1331233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50379B5-4A07-47E0-0D11-64389C50F14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25F61F2-2F01-0032-534C-F4BBD4B9099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EB8ED14-F539-6F64-2A80-E139FBB15A0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A8C8868-44C3-1E18-DA39-ED85A4644E18}"/>
              </a:ext>
            </a:extLst>
          </p:cNvPr>
          <p:cNvSpPr/>
          <p:nvPr/>
        </p:nvSpPr>
        <p:spPr>
          <a:xfrm rot="16200000" flipV="1">
            <a:off x="3782777" y="2157146"/>
            <a:ext cx="98385" cy="8228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777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E4C51-561E-99FE-B15E-1B66A7B8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8EEC5A9-933F-C3B2-1ACA-3DB670C6C4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563" y="719874"/>
            <a:ext cx="8224838" cy="602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252D02-BBEC-8992-59DB-7B2DDDC5106F}"/>
                  </a:ext>
                </a:extLst>
              </p:cNvPr>
              <p:cNvSpPr txBox="1"/>
              <p:nvPr/>
            </p:nvSpPr>
            <p:spPr>
              <a:xfrm>
                <a:off x="10185401" y="1082532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r>
                  <a:rPr lang="en-US" altLang="ko-KR" sz="2000" b="1" u="none" strike="noStrike">
                    <a:ln/>
                    <a:solidFill>
                      <a:schemeClr val="tx1"/>
                    </a:solidFill>
                  </a:rPr>
                  <a:t>59A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252D02-BBEC-8992-59DB-7B2DDDC51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401" y="1082532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F6CC93A-9DB4-AD18-A6F0-ECCCB7B20EB1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9C01DE-68CC-66FE-4EDB-1E999D5B9222}"/>
              </a:ext>
            </a:extLst>
          </p:cNvPr>
          <p:cNvSpPr/>
          <p:nvPr/>
        </p:nvSpPr>
        <p:spPr>
          <a:xfrm>
            <a:off x="3072325" y="5262973"/>
            <a:ext cx="122582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326F21-2443-D0C7-7A61-7CF3721A8BFA}"/>
              </a:ext>
            </a:extLst>
          </p:cNvPr>
          <p:cNvSpPr txBox="1"/>
          <p:nvPr/>
        </p:nvSpPr>
        <p:spPr>
          <a:xfrm>
            <a:off x="2618243" y="4507132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5190D6-4964-71B7-C543-8525D76525D1}"/>
              </a:ext>
            </a:extLst>
          </p:cNvPr>
          <p:cNvSpPr/>
          <p:nvPr/>
        </p:nvSpPr>
        <p:spPr>
          <a:xfrm rot="5400000">
            <a:off x="5417491" y="5372576"/>
            <a:ext cx="102820" cy="15089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11F9388-69AA-543B-0C54-8200EA34B3C6}"/>
              </a:ext>
            </a:extLst>
          </p:cNvPr>
          <p:cNvSpPr/>
          <p:nvPr/>
        </p:nvSpPr>
        <p:spPr>
          <a:xfrm>
            <a:off x="4887212" y="4471589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6944EF2-398A-E487-486E-99435013480E}"/>
              </a:ext>
            </a:extLst>
          </p:cNvPr>
          <p:cNvSpPr/>
          <p:nvPr/>
        </p:nvSpPr>
        <p:spPr>
          <a:xfrm>
            <a:off x="5056149" y="4623676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864AB7-C5FF-DFCB-5508-DABAC6AB99C7}"/>
              </a:ext>
            </a:extLst>
          </p:cNvPr>
          <p:cNvSpPr txBox="1"/>
          <p:nvPr/>
        </p:nvSpPr>
        <p:spPr>
          <a:xfrm>
            <a:off x="4599642" y="382806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B4A10A-6CC3-B29F-A012-2B480367841E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CF861C5-0FAB-F2BE-6EC6-DA0DE7FAEDD4}"/>
              </a:ext>
            </a:extLst>
          </p:cNvPr>
          <p:cNvGrpSpPr/>
          <p:nvPr/>
        </p:nvGrpSpPr>
        <p:grpSpPr>
          <a:xfrm>
            <a:off x="4418198" y="4443506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0C07E3B-07CC-A11E-210C-FB68B394B3F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EB4770CA-DBFE-F866-3072-F99DC028BBA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89097A0-ED0B-7B65-298B-74B594A9E09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B72670C-6E33-6DB0-AC7B-0F17AD7A84BF}"/>
              </a:ext>
            </a:extLst>
          </p:cNvPr>
          <p:cNvGrpSpPr/>
          <p:nvPr/>
        </p:nvGrpSpPr>
        <p:grpSpPr>
          <a:xfrm>
            <a:off x="4160947" y="4249521"/>
            <a:ext cx="98814" cy="611622"/>
            <a:chOff x="4737834" y="5000139"/>
            <a:chExt cx="98814" cy="611622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9356EE4-89DA-E8DD-981F-DA5B96260EDB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D8775C5-3803-02F7-509C-483540400A6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D7C1AF9-787B-7BEF-E64B-A9C89D40C9E0}"/>
              </a:ext>
            </a:extLst>
          </p:cNvPr>
          <p:cNvGrpSpPr/>
          <p:nvPr/>
        </p:nvGrpSpPr>
        <p:grpSpPr>
          <a:xfrm>
            <a:off x="8114544" y="2871723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225B16AB-EDB6-84F6-BF60-A526FBE80AFB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B8F4AE2F-A9FF-2EE4-4338-9508DC5FB611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2E5F07AE-E6BB-4125-89C1-9106D3A05F92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9F897888-77DB-F097-57A8-23633D1089F7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9A9BE8A-CFED-EC3C-9DEB-A2E4DB2CA7FA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8584E00B-6E07-390F-1BA9-D9E2CC09E7AB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073DA4A2-5F45-A8CF-F7F8-58712BECAD9D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7B62E91-572A-790B-89CA-635E9A07A612}"/>
              </a:ext>
            </a:extLst>
          </p:cNvPr>
          <p:cNvGrpSpPr/>
          <p:nvPr/>
        </p:nvGrpSpPr>
        <p:grpSpPr>
          <a:xfrm rot="5400000">
            <a:off x="7632774" y="3799314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11168B54-F53A-D192-6D94-CDD0F9B7325C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5870D28-18D6-301B-ACAA-331C336CE30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ABE3721-2F35-19CD-D1D8-DF715C975F38}"/>
              </a:ext>
            </a:extLst>
          </p:cNvPr>
          <p:cNvSpPr/>
          <p:nvPr/>
        </p:nvSpPr>
        <p:spPr>
          <a:xfrm flipV="1">
            <a:off x="8667340" y="2753497"/>
            <a:ext cx="98385" cy="7350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CFFA14-D234-6A84-4F3B-0E9D92172FD2}"/>
              </a:ext>
            </a:extLst>
          </p:cNvPr>
          <p:cNvSpPr txBox="1"/>
          <p:nvPr/>
        </p:nvSpPr>
        <p:spPr>
          <a:xfrm>
            <a:off x="5503639" y="639095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8D1C0BF-232D-DB37-1808-ECC81D6EA676}"/>
              </a:ext>
            </a:extLst>
          </p:cNvPr>
          <p:cNvCxnSpPr>
            <a:cxnSpLocks/>
          </p:cNvCxnSpPr>
          <p:nvPr/>
        </p:nvCxnSpPr>
        <p:spPr>
          <a:xfrm flipV="1">
            <a:off x="5795886" y="5730955"/>
            <a:ext cx="0" cy="707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2F8C4D32-858D-8DBB-E41D-7884AA86445B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F3160D9-5221-2185-D3C1-782F7FFB44B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54A0DD4F-4ABB-3D52-FCD5-4B45171B72C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DD796D04-2961-8D9F-89B2-0C11C61502C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3FA2E125-313F-BD5C-A6CB-F9E1D63805D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9DE7E1AE-39CF-00ED-49C3-861820FC0B7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352783F-2E8F-2FF2-06A9-9EDA81716E38}"/>
              </a:ext>
            </a:extLst>
          </p:cNvPr>
          <p:cNvSpPr/>
          <p:nvPr/>
        </p:nvSpPr>
        <p:spPr>
          <a:xfrm rot="10800000" flipV="1">
            <a:off x="9836960" y="3383757"/>
            <a:ext cx="98385" cy="79434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A3A5623-EDC1-6F22-F070-15C916CD9337}"/>
              </a:ext>
            </a:extLst>
          </p:cNvPr>
          <p:cNvGrpSpPr/>
          <p:nvPr/>
        </p:nvGrpSpPr>
        <p:grpSpPr>
          <a:xfrm>
            <a:off x="6391498" y="4471589"/>
            <a:ext cx="98891" cy="1331233"/>
            <a:chOff x="4737834" y="4900127"/>
            <a:chExt cx="98891" cy="1331233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EBC10603-9B6A-1E45-ABBC-411FDED48CE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159CA74C-4B2F-1F0B-04BA-44767793C01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340EC66-6A12-46E7-9234-A249A5CFAD0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08DC19C-4155-8290-96AF-5BDE65D059C6}"/>
              </a:ext>
            </a:extLst>
          </p:cNvPr>
          <p:cNvSpPr/>
          <p:nvPr/>
        </p:nvSpPr>
        <p:spPr>
          <a:xfrm rot="16200000" flipV="1">
            <a:off x="3782777" y="2157146"/>
            <a:ext cx="98385" cy="8228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090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986FD-C384-D838-21F9-433B52EC7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C1316F7-12EB-4BC5-E3EE-C25F677AC1B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563" y="719874"/>
            <a:ext cx="8224838" cy="602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917C35-D8BE-6E6A-1A83-1363FDB563E5}"/>
                  </a:ext>
                </a:extLst>
              </p:cNvPr>
              <p:cNvSpPr txBox="1"/>
              <p:nvPr/>
            </p:nvSpPr>
            <p:spPr>
              <a:xfrm>
                <a:off x="10185401" y="1082532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r>
                  <a:rPr lang="en-US" altLang="ko-KR" sz="2000" b="1" u="none" strike="noStrike">
                    <a:ln/>
                    <a:solidFill>
                      <a:schemeClr val="tx1"/>
                    </a:solidFill>
                  </a:rPr>
                  <a:t>59A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917C35-D8BE-6E6A-1A83-1363FDB56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401" y="1082532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F638087-D41D-8AD9-FBE7-B09DBEDC6784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18E62C-7A32-49F1-2ED9-1930CFFD2A6C}"/>
              </a:ext>
            </a:extLst>
          </p:cNvPr>
          <p:cNvSpPr/>
          <p:nvPr/>
        </p:nvSpPr>
        <p:spPr>
          <a:xfrm>
            <a:off x="3072325" y="5262973"/>
            <a:ext cx="122582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E088F-AE16-66DB-2B8F-F5224E544AA2}"/>
              </a:ext>
            </a:extLst>
          </p:cNvPr>
          <p:cNvSpPr txBox="1"/>
          <p:nvPr/>
        </p:nvSpPr>
        <p:spPr>
          <a:xfrm>
            <a:off x="2618243" y="4507132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B62A36-5A8C-4099-6CBC-D6B478FC1110}"/>
              </a:ext>
            </a:extLst>
          </p:cNvPr>
          <p:cNvSpPr/>
          <p:nvPr/>
        </p:nvSpPr>
        <p:spPr>
          <a:xfrm rot="5400000">
            <a:off x="5417491" y="5372576"/>
            <a:ext cx="102820" cy="15089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FB439AE-669A-69E7-353D-B9386156A79D}"/>
              </a:ext>
            </a:extLst>
          </p:cNvPr>
          <p:cNvSpPr/>
          <p:nvPr/>
        </p:nvSpPr>
        <p:spPr>
          <a:xfrm>
            <a:off x="4887212" y="4471589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47F43CD-C2F0-1E4F-942B-A7F955E0A957}"/>
              </a:ext>
            </a:extLst>
          </p:cNvPr>
          <p:cNvSpPr/>
          <p:nvPr/>
        </p:nvSpPr>
        <p:spPr>
          <a:xfrm>
            <a:off x="5056149" y="4623676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0BD33-A818-BCED-AD07-1DA5D6B33B16}"/>
              </a:ext>
            </a:extLst>
          </p:cNvPr>
          <p:cNvSpPr txBox="1"/>
          <p:nvPr/>
        </p:nvSpPr>
        <p:spPr>
          <a:xfrm>
            <a:off x="4599642" y="382806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5D02C3-2928-6CF5-0C6F-520807DB21B5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A8A995C9-466C-E968-E6D0-E3F7A34AB806}"/>
              </a:ext>
            </a:extLst>
          </p:cNvPr>
          <p:cNvSpPr/>
          <p:nvPr/>
        </p:nvSpPr>
        <p:spPr>
          <a:xfrm>
            <a:off x="5235577" y="480700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D8E9AEA-70B7-511D-5106-65E5C8DDA762}"/>
              </a:ext>
            </a:extLst>
          </p:cNvPr>
          <p:cNvGrpSpPr/>
          <p:nvPr/>
        </p:nvGrpSpPr>
        <p:grpSpPr>
          <a:xfrm>
            <a:off x="4418198" y="4443506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802B4A7-CE0A-0388-E725-14CFDCE38D4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C55B409-7356-C008-D39E-95957578570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21F9E48-560F-F95C-4E36-C9FE71B6493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8B6712D-CD81-05F6-C9AE-F6BF44D8DFFF}"/>
              </a:ext>
            </a:extLst>
          </p:cNvPr>
          <p:cNvGrpSpPr/>
          <p:nvPr/>
        </p:nvGrpSpPr>
        <p:grpSpPr>
          <a:xfrm>
            <a:off x="4160947" y="4249521"/>
            <a:ext cx="98814" cy="611622"/>
            <a:chOff x="4737834" y="5000139"/>
            <a:chExt cx="98814" cy="611622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CD041438-5C0E-2676-293B-6ED0565322EA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303DD88D-6BF4-AD6B-DD65-BE26F695F2F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DE866BE-C936-2078-38AF-FCCAC067DDE3}"/>
              </a:ext>
            </a:extLst>
          </p:cNvPr>
          <p:cNvGrpSpPr/>
          <p:nvPr/>
        </p:nvGrpSpPr>
        <p:grpSpPr>
          <a:xfrm>
            <a:off x="8114544" y="2871723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BE7E387-5066-6D60-F1DB-80CF9CF294DA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15DDA111-A7AA-FC5F-790A-352DFA2C1D58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1A9E3A15-A9BC-6123-9A48-804C09104A03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C6FA805F-CAC6-7D7A-83B9-E829612116C2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4EFAB139-3483-D476-EF9A-409959902BE5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D8AF884F-92A7-D95B-62FD-7706C7EFF3B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D6E69264-887B-5C47-A056-F7C94DD7E2C3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31768D3-CD58-1AE2-BD62-E3B873DF580F}"/>
              </a:ext>
            </a:extLst>
          </p:cNvPr>
          <p:cNvGrpSpPr/>
          <p:nvPr/>
        </p:nvGrpSpPr>
        <p:grpSpPr>
          <a:xfrm rot="5400000">
            <a:off x="7632774" y="3799314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EC67DE9-3E4E-25D9-4BC1-069A04678E45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F78800B-2FC7-2B65-93F8-E863F693FFD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1F2BFC1-EDB3-D52F-EA36-0B2C7BD49A9E}"/>
              </a:ext>
            </a:extLst>
          </p:cNvPr>
          <p:cNvSpPr/>
          <p:nvPr/>
        </p:nvSpPr>
        <p:spPr>
          <a:xfrm flipV="1">
            <a:off x="8667340" y="2753497"/>
            <a:ext cx="98385" cy="7350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D95763-5208-7DE8-FD46-5B8E46AB8ECF}"/>
              </a:ext>
            </a:extLst>
          </p:cNvPr>
          <p:cNvSpPr txBox="1"/>
          <p:nvPr/>
        </p:nvSpPr>
        <p:spPr>
          <a:xfrm>
            <a:off x="5503639" y="639095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694DE14-C502-9CCD-A140-F6019DCC0F54}"/>
              </a:ext>
            </a:extLst>
          </p:cNvPr>
          <p:cNvCxnSpPr>
            <a:cxnSpLocks/>
          </p:cNvCxnSpPr>
          <p:nvPr/>
        </p:nvCxnSpPr>
        <p:spPr>
          <a:xfrm flipV="1">
            <a:off x="5795886" y="5730955"/>
            <a:ext cx="0" cy="707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E579724-A73C-AA45-F14E-6DB6E8A24D57}"/>
              </a:ext>
            </a:extLst>
          </p:cNvPr>
          <p:cNvSpPr txBox="1"/>
          <p:nvPr/>
        </p:nvSpPr>
        <p:spPr>
          <a:xfrm>
            <a:off x="3355792" y="63040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98938F30-EC97-EEBB-FA3E-424AFB544E19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36DBA08-4F34-0E48-117F-CCDDF1F061B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72B198B-4341-3C2E-3310-B7C76E64433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3C72BA56-A7F6-1A0A-3E30-F08CCDE4FC8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4614A1C-E777-7A92-AA76-47EC959AEC98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FA945802-38FC-F6C9-CBE9-5355759E73B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764AA52-E100-89F4-43FA-62A04F645935}"/>
              </a:ext>
            </a:extLst>
          </p:cNvPr>
          <p:cNvSpPr/>
          <p:nvPr/>
        </p:nvSpPr>
        <p:spPr>
          <a:xfrm rot="10800000" flipV="1">
            <a:off x="9836960" y="3383757"/>
            <a:ext cx="98385" cy="79434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410E02D-9C56-667F-F86A-A7AF6B42269D}"/>
              </a:ext>
            </a:extLst>
          </p:cNvPr>
          <p:cNvGrpSpPr/>
          <p:nvPr/>
        </p:nvGrpSpPr>
        <p:grpSpPr>
          <a:xfrm>
            <a:off x="6391498" y="4471589"/>
            <a:ext cx="98891" cy="1331233"/>
            <a:chOff x="4737834" y="4900127"/>
            <a:chExt cx="98891" cy="1331233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DAD995B-620B-4629-9729-4F3B7B7F043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1C4BC03-54A2-E21F-84F0-753F46C6FE9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8000DF22-D28A-949A-8879-34A2230FD04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FA2FC52-E4A7-C3FB-0EE5-0489D1875F63}"/>
              </a:ext>
            </a:extLst>
          </p:cNvPr>
          <p:cNvSpPr/>
          <p:nvPr/>
        </p:nvSpPr>
        <p:spPr>
          <a:xfrm rot="16200000" flipV="1">
            <a:off x="3782777" y="2157146"/>
            <a:ext cx="98385" cy="8228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97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986FD-C384-D838-21F9-433B52EC7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C1316F7-12EB-4BC5-E3EE-C25F677AC1B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563" y="719874"/>
            <a:ext cx="8224838" cy="602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917C35-D8BE-6E6A-1A83-1363FDB563E5}"/>
                  </a:ext>
                </a:extLst>
              </p:cNvPr>
              <p:cNvSpPr txBox="1"/>
              <p:nvPr/>
            </p:nvSpPr>
            <p:spPr>
              <a:xfrm>
                <a:off x="10185401" y="1082532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r>
                  <a:rPr lang="en-US" altLang="ko-KR" sz="2000" b="1" u="none" strike="noStrike">
                    <a:ln/>
                    <a:solidFill>
                      <a:schemeClr val="tx1"/>
                    </a:solidFill>
                  </a:rPr>
                  <a:t>59A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917C35-D8BE-6E6A-1A83-1363FDB56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401" y="1082532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F638087-D41D-8AD9-FBE7-B09DBEDC6784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B62A36-5A8C-4099-6CBC-D6B478FC1110}"/>
              </a:ext>
            </a:extLst>
          </p:cNvPr>
          <p:cNvSpPr/>
          <p:nvPr/>
        </p:nvSpPr>
        <p:spPr>
          <a:xfrm rot="5400000">
            <a:off x="5414757" y="5204767"/>
            <a:ext cx="102820" cy="183161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0BD33-A818-BCED-AD07-1DA5D6B33B16}"/>
              </a:ext>
            </a:extLst>
          </p:cNvPr>
          <p:cNvSpPr txBox="1"/>
          <p:nvPr/>
        </p:nvSpPr>
        <p:spPr>
          <a:xfrm>
            <a:off x="4599642" y="382806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5D02C3-2928-6CF5-0C6F-520807DB21B5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A8A995C9-466C-E968-E6D0-E3F7A34AB806}"/>
              </a:ext>
            </a:extLst>
          </p:cNvPr>
          <p:cNvSpPr/>
          <p:nvPr/>
        </p:nvSpPr>
        <p:spPr>
          <a:xfrm>
            <a:off x="5235577" y="480700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D8E9AEA-70B7-511D-5106-65E5C8DDA762}"/>
              </a:ext>
            </a:extLst>
          </p:cNvPr>
          <p:cNvGrpSpPr/>
          <p:nvPr/>
        </p:nvGrpSpPr>
        <p:grpSpPr>
          <a:xfrm>
            <a:off x="4418198" y="4443506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802B4A7-CE0A-0388-E725-14CFDCE38D4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C55B409-7356-C008-D39E-95957578570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21F9E48-560F-F95C-4E36-C9FE71B6493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31768D3-CD58-1AE2-BD62-E3B873DF580F}"/>
              </a:ext>
            </a:extLst>
          </p:cNvPr>
          <p:cNvGrpSpPr/>
          <p:nvPr/>
        </p:nvGrpSpPr>
        <p:grpSpPr>
          <a:xfrm rot="5400000">
            <a:off x="7632774" y="3799314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EC67DE9-3E4E-25D9-4BC1-069A04678E45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F78800B-2FC7-2B65-93F8-E863F693FFD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13">
            <a:extLst>
              <a:ext uri="{FF2B5EF4-FFF2-40B4-BE49-F238E27FC236}">
                <a16:creationId xmlns:a16="http://schemas.microsoft.com/office/drawing/2014/main" id="{98938F30-EC97-EEBB-FA3E-424AFB544E19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36DBA08-4F34-0E48-117F-CCDDF1F061B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72B198B-4341-3C2E-3310-B7C76E64433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3C72BA56-A7F6-1A0A-3E30-F08CCDE4FC8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4614A1C-E777-7A92-AA76-47EC959AEC98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FA945802-38FC-F6C9-CBE9-5355759E73B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410E02D-9C56-667F-F86A-A7AF6B42269D}"/>
              </a:ext>
            </a:extLst>
          </p:cNvPr>
          <p:cNvGrpSpPr/>
          <p:nvPr/>
        </p:nvGrpSpPr>
        <p:grpSpPr>
          <a:xfrm>
            <a:off x="6391498" y="4471589"/>
            <a:ext cx="98891" cy="1331233"/>
            <a:chOff x="4737834" y="4900127"/>
            <a:chExt cx="98891" cy="1331233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DAD995B-620B-4629-9729-4F3B7B7F043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1C4BC03-54A2-E21F-84F0-753F46C6FE9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8000DF22-D28A-949A-8879-34A2230FD04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5" name="그림 44">
            <a:extLst>
              <a:ext uri="{FF2B5EF4-FFF2-40B4-BE49-F238E27FC236}">
                <a16:creationId xmlns:a16="http://schemas.microsoft.com/office/drawing/2014/main" id="{6000AEC3-5C3F-D778-0CA4-66DAA2B2EF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26195" y="5293872"/>
            <a:ext cx="2236971" cy="1554480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62C60499-FC8E-76A4-D394-58A56FA2053A}"/>
              </a:ext>
            </a:extLst>
          </p:cNvPr>
          <p:cNvGrpSpPr/>
          <p:nvPr/>
        </p:nvGrpSpPr>
        <p:grpSpPr>
          <a:xfrm>
            <a:off x="2345525" y="1758977"/>
            <a:ext cx="1904281" cy="865151"/>
            <a:chOff x="4096570" y="3951157"/>
            <a:chExt cx="1904281" cy="865151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2E928C99-290C-7B81-8CBA-42A98394B87A}"/>
                </a:ext>
              </a:extLst>
            </p:cNvPr>
            <p:cNvSpPr/>
            <p:nvPr/>
          </p:nvSpPr>
          <p:spPr>
            <a:xfrm rot="16200000" flipV="1">
              <a:off x="5535884" y="4351340"/>
              <a:ext cx="98384" cy="831551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AAACCF8-5391-6BEC-9EE2-9706FAD47F6A}"/>
                </a:ext>
              </a:extLst>
            </p:cNvPr>
            <p:cNvSpPr txBox="1"/>
            <p:nvPr/>
          </p:nvSpPr>
          <p:spPr>
            <a:xfrm>
              <a:off x="4096570" y="3951157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B4728019-DC1B-42AF-EC0D-3F89C001C4F2}"/>
                </a:ext>
              </a:extLst>
            </p:cNvPr>
            <p:cNvCxnSpPr>
              <a:cxnSpLocks/>
              <a:stCxn id="48" idx="2"/>
              <a:endCxn id="49" idx="3"/>
            </p:cNvCxnSpPr>
            <p:nvPr/>
          </p:nvCxnSpPr>
          <p:spPr>
            <a:xfrm flipH="1" flipV="1">
              <a:off x="5169300" y="4066573"/>
              <a:ext cx="1" cy="7005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228F8C7-2964-278B-1202-E7BA8B08A01F}"/>
              </a:ext>
            </a:extLst>
          </p:cNvPr>
          <p:cNvGrpSpPr/>
          <p:nvPr/>
        </p:nvGrpSpPr>
        <p:grpSpPr>
          <a:xfrm>
            <a:off x="9833025" y="3270404"/>
            <a:ext cx="1343955" cy="907895"/>
            <a:chOff x="4862379" y="4486933"/>
            <a:chExt cx="1343955" cy="907895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1E26DD0-9948-FE6E-B730-DD47DDE993DD}"/>
                </a:ext>
              </a:extLst>
            </p:cNvPr>
            <p:cNvSpPr/>
            <p:nvPr/>
          </p:nvSpPr>
          <p:spPr>
            <a:xfrm flipV="1">
              <a:off x="4862379" y="4602349"/>
              <a:ext cx="98384" cy="79247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082453B-E18A-FC66-B4C0-A134A6A1D36F}"/>
                </a:ext>
              </a:extLst>
            </p:cNvPr>
            <p:cNvSpPr txBox="1"/>
            <p:nvPr/>
          </p:nvSpPr>
          <p:spPr>
            <a:xfrm>
              <a:off x="5133604" y="4486933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5D4E4B9A-4BD6-97BC-E94F-0BCDC1CBB686}"/>
                </a:ext>
              </a:extLst>
            </p:cNvPr>
            <p:cNvCxnSpPr>
              <a:cxnSpLocks/>
              <a:stCxn id="52" idx="2"/>
              <a:endCxn id="53" idx="1"/>
            </p:cNvCxnSpPr>
            <p:nvPr/>
          </p:nvCxnSpPr>
          <p:spPr>
            <a:xfrm>
              <a:off x="4911571" y="4602349"/>
              <a:ext cx="2220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그림 6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7C22ED-98A1-A2CE-A3B1-08D7DB8630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42" y="2033425"/>
            <a:ext cx="1778731" cy="1466673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C3A9606-954A-4B92-93A8-9BD4C57CC7C2}"/>
              </a:ext>
            </a:extLst>
          </p:cNvPr>
          <p:cNvSpPr/>
          <p:nvPr/>
        </p:nvSpPr>
        <p:spPr>
          <a:xfrm>
            <a:off x="4887212" y="4471589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A2B9792-059C-29F5-BB20-46731C87A20A}"/>
              </a:ext>
            </a:extLst>
          </p:cNvPr>
          <p:cNvSpPr/>
          <p:nvPr/>
        </p:nvSpPr>
        <p:spPr>
          <a:xfrm>
            <a:off x="5039612" y="4637637"/>
            <a:ext cx="924460" cy="92861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7EE774-5B51-95EC-D19F-CFD436B18C06}"/>
              </a:ext>
            </a:extLst>
          </p:cNvPr>
          <p:cNvSpPr txBox="1"/>
          <p:nvPr/>
        </p:nvSpPr>
        <p:spPr>
          <a:xfrm>
            <a:off x="4336658" y="625937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5851F84-E8A2-5EF6-AF87-80C1C137A68D}"/>
              </a:ext>
            </a:extLst>
          </p:cNvPr>
          <p:cNvGrpSpPr/>
          <p:nvPr/>
        </p:nvGrpSpPr>
        <p:grpSpPr>
          <a:xfrm>
            <a:off x="5464012" y="964014"/>
            <a:ext cx="1303562" cy="673850"/>
            <a:chOff x="4987110" y="4086731"/>
            <a:chExt cx="1303562" cy="67385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A1AE2CC-FC81-DA0B-3D81-4690E3B53383}"/>
                </a:ext>
              </a:extLst>
            </p:cNvPr>
            <p:cNvSpPr/>
            <p:nvPr/>
          </p:nvSpPr>
          <p:spPr>
            <a:xfrm rot="16200000" flipV="1">
              <a:off x="5574782" y="4262713"/>
              <a:ext cx="45719" cy="950018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9F485FE-406A-BBBD-721C-9200AAF77091}"/>
                </a:ext>
              </a:extLst>
            </p:cNvPr>
            <p:cNvSpPr txBox="1"/>
            <p:nvPr/>
          </p:nvSpPr>
          <p:spPr>
            <a:xfrm>
              <a:off x="4987110" y="4086731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BB56442F-83A0-EC7A-1C5E-1303DA4F2F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63226" y="4258228"/>
              <a:ext cx="9425" cy="4681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그림 21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BF5C999-634F-0AF0-AFCA-E698CD031A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293756" y="3678331"/>
            <a:ext cx="1619250" cy="153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15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986FD-C384-D838-21F9-433B52EC7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C1316F7-12EB-4BC5-E3EE-C25F677AC1B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563" y="719874"/>
            <a:ext cx="8224838" cy="602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917C35-D8BE-6E6A-1A83-1363FDB563E5}"/>
                  </a:ext>
                </a:extLst>
              </p:cNvPr>
              <p:cNvSpPr txBox="1"/>
              <p:nvPr/>
            </p:nvSpPr>
            <p:spPr>
              <a:xfrm>
                <a:off x="10185401" y="1082532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r>
                  <a:rPr lang="en-US" altLang="ko-KR" sz="2000" b="1" u="none" strike="noStrike">
                    <a:ln/>
                    <a:solidFill>
                      <a:schemeClr val="tx1"/>
                    </a:solidFill>
                  </a:rPr>
                  <a:t>59A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917C35-D8BE-6E6A-1A83-1363FDB56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401" y="1082532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F638087-D41D-8AD9-FBE7-B09DBEDC6784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B62A36-5A8C-4099-6CBC-D6B478FC1110}"/>
              </a:ext>
            </a:extLst>
          </p:cNvPr>
          <p:cNvSpPr/>
          <p:nvPr/>
        </p:nvSpPr>
        <p:spPr>
          <a:xfrm rot="5400000">
            <a:off x="5414757" y="5204767"/>
            <a:ext cx="102820" cy="183161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0BD33-A818-BCED-AD07-1DA5D6B33B16}"/>
              </a:ext>
            </a:extLst>
          </p:cNvPr>
          <p:cNvSpPr txBox="1"/>
          <p:nvPr/>
        </p:nvSpPr>
        <p:spPr>
          <a:xfrm>
            <a:off x="4599642" y="382806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5D02C3-2928-6CF5-0C6F-520807DB21B5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A8A995C9-466C-E968-E6D0-E3F7A34AB806}"/>
              </a:ext>
            </a:extLst>
          </p:cNvPr>
          <p:cNvSpPr/>
          <p:nvPr/>
        </p:nvSpPr>
        <p:spPr>
          <a:xfrm>
            <a:off x="5235577" y="480700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D8E9AEA-70B7-511D-5106-65E5C8DDA762}"/>
              </a:ext>
            </a:extLst>
          </p:cNvPr>
          <p:cNvGrpSpPr/>
          <p:nvPr/>
        </p:nvGrpSpPr>
        <p:grpSpPr>
          <a:xfrm>
            <a:off x="4418198" y="4443506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802B4A7-CE0A-0388-E725-14CFDCE38D4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C55B409-7356-C008-D39E-95957578570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21F9E48-560F-F95C-4E36-C9FE71B6493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31768D3-CD58-1AE2-BD62-E3B873DF580F}"/>
              </a:ext>
            </a:extLst>
          </p:cNvPr>
          <p:cNvGrpSpPr/>
          <p:nvPr/>
        </p:nvGrpSpPr>
        <p:grpSpPr>
          <a:xfrm rot="5400000">
            <a:off x="7632774" y="3799314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EC67DE9-3E4E-25D9-4BC1-069A04678E45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F78800B-2FC7-2B65-93F8-E863F693FFD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1F2BFC1-EDB3-D52F-EA36-0B2C7BD49A9E}"/>
              </a:ext>
            </a:extLst>
          </p:cNvPr>
          <p:cNvSpPr/>
          <p:nvPr/>
        </p:nvSpPr>
        <p:spPr>
          <a:xfrm flipV="1">
            <a:off x="8667340" y="2753497"/>
            <a:ext cx="98385" cy="7350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579724-A73C-AA45-F14E-6DB6E8A24D57}"/>
              </a:ext>
            </a:extLst>
          </p:cNvPr>
          <p:cNvSpPr txBox="1"/>
          <p:nvPr/>
        </p:nvSpPr>
        <p:spPr>
          <a:xfrm>
            <a:off x="4958296" y="6317686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98938F30-EC97-EEBB-FA3E-424AFB544E19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36DBA08-4F34-0E48-117F-CCDDF1F061B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72B198B-4341-3C2E-3310-B7C76E64433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3C72BA56-A7F6-1A0A-3E30-F08CCDE4FC8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4614A1C-E777-7A92-AA76-47EC959AEC98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FA945802-38FC-F6C9-CBE9-5355759E73B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410E02D-9C56-667F-F86A-A7AF6B42269D}"/>
              </a:ext>
            </a:extLst>
          </p:cNvPr>
          <p:cNvGrpSpPr/>
          <p:nvPr/>
        </p:nvGrpSpPr>
        <p:grpSpPr>
          <a:xfrm>
            <a:off x="6391498" y="4471589"/>
            <a:ext cx="98891" cy="1331233"/>
            <a:chOff x="4737834" y="4900127"/>
            <a:chExt cx="98891" cy="1331233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DAD995B-620B-4629-9729-4F3B7B7F043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1C4BC03-54A2-E21F-84F0-753F46C6FE9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8000DF22-D28A-949A-8879-34A2230FD04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5" name="그림 44">
            <a:extLst>
              <a:ext uri="{FF2B5EF4-FFF2-40B4-BE49-F238E27FC236}">
                <a16:creationId xmlns:a16="http://schemas.microsoft.com/office/drawing/2014/main" id="{6000AEC3-5C3F-D778-0CA4-66DAA2B2EF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26195" y="5293872"/>
            <a:ext cx="2236971" cy="1554480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62C60499-FC8E-76A4-D394-58A56FA2053A}"/>
              </a:ext>
            </a:extLst>
          </p:cNvPr>
          <p:cNvGrpSpPr/>
          <p:nvPr/>
        </p:nvGrpSpPr>
        <p:grpSpPr>
          <a:xfrm>
            <a:off x="2345525" y="1758977"/>
            <a:ext cx="1904281" cy="865151"/>
            <a:chOff x="4096570" y="3951157"/>
            <a:chExt cx="1904281" cy="865151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2E928C99-290C-7B81-8CBA-42A98394B87A}"/>
                </a:ext>
              </a:extLst>
            </p:cNvPr>
            <p:cNvSpPr/>
            <p:nvPr/>
          </p:nvSpPr>
          <p:spPr>
            <a:xfrm rot="16200000" flipV="1">
              <a:off x="5535884" y="4351340"/>
              <a:ext cx="98384" cy="831551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AAACCF8-5391-6BEC-9EE2-9706FAD47F6A}"/>
                </a:ext>
              </a:extLst>
            </p:cNvPr>
            <p:cNvSpPr txBox="1"/>
            <p:nvPr/>
          </p:nvSpPr>
          <p:spPr>
            <a:xfrm>
              <a:off x="4096570" y="3951157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B4728019-DC1B-42AF-EC0D-3F89C001C4F2}"/>
                </a:ext>
              </a:extLst>
            </p:cNvPr>
            <p:cNvCxnSpPr>
              <a:cxnSpLocks/>
              <a:stCxn id="48" idx="2"/>
              <a:endCxn id="49" idx="3"/>
            </p:cNvCxnSpPr>
            <p:nvPr/>
          </p:nvCxnSpPr>
          <p:spPr>
            <a:xfrm flipH="1" flipV="1">
              <a:off x="5169300" y="4066573"/>
              <a:ext cx="1" cy="7005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228F8C7-2964-278B-1202-E7BA8B08A01F}"/>
              </a:ext>
            </a:extLst>
          </p:cNvPr>
          <p:cNvGrpSpPr/>
          <p:nvPr/>
        </p:nvGrpSpPr>
        <p:grpSpPr>
          <a:xfrm>
            <a:off x="9833025" y="3270404"/>
            <a:ext cx="1343955" cy="907895"/>
            <a:chOff x="4862379" y="4486933"/>
            <a:chExt cx="1343955" cy="907895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1E26DD0-9948-FE6E-B730-DD47DDE993DD}"/>
                </a:ext>
              </a:extLst>
            </p:cNvPr>
            <p:cNvSpPr/>
            <p:nvPr/>
          </p:nvSpPr>
          <p:spPr>
            <a:xfrm flipV="1">
              <a:off x="4862379" y="4602349"/>
              <a:ext cx="98384" cy="79247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082453B-E18A-FC66-B4C0-A134A6A1D36F}"/>
                </a:ext>
              </a:extLst>
            </p:cNvPr>
            <p:cNvSpPr txBox="1"/>
            <p:nvPr/>
          </p:nvSpPr>
          <p:spPr>
            <a:xfrm>
              <a:off x="5133604" y="4486933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5D4E4B9A-4BD6-97BC-E94F-0BCDC1CBB686}"/>
                </a:ext>
              </a:extLst>
            </p:cNvPr>
            <p:cNvCxnSpPr>
              <a:cxnSpLocks/>
              <a:stCxn id="52" idx="2"/>
              <a:endCxn id="53" idx="1"/>
            </p:cNvCxnSpPr>
            <p:nvPr/>
          </p:nvCxnSpPr>
          <p:spPr>
            <a:xfrm>
              <a:off x="4911571" y="4602349"/>
              <a:ext cx="2220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그림 6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7C22ED-98A1-A2CE-A3B1-08D7DB8630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81" y="3181443"/>
            <a:ext cx="1778731" cy="146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221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986FD-C384-D838-21F9-433B52EC7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C1316F7-12EB-4BC5-E3EE-C25F677AC1B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563" y="719874"/>
            <a:ext cx="8224838" cy="602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917C35-D8BE-6E6A-1A83-1363FDB563E5}"/>
                  </a:ext>
                </a:extLst>
              </p:cNvPr>
              <p:cNvSpPr txBox="1"/>
              <p:nvPr/>
            </p:nvSpPr>
            <p:spPr>
              <a:xfrm>
                <a:off x="10185401" y="1082532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r>
                  <a:rPr lang="en-US" altLang="ko-KR" sz="2000" b="1" u="none" strike="noStrike">
                    <a:ln/>
                    <a:solidFill>
                      <a:schemeClr val="tx1"/>
                    </a:solidFill>
                  </a:rPr>
                  <a:t>59A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917C35-D8BE-6E6A-1A83-1363FDB56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401" y="1082532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F638087-D41D-8AD9-FBE7-B09DBEDC6784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18E62C-7A32-49F1-2ED9-1930CFFD2A6C}"/>
              </a:ext>
            </a:extLst>
          </p:cNvPr>
          <p:cNvSpPr/>
          <p:nvPr/>
        </p:nvSpPr>
        <p:spPr>
          <a:xfrm>
            <a:off x="2955643" y="5262973"/>
            <a:ext cx="1225828" cy="1032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E088F-AE16-66DB-2B8F-F5224E544AA2}"/>
              </a:ext>
            </a:extLst>
          </p:cNvPr>
          <p:cNvSpPr txBox="1"/>
          <p:nvPr/>
        </p:nvSpPr>
        <p:spPr>
          <a:xfrm>
            <a:off x="2618243" y="4507132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B62A36-5A8C-4099-6CBC-D6B478FC1110}"/>
              </a:ext>
            </a:extLst>
          </p:cNvPr>
          <p:cNvSpPr/>
          <p:nvPr/>
        </p:nvSpPr>
        <p:spPr>
          <a:xfrm rot="5400000">
            <a:off x="5414757" y="5204767"/>
            <a:ext cx="102820" cy="183161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0BD33-A818-BCED-AD07-1DA5D6B33B16}"/>
              </a:ext>
            </a:extLst>
          </p:cNvPr>
          <p:cNvSpPr txBox="1"/>
          <p:nvPr/>
        </p:nvSpPr>
        <p:spPr>
          <a:xfrm>
            <a:off x="4599642" y="382806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5D02C3-2928-6CF5-0C6F-520807DB21B5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A8A995C9-466C-E968-E6D0-E3F7A34AB806}"/>
              </a:ext>
            </a:extLst>
          </p:cNvPr>
          <p:cNvSpPr/>
          <p:nvPr/>
        </p:nvSpPr>
        <p:spPr>
          <a:xfrm>
            <a:off x="5235577" y="480700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D8E9AEA-70B7-511D-5106-65E5C8DDA762}"/>
              </a:ext>
            </a:extLst>
          </p:cNvPr>
          <p:cNvGrpSpPr/>
          <p:nvPr/>
        </p:nvGrpSpPr>
        <p:grpSpPr>
          <a:xfrm>
            <a:off x="4418198" y="4443506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802B4A7-CE0A-0388-E725-14CFDCE38D4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C55B409-7356-C008-D39E-95957578570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21F9E48-560F-F95C-4E36-C9FE71B6493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31768D3-CD58-1AE2-BD62-E3B873DF580F}"/>
              </a:ext>
            </a:extLst>
          </p:cNvPr>
          <p:cNvGrpSpPr/>
          <p:nvPr/>
        </p:nvGrpSpPr>
        <p:grpSpPr>
          <a:xfrm rot="5400000">
            <a:off x="7632774" y="3799314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EC67DE9-3E4E-25D9-4BC1-069A04678E45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F78800B-2FC7-2B65-93F8-E863F693FFD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1F2BFC1-EDB3-D52F-EA36-0B2C7BD49A9E}"/>
              </a:ext>
            </a:extLst>
          </p:cNvPr>
          <p:cNvSpPr/>
          <p:nvPr/>
        </p:nvSpPr>
        <p:spPr>
          <a:xfrm flipV="1">
            <a:off x="8667340" y="2753497"/>
            <a:ext cx="98385" cy="7350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579724-A73C-AA45-F14E-6DB6E8A24D57}"/>
              </a:ext>
            </a:extLst>
          </p:cNvPr>
          <p:cNvSpPr txBox="1"/>
          <p:nvPr/>
        </p:nvSpPr>
        <p:spPr>
          <a:xfrm>
            <a:off x="4958296" y="6317686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98938F30-EC97-EEBB-FA3E-424AFB544E19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36DBA08-4F34-0E48-117F-CCDDF1F061B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72B198B-4341-3C2E-3310-B7C76E64433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3C72BA56-A7F6-1A0A-3E30-F08CCDE4FC8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4614A1C-E777-7A92-AA76-47EC959AEC98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FA945802-38FC-F6C9-CBE9-5355759E73B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410E02D-9C56-667F-F86A-A7AF6B42269D}"/>
              </a:ext>
            </a:extLst>
          </p:cNvPr>
          <p:cNvGrpSpPr/>
          <p:nvPr/>
        </p:nvGrpSpPr>
        <p:grpSpPr>
          <a:xfrm>
            <a:off x="6391498" y="4471589"/>
            <a:ext cx="98891" cy="1331233"/>
            <a:chOff x="4737834" y="4900127"/>
            <a:chExt cx="98891" cy="1331233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DAD995B-620B-4629-9729-4F3B7B7F043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1C4BC03-54A2-E21F-84F0-753F46C6FE9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8000DF22-D28A-949A-8879-34A2230FD04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5" name="그림 44">
            <a:extLst>
              <a:ext uri="{FF2B5EF4-FFF2-40B4-BE49-F238E27FC236}">
                <a16:creationId xmlns:a16="http://schemas.microsoft.com/office/drawing/2014/main" id="{6000AEC3-5C3F-D778-0CA4-66DAA2B2EF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26195" y="5293872"/>
            <a:ext cx="2236971" cy="1554480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62C60499-FC8E-76A4-D394-58A56FA2053A}"/>
              </a:ext>
            </a:extLst>
          </p:cNvPr>
          <p:cNvGrpSpPr/>
          <p:nvPr/>
        </p:nvGrpSpPr>
        <p:grpSpPr>
          <a:xfrm>
            <a:off x="2345525" y="1758977"/>
            <a:ext cx="1904281" cy="865151"/>
            <a:chOff x="4096570" y="3951157"/>
            <a:chExt cx="1904281" cy="865151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2E928C99-290C-7B81-8CBA-42A98394B87A}"/>
                </a:ext>
              </a:extLst>
            </p:cNvPr>
            <p:cNvSpPr/>
            <p:nvPr/>
          </p:nvSpPr>
          <p:spPr>
            <a:xfrm rot="16200000" flipV="1">
              <a:off x="5535884" y="4351340"/>
              <a:ext cx="98384" cy="831551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AAACCF8-5391-6BEC-9EE2-9706FAD47F6A}"/>
                </a:ext>
              </a:extLst>
            </p:cNvPr>
            <p:cNvSpPr txBox="1"/>
            <p:nvPr/>
          </p:nvSpPr>
          <p:spPr>
            <a:xfrm>
              <a:off x="4096570" y="3951157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B4728019-DC1B-42AF-EC0D-3F89C001C4F2}"/>
                </a:ext>
              </a:extLst>
            </p:cNvPr>
            <p:cNvCxnSpPr>
              <a:cxnSpLocks/>
              <a:stCxn id="48" idx="2"/>
              <a:endCxn id="49" idx="3"/>
            </p:cNvCxnSpPr>
            <p:nvPr/>
          </p:nvCxnSpPr>
          <p:spPr>
            <a:xfrm flipH="1" flipV="1">
              <a:off x="5169300" y="4066573"/>
              <a:ext cx="1" cy="7005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228F8C7-2964-278B-1202-E7BA8B08A01F}"/>
              </a:ext>
            </a:extLst>
          </p:cNvPr>
          <p:cNvGrpSpPr/>
          <p:nvPr/>
        </p:nvGrpSpPr>
        <p:grpSpPr>
          <a:xfrm>
            <a:off x="9833025" y="3270404"/>
            <a:ext cx="1343955" cy="907895"/>
            <a:chOff x="4862379" y="4486933"/>
            <a:chExt cx="1343955" cy="907895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1E26DD0-9948-FE6E-B730-DD47DDE993DD}"/>
                </a:ext>
              </a:extLst>
            </p:cNvPr>
            <p:cNvSpPr/>
            <p:nvPr/>
          </p:nvSpPr>
          <p:spPr>
            <a:xfrm flipV="1">
              <a:off x="4862379" y="4602349"/>
              <a:ext cx="98384" cy="79247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082453B-E18A-FC66-B4C0-A134A6A1D36F}"/>
                </a:ext>
              </a:extLst>
            </p:cNvPr>
            <p:cNvSpPr txBox="1"/>
            <p:nvPr/>
          </p:nvSpPr>
          <p:spPr>
            <a:xfrm>
              <a:off x="5133604" y="4486933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5D4E4B9A-4BD6-97BC-E94F-0BCDC1CBB686}"/>
                </a:ext>
              </a:extLst>
            </p:cNvPr>
            <p:cNvCxnSpPr>
              <a:cxnSpLocks/>
              <a:stCxn id="52" idx="2"/>
              <a:endCxn id="53" idx="1"/>
            </p:cNvCxnSpPr>
            <p:nvPr/>
          </p:nvCxnSpPr>
          <p:spPr>
            <a:xfrm>
              <a:off x="4911571" y="4602349"/>
              <a:ext cx="2220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2DC6B1E8-EFB9-37B7-3707-444EB03CEE9D}"/>
              </a:ext>
            </a:extLst>
          </p:cNvPr>
          <p:cNvGrpSpPr/>
          <p:nvPr/>
        </p:nvGrpSpPr>
        <p:grpSpPr>
          <a:xfrm>
            <a:off x="5485689" y="1001764"/>
            <a:ext cx="1263487" cy="423709"/>
            <a:chOff x="2367807" y="2090953"/>
            <a:chExt cx="1263487" cy="423709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3034E043-109E-DDAF-F145-ED59B72EBE6D}"/>
                </a:ext>
              </a:extLst>
            </p:cNvPr>
            <p:cNvSpPr>
              <a:spLocks/>
            </p:cNvSpPr>
            <p:nvPr/>
          </p:nvSpPr>
          <p:spPr>
            <a:xfrm rot="16200000" flipV="1">
              <a:off x="2939513" y="1867542"/>
              <a:ext cx="120077" cy="1174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ECB08B6-035F-3D5F-5A5B-200ECF4D0CF7}"/>
                </a:ext>
              </a:extLst>
            </p:cNvPr>
            <p:cNvSpPr txBox="1">
              <a:spLocks/>
            </p:cNvSpPr>
            <p:nvPr/>
          </p:nvSpPr>
          <p:spPr>
            <a:xfrm>
              <a:off x="2367807" y="2090953"/>
              <a:ext cx="12634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>
                  <a:highlight>
                    <a:srgbClr val="FFFF00"/>
                  </a:highlight>
                </a:rPr>
                <a:t>주방간접조명 </a:t>
              </a:r>
              <a:r>
                <a:rPr lang="ko-KR" altLang="en-US" sz="900" b="1" err="1">
                  <a:highlight>
                    <a:srgbClr val="FFFF00"/>
                  </a:highlight>
                </a:rPr>
                <a:t>재배선</a:t>
              </a:r>
              <a:endParaRPr lang="ko-KR" altLang="en-US" sz="900" b="1">
                <a:highlight>
                  <a:srgbClr val="FFFF00"/>
                </a:highlight>
              </a:endParaRPr>
            </a:p>
          </p:txBody>
        </p:sp>
      </p:grpSp>
      <p:pic>
        <p:nvPicPr>
          <p:cNvPr id="62" name="그림 6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7C22ED-98A1-A2CE-A3B1-08D7DB8630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81" y="3181443"/>
            <a:ext cx="1778731" cy="1466673"/>
          </a:xfrm>
          <a:prstGeom prst="rect">
            <a:avLst/>
          </a:prstGeom>
        </p:spPr>
      </p:pic>
      <p:sp>
        <p:nvSpPr>
          <p:cNvPr id="63" name="직사각형 62">
            <a:extLst>
              <a:ext uri="{FF2B5EF4-FFF2-40B4-BE49-F238E27FC236}">
                <a16:creationId xmlns:a16="http://schemas.microsoft.com/office/drawing/2014/main" id="{D33DF8CE-3755-1BA1-39F6-31CDC45B4A01}"/>
              </a:ext>
            </a:extLst>
          </p:cNvPr>
          <p:cNvSpPr/>
          <p:nvPr/>
        </p:nvSpPr>
        <p:spPr>
          <a:xfrm>
            <a:off x="4197534" y="5267852"/>
            <a:ext cx="121008" cy="983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4" name="직사각형 1023">
            <a:extLst>
              <a:ext uri="{FF2B5EF4-FFF2-40B4-BE49-F238E27FC236}">
                <a16:creationId xmlns:a16="http://schemas.microsoft.com/office/drawing/2014/main" id="{39586EAE-C15A-10B5-D926-3939E7C8236B}"/>
              </a:ext>
            </a:extLst>
          </p:cNvPr>
          <p:cNvSpPr/>
          <p:nvPr/>
        </p:nvSpPr>
        <p:spPr>
          <a:xfrm>
            <a:off x="6628168" y="6083913"/>
            <a:ext cx="121008" cy="983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5" name="직사각형 1024">
            <a:extLst>
              <a:ext uri="{FF2B5EF4-FFF2-40B4-BE49-F238E27FC236}">
                <a16:creationId xmlns:a16="http://schemas.microsoft.com/office/drawing/2014/main" id="{9E7D24CE-7B71-D76C-1B2D-809835237229}"/>
              </a:ext>
            </a:extLst>
          </p:cNvPr>
          <p:cNvSpPr/>
          <p:nvPr/>
        </p:nvSpPr>
        <p:spPr>
          <a:xfrm>
            <a:off x="8316342" y="6083913"/>
            <a:ext cx="121008" cy="983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3F68CF31-1926-E2A3-2463-E913A3683550}"/>
              </a:ext>
            </a:extLst>
          </p:cNvPr>
          <p:cNvSpPr txBox="1"/>
          <p:nvPr/>
        </p:nvSpPr>
        <p:spPr>
          <a:xfrm>
            <a:off x="3136505" y="6386712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highlight>
                  <a:srgbClr val="FFFF00"/>
                </a:highlight>
              </a:rPr>
              <a:t>전동커튼 배선</a:t>
            </a:r>
          </a:p>
        </p:txBody>
      </p:sp>
      <p:cxnSp>
        <p:nvCxnSpPr>
          <p:cNvPr id="1029" name="직선 화살표 연결선 1028">
            <a:extLst>
              <a:ext uri="{FF2B5EF4-FFF2-40B4-BE49-F238E27FC236}">
                <a16:creationId xmlns:a16="http://schemas.microsoft.com/office/drawing/2014/main" id="{0E4383CF-4477-9AD6-A6E7-D636F2144D19}"/>
              </a:ext>
            </a:extLst>
          </p:cNvPr>
          <p:cNvCxnSpPr>
            <a:endCxn id="63" idx="2"/>
          </p:cNvCxnSpPr>
          <p:nvPr/>
        </p:nvCxnSpPr>
        <p:spPr>
          <a:xfrm flipV="1">
            <a:off x="4197534" y="5366237"/>
            <a:ext cx="60504" cy="1057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TextBox 1029">
            <a:extLst>
              <a:ext uri="{FF2B5EF4-FFF2-40B4-BE49-F238E27FC236}">
                <a16:creationId xmlns:a16="http://schemas.microsoft.com/office/drawing/2014/main" id="{C4AB3A5A-F729-D4B8-1892-CC37E13A13EE}"/>
              </a:ext>
            </a:extLst>
          </p:cNvPr>
          <p:cNvSpPr txBox="1"/>
          <p:nvPr/>
        </p:nvSpPr>
        <p:spPr>
          <a:xfrm>
            <a:off x="7112948" y="6472020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highlight>
                  <a:srgbClr val="FFFF00"/>
                </a:highlight>
              </a:rPr>
              <a:t>전동커튼 배선</a:t>
            </a:r>
          </a:p>
        </p:txBody>
      </p:sp>
      <p:cxnSp>
        <p:nvCxnSpPr>
          <p:cNvPr id="1032" name="직선 화살표 연결선 1031">
            <a:extLst>
              <a:ext uri="{FF2B5EF4-FFF2-40B4-BE49-F238E27FC236}">
                <a16:creationId xmlns:a16="http://schemas.microsoft.com/office/drawing/2014/main" id="{16284968-A5ED-3E59-6F65-21251C8FD970}"/>
              </a:ext>
            </a:extLst>
          </p:cNvPr>
          <p:cNvCxnSpPr>
            <a:endCxn id="1024" idx="2"/>
          </p:cNvCxnSpPr>
          <p:nvPr/>
        </p:nvCxnSpPr>
        <p:spPr>
          <a:xfrm flipH="1" flipV="1">
            <a:off x="6688672" y="6182298"/>
            <a:ext cx="855128" cy="358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직선 화살표 연결선 1032">
            <a:extLst>
              <a:ext uri="{FF2B5EF4-FFF2-40B4-BE49-F238E27FC236}">
                <a16:creationId xmlns:a16="http://schemas.microsoft.com/office/drawing/2014/main" id="{D587056E-AE17-4D7C-A05E-B584DA6094B2}"/>
              </a:ext>
            </a:extLst>
          </p:cNvPr>
          <p:cNvCxnSpPr>
            <a:cxnSpLocks/>
            <a:endCxn id="1025" idx="1"/>
          </p:cNvCxnSpPr>
          <p:nvPr/>
        </p:nvCxnSpPr>
        <p:spPr>
          <a:xfrm flipV="1">
            <a:off x="7540512" y="6133106"/>
            <a:ext cx="775830" cy="418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157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C1DD2-7C79-F1B9-DF1F-1B6DEF9EB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5CA1459-D4F4-FB99-ABAE-BD26F1DEA0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495"/>
          <a:stretch>
            <a:fillRect/>
          </a:stretch>
        </p:blipFill>
        <p:spPr bwMode="auto">
          <a:xfrm>
            <a:off x="1674813" y="488950"/>
            <a:ext cx="9297700" cy="629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764DC1-E4C7-44CA-EA20-7E9BFBFBDC3B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:r>
                  <a:rPr lang="en-US" altLang="ko-KR" sz="2000" b="1" u="none" strike="noStrike">
                    <a:ln/>
                    <a:solidFill>
                      <a:schemeClr val="tx1"/>
                    </a:solidFill>
                  </a:rPr>
                  <a:t>59B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764DC1-E4C7-44CA-EA20-7E9BFBFBD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99A4E59-E44B-BFB1-71F1-EE4C55FE1754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A3A2F03-BAEB-5957-7DD1-84CB591014EF}"/>
              </a:ext>
            </a:extLst>
          </p:cNvPr>
          <p:cNvSpPr/>
          <p:nvPr/>
        </p:nvSpPr>
        <p:spPr>
          <a:xfrm rot="10800000">
            <a:off x="2037603" y="3622863"/>
            <a:ext cx="102820" cy="19766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D95E5E4-C823-410E-D536-879176840F63}"/>
              </a:ext>
            </a:extLst>
          </p:cNvPr>
          <p:cNvSpPr/>
          <p:nvPr/>
        </p:nvSpPr>
        <p:spPr>
          <a:xfrm>
            <a:off x="2367661" y="396820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96324AD-F851-0BC4-6E21-AFBA06B1F8A7}"/>
              </a:ext>
            </a:extLst>
          </p:cNvPr>
          <p:cNvSpPr/>
          <p:nvPr/>
        </p:nvSpPr>
        <p:spPr>
          <a:xfrm>
            <a:off x="2536598" y="412029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2E0301-5D3F-1B73-CAD9-84CC65E541BB}"/>
              </a:ext>
            </a:extLst>
          </p:cNvPr>
          <p:cNvSpPr txBox="1"/>
          <p:nvPr/>
        </p:nvSpPr>
        <p:spPr>
          <a:xfrm>
            <a:off x="3988109" y="354288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7DD4A5C-08C5-98B5-616E-9C21AE22B530}"/>
              </a:ext>
            </a:extLst>
          </p:cNvPr>
          <p:cNvGrpSpPr/>
          <p:nvPr/>
        </p:nvGrpSpPr>
        <p:grpSpPr>
          <a:xfrm rot="5400000">
            <a:off x="3222104" y="2802911"/>
            <a:ext cx="98859" cy="1382033"/>
            <a:chOff x="4737866" y="4849327"/>
            <a:chExt cx="98859" cy="1382033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2F1255A-228F-9FD4-31FC-9DB4F256B5FD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D4F49998-11A5-8439-221E-6A63DA23E3AE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8E379C01-4342-CBA5-7C44-F24CD7A1009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EB12E53-AAC9-70C4-E846-D56D5C77FD2E}"/>
              </a:ext>
            </a:extLst>
          </p:cNvPr>
          <p:cNvSpPr/>
          <p:nvPr/>
        </p:nvSpPr>
        <p:spPr>
          <a:xfrm rot="5400000" flipV="1">
            <a:off x="5282890" y="2887933"/>
            <a:ext cx="98384" cy="8238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E219512-6BF4-937A-DAFB-BCC14924E44B}"/>
              </a:ext>
            </a:extLst>
          </p:cNvPr>
          <p:cNvSpPr/>
          <p:nvPr/>
        </p:nvSpPr>
        <p:spPr>
          <a:xfrm rot="16200000" flipV="1">
            <a:off x="6296215" y="4710434"/>
            <a:ext cx="98384" cy="8489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D023BC2-73DC-666D-8607-7EF36C55822B}"/>
              </a:ext>
            </a:extLst>
          </p:cNvPr>
          <p:cNvGrpSpPr/>
          <p:nvPr/>
        </p:nvGrpSpPr>
        <p:grpSpPr>
          <a:xfrm rot="5400000">
            <a:off x="6837368" y="3750411"/>
            <a:ext cx="98778" cy="513988"/>
            <a:chOff x="4737870" y="5097773"/>
            <a:chExt cx="98778" cy="51398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1CA8C8DC-A29D-A79A-5600-94F619110F7F}"/>
                </a:ext>
              </a:extLst>
            </p:cNvPr>
            <p:cNvSpPr/>
            <p:nvPr/>
          </p:nvSpPr>
          <p:spPr>
            <a:xfrm>
              <a:off x="4737870" y="50977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460D8B37-CBE8-C1A6-C657-EE310385304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BAF0D04-B275-610E-2B9C-B945C14F0785}"/>
              </a:ext>
            </a:extLst>
          </p:cNvPr>
          <p:cNvSpPr/>
          <p:nvPr/>
        </p:nvSpPr>
        <p:spPr>
          <a:xfrm flipV="1">
            <a:off x="7342080" y="2672974"/>
            <a:ext cx="98385" cy="66246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458F34-3F22-6E28-4881-07198946CE8B}"/>
              </a:ext>
            </a:extLst>
          </p:cNvPr>
          <p:cNvSpPr txBox="1"/>
          <p:nvPr/>
        </p:nvSpPr>
        <p:spPr>
          <a:xfrm>
            <a:off x="-2963" y="587301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05C8246-FF86-6C41-CF1E-5A48343E4FBB}"/>
              </a:ext>
            </a:extLst>
          </p:cNvPr>
          <p:cNvCxnSpPr>
            <a:cxnSpLocks/>
          </p:cNvCxnSpPr>
          <p:nvPr/>
        </p:nvCxnSpPr>
        <p:spPr>
          <a:xfrm flipV="1">
            <a:off x="2089013" y="5202502"/>
            <a:ext cx="380422" cy="720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B3182E7-CCB1-5C96-97B3-A01C86090B21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9078A0DC-D5CE-C1C1-D1F1-D0D85E1644B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F68F8A73-6BC8-38FC-E531-2FE19BD0747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5CC07EC2-22A1-6531-9A1C-6E886C794A8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3C8465E3-60D3-28FE-0BB7-74F9CE16A16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3EE8B32-9662-5577-5404-B319D00DA9F6}"/>
              </a:ext>
            </a:extLst>
          </p:cNvPr>
          <p:cNvGrpSpPr/>
          <p:nvPr/>
        </p:nvGrpSpPr>
        <p:grpSpPr>
          <a:xfrm rot="5400000">
            <a:off x="2945253" y="4957917"/>
            <a:ext cx="98859" cy="1382033"/>
            <a:chOff x="4737866" y="4849327"/>
            <a:chExt cx="98859" cy="13820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43432D0F-1D58-FA5F-FA0A-41DB64E383AE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2B222A95-BA05-BB20-48CF-52EFA8ABC454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D0D1D61-C65F-ECD5-F71D-1A1739822DB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TextBox 13">
            <a:extLst>
              <a:ext uri="{FF2B5EF4-FFF2-40B4-BE49-F238E27FC236}">
                <a16:creationId xmlns:a16="http://schemas.microsoft.com/office/drawing/2014/main" id="{48AC1C09-AC9C-ADF1-FADA-3E64C9E05ACB}"/>
              </a:ext>
            </a:extLst>
          </p:cNvPr>
          <p:cNvSpPr txBox="1"/>
          <p:nvPr/>
        </p:nvSpPr>
        <p:spPr>
          <a:xfrm>
            <a:off x="1140199" y="84559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ED29F5-E043-A047-4CB6-8A9765DA954E}"/>
              </a:ext>
            </a:extLst>
          </p:cNvPr>
          <p:cNvSpPr txBox="1"/>
          <p:nvPr/>
        </p:nvSpPr>
        <p:spPr>
          <a:xfrm>
            <a:off x="56279" y="758561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816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D67D3-A802-64D6-C719-3C8E30EE9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FF4DEBC-9DA7-1EC6-73CF-16872DAF6A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495"/>
          <a:stretch>
            <a:fillRect/>
          </a:stretch>
        </p:blipFill>
        <p:spPr bwMode="auto">
          <a:xfrm>
            <a:off x="1674813" y="488950"/>
            <a:ext cx="9297700" cy="629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647E32E-F754-BDB0-7868-CE7D30F58584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:r>
                  <a:rPr lang="en-US" altLang="ko-KR" sz="2000" b="1" u="none" strike="noStrike">
                    <a:ln/>
                    <a:solidFill>
                      <a:schemeClr val="tx1"/>
                    </a:solidFill>
                  </a:rPr>
                  <a:t>59B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647E32E-F754-BDB0-7868-CE7D30F58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4ED91B3-8653-D059-05AF-A093187DE02B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021602-D84A-A2C4-A3E8-25743F38D634}"/>
              </a:ext>
            </a:extLst>
          </p:cNvPr>
          <p:cNvSpPr/>
          <p:nvPr/>
        </p:nvSpPr>
        <p:spPr>
          <a:xfrm rot="5400000">
            <a:off x="2365707" y="2718599"/>
            <a:ext cx="113042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66C2BD-8170-6CB2-5794-DFB8C16E19A9}"/>
              </a:ext>
            </a:extLst>
          </p:cNvPr>
          <p:cNvSpPr txBox="1"/>
          <p:nvPr/>
        </p:nvSpPr>
        <p:spPr>
          <a:xfrm>
            <a:off x="3202385" y="2391692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46EA391-6A80-F233-405E-25F3A692A7C6}"/>
              </a:ext>
            </a:extLst>
          </p:cNvPr>
          <p:cNvSpPr/>
          <p:nvPr/>
        </p:nvSpPr>
        <p:spPr>
          <a:xfrm rot="10800000">
            <a:off x="2037603" y="3622863"/>
            <a:ext cx="102820" cy="19766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6790B40-19CC-4A88-A6C2-82879BAF34C0}"/>
              </a:ext>
            </a:extLst>
          </p:cNvPr>
          <p:cNvSpPr/>
          <p:nvPr/>
        </p:nvSpPr>
        <p:spPr>
          <a:xfrm>
            <a:off x="2367661" y="396820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DE88E98-05B6-6732-DF91-D2B2CD40D332}"/>
              </a:ext>
            </a:extLst>
          </p:cNvPr>
          <p:cNvSpPr/>
          <p:nvPr/>
        </p:nvSpPr>
        <p:spPr>
          <a:xfrm>
            <a:off x="2536598" y="412029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74B05-931D-D670-A5FC-B0891B9B66D7}"/>
              </a:ext>
            </a:extLst>
          </p:cNvPr>
          <p:cNvSpPr txBox="1"/>
          <p:nvPr/>
        </p:nvSpPr>
        <p:spPr>
          <a:xfrm>
            <a:off x="3988109" y="354288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1B5CFDA-1F84-EE48-1143-ACB772C48667}"/>
              </a:ext>
            </a:extLst>
          </p:cNvPr>
          <p:cNvGrpSpPr/>
          <p:nvPr/>
        </p:nvGrpSpPr>
        <p:grpSpPr>
          <a:xfrm rot="5400000">
            <a:off x="3222104" y="2802911"/>
            <a:ext cx="98859" cy="1382033"/>
            <a:chOff x="4737866" y="4849327"/>
            <a:chExt cx="98859" cy="1382033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0ADDF363-E94B-39E2-A144-0005E5038702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1F26C606-4DFE-A0BF-B5DD-4A7ED3D039EC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21FD865F-9240-ABEA-16BA-D582873414E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80A9783-B9EB-EFF2-0451-23E3816476D7}"/>
              </a:ext>
            </a:extLst>
          </p:cNvPr>
          <p:cNvGrpSpPr/>
          <p:nvPr/>
        </p:nvGrpSpPr>
        <p:grpSpPr>
          <a:xfrm rot="5400000">
            <a:off x="3582706" y="2909384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CABA40F3-814C-E8F4-3F77-2E56C7ED3AA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2D46D8D-6EEF-435C-88A4-45EABADF363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4508CD9-2C73-70DE-799E-DC19693C3E4A}"/>
              </a:ext>
            </a:extLst>
          </p:cNvPr>
          <p:cNvGrpSpPr/>
          <p:nvPr/>
        </p:nvGrpSpPr>
        <p:grpSpPr>
          <a:xfrm>
            <a:off x="6780055" y="2769447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E8EAC6C7-0497-F504-8DD2-1752559BA7F0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ACCD25DA-899A-7746-F485-09C143B2B398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0072AAAA-40A7-3A18-7F8B-3F7F095FF607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" name="별: 꼭짓점 7개 19">
              <a:extLst>
                <a:ext uri="{FF2B5EF4-FFF2-40B4-BE49-F238E27FC236}">
                  <a16:creationId xmlns:a16="http://schemas.microsoft.com/office/drawing/2014/main" id="{EF81E3A1-29AD-4C05-EBE6-60B347DA6524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D4792816-B13F-A20F-0484-9E31C36A4DB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7D76F1A2-3D59-4F13-8BCE-3E9074C754A5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653056AC-F0EE-FD5E-2FC1-EB98F854C0E1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1C3240D-19DF-7FD9-72F3-157C8AF3F563}"/>
              </a:ext>
            </a:extLst>
          </p:cNvPr>
          <p:cNvSpPr/>
          <p:nvPr/>
        </p:nvSpPr>
        <p:spPr>
          <a:xfrm rot="5400000" flipV="1">
            <a:off x="5282890" y="2887933"/>
            <a:ext cx="98384" cy="8238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1DD6D30-A4F9-D044-6F1B-69C5E4EB3680}"/>
              </a:ext>
            </a:extLst>
          </p:cNvPr>
          <p:cNvSpPr/>
          <p:nvPr/>
        </p:nvSpPr>
        <p:spPr>
          <a:xfrm rot="16200000" flipV="1">
            <a:off x="6296215" y="4710434"/>
            <a:ext cx="98384" cy="8489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BC4AD37-32BA-7398-989B-AE7CFD369E53}"/>
              </a:ext>
            </a:extLst>
          </p:cNvPr>
          <p:cNvGrpSpPr/>
          <p:nvPr/>
        </p:nvGrpSpPr>
        <p:grpSpPr>
          <a:xfrm rot="5400000">
            <a:off x="6837368" y="3750411"/>
            <a:ext cx="98778" cy="513988"/>
            <a:chOff x="4737870" y="5097773"/>
            <a:chExt cx="98778" cy="51398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D3E2511-96C5-6A37-CA13-65AFA6EAF6EE}"/>
                </a:ext>
              </a:extLst>
            </p:cNvPr>
            <p:cNvSpPr/>
            <p:nvPr/>
          </p:nvSpPr>
          <p:spPr>
            <a:xfrm>
              <a:off x="4737870" y="50977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3016781C-ADC9-B763-9BFC-79E6C69B843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3BF4F60-8D9C-A0C5-AE98-2F6CC7FAD8F7}"/>
              </a:ext>
            </a:extLst>
          </p:cNvPr>
          <p:cNvSpPr/>
          <p:nvPr/>
        </p:nvSpPr>
        <p:spPr>
          <a:xfrm flipV="1">
            <a:off x="7342080" y="2672974"/>
            <a:ext cx="98385" cy="66246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239B8E-AC1A-C2BC-3AE3-6639F1F60093}"/>
              </a:ext>
            </a:extLst>
          </p:cNvPr>
          <p:cNvSpPr txBox="1"/>
          <p:nvPr/>
        </p:nvSpPr>
        <p:spPr>
          <a:xfrm>
            <a:off x="-2963" y="587301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03F3092F-6A9B-9FBA-EBB6-094151916177}"/>
              </a:ext>
            </a:extLst>
          </p:cNvPr>
          <p:cNvCxnSpPr>
            <a:cxnSpLocks/>
          </p:cNvCxnSpPr>
          <p:nvPr/>
        </p:nvCxnSpPr>
        <p:spPr>
          <a:xfrm flipV="1">
            <a:off x="2089013" y="5202502"/>
            <a:ext cx="380422" cy="720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5F10574-F461-A915-7226-4DCB9C206820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AA94BB8B-DFD6-57B8-17C9-B6F8D611EFF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DAB1077C-4DC2-770A-263C-792CB0F9CC9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3C3FA9BF-8999-BE3D-C248-D8BDEC543C8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CEDE143A-392F-0972-3BD3-5D929100B676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77F2EAF-1B3B-4056-4EDD-2D0BB0327AE0}"/>
              </a:ext>
            </a:extLst>
          </p:cNvPr>
          <p:cNvGrpSpPr/>
          <p:nvPr/>
        </p:nvGrpSpPr>
        <p:grpSpPr>
          <a:xfrm rot="5400000">
            <a:off x="2945253" y="4957917"/>
            <a:ext cx="98859" cy="1382033"/>
            <a:chOff x="4737866" y="4849327"/>
            <a:chExt cx="98859" cy="13820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18948419-20F3-6E76-1CDF-7AB66CB0E89E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42380359-1ABA-E7CB-03BB-4C39768CAF41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3038047-3634-22F5-735E-6476B95CD37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A31AD1FB-045F-DC8D-D017-BB59C5402057}"/>
              </a:ext>
            </a:extLst>
          </p:cNvPr>
          <p:cNvSpPr txBox="1"/>
          <p:nvPr/>
        </p:nvSpPr>
        <p:spPr>
          <a:xfrm>
            <a:off x="56279" y="758561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84DCCA21-03A6-8FA0-8959-17FD17D11833}"/>
              </a:ext>
            </a:extLst>
          </p:cNvPr>
          <p:cNvSpPr txBox="1"/>
          <p:nvPr/>
        </p:nvSpPr>
        <p:spPr>
          <a:xfrm>
            <a:off x="1140199" y="84559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</p:spTree>
    <p:extLst>
      <p:ext uri="{BB962C8B-B14F-4D97-AF65-F5344CB8AC3E}">
        <p14:creationId xmlns:p14="http://schemas.microsoft.com/office/powerpoint/2010/main" val="801491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68DBC-E9EE-3409-06F1-0371D02EF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7758153-180E-EFB4-6A78-50979DCF738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495"/>
          <a:stretch>
            <a:fillRect/>
          </a:stretch>
        </p:blipFill>
        <p:spPr bwMode="auto">
          <a:xfrm>
            <a:off x="1674813" y="488950"/>
            <a:ext cx="9297700" cy="629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CDF40D4-80C4-F35E-167A-1A9739B2A636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:r>
                  <a:rPr lang="en-US" altLang="ko-KR" sz="2000" b="1" u="none" strike="noStrike">
                    <a:ln/>
                    <a:solidFill>
                      <a:schemeClr val="tx1"/>
                    </a:solidFill>
                  </a:rPr>
                  <a:t>59B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CDF40D4-80C4-F35E-167A-1A9739B2A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D50961F-AB91-BBEB-0A42-94AA2971D46F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7C64A0-3590-4AF8-A046-387594C60F40}"/>
              </a:ext>
            </a:extLst>
          </p:cNvPr>
          <p:cNvSpPr/>
          <p:nvPr/>
        </p:nvSpPr>
        <p:spPr>
          <a:xfrm rot="5400000">
            <a:off x="2365707" y="2718599"/>
            <a:ext cx="113042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C9AA34-6BDF-0BC3-B310-E8E8D3B6BDBD}"/>
              </a:ext>
            </a:extLst>
          </p:cNvPr>
          <p:cNvSpPr txBox="1"/>
          <p:nvPr/>
        </p:nvSpPr>
        <p:spPr>
          <a:xfrm>
            <a:off x="3202385" y="2391692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E64ECA-6BBC-A4F6-ADC6-EA786E8EB34C}"/>
              </a:ext>
            </a:extLst>
          </p:cNvPr>
          <p:cNvSpPr/>
          <p:nvPr/>
        </p:nvSpPr>
        <p:spPr>
          <a:xfrm rot="10800000">
            <a:off x="2037603" y="3622863"/>
            <a:ext cx="102820" cy="19766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DA0C6EE-3B84-05D6-A1D8-F6BCE00213E8}"/>
              </a:ext>
            </a:extLst>
          </p:cNvPr>
          <p:cNvSpPr/>
          <p:nvPr/>
        </p:nvSpPr>
        <p:spPr>
          <a:xfrm>
            <a:off x="2367661" y="396820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3ABC6F8-63EF-E3C8-3511-68E5B617E38D}"/>
              </a:ext>
            </a:extLst>
          </p:cNvPr>
          <p:cNvSpPr/>
          <p:nvPr/>
        </p:nvSpPr>
        <p:spPr>
          <a:xfrm>
            <a:off x="2536598" y="412029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9CC7C-5332-2BA8-16FD-A0CC7BBABE10}"/>
              </a:ext>
            </a:extLst>
          </p:cNvPr>
          <p:cNvSpPr txBox="1"/>
          <p:nvPr/>
        </p:nvSpPr>
        <p:spPr>
          <a:xfrm>
            <a:off x="3988109" y="354288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0" name="별: 꼭짓점 4개 9">
            <a:extLst>
              <a:ext uri="{FF2B5EF4-FFF2-40B4-BE49-F238E27FC236}">
                <a16:creationId xmlns:a16="http://schemas.microsoft.com/office/drawing/2014/main" id="{C95D37D8-EC3E-E362-46DB-728F89EA14B3}"/>
              </a:ext>
            </a:extLst>
          </p:cNvPr>
          <p:cNvSpPr/>
          <p:nvPr/>
        </p:nvSpPr>
        <p:spPr>
          <a:xfrm>
            <a:off x="2716026" y="430362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2516FD3-2CD9-39BA-9B0E-4E0D0B89CCAC}"/>
              </a:ext>
            </a:extLst>
          </p:cNvPr>
          <p:cNvGrpSpPr/>
          <p:nvPr/>
        </p:nvGrpSpPr>
        <p:grpSpPr>
          <a:xfrm rot="5400000">
            <a:off x="3222104" y="2802911"/>
            <a:ext cx="98859" cy="1382033"/>
            <a:chOff x="4737866" y="4849327"/>
            <a:chExt cx="98859" cy="1382033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9378CC3E-3AB9-6F3B-C064-59F6EE8FDA09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77BE9C06-9D31-0B6B-DF57-FA08CC8EC8F8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41AF718C-4100-3316-6A34-7D98352BE34F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9132722-F07A-DE77-E061-1130275F0CC1}"/>
              </a:ext>
            </a:extLst>
          </p:cNvPr>
          <p:cNvGrpSpPr/>
          <p:nvPr/>
        </p:nvGrpSpPr>
        <p:grpSpPr>
          <a:xfrm rot="5400000">
            <a:off x="3582706" y="2909384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72B1BFEA-AF74-CF0D-F3DE-F04929DE7C5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96BAA21-3BD4-3396-4DEC-0433A131F5A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7A23B22-469E-545E-C611-1B8344118B2E}"/>
              </a:ext>
            </a:extLst>
          </p:cNvPr>
          <p:cNvGrpSpPr/>
          <p:nvPr/>
        </p:nvGrpSpPr>
        <p:grpSpPr>
          <a:xfrm>
            <a:off x="6780055" y="2769447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76CC23EC-13A9-9898-F86F-BA068D56A4A8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3BC9D98F-7EEF-2C0B-F718-25DCCC822135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D6DEFEA6-0541-37C6-E5BA-BAC9E877EEF2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" name="별: 꼭짓점 7개 19">
              <a:extLst>
                <a:ext uri="{FF2B5EF4-FFF2-40B4-BE49-F238E27FC236}">
                  <a16:creationId xmlns:a16="http://schemas.microsoft.com/office/drawing/2014/main" id="{1D595844-4D66-3178-FFB7-D192E4C05BAC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D670BE18-5F88-4323-C8C5-BD656D60A25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C9ED0FC8-76A5-DF30-451D-D974B8DCEF4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AF1410B4-9DD4-6816-1FB7-B7AAE9FDB865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5600F92-0576-5F16-AD56-A7360EBC4FD7}"/>
              </a:ext>
            </a:extLst>
          </p:cNvPr>
          <p:cNvSpPr/>
          <p:nvPr/>
        </p:nvSpPr>
        <p:spPr>
          <a:xfrm rot="5400000" flipV="1">
            <a:off x="5282890" y="2887933"/>
            <a:ext cx="98384" cy="8238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C0E9218-5B50-7C85-CC20-46CA520797C0}"/>
              </a:ext>
            </a:extLst>
          </p:cNvPr>
          <p:cNvSpPr/>
          <p:nvPr/>
        </p:nvSpPr>
        <p:spPr>
          <a:xfrm rot="16200000" flipV="1">
            <a:off x="6296215" y="4710434"/>
            <a:ext cx="98384" cy="8489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D2813EB-779E-7280-5428-31A587C7B04F}"/>
              </a:ext>
            </a:extLst>
          </p:cNvPr>
          <p:cNvGrpSpPr/>
          <p:nvPr/>
        </p:nvGrpSpPr>
        <p:grpSpPr>
          <a:xfrm rot="5400000">
            <a:off x="6837368" y="3750411"/>
            <a:ext cx="98778" cy="513988"/>
            <a:chOff x="4737870" y="5097773"/>
            <a:chExt cx="98778" cy="51398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C2B1C42-124F-D12C-1B8D-C304C89A2E37}"/>
                </a:ext>
              </a:extLst>
            </p:cNvPr>
            <p:cNvSpPr/>
            <p:nvPr/>
          </p:nvSpPr>
          <p:spPr>
            <a:xfrm>
              <a:off x="4737870" y="50977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0A02749-D297-4CFD-D087-4EDD88B0529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33C7217-5916-677D-D738-B8BEBEB1C528}"/>
              </a:ext>
            </a:extLst>
          </p:cNvPr>
          <p:cNvSpPr/>
          <p:nvPr/>
        </p:nvSpPr>
        <p:spPr>
          <a:xfrm flipV="1">
            <a:off x="7342080" y="2672974"/>
            <a:ext cx="98385" cy="66246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A421A2-FA81-0E79-72C5-6DB52B8BBB12}"/>
              </a:ext>
            </a:extLst>
          </p:cNvPr>
          <p:cNvSpPr txBox="1"/>
          <p:nvPr/>
        </p:nvSpPr>
        <p:spPr>
          <a:xfrm>
            <a:off x="-2963" y="587301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0047C704-0839-DA09-1993-CACDCF71D151}"/>
              </a:ext>
            </a:extLst>
          </p:cNvPr>
          <p:cNvCxnSpPr>
            <a:cxnSpLocks/>
          </p:cNvCxnSpPr>
          <p:nvPr/>
        </p:nvCxnSpPr>
        <p:spPr>
          <a:xfrm flipV="1">
            <a:off x="2089013" y="5202502"/>
            <a:ext cx="380422" cy="720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3EB6A9A-8D8A-DFCC-37E8-EA344EA23A9D}"/>
              </a:ext>
            </a:extLst>
          </p:cNvPr>
          <p:cNvSpPr txBox="1"/>
          <p:nvPr/>
        </p:nvSpPr>
        <p:spPr>
          <a:xfrm>
            <a:off x="14848" y="6273123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8309551-89D2-F46E-9F1E-73F4450F82A0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5C518254-197E-C246-A1D2-D2A1436FBF7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2AD9049-CD80-A56E-2571-6811864C9DA1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A150386D-0AEF-DDBD-B849-01490BBA1F8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98E5ED0D-1D87-CD48-8B9B-7C2EB63ED8E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1BF1A95-5C6A-AE5F-D097-C8513CC825E0}"/>
              </a:ext>
            </a:extLst>
          </p:cNvPr>
          <p:cNvGrpSpPr/>
          <p:nvPr/>
        </p:nvGrpSpPr>
        <p:grpSpPr>
          <a:xfrm rot="5400000">
            <a:off x="2945253" y="4957917"/>
            <a:ext cx="98859" cy="1382033"/>
            <a:chOff x="4737866" y="4849327"/>
            <a:chExt cx="98859" cy="13820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D47C6674-4667-2D9C-690F-39FD6DE986D1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1F7C1076-E847-C928-6603-432F3B6BC370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69F8D3B-A481-533C-D3A8-19E4C266247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TextBox 13">
            <a:extLst>
              <a:ext uri="{FF2B5EF4-FFF2-40B4-BE49-F238E27FC236}">
                <a16:creationId xmlns:a16="http://schemas.microsoft.com/office/drawing/2014/main" id="{56A8739B-D9BE-684D-E297-8CF77216ECCC}"/>
              </a:ext>
            </a:extLst>
          </p:cNvPr>
          <p:cNvSpPr txBox="1"/>
          <p:nvPr/>
        </p:nvSpPr>
        <p:spPr>
          <a:xfrm>
            <a:off x="1140199" y="84559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1B1313-6208-74B7-30F5-5290571BCC9C}"/>
              </a:ext>
            </a:extLst>
          </p:cNvPr>
          <p:cNvSpPr txBox="1"/>
          <p:nvPr/>
        </p:nvSpPr>
        <p:spPr>
          <a:xfrm>
            <a:off x="56279" y="758561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738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68DBC-E9EE-3409-06F1-0371D02EF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7758153-180E-EFB4-6A78-50979DCF738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495"/>
          <a:stretch>
            <a:fillRect/>
          </a:stretch>
        </p:blipFill>
        <p:spPr bwMode="auto">
          <a:xfrm>
            <a:off x="1674813" y="488950"/>
            <a:ext cx="9297700" cy="629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CDF40D4-80C4-F35E-167A-1A9739B2A636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:r>
                  <a:rPr lang="en-US" altLang="ko-KR" sz="2000" b="1" u="none" strike="noStrike">
                    <a:ln/>
                    <a:solidFill>
                      <a:schemeClr val="tx1"/>
                    </a:solidFill>
                  </a:rPr>
                  <a:t>59B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CDF40D4-80C4-F35E-167A-1A9739B2A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D50961F-AB91-BBEB-0A42-94AA2971D46F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E64ECA-6BBC-A4F6-ADC6-EA786E8EB34C}"/>
              </a:ext>
            </a:extLst>
          </p:cNvPr>
          <p:cNvSpPr/>
          <p:nvPr/>
        </p:nvSpPr>
        <p:spPr>
          <a:xfrm rot="10800000">
            <a:off x="2037603" y="3622863"/>
            <a:ext cx="102820" cy="19766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DA0C6EE-3B84-05D6-A1D8-F6BCE00213E8}"/>
              </a:ext>
            </a:extLst>
          </p:cNvPr>
          <p:cNvSpPr/>
          <p:nvPr/>
        </p:nvSpPr>
        <p:spPr>
          <a:xfrm>
            <a:off x="2367661" y="396820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9CC7C-5332-2BA8-16FD-A0CC7BBABE10}"/>
              </a:ext>
            </a:extLst>
          </p:cNvPr>
          <p:cNvSpPr txBox="1"/>
          <p:nvPr/>
        </p:nvSpPr>
        <p:spPr>
          <a:xfrm>
            <a:off x="3988109" y="354288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2516FD3-2CD9-39BA-9B0E-4E0D0B89CCAC}"/>
              </a:ext>
            </a:extLst>
          </p:cNvPr>
          <p:cNvGrpSpPr/>
          <p:nvPr/>
        </p:nvGrpSpPr>
        <p:grpSpPr>
          <a:xfrm rot="5400000">
            <a:off x="3222104" y="2802911"/>
            <a:ext cx="98859" cy="1382033"/>
            <a:chOff x="4737866" y="4849327"/>
            <a:chExt cx="98859" cy="1382033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9378CC3E-3AB9-6F3B-C064-59F6EE8FDA09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77BE9C06-9D31-0B6B-DF57-FA08CC8EC8F8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41AF718C-4100-3316-6A34-7D98352BE34F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D2813EB-779E-7280-5428-31A587C7B04F}"/>
              </a:ext>
            </a:extLst>
          </p:cNvPr>
          <p:cNvGrpSpPr/>
          <p:nvPr/>
        </p:nvGrpSpPr>
        <p:grpSpPr>
          <a:xfrm rot="5400000">
            <a:off x="6837368" y="3750411"/>
            <a:ext cx="98778" cy="513988"/>
            <a:chOff x="4737870" y="5097773"/>
            <a:chExt cx="98778" cy="51398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C2B1C42-124F-D12C-1B8D-C304C89A2E37}"/>
                </a:ext>
              </a:extLst>
            </p:cNvPr>
            <p:cNvSpPr/>
            <p:nvPr/>
          </p:nvSpPr>
          <p:spPr>
            <a:xfrm>
              <a:off x="4737870" y="50977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0A02749-D297-4CFD-D087-4EDD88B0529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33C7217-5916-677D-D738-B8BEBEB1C528}"/>
              </a:ext>
            </a:extLst>
          </p:cNvPr>
          <p:cNvSpPr/>
          <p:nvPr/>
        </p:nvSpPr>
        <p:spPr>
          <a:xfrm flipV="1">
            <a:off x="7342080" y="2672974"/>
            <a:ext cx="98385" cy="66246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8309551-89D2-F46E-9F1E-73F4450F82A0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5C518254-197E-C246-A1D2-D2A1436FBF7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2AD9049-CD80-A56E-2571-6811864C9DA1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A150386D-0AEF-DDBD-B849-01490BBA1F8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98E5ED0D-1D87-CD48-8B9B-7C2EB63ED8E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1BF1A95-5C6A-AE5F-D097-C8513CC825E0}"/>
              </a:ext>
            </a:extLst>
          </p:cNvPr>
          <p:cNvGrpSpPr/>
          <p:nvPr/>
        </p:nvGrpSpPr>
        <p:grpSpPr>
          <a:xfrm rot="5400000">
            <a:off x="2945253" y="4957917"/>
            <a:ext cx="98859" cy="1382033"/>
            <a:chOff x="4737866" y="4849327"/>
            <a:chExt cx="98859" cy="13820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D47C6674-4667-2D9C-690F-39FD6DE986D1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1F7C1076-E847-C928-6603-432F3B6BC370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69F8D3B-A481-533C-D3A8-19E4C266247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TextBox 13">
            <a:extLst>
              <a:ext uri="{FF2B5EF4-FFF2-40B4-BE49-F238E27FC236}">
                <a16:creationId xmlns:a16="http://schemas.microsoft.com/office/drawing/2014/main" id="{56A8739B-D9BE-684D-E297-8CF77216ECCC}"/>
              </a:ext>
            </a:extLst>
          </p:cNvPr>
          <p:cNvSpPr txBox="1"/>
          <p:nvPr/>
        </p:nvSpPr>
        <p:spPr>
          <a:xfrm>
            <a:off x="1140199" y="84559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1B1313-6208-74B7-30F5-5290571BCC9C}"/>
              </a:ext>
            </a:extLst>
          </p:cNvPr>
          <p:cNvSpPr txBox="1"/>
          <p:nvPr/>
        </p:nvSpPr>
        <p:spPr>
          <a:xfrm>
            <a:off x="56279" y="758561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546211A-E533-B3F9-0C8F-3A9E0E44D617}"/>
              </a:ext>
            </a:extLst>
          </p:cNvPr>
          <p:cNvGrpSpPr/>
          <p:nvPr/>
        </p:nvGrpSpPr>
        <p:grpSpPr>
          <a:xfrm>
            <a:off x="4918079" y="1754132"/>
            <a:ext cx="2663652" cy="1581309"/>
            <a:chOff x="4413892" y="3411929"/>
            <a:chExt cx="2663652" cy="1581309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7EDB824D-7113-00AF-32E6-70CA78DAECF3}"/>
                </a:ext>
              </a:extLst>
            </p:cNvPr>
            <p:cNvSpPr/>
            <p:nvPr/>
          </p:nvSpPr>
          <p:spPr>
            <a:xfrm rot="5400000" flipV="1">
              <a:off x="4781213" y="4527533"/>
              <a:ext cx="98384" cy="83302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B70C34C-783E-1FF2-B882-52FD37FBCFA2}"/>
                </a:ext>
              </a:extLst>
            </p:cNvPr>
            <p:cNvSpPr txBox="1"/>
            <p:nvPr/>
          </p:nvSpPr>
          <p:spPr>
            <a:xfrm>
              <a:off x="6004814" y="3411929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254C39F5-57A7-8573-64CB-0AAB50FF5F9C}"/>
                </a:ext>
              </a:extLst>
            </p:cNvPr>
            <p:cNvCxnSpPr>
              <a:cxnSpLocks/>
              <a:stCxn id="45" idx="2"/>
              <a:endCxn id="48" idx="1"/>
            </p:cNvCxnSpPr>
            <p:nvPr/>
          </p:nvCxnSpPr>
          <p:spPr>
            <a:xfrm flipV="1">
              <a:off x="5246918" y="3527345"/>
              <a:ext cx="757896" cy="14167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6C766813-2317-2561-BA17-8564123770E2}"/>
              </a:ext>
            </a:extLst>
          </p:cNvPr>
          <p:cNvGrpSpPr/>
          <p:nvPr/>
        </p:nvGrpSpPr>
        <p:grpSpPr>
          <a:xfrm>
            <a:off x="5725429" y="5079619"/>
            <a:ext cx="1072730" cy="1732466"/>
            <a:chOff x="5015231" y="4661264"/>
            <a:chExt cx="1072730" cy="1732466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FB151E75-5F8B-F845-CF26-17EE7C6FF7BA}"/>
                </a:ext>
              </a:extLst>
            </p:cNvPr>
            <p:cNvSpPr/>
            <p:nvPr/>
          </p:nvSpPr>
          <p:spPr>
            <a:xfrm rot="16200000" flipV="1">
              <a:off x="5502404" y="4351343"/>
              <a:ext cx="98384" cy="71822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8240405-194A-927C-A4F9-CCF26565724C}"/>
                </a:ext>
              </a:extLst>
            </p:cNvPr>
            <p:cNvSpPr txBox="1"/>
            <p:nvPr/>
          </p:nvSpPr>
          <p:spPr>
            <a:xfrm>
              <a:off x="5015231" y="6162898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CC8A6314-7F58-0C1D-B9AE-32EFB7ABE39D}"/>
                </a:ext>
              </a:extLst>
            </p:cNvPr>
            <p:cNvCxnSpPr>
              <a:cxnSpLocks/>
              <a:stCxn id="54" idx="2"/>
            </p:cNvCxnSpPr>
            <p:nvPr/>
          </p:nvCxnSpPr>
          <p:spPr>
            <a:xfrm>
              <a:off x="5192483" y="4710456"/>
              <a:ext cx="0" cy="15005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9" name="그림 58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E94202-2754-F6D1-EDA7-88038A06A7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74" y="2782627"/>
            <a:ext cx="1757580" cy="1445609"/>
          </a:xfrm>
          <a:prstGeom prst="rect">
            <a:avLst/>
          </a:prstGeom>
        </p:spPr>
      </p:pic>
      <p:pic>
        <p:nvPicPr>
          <p:cNvPr id="60" name="그림 59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90E97A6-BD51-E6B0-919C-DBE6B103F5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140977" y="4569089"/>
            <a:ext cx="1619250" cy="153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238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96A3B-4DFE-3FFB-9727-D2C41A840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C857D0AB-8E67-D557-706C-7486B839D7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3" y="752788"/>
            <a:ext cx="8110538" cy="594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650E92-C8E3-1344-CC8A-4D37D7101BD1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650E92-C8E3-1344-CC8A-4D37D7101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A6C9A8F-751F-6CC9-7B85-F99640E1FF19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F969F0F-28FC-A076-52D0-BF5B8C852563}"/>
              </a:ext>
            </a:extLst>
          </p:cNvPr>
          <p:cNvSpPr/>
          <p:nvPr/>
        </p:nvSpPr>
        <p:spPr>
          <a:xfrm rot="5400000">
            <a:off x="5476414" y="5122991"/>
            <a:ext cx="102820" cy="202693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EC1FBC9-7CC9-08FB-3623-1984A2CBE6E8}"/>
              </a:ext>
            </a:extLst>
          </p:cNvPr>
          <p:cNvSpPr/>
          <p:nvPr/>
        </p:nvSpPr>
        <p:spPr>
          <a:xfrm>
            <a:off x="4930769" y="450928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8BF11BD-B40C-FF12-5541-437C465245A2}"/>
              </a:ext>
            </a:extLst>
          </p:cNvPr>
          <p:cNvSpPr/>
          <p:nvPr/>
        </p:nvSpPr>
        <p:spPr>
          <a:xfrm>
            <a:off x="5099706" y="466136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8A7FF5-C7E5-3B64-1D0C-63E12BF9EFF4}"/>
              </a:ext>
            </a:extLst>
          </p:cNvPr>
          <p:cNvSpPr txBox="1"/>
          <p:nvPr/>
        </p:nvSpPr>
        <p:spPr>
          <a:xfrm>
            <a:off x="4543856" y="387533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D5E5AF-9245-D428-0124-87FDE2013107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0133D3A-8A38-99B9-5FE8-89FA5726ED2C}"/>
              </a:ext>
            </a:extLst>
          </p:cNvPr>
          <p:cNvGrpSpPr/>
          <p:nvPr/>
        </p:nvGrpSpPr>
        <p:grpSpPr>
          <a:xfrm>
            <a:off x="4408321" y="4509280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DEBFFB3F-DBA5-8E7B-5796-92A384D586A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635A6E26-A000-E120-E822-43AEB1D3D5F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7B4146F-2FD6-E761-1D57-373DA8DD643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3986151-3AF1-355E-992F-14AA0668DE4F}"/>
              </a:ext>
            </a:extLst>
          </p:cNvPr>
          <p:cNvGrpSpPr/>
          <p:nvPr/>
        </p:nvGrpSpPr>
        <p:grpSpPr>
          <a:xfrm rot="5400000">
            <a:off x="7775454" y="3857061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9CBCF23-E7D9-C5DC-0C83-0773D33698D9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B6CB8335-A425-887F-FE7F-195BC5C010D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87FD918-C62B-4FE0-3E4A-711385FEF859}"/>
              </a:ext>
            </a:extLst>
          </p:cNvPr>
          <p:cNvSpPr/>
          <p:nvPr/>
        </p:nvSpPr>
        <p:spPr>
          <a:xfrm flipV="1">
            <a:off x="7763559" y="2641519"/>
            <a:ext cx="98385" cy="8875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97D560-247B-048A-FB3F-723415AC2967}"/>
              </a:ext>
            </a:extLst>
          </p:cNvPr>
          <p:cNvSpPr txBox="1"/>
          <p:nvPr/>
        </p:nvSpPr>
        <p:spPr>
          <a:xfrm>
            <a:off x="5557083" y="637842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53AE016-FA51-4E21-908C-69563FCD114C}"/>
              </a:ext>
            </a:extLst>
          </p:cNvPr>
          <p:cNvCxnSpPr>
            <a:cxnSpLocks/>
          </p:cNvCxnSpPr>
          <p:nvPr/>
        </p:nvCxnSpPr>
        <p:spPr>
          <a:xfrm flipV="1">
            <a:off x="5836449" y="5760180"/>
            <a:ext cx="0" cy="659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929DAC83-8EC5-DC1F-1419-F28ECD371B3F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99E104E-05DF-F581-9BCE-50B1D411FA3E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AB540B8-A89B-7ACE-B655-EE8A7D0DF44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FB1D3762-E5F5-CAE0-D709-08274586007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86FEEBD4-AD72-6FC3-7A77-23551EB8A2E7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2EFE8EDA-2D85-57E5-188A-01CC591540D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6E76CC2-BA91-8BE1-7572-A4221EAC3027}"/>
              </a:ext>
            </a:extLst>
          </p:cNvPr>
          <p:cNvSpPr/>
          <p:nvPr/>
        </p:nvSpPr>
        <p:spPr>
          <a:xfrm rot="10800000" flipV="1">
            <a:off x="6780547" y="2849667"/>
            <a:ext cx="98385" cy="6794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B3DBDE9-B5D1-5FDE-642B-059604C8ADFD}"/>
              </a:ext>
            </a:extLst>
          </p:cNvPr>
          <p:cNvGrpSpPr/>
          <p:nvPr/>
        </p:nvGrpSpPr>
        <p:grpSpPr>
          <a:xfrm>
            <a:off x="6624524" y="4501298"/>
            <a:ext cx="98891" cy="1331233"/>
            <a:chOff x="4737834" y="4900127"/>
            <a:chExt cx="98891" cy="1331233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65A48ED4-7A56-6DA0-ECA7-7AD31E14B73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CACF48C-57F6-7232-0A7A-06CD2D3F6EB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D072C4C-3285-33FF-E36B-6FC4BE83998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EE7A435-E9FC-AF9C-2243-96915B3CF9C2}"/>
              </a:ext>
            </a:extLst>
          </p:cNvPr>
          <p:cNvSpPr/>
          <p:nvPr/>
        </p:nvSpPr>
        <p:spPr>
          <a:xfrm rot="10800000" flipV="1">
            <a:off x="4132609" y="2659134"/>
            <a:ext cx="98385" cy="7817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214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04206-318A-2CFB-8E0A-07BAFA5A2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0E060A6-BBDC-9E7A-31DB-CED0E3F7CE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3" y="752788"/>
            <a:ext cx="8110538" cy="594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FF1F4A-54F0-46B4-3EF8-A296867B1A63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FF1F4A-54F0-46B4-3EF8-A296867B1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34C090F-7BE4-C8D2-8F28-A00B6BA5598C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F231FA-D0CC-1B5B-8821-704D201231B9}"/>
              </a:ext>
            </a:extLst>
          </p:cNvPr>
          <p:cNvSpPr/>
          <p:nvPr/>
        </p:nvSpPr>
        <p:spPr>
          <a:xfrm>
            <a:off x="3123141" y="5372597"/>
            <a:ext cx="1067375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E02B02-71B1-0E2F-1727-6CF3820D561C}"/>
              </a:ext>
            </a:extLst>
          </p:cNvPr>
          <p:cNvSpPr txBox="1"/>
          <p:nvPr/>
        </p:nvSpPr>
        <p:spPr>
          <a:xfrm>
            <a:off x="2630004" y="454768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DB75B6-10E1-2B9F-4DC5-22A4DBFEA4B3}"/>
              </a:ext>
            </a:extLst>
          </p:cNvPr>
          <p:cNvSpPr/>
          <p:nvPr/>
        </p:nvSpPr>
        <p:spPr>
          <a:xfrm rot="5400000">
            <a:off x="5476414" y="5122991"/>
            <a:ext cx="102820" cy="202693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9B22240-AD4D-6C4D-FB13-4F649E153E33}"/>
              </a:ext>
            </a:extLst>
          </p:cNvPr>
          <p:cNvSpPr/>
          <p:nvPr/>
        </p:nvSpPr>
        <p:spPr>
          <a:xfrm>
            <a:off x="4930769" y="450928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FC78A6B-5FE5-BE05-35B6-772A7C72A5CF}"/>
              </a:ext>
            </a:extLst>
          </p:cNvPr>
          <p:cNvSpPr/>
          <p:nvPr/>
        </p:nvSpPr>
        <p:spPr>
          <a:xfrm>
            <a:off x="5099706" y="466136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F99B46-E777-55DD-87E0-D0CB55588923}"/>
              </a:ext>
            </a:extLst>
          </p:cNvPr>
          <p:cNvSpPr txBox="1"/>
          <p:nvPr/>
        </p:nvSpPr>
        <p:spPr>
          <a:xfrm>
            <a:off x="4543856" y="387533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94B4BC-37DE-88A8-5AEF-BA421964510E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072B7F5-5322-1F84-4D8A-DB2C114BD007}"/>
              </a:ext>
            </a:extLst>
          </p:cNvPr>
          <p:cNvGrpSpPr/>
          <p:nvPr/>
        </p:nvGrpSpPr>
        <p:grpSpPr>
          <a:xfrm>
            <a:off x="4408321" y="4509280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610D289-6FAA-7760-7BC9-AC42D23CB54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FF7EEA3-9AEA-C589-B23E-28636EA1501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C7E530F-FA61-12A4-D815-5D59D8885F4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D134AA9-E024-CFD8-2DBA-8EB30D686DAE}"/>
              </a:ext>
            </a:extLst>
          </p:cNvPr>
          <p:cNvGrpSpPr/>
          <p:nvPr/>
        </p:nvGrpSpPr>
        <p:grpSpPr>
          <a:xfrm>
            <a:off x="4148924" y="4287377"/>
            <a:ext cx="98814" cy="687822"/>
            <a:chOff x="4737834" y="5000139"/>
            <a:chExt cx="98814" cy="687822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4D3DE07-4290-6825-BA24-D071069B4FE0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E40C4B-D2C1-84D2-C831-98620B887529}"/>
                </a:ext>
              </a:extLst>
            </p:cNvPr>
            <p:cNvSpPr/>
            <p:nvPr/>
          </p:nvSpPr>
          <p:spPr>
            <a:xfrm>
              <a:off x="4738263" y="55895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710519EA-4D54-73D2-8262-EB4888736B22}"/>
              </a:ext>
            </a:extLst>
          </p:cNvPr>
          <p:cNvGrpSpPr/>
          <p:nvPr/>
        </p:nvGrpSpPr>
        <p:grpSpPr>
          <a:xfrm>
            <a:off x="8009779" y="2865970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7CBFCE2-9CCF-3046-A251-CB0D44E84C36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CA68A686-0022-6F1A-72B3-9494254B8B19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634FFF24-3CF0-F1CB-1DDF-F8F0E6FADCD4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54FEF107-BD23-747A-56AE-3901249832FC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48686835-CBCC-D254-3064-7BA1E906EA3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583064C9-DDD8-A800-60AC-F0558B6021EB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C1C794C4-E3E2-3EF0-D3A8-323EE4DB935F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E31DC7E-1129-5306-179A-22EB533E0ED6}"/>
              </a:ext>
            </a:extLst>
          </p:cNvPr>
          <p:cNvGrpSpPr/>
          <p:nvPr/>
        </p:nvGrpSpPr>
        <p:grpSpPr>
          <a:xfrm rot="5400000">
            <a:off x="7775454" y="3857061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D597C8AB-01CD-E2AB-0E18-3762FB3D39C9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82E86536-BEBC-11AA-D748-F883B6B2224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F1477A-59E6-6E73-5132-9E6E7AD179E0}"/>
              </a:ext>
            </a:extLst>
          </p:cNvPr>
          <p:cNvSpPr/>
          <p:nvPr/>
        </p:nvSpPr>
        <p:spPr>
          <a:xfrm flipV="1">
            <a:off x="7763559" y="2641519"/>
            <a:ext cx="98385" cy="8875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024726-E515-76C6-24FD-3D5367319408}"/>
              </a:ext>
            </a:extLst>
          </p:cNvPr>
          <p:cNvSpPr txBox="1"/>
          <p:nvPr/>
        </p:nvSpPr>
        <p:spPr>
          <a:xfrm>
            <a:off x="5557083" y="637842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C6CE68F-1724-EA8A-A4CE-DB0EA998EB4D}"/>
              </a:ext>
            </a:extLst>
          </p:cNvPr>
          <p:cNvCxnSpPr>
            <a:cxnSpLocks/>
          </p:cNvCxnSpPr>
          <p:nvPr/>
        </p:nvCxnSpPr>
        <p:spPr>
          <a:xfrm flipV="1">
            <a:off x="5836449" y="5760180"/>
            <a:ext cx="0" cy="659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F70FCFDF-FE80-683C-2F98-4ABB0135339A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1A0AFD3-ECF0-785D-03DD-CF0D66D851F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C3D78A03-0257-1BC9-1E86-67D3DB8FC5F5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440E74F5-4C94-82AE-926B-E8471377D66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49079AE-B660-A527-9881-042022EEB7F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12FEE28B-207F-5A29-8D0D-4FEC59683C1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7BA5E86-21F4-6639-FE3C-FBCBAFD7940F}"/>
              </a:ext>
            </a:extLst>
          </p:cNvPr>
          <p:cNvSpPr/>
          <p:nvPr/>
        </p:nvSpPr>
        <p:spPr>
          <a:xfrm rot="10800000" flipV="1">
            <a:off x="6780547" y="2849667"/>
            <a:ext cx="98385" cy="6794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47F3DFC-3914-C676-3BB4-FB1F23FE61CA}"/>
              </a:ext>
            </a:extLst>
          </p:cNvPr>
          <p:cNvGrpSpPr/>
          <p:nvPr/>
        </p:nvGrpSpPr>
        <p:grpSpPr>
          <a:xfrm>
            <a:off x="6624524" y="4501298"/>
            <a:ext cx="98891" cy="1331233"/>
            <a:chOff x="4737834" y="4900127"/>
            <a:chExt cx="98891" cy="1331233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239EC241-F474-EC1D-C55A-D76591078B9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0146A0A-B29A-77DD-7509-BCAED917C06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BD501370-FD3C-56B3-EBA2-23E244A6C06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B6F09C6-B75A-B95D-947F-6AFE5FEAF02A}"/>
              </a:ext>
            </a:extLst>
          </p:cNvPr>
          <p:cNvSpPr/>
          <p:nvPr/>
        </p:nvSpPr>
        <p:spPr>
          <a:xfrm rot="10800000" flipV="1">
            <a:off x="4132609" y="2659134"/>
            <a:ext cx="98385" cy="7817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F8A35F6-41B1-07FE-5C35-AB92013507B1}"/>
              </a:ext>
            </a:extLst>
          </p:cNvPr>
          <p:cNvSpPr/>
          <p:nvPr/>
        </p:nvSpPr>
        <p:spPr>
          <a:xfrm rot="10800000" flipV="1">
            <a:off x="6780797" y="2946037"/>
            <a:ext cx="98385" cy="8218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098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62686-04BF-4830-0404-5F56B5AB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D76A86B-F2ED-F40E-9FDC-AD14AF9F1E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3" y="752788"/>
            <a:ext cx="8110538" cy="594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AA7C46-2290-6D18-C4DA-1AB4C50DFC2F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AA7C46-2290-6D18-C4DA-1AB4C50DF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0A6BB26-D1D6-6947-98C8-79DD467016F5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89DEB15-0485-7EDA-9BF1-65B454482CBC}"/>
              </a:ext>
            </a:extLst>
          </p:cNvPr>
          <p:cNvSpPr/>
          <p:nvPr/>
        </p:nvSpPr>
        <p:spPr>
          <a:xfrm>
            <a:off x="3123141" y="5372597"/>
            <a:ext cx="1067375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C96C00-B85E-A5C5-4742-A7618327C11A}"/>
              </a:ext>
            </a:extLst>
          </p:cNvPr>
          <p:cNvSpPr txBox="1"/>
          <p:nvPr/>
        </p:nvSpPr>
        <p:spPr>
          <a:xfrm>
            <a:off x="2630004" y="454768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592567-AE46-872E-5B22-E6D8115431F0}"/>
              </a:ext>
            </a:extLst>
          </p:cNvPr>
          <p:cNvSpPr/>
          <p:nvPr/>
        </p:nvSpPr>
        <p:spPr>
          <a:xfrm rot="5400000">
            <a:off x="5476414" y="5122991"/>
            <a:ext cx="102820" cy="202693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B15938C-F3FF-C05B-BBB0-5CD066ECC0F5}"/>
              </a:ext>
            </a:extLst>
          </p:cNvPr>
          <p:cNvSpPr/>
          <p:nvPr/>
        </p:nvSpPr>
        <p:spPr>
          <a:xfrm>
            <a:off x="4930769" y="450928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D66B4BA-F280-B2C9-1C34-7D07C47D63CA}"/>
              </a:ext>
            </a:extLst>
          </p:cNvPr>
          <p:cNvSpPr/>
          <p:nvPr/>
        </p:nvSpPr>
        <p:spPr>
          <a:xfrm>
            <a:off x="5099706" y="466136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8DC568-3987-128C-B5D2-D662FB0BCFFA}"/>
              </a:ext>
            </a:extLst>
          </p:cNvPr>
          <p:cNvSpPr txBox="1"/>
          <p:nvPr/>
        </p:nvSpPr>
        <p:spPr>
          <a:xfrm>
            <a:off x="4543856" y="387533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F85EBA-8859-113C-449A-3C053B3FB3C6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8C5745C-296D-A7E5-C1CC-869132DA3B57}"/>
              </a:ext>
            </a:extLst>
          </p:cNvPr>
          <p:cNvGrpSpPr/>
          <p:nvPr/>
        </p:nvGrpSpPr>
        <p:grpSpPr>
          <a:xfrm>
            <a:off x="4408321" y="4509280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721A10AB-8140-07C9-B098-66DAD4471B4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8B2370B-A0EE-ED39-44E2-10DE228B16F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283DA18-4EFF-B9A3-BD2F-9C60944D9CD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EA84EC5-F718-C0EE-346C-06EEE461B94F}"/>
              </a:ext>
            </a:extLst>
          </p:cNvPr>
          <p:cNvGrpSpPr/>
          <p:nvPr/>
        </p:nvGrpSpPr>
        <p:grpSpPr>
          <a:xfrm>
            <a:off x="4148924" y="4287377"/>
            <a:ext cx="98814" cy="687822"/>
            <a:chOff x="4737834" y="5000139"/>
            <a:chExt cx="98814" cy="687822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3A7A32E-6D95-CDD3-6FA6-27EDE5B5BBDD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A361F9C3-814B-38ED-EE82-6983D83270C9}"/>
                </a:ext>
              </a:extLst>
            </p:cNvPr>
            <p:cNvSpPr/>
            <p:nvPr/>
          </p:nvSpPr>
          <p:spPr>
            <a:xfrm>
              <a:off x="4738263" y="55895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A786FF1-0CFA-3E7E-0D80-AB1E0C1D5CD8}"/>
              </a:ext>
            </a:extLst>
          </p:cNvPr>
          <p:cNvGrpSpPr/>
          <p:nvPr/>
        </p:nvGrpSpPr>
        <p:grpSpPr>
          <a:xfrm>
            <a:off x="8009779" y="2865970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9F066C7-7A5A-9072-9EA1-A3A9612677C2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6BE8C9D8-D617-9EB3-96E7-9B4B78731FF6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7FFD613A-1AB5-E161-BAC0-DC2A547D966A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3FF7ECA9-BEFA-2E54-EDCC-68FFCF6815CE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6661A8A-5D8E-BC18-01C9-A132F55B267C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1E266DEF-C525-CD1D-11C5-550B6DE3762B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952C5FB5-2A83-43ED-A260-756172B10D3C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42274AC-05CC-0121-D95F-C7A2C968A370}"/>
              </a:ext>
            </a:extLst>
          </p:cNvPr>
          <p:cNvGrpSpPr/>
          <p:nvPr/>
        </p:nvGrpSpPr>
        <p:grpSpPr>
          <a:xfrm rot="5400000">
            <a:off x="7775454" y="3857061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0064B94-61C6-A7B3-81CC-A1C106815FCE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97088B02-3A90-B005-B936-F555B24BDB5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82B20A7-2BD5-9608-F178-1CBABE36293D}"/>
              </a:ext>
            </a:extLst>
          </p:cNvPr>
          <p:cNvSpPr/>
          <p:nvPr/>
        </p:nvSpPr>
        <p:spPr>
          <a:xfrm flipV="1">
            <a:off x="7763559" y="2641519"/>
            <a:ext cx="98385" cy="8875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C5A7DB-67C4-DB41-8C54-D5496EF77AD8}"/>
              </a:ext>
            </a:extLst>
          </p:cNvPr>
          <p:cNvSpPr txBox="1"/>
          <p:nvPr/>
        </p:nvSpPr>
        <p:spPr>
          <a:xfrm>
            <a:off x="5557083" y="637842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C57A83E-5752-78AD-BE20-FE1512032408}"/>
              </a:ext>
            </a:extLst>
          </p:cNvPr>
          <p:cNvCxnSpPr>
            <a:cxnSpLocks/>
          </p:cNvCxnSpPr>
          <p:nvPr/>
        </p:nvCxnSpPr>
        <p:spPr>
          <a:xfrm flipV="1">
            <a:off x="5836449" y="5760180"/>
            <a:ext cx="0" cy="659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F9A663DB-CD7B-B2C4-DD1C-5CCE93E5310C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83D860E-D4D4-C085-171F-D909792DFF5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8610481D-A210-C1F0-B1AC-41A0B083964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9E4D30E-38F9-4F5A-D96D-C88B35EFEAA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3CFB28E-06DD-A3E7-0AA9-B99917A3A8B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DCF1E464-0FE2-6705-50AD-51F9A45BCEE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D76B012-911E-4505-29EB-4BF8C51E8FC0}"/>
              </a:ext>
            </a:extLst>
          </p:cNvPr>
          <p:cNvSpPr/>
          <p:nvPr/>
        </p:nvSpPr>
        <p:spPr>
          <a:xfrm rot="10800000" flipV="1">
            <a:off x="6780547" y="2849667"/>
            <a:ext cx="98385" cy="6794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E8BFD7C-4AD1-2BEE-0A1C-1A84E06B9BCA}"/>
              </a:ext>
            </a:extLst>
          </p:cNvPr>
          <p:cNvGrpSpPr/>
          <p:nvPr/>
        </p:nvGrpSpPr>
        <p:grpSpPr>
          <a:xfrm>
            <a:off x="6624524" y="4501298"/>
            <a:ext cx="98891" cy="1331233"/>
            <a:chOff x="4737834" y="4900127"/>
            <a:chExt cx="98891" cy="1331233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3E473BD3-483A-87FF-2E39-C5C379D436C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92E4D3F-91B3-36EA-EEA1-C0F601E95A2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9BF52670-C3E1-64E4-1549-A1CC5705903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08FE2E6-CD4C-5767-08E6-42ACFDDA4FCB}"/>
              </a:ext>
            </a:extLst>
          </p:cNvPr>
          <p:cNvSpPr/>
          <p:nvPr/>
        </p:nvSpPr>
        <p:spPr>
          <a:xfrm rot="10800000" flipV="1">
            <a:off x="4132609" y="2659134"/>
            <a:ext cx="98385" cy="7817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03CD684B-8173-276E-67BD-90F65869BBB3}"/>
              </a:ext>
            </a:extLst>
          </p:cNvPr>
          <p:cNvSpPr/>
          <p:nvPr/>
        </p:nvSpPr>
        <p:spPr>
          <a:xfrm>
            <a:off x="5279134" y="487681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1D943D-6DA3-F721-3359-6126045A36B4}"/>
              </a:ext>
            </a:extLst>
          </p:cNvPr>
          <p:cNvSpPr txBox="1"/>
          <p:nvPr/>
        </p:nvSpPr>
        <p:spPr>
          <a:xfrm>
            <a:off x="3392020" y="629351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96866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62686-04BF-4830-0404-5F56B5AB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D76A86B-F2ED-F40E-9FDC-AD14AF9F1E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3" y="752788"/>
            <a:ext cx="8110538" cy="594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AA7C46-2290-6D18-C4DA-1AB4C50DFC2F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AA7C46-2290-6D18-C4DA-1AB4C50DF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0A6BB26-D1D6-6947-98C8-79DD467016F5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F85EBA-8859-113C-449A-3C053B3FB3C6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F9A663DB-CD7B-B2C4-DD1C-5CCE93E5310C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83D860E-D4D4-C085-171F-D909792DFF5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8610481D-A210-C1F0-B1AC-41A0B083964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9E4D30E-38F9-4F5A-D96D-C88B35EFEAA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3CFB28E-06DD-A3E7-0AA9-B99917A3A8B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DCF1E464-0FE2-6705-50AD-51F9A45BCEE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03CD684B-8173-276E-67BD-90F65869BBB3}"/>
              </a:ext>
            </a:extLst>
          </p:cNvPr>
          <p:cNvSpPr/>
          <p:nvPr/>
        </p:nvSpPr>
        <p:spPr>
          <a:xfrm>
            <a:off x="5279134" y="487681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1D943D-6DA3-F721-3359-6126045A36B4}"/>
              </a:ext>
            </a:extLst>
          </p:cNvPr>
          <p:cNvSpPr txBox="1"/>
          <p:nvPr/>
        </p:nvSpPr>
        <p:spPr>
          <a:xfrm>
            <a:off x="4375036" y="629351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9F314B10-D714-7DC7-1481-9D971D8B19B2}"/>
              </a:ext>
            </a:extLst>
          </p:cNvPr>
          <p:cNvGrpSpPr/>
          <p:nvPr/>
        </p:nvGrpSpPr>
        <p:grpSpPr>
          <a:xfrm>
            <a:off x="3107192" y="1113314"/>
            <a:ext cx="1118220" cy="2306488"/>
            <a:chOff x="5381876" y="3150228"/>
            <a:chExt cx="1118220" cy="2306488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C6A1627-CD04-0C40-7D60-4956E5754697}"/>
                </a:ext>
              </a:extLst>
            </p:cNvPr>
            <p:cNvSpPr/>
            <p:nvPr/>
          </p:nvSpPr>
          <p:spPr>
            <a:xfrm flipV="1">
              <a:off x="6401712" y="4699372"/>
              <a:ext cx="98384" cy="757344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BF490E2-558C-47D8-04E3-49570CEC40CA}"/>
                </a:ext>
              </a:extLst>
            </p:cNvPr>
            <p:cNvSpPr txBox="1"/>
            <p:nvPr/>
          </p:nvSpPr>
          <p:spPr>
            <a:xfrm>
              <a:off x="5381876" y="3150228"/>
              <a:ext cx="106680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30D38F23-919B-960F-E32F-71FE906C11A1}"/>
                </a:ext>
              </a:extLst>
            </p:cNvPr>
            <p:cNvCxnSpPr>
              <a:cxnSpLocks/>
              <a:stCxn id="48" idx="2"/>
              <a:endCxn id="49" idx="3"/>
            </p:cNvCxnSpPr>
            <p:nvPr/>
          </p:nvCxnSpPr>
          <p:spPr>
            <a:xfrm flipH="1" flipV="1">
              <a:off x="6448676" y="3265644"/>
              <a:ext cx="2228" cy="14337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96D37CD-9E18-30F1-8DED-68B5A34CD0CD}"/>
              </a:ext>
            </a:extLst>
          </p:cNvPr>
          <p:cNvGrpSpPr/>
          <p:nvPr/>
        </p:nvGrpSpPr>
        <p:grpSpPr>
          <a:xfrm>
            <a:off x="6774770" y="949762"/>
            <a:ext cx="1120958" cy="2574118"/>
            <a:chOff x="4862379" y="2705273"/>
            <a:chExt cx="1120958" cy="2574118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5142588-7514-C431-27C4-A587991082D9}"/>
                </a:ext>
              </a:extLst>
            </p:cNvPr>
            <p:cNvSpPr/>
            <p:nvPr/>
          </p:nvSpPr>
          <p:spPr>
            <a:xfrm flipV="1">
              <a:off x="4862379" y="4608700"/>
              <a:ext cx="98384" cy="670691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77D0736-02EA-85F7-17ED-14E7940A1278}"/>
                </a:ext>
              </a:extLst>
            </p:cNvPr>
            <p:cNvSpPr txBox="1"/>
            <p:nvPr/>
          </p:nvSpPr>
          <p:spPr>
            <a:xfrm>
              <a:off x="4910607" y="2705273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57905AA6-C8AF-142A-6A9D-D4C3048C1AB9}"/>
                </a:ext>
              </a:extLst>
            </p:cNvPr>
            <p:cNvCxnSpPr>
              <a:cxnSpLocks/>
              <a:stCxn id="53" idx="2"/>
              <a:endCxn id="54" idx="1"/>
            </p:cNvCxnSpPr>
            <p:nvPr/>
          </p:nvCxnSpPr>
          <p:spPr>
            <a:xfrm flipH="1" flipV="1">
              <a:off x="4910607" y="2820689"/>
              <a:ext cx="964" cy="17880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11FA6EC2-DA7A-FC7E-EDC1-32B66CEA60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5492" y="4658807"/>
            <a:ext cx="2236971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5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62686-04BF-4830-0404-5F56B5AB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D76A86B-F2ED-F40E-9FDC-AD14AF9F1E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3" y="752788"/>
            <a:ext cx="8110538" cy="594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AA7C46-2290-6D18-C4DA-1AB4C50DFC2F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AA7C46-2290-6D18-C4DA-1AB4C50DF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0A6BB26-D1D6-6947-98C8-79DD467016F5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592567-AE46-872E-5B22-E6D8115431F0}"/>
              </a:ext>
            </a:extLst>
          </p:cNvPr>
          <p:cNvSpPr/>
          <p:nvPr/>
        </p:nvSpPr>
        <p:spPr>
          <a:xfrm rot="5400000">
            <a:off x="5476414" y="5122991"/>
            <a:ext cx="102820" cy="202693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8DC568-3987-128C-B5D2-D662FB0BCFFA}"/>
              </a:ext>
            </a:extLst>
          </p:cNvPr>
          <p:cNvSpPr txBox="1"/>
          <p:nvPr/>
        </p:nvSpPr>
        <p:spPr>
          <a:xfrm>
            <a:off x="4543856" y="387533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F85EBA-8859-113C-449A-3C053B3FB3C6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8C5745C-296D-A7E5-C1CC-869132DA3B57}"/>
              </a:ext>
            </a:extLst>
          </p:cNvPr>
          <p:cNvGrpSpPr/>
          <p:nvPr/>
        </p:nvGrpSpPr>
        <p:grpSpPr>
          <a:xfrm>
            <a:off x="4408321" y="4509280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721A10AB-8140-07C9-B098-66DAD4471B4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8B2370B-A0EE-ED39-44E2-10DE228B16F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283DA18-4EFF-B9A3-BD2F-9C60944D9CD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42274AC-05CC-0121-D95F-C7A2C968A370}"/>
              </a:ext>
            </a:extLst>
          </p:cNvPr>
          <p:cNvGrpSpPr/>
          <p:nvPr/>
        </p:nvGrpSpPr>
        <p:grpSpPr>
          <a:xfrm rot="5400000">
            <a:off x="7775454" y="3857061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0064B94-61C6-A7B3-81CC-A1C106815FCE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97088B02-3A90-B005-B936-F555B24BDB5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13">
            <a:extLst>
              <a:ext uri="{FF2B5EF4-FFF2-40B4-BE49-F238E27FC236}">
                <a16:creationId xmlns:a16="http://schemas.microsoft.com/office/drawing/2014/main" id="{F9A663DB-CD7B-B2C4-DD1C-5CCE93E5310C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83D860E-D4D4-C085-171F-D909792DFF5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8610481D-A210-C1F0-B1AC-41A0B083964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9E4D30E-38F9-4F5A-D96D-C88B35EFEAA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3CFB28E-06DD-A3E7-0AA9-B99917A3A8B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DCF1E464-0FE2-6705-50AD-51F9A45BCEE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E8BFD7C-4AD1-2BEE-0A1C-1A84E06B9BCA}"/>
              </a:ext>
            </a:extLst>
          </p:cNvPr>
          <p:cNvGrpSpPr/>
          <p:nvPr/>
        </p:nvGrpSpPr>
        <p:grpSpPr>
          <a:xfrm>
            <a:off x="6624524" y="4501298"/>
            <a:ext cx="98891" cy="1331233"/>
            <a:chOff x="4737834" y="4900127"/>
            <a:chExt cx="98891" cy="1331233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3E473BD3-483A-87FF-2E39-C5C379D436C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92E4D3F-91B3-36EA-EEA1-C0F601E95A2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9BF52670-C3E1-64E4-1549-A1CC5705903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9F314B10-D714-7DC7-1481-9D971D8B19B2}"/>
              </a:ext>
            </a:extLst>
          </p:cNvPr>
          <p:cNvGrpSpPr/>
          <p:nvPr/>
        </p:nvGrpSpPr>
        <p:grpSpPr>
          <a:xfrm>
            <a:off x="3107192" y="1113314"/>
            <a:ext cx="1118220" cy="2306488"/>
            <a:chOff x="5381876" y="3150228"/>
            <a:chExt cx="1118220" cy="2306488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C6A1627-CD04-0C40-7D60-4956E5754697}"/>
                </a:ext>
              </a:extLst>
            </p:cNvPr>
            <p:cNvSpPr/>
            <p:nvPr/>
          </p:nvSpPr>
          <p:spPr>
            <a:xfrm flipV="1">
              <a:off x="6401712" y="4699372"/>
              <a:ext cx="98384" cy="757344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BF490E2-558C-47D8-04E3-49570CEC40CA}"/>
                </a:ext>
              </a:extLst>
            </p:cNvPr>
            <p:cNvSpPr txBox="1"/>
            <p:nvPr/>
          </p:nvSpPr>
          <p:spPr>
            <a:xfrm>
              <a:off x="5381876" y="3150228"/>
              <a:ext cx="106680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30D38F23-919B-960F-E32F-71FE906C11A1}"/>
                </a:ext>
              </a:extLst>
            </p:cNvPr>
            <p:cNvCxnSpPr>
              <a:cxnSpLocks/>
              <a:stCxn id="48" idx="2"/>
              <a:endCxn id="49" idx="3"/>
            </p:cNvCxnSpPr>
            <p:nvPr/>
          </p:nvCxnSpPr>
          <p:spPr>
            <a:xfrm flipH="1" flipV="1">
              <a:off x="6448676" y="3265644"/>
              <a:ext cx="2228" cy="14337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96D37CD-9E18-30F1-8DED-68B5A34CD0CD}"/>
              </a:ext>
            </a:extLst>
          </p:cNvPr>
          <p:cNvGrpSpPr/>
          <p:nvPr/>
        </p:nvGrpSpPr>
        <p:grpSpPr>
          <a:xfrm>
            <a:off x="6774770" y="949762"/>
            <a:ext cx="1120958" cy="2574118"/>
            <a:chOff x="4862379" y="2705273"/>
            <a:chExt cx="1120958" cy="2574118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5142588-7514-C431-27C4-A587991082D9}"/>
                </a:ext>
              </a:extLst>
            </p:cNvPr>
            <p:cNvSpPr/>
            <p:nvPr/>
          </p:nvSpPr>
          <p:spPr>
            <a:xfrm flipV="1">
              <a:off x="4862379" y="4608700"/>
              <a:ext cx="98384" cy="670691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77D0736-02EA-85F7-17ED-14E7940A1278}"/>
                </a:ext>
              </a:extLst>
            </p:cNvPr>
            <p:cNvSpPr txBox="1"/>
            <p:nvPr/>
          </p:nvSpPr>
          <p:spPr>
            <a:xfrm>
              <a:off x="4910607" y="2705273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57905AA6-C8AF-142A-6A9D-D4C3048C1AB9}"/>
                </a:ext>
              </a:extLst>
            </p:cNvPr>
            <p:cNvCxnSpPr>
              <a:cxnSpLocks/>
              <a:stCxn id="53" idx="2"/>
              <a:endCxn id="54" idx="1"/>
            </p:cNvCxnSpPr>
            <p:nvPr/>
          </p:nvCxnSpPr>
          <p:spPr>
            <a:xfrm flipH="1" flipV="1">
              <a:off x="4910607" y="2820689"/>
              <a:ext cx="964" cy="17880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그림 39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BF88BF-2C7E-7BD0-CB40-B79C6D7727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53" y="2677026"/>
            <a:ext cx="1778731" cy="1466673"/>
          </a:xfrm>
          <a:prstGeom prst="rect">
            <a:avLst/>
          </a:prstGeom>
        </p:spPr>
      </p:pic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24885A9-2442-117D-552F-A649B8BF5E75}"/>
              </a:ext>
            </a:extLst>
          </p:cNvPr>
          <p:cNvSpPr/>
          <p:nvPr/>
        </p:nvSpPr>
        <p:spPr>
          <a:xfrm>
            <a:off x="4975100" y="4607665"/>
            <a:ext cx="1181030" cy="1171164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7" name="그림 46" descr="텍스트, 스크린샷, 직사각형, 종이 제품이(가) 표시된 사진&#10;&#10;자동 생성된 설명">
            <a:extLst>
              <a:ext uri="{FF2B5EF4-FFF2-40B4-BE49-F238E27FC236}">
                <a16:creationId xmlns:a16="http://schemas.microsoft.com/office/drawing/2014/main" id="{B3CB57D2-0E79-5670-65D2-10350DF552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35" y="4308492"/>
            <a:ext cx="1795364" cy="179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407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62686-04BF-4830-0404-5F56B5AB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D76A86B-F2ED-F40E-9FDC-AD14AF9F1E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3" y="752788"/>
            <a:ext cx="8110538" cy="594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AA7C46-2290-6D18-C4DA-1AB4C50DFC2F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AA7C46-2290-6D18-C4DA-1AB4C50DF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0A6BB26-D1D6-6947-98C8-79DD467016F5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592567-AE46-872E-5B22-E6D8115431F0}"/>
              </a:ext>
            </a:extLst>
          </p:cNvPr>
          <p:cNvSpPr/>
          <p:nvPr/>
        </p:nvSpPr>
        <p:spPr>
          <a:xfrm rot="5400000">
            <a:off x="5476414" y="5122991"/>
            <a:ext cx="102820" cy="202693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F85EBA-8859-113C-449A-3C053B3FB3C6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8C5745C-296D-A7E5-C1CC-869132DA3B57}"/>
              </a:ext>
            </a:extLst>
          </p:cNvPr>
          <p:cNvGrpSpPr/>
          <p:nvPr/>
        </p:nvGrpSpPr>
        <p:grpSpPr>
          <a:xfrm>
            <a:off x="4408321" y="4509280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721A10AB-8140-07C9-B098-66DAD4471B4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8B2370B-A0EE-ED39-44E2-10DE228B16F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283DA18-4EFF-B9A3-BD2F-9C60944D9CD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42274AC-05CC-0121-D95F-C7A2C968A370}"/>
              </a:ext>
            </a:extLst>
          </p:cNvPr>
          <p:cNvGrpSpPr/>
          <p:nvPr/>
        </p:nvGrpSpPr>
        <p:grpSpPr>
          <a:xfrm rot="5400000">
            <a:off x="7775454" y="3857061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0064B94-61C6-A7B3-81CC-A1C106815FCE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97088B02-3A90-B005-B936-F555B24BDB5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82B20A7-2BD5-9608-F178-1CBABE36293D}"/>
              </a:ext>
            </a:extLst>
          </p:cNvPr>
          <p:cNvSpPr/>
          <p:nvPr/>
        </p:nvSpPr>
        <p:spPr>
          <a:xfrm flipV="1">
            <a:off x="7763559" y="2641519"/>
            <a:ext cx="98385" cy="8875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F9A663DB-CD7B-B2C4-DD1C-5CCE93E5310C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83D860E-D4D4-C085-171F-D909792DFF5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8610481D-A210-C1F0-B1AC-41A0B083964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9E4D30E-38F9-4F5A-D96D-C88B35EFEAA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3CFB28E-06DD-A3E7-0AA9-B99917A3A8B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DCF1E464-0FE2-6705-50AD-51F9A45BCEE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E8BFD7C-4AD1-2BEE-0A1C-1A84E06B9BCA}"/>
              </a:ext>
            </a:extLst>
          </p:cNvPr>
          <p:cNvGrpSpPr/>
          <p:nvPr/>
        </p:nvGrpSpPr>
        <p:grpSpPr>
          <a:xfrm>
            <a:off x="6624524" y="4501298"/>
            <a:ext cx="98891" cy="1331233"/>
            <a:chOff x="4737834" y="4900127"/>
            <a:chExt cx="98891" cy="1331233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3E473BD3-483A-87FF-2E39-C5C379D436C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92E4D3F-91B3-36EA-EEA1-C0F601E95A2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9BF52670-C3E1-64E4-1549-A1CC5705903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03CD684B-8173-276E-67BD-90F65869BBB3}"/>
              </a:ext>
            </a:extLst>
          </p:cNvPr>
          <p:cNvSpPr/>
          <p:nvPr/>
        </p:nvSpPr>
        <p:spPr>
          <a:xfrm>
            <a:off x="5279134" y="487681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1D943D-6DA3-F721-3359-6126045A36B4}"/>
              </a:ext>
            </a:extLst>
          </p:cNvPr>
          <p:cNvSpPr txBox="1"/>
          <p:nvPr/>
        </p:nvSpPr>
        <p:spPr>
          <a:xfrm>
            <a:off x="4967594" y="6332712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9F314B10-D714-7DC7-1481-9D971D8B19B2}"/>
              </a:ext>
            </a:extLst>
          </p:cNvPr>
          <p:cNvGrpSpPr/>
          <p:nvPr/>
        </p:nvGrpSpPr>
        <p:grpSpPr>
          <a:xfrm>
            <a:off x="3120223" y="1191054"/>
            <a:ext cx="1105189" cy="2228748"/>
            <a:chOff x="5394907" y="3227968"/>
            <a:chExt cx="1105189" cy="2228748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C6A1627-CD04-0C40-7D60-4956E5754697}"/>
                </a:ext>
              </a:extLst>
            </p:cNvPr>
            <p:cNvSpPr/>
            <p:nvPr/>
          </p:nvSpPr>
          <p:spPr>
            <a:xfrm flipV="1">
              <a:off x="6401712" y="4699372"/>
              <a:ext cx="98384" cy="757344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BF490E2-558C-47D8-04E3-49570CEC40CA}"/>
                </a:ext>
              </a:extLst>
            </p:cNvPr>
            <p:cNvSpPr txBox="1"/>
            <p:nvPr/>
          </p:nvSpPr>
          <p:spPr>
            <a:xfrm>
              <a:off x="5394907" y="3227968"/>
              <a:ext cx="106680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30D38F23-919B-960F-E32F-71FE906C11A1}"/>
                </a:ext>
              </a:extLst>
            </p:cNvPr>
            <p:cNvCxnSpPr>
              <a:cxnSpLocks/>
              <a:stCxn id="48" idx="2"/>
              <a:endCxn id="49" idx="3"/>
            </p:cNvCxnSpPr>
            <p:nvPr/>
          </p:nvCxnSpPr>
          <p:spPr>
            <a:xfrm flipV="1">
              <a:off x="6450904" y="3343384"/>
              <a:ext cx="10803" cy="13559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96D37CD-9E18-30F1-8DED-68B5A34CD0CD}"/>
              </a:ext>
            </a:extLst>
          </p:cNvPr>
          <p:cNvGrpSpPr/>
          <p:nvPr/>
        </p:nvGrpSpPr>
        <p:grpSpPr>
          <a:xfrm>
            <a:off x="6774770" y="949762"/>
            <a:ext cx="1120958" cy="2574118"/>
            <a:chOff x="4862379" y="2705273"/>
            <a:chExt cx="1120958" cy="2574118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5142588-7514-C431-27C4-A587991082D9}"/>
                </a:ext>
              </a:extLst>
            </p:cNvPr>
            <p:cNvSpPr/>
            <p:nvPr/>
          </p:nvSpPr>
          <p:spPr>
            <a:xfrm flipV="1">
              <a:off x="4862379" y="4608700"/>
              <a:ext cx="98384" cy="670691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77D0736-02EA-85F7-17ED-14E7940A1278}"/>
                </a:ext>
              </a:extLst>
            </p:cNvPr>
            <p:cNvSpPr txBox="1"/>
            <p:nvPr/>
          </p:nvSpPr>
          <p:spPr>
            <a:xfrm>
              <a:off x="4910607" y="2705273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57905AA6-C8AF-142A-6A9D-D4C3048C1AB9}"/>
                </a:ext>
              </a:extLst>
            </p:cNvPr>
            <p:cNvCxnSpPr>
              <a:cxnSpLocks/>
              <a:stCxn id="53" idx="2"/>
              <a:endCxn id="54" idx="1"/>
            </p:cNvCxnSpPr>
            <p:nvPr/>
          </p:nvCxnSpPr>
          <p:spPr>
            <a:xfrm flipH="1" flipV="1">
              <a:off x="4910607" y="2820689"/>
              <a:ext cx="964" cy="17880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0441026-01A5-8CEB-EB57-10DC33CCC2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20247" y="5138420"/>
            <a:ext cx="2236971" cy="15544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581E2D-B158-5275-DB04-5B4D9A1D6A8F}"/>
              </a:ext>
            </a:extLst>
          </p:cNvPr>
          <p:cNvSpPr txBox="1"/>
          <p:nvPr/>
        </p:nvSpPr>
        <p:spPr>
          <a:xfrm>
            <a:off x="4543856" y="387533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pic>
        <p:nvPicPr>
          <p:cNvPr id="5" name="그림 4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3DB4E0-35BC-1E3E-809B-F4EB989A96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42" y="3055689"/>
            <a:ext cx="1757580" cy="14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52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62686-04BF-4830-0404-5F56B5AB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D76A86B-F2ED-F40E-9FDC-AD14AF9F1E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3" y="752788"/>
            <a:ext cx="8110538" cy="594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AA7C46-2290-6D18-C4DA-1AB4C50DFC2F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AA7C46-2290-6D18-C4DA-1AB4C50DF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0F85EBA-8859-113C-449A-3C053B3FB3C6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F9A663DB-CD7B-B2C4-DD1C-5CCE93E5310C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83D860E-D4D4-C085-171F-D909792DFF5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8610481D-A210-C1F0-B1AC-41A0B083964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9E4D30E-38F9-4F5A-D96D-C88B35EFEAA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3CFB28E-06DD-A3E7-0AA9-B99917A3A8B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DCF1E464-0FE2-6705-50AD-51F9A45BCEE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03CD684B-8173-276E-67BD-90F65869BBB3}"/>
              </a:ext>
            </a:extLst>
          </p:cNvPr>
          <p:cNvSpPr/>
          <p:nvPr/>
        </p:nvSpPr>
        <p:spPr>
          <a:xfrm>
            <a:off x="5279134" y="487681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1D943D-6DA3-F721-3359-6126045A36B4}"/>
              </a:ext>
            </a:extLst>
          </p:cNvPr>
          <p:cNvSpPr txBox="1"/>
          <p:nvPr/>
        </p:nvSpPr>
        <p:spPr>
          <a:xfrm>
            <a:off x="4967594" y="6332712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9F314B10-D714-7DC7-1481-9D971D8B19B2}"/>
              </a:ext>
            </a:extLst>
          </p:cNvPr>
          <p:cNvGrpSpPr/>
          <p:nvPr/>
        </p:nvGrpSpPr>
        <p:grpSpPr>
          <a:xfrm>
            <a:off x="3120223" y="1191054"/>
            <a:ext cx="1105189" cy="2228748"/>
            <a:chOff x="5394907" y="3227968"/>
            <a:chExt cx="1105189" cy="2228748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C6A1627-CD04-0C40-7D60-4956E5754697}"/>
                </a:ext>
              </a:extLst>
            </p:cNvPr>
            <p:cNvSpPr/>
            <p:nvPr/>
          </p:nvSpPr>
          <p:spPr>
            <a:xfrm flipV="1">
              <a:off x="6401712" y="4699372"/>
              <a:ext cx="98384" cy="757344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BF490E2-558C-47D8-04E3-49570CEC40CA}"/>
                </a:ext>
              </a:extLst>
            </p:cNvPr>
            <p:cNvSpPr txBox="1"/>
            <p:nvPr/>
          </p:nvSpPr>
          <p:spPr>
            <a:xfrm>
              <a:off x="5394907" y="3227968"/>
              <a:ext cx="106680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30D38F23-919B-960F-E32F-71FE906C11A1}"/>
                </a:ext>
              </a:extLst>
            </p:cNvPr>
            <p:cNvCxnSpPr>
              <a:cxnSpLocks/>
              <a:stCxn id="48" idx="2"/>
              <a:endCxn id="49" idx="3"/>
            </p:cNvCxnSpPr>
            <p:nvPr/>
          </p:nvCxnSpPr>
          <p:spPr>
            <a:xfrm flipV="1">
              <a:off x="6450904" y="3343384"/>
              <a:ext cx="10803" cy="13559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96D37CD-9E18-30F1-8DED-68B5A34CD0CD}"/>
              </a:ext>
            </a:extLst>
          </p:cNvPr>
          <p:cNvGrpSpPr/>
          <p:nvPr/>
        </p:nvGrpSpPr>
        <p:grpSpPr>
          <a:xfrm>
            <a:off x="6774770" y="949762"/>
            <a:ext cx="1120958" cy="2574118"/>
            <a:chOff x="4862379" y="2705273"/>
            <a:chExt cx="1120958" cy="2574118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5142588-7514-C431-27C4-A587991082D9}"/>
                </a:ext>
              </a:extLst>
            </p:cNvPr>
            <p:cNvSpPr/>
            <p:nvPr/>
          </p:nvSpPr>
          <p:spPr>
            <a:xfrm flipV="1">
              <a:off x="4862379" y="4608700"/>
              <a:ext cx="98384" cy="670691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77D0736-02EA-85F7-17ED-14E7940A1278}"/>
                </a:ext>
              </a:extLst>
            </p:cNvPr>
            <p:cNvSpPr txBox="1"/>
            <p:nvPr/>
          </p:nvSpPr>
          <p:spPr>
            <a:xfrm>
              <a:off x="4910607" y="2705273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57905AA6-C8AF-142A-6A9D-D4C3048C1AB9}"/>
                </a:ext>
              </a:extLst>
            </p:cNvPr>
            <p:cNvCxnSpPr>
              <a:cxnSpLocks/>
              <a:stCxn id="53" idx="2"/>
              <a:endCxn id="54" idx="1"/>
            </p:cNvCxnSpPr>
            <p:nvPr/>
          </p:nvCxnSpPr>
          <p:spPr>
            <a:xfrm flipH="1" flipV="1">
              <a:off x="4910607" y="2820689"/>
              <a:ext cx="964" cy="17880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0441026-01A5-8CEB-EB57-10DC33CCC2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0" y="4708917"/>
            <a:ext cx="2236971" cy="15544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D54D5B-E8D1-29B6-1461-9AE5C267E0BF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</p:spTree>
    <p:extLst>
      <p:ext uri="{BB962C8B-B14F-4D97-AF65-F5344CB8AC3E}">
        <p14:creationId xmlns:p14="http://schemas.microsoft.com/office/powerpoint/2010/main" val="7423715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62686-04BF-4830-0404-5F56B5AB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D76A86B-F2ED-F40E-9FDC-AD14AF9F1E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3" y="752788"/>
            <a:ext cx="8110538" cy="594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AA7C46-2290-6D18-C4DA-1AB4C50DFC2F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AA7C46-2290-6D18-C4DA-1AB4C50DF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0A6BB26-D1D6-6947-98C8-79DD467016F5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592567-AE46-872E-5B22-E6D8115431F0}"/>
              </a:ext>
            </a:extLst>
          </p:cNvPr>
          <p:cNvSpPr/>
          <p:nvPr/>
        </p:nvSpPr>
        <p:spPr>
          <a:xfrm rot="5400000">
            <a:off x="5476414" y="5122991"/>
            <a:ext cx="102820" cy="202693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B15938C-F3FF-C05B-BBB0-5CD066ECC0F5}"/>
              </a:ext>
            </a:extLst>
          </p:cNvPr>
          <p:cNvSpPr/>
          <p:nvPr/>
        </p:nvSpPr>
        <p:spPr>
          <a:xfrm>
            <a:off x="4930769" y="450928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8DC568-3987-128C-B5D2-D662FB0BCFFA}"/>
              </a:ext>
            </a:extLst>
          </p:cNvPr>
          <p:cNvSpPr txBox="1"/>
          <p:nvPr/>
        </p:nvSpPr>
        <p:spPr>
          <a:xfrm>
            <a:off x="4543856" y="387533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F85EBA-8859-113C-449A-3C053B3FB3C6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8C5745C-296D-A7E5-C1CC-869132DA3B57}"/>
              </a:ext>
            </a:extLst>
          </p:cNvPr>
          <p:cNvGrpSpPr/>
          <p:nvPr/>
        </p:nvGrpSpPr>
        <p:grpSpPr>
          <a:xfrm>
            <a:off x="4408321" y="4509280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721A10AB-8140-07C9-B098-66DAD4471B4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8B2370B-A0EE-ED39-44E2-10DE228B16F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283DA18-4EFF-B9A3-BD2F-9C60944D9CD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42274AC-05CC-0121-D95F-C7A2C968A370}"/>
              </a:ext>
            </a:extLst>
          </p:cNvPr>
          <p:cNvGrpSpPr/>
          <p:nvPr/>
        </p:nvGrpSpPr>
        <p:grpSpPr>
          <a:xfrm rot="5400000">
            <a:off x="7775454" y="3857061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0064B94-61C6-A7B3-81CC-A1C106815FCE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97088B02-3A90-B005-B936-F555B24BDB5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82B20A7-2BD5-9608-F178-1CBABE36293D}"/>
              </a:ext>
            </a:extLst>
          </p:cNvPr>
          <p:cNvSpPr/>
          <p:nvPr/>
        </p:nvSpPr>
        <p:spPr>
          <a:xfrm flipV="1">
            <a:off x="7763559" y="2641519"/>
            <a:ext cx="98385" cy="8875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F9A663DB-CD7B-B2C4-DD1C-5CCE93E5310C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83D860E-D4D4-C085-171F-D909792DFF5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8610481D-A210-C1F0-B1AC-41A0B083964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9E4D30E-38F9-4F5A-D96D-C88B35EFEAA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3CFB28E-06DD-A3E7-0AA9-B99917A3A8B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DCF1E464-0FE2-6705-50AD-51F9A45BCEE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E8BFD7C-4AD1-2BEE-0A1C-1A84E06B9BCA}"/>
              </a:ext>
            </a:extLst>
          </p:cNvPr>
          <p:cNvGrpSpPr/>
          <p:nvPr/>
        </p:nvGrpSpPr>
        <p:grpSpPr>
          <a:xfrm>
            <a:off x="6624524" y="4501298"/>
            <a:ext cx="98891" cy="1331233"/>
            <a:chOff x="4737834" y="4900127"/>
            <a:chExt cx="98891" cy="1331233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3E473BD3-483A-87FF-2E39-C5C379D436C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92E4D3F-91B3-36EA-EEA1-C0F601E95A2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9BF52670-C3E1-64E4-1549-A1CC5705903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03CD684B-8173-276E-67BD-90F65869BBB3}"/>
              </a:ext>
            </a:extLst>
          </p:cNvPr>
          <p:cNvSpPr/>
          <p:nvPr/>
        </p:nvSpPr>
        <p:spPr>
          <a:xfrm>
            <a:off x="5279134" y="487681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1D943D-6DA3-F721-3359-6126045A36B4}"/>
              </a:ext>
            </a:extLst>
          </p:cNvPr>
          <p:cNvSpPr txBox="1"/>
          <p:nvPr/>
        </p:nvSpPr>
        <p:spPr>
          <a:xfrm>
            <a:off x="4375036" y="629351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9F314B10-D714-7DC7-1481-9D971D8B19B2}"/>
              </a:ext>
            </a:extLst>
          </p:cNvPr>
          <p:cNvGrpSpPr/>
          <p:nvPr/>
        </p:nvGrpSpPr>
        <p:grpSpPr>
          <a:xfrm>
            <a:off x="3120223" y="1191054"/>
            <a:ext cx="1105189" cy="2228748"/>
            <a:chOff x="5394907" y="3227968"/>
            <a:chExt cx="1105189" cy="2228748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C6A1627-CD04-0C40-7D60-4956E5754697}"/>
                </a:ext>
              </a:extLst>
            </p:cNvPr>
            <p:cNvSpPr/>
            <p:nvPr/>
          </p:nvSpPr>
          <p:spPr>
            <a:xfrm flipV="1">
              <a:off x="6401712" y="4699372"/>
              <a:ext cx="98384" cy="757344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BF490E2-558C-47D8-04E3-49570CEC40CA}"/>
                </a:ext>
              </a:extLst>
            </p:cNvPr>
            <p:cNvSpPr txBox="1"/>
            <p:nvPr/>
          </p:nvSpPr>
          <p:spPr>
            <a:xfrm>
              <a:off x="5394907" y="3227968"/>
              <a:ext cx="106680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30D38F23-919B-960F-E32F-71FE906C11A1}"/>
                </a:ext>
              </a:extLst>
            </p:cNvPr>
            <p:cNvCxnSpPr>
              <a:cxnSpLocks/>
              <a:stCxn id="48" idx="2"/>
              <a:endCxn id="49" idx="3"/>
            </p:cNvCxnSpPr>
            <p:nvPr/>
          </p:nvCxnSpPr>
          <p:spPr>
            <a:xfrm flipV="1">
              <a:off x="6450904" y="3343384"/>
              <a:ext cx="10803" cy="13559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96D37CD-9E18-30F1-8DED-68B5A34CD0CD}"/>
              </a:ext>
            </a:extLst>
          </p:cNvPr>
          <p:cNvGrpSpPr/>
          <p:nvPr/>
        </p:nvGrpSpPr>
        <p:grpSpPr>
          <a:xfrm>
            <a:off x="6774770" y="949762"/>
            <a:ext cx="1120958" cy="2574118"/>
            <a:chOff x="4862379" y="2705273"/>
            <a:chExt cx="1120958" cy="2574118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5142588-7514-C431-27C4-A587991082D9}"/>
                </a:ext>
              </a:extLst>
            </p:cNvPr>
            <p:cNvSpPr/>
            <p:nvPr/>
          </p:nvSpPr>
          <p:spPr>
            <a:xfrm flipV="1">
              <a:off x="4862379" y="4608700"/>
              <a:ext cx="98384" cy="670691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77D0736-02EA-85F7-17ED-14E7940A1278}"/>
                </a:ext>
              </a:extLst>
            </p:cNvPr>
            <p:cNvSpPr txBox="1"/>
            <p:nvPr/>
          </p:nvSpPr>
          <p:spPr>
            <a:xfrm>
              <a:off x="4910607" y="2705273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57905AA6-C8AF-142A-6A9D-D4C3048C1AB9}"/>
                </a:ext>
              </a:extLst>
            </p:cNvPr>
            <p:cNvCxnSpPr>
              <a:cxnSpLocks/>
              <a:stCxn id="53" idx="2"/>
              <a:endCxn id="54" idx="1"/>
            </p:cNvCxnSpPr>
            <p:nvPr/>
          </p:nvCxnSpPr>
          <p:spPr>
            <a:xfrm flipH="1" flipV="1">
              <a:off x="4910607" y="2820689"/>
              <a:ext cx="964" cy="17880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E06ADD92-A11A-034C-7DF6-CDE15886481F}"/>
              </a:ext>
            </a:extLst>
          </p:cNvPr>
          <p:cNvSpPr/>
          <p:nvPr/>
        </p:nvSpPr>
        <p:spPr>
          <a:xfrm>
            <a:off x="5083169" y="4642628"/>
            <a:ext cx="938170" cy="97712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0441026-01A5-8CEB-EB57-10DC33CCC2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20247" y="5138420"/>
            <a:ext cx="2236971" cy="1554480"/>
          </a:xfrm>
          <a:prstGeom prst="rect">
            <a:avLst/>
          </a:prstGeom>
        </p:spPr>
      </p:pic>
      <p:pic>
        <p:nvPicPr>
          <p:cNvPr id="40" name="그림 39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0EE572-6299-835A-8A34-691E9BF0E6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97" y="1908182"/>
            <a:ext cx="1778731" cy="1466673"/>
          </a:xfrm>
          <a:prstGeom prst="rect">
            <a:avLst/>
          </a:prstGeom>
        </p:spPr>
      </p:pic>
      <p:pic>
        <p:nvPicPr>
          <p:cNvPr id="45" name="그림 44" descr="텍스트, 스크린샷, 디자인, 폰트이(가) 표시된 사진&#10;&#10;자동 생성된 설명">
            <a:extLst>
              <a:ext uri="{FF2B5EF4-FFF2-40B4-BE49-F238E27FC236}">
                <a16:creationId xmlns:a16="http://schemas.microsoft.com/office/drawing/2014/main" id="{727976BF-A278-F11D-3D3D-F7BCBAE9CE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11" y="3806940"/>
            <a:ext cx="1404781" cy="115764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A0128AE-38F6-8220-AC59-91D535B3DC31}"/>
              </a:ext>
            </a:extLst>
          </p:cNvPr>
          <p:cNvSpPr txBox="1"/>
          <p:nvPr/>
        </p:nvSpPr>
        <p:spPr>
          <a:xfrm>
            <a:off x="2665089" y="760612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00FFFF"/>
                </a:highlight>
              </a:rPr>
              <a:t>라운드 </a:t>
            </a:r>
            <a:r>
              <a:rPr lang="ko-KR" altLang="en-US" b="1" err="1">
                <a:highlight>
                  <a:srgbClr val="00FFFF"/>
                </a:highlight>
              </a:rPr>
              <a:t>무몰딩</a:t>
            </a:r>
            <a:endParaRPr lang="ko-KR" altLang="en-US" b="1">
              <a:highlight>
                <a:srgbClr val="00FFFF"/>
              </a:highlight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6F4EDAF-E84F-7FA7-53C0-1504CF46EB93}"/>
              </a:ext>
            </a:extLst>
          </p:cNvPr>
          <p:cNvGrpSpPr/>
          <p:nvPr/>
        </p:nvGrpSpPr>
        <p:grpSpPr>
          <a:xfrm>
            <a:off x="4778718" y="949762"/>
            <a:ext cx="1303562" cy="718215"/>
            <a:chOff x="5046713" y="4042366"/>
            <a:chExt cx="1303562" cy="718215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1AA2F631-A7EC-FA2D-4BAC-7A0A10FB90C8}"/>
                </a:ext>
              </a:extLst>
            </p:cNvPr>
            <p:cNvSpPr/>
            <p:nvPr/>
          </p:nvSpPr>
          <p:spPr>
            <a:xfrm rot="16200000" flipV="1">
              <a:off x="5574782" y="4262713"/>
              <a:ext cx="45719" cy="950018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686B187-EBBE-D1BC-0CD3-7B94ADA2CCCF}"/>
                </a:ext>
              </a:extLst>
            </p:cNvPr>
            <p:cNvSpPr txBox="1"/>
            <p:nvPr/>
          </p:nvSpPr>
          <p:spPr>
            <a:xfrm>
              <a:off x="5046713" y="4042366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98E9DAF9-B2E3-538B-F689-417D2BD6547D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 flipV="1">
              <a:off x="5122633" y="4222548"/>
              <a:ext cx="76131" cy="5151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175151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62686-04BF-4830-0404-5F56B5AB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D76A86B-F2ED-F40E-9FDC-AD14AF9F1E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3" y="752788"/>
            <a:ext cx="8110538" cy="594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AA7C46-2290-6D18-C4DA-1AB4C50DFC2F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AA7C46-2290-6D18-C4DA-1AB4C50DF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0A6BB26-D1D6-6947-98C8-79DD467016F5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89DEB15-0485-7EDA-9BF1-65B454482CBC}"/>
              </a:ext>
            </a:extLst>
          </p:cNvPr>
          <p:cNvSpPr/>
          <p:nvPr/>
        </p:nvSpPr>
        <p:spPr>
          <a:xfrm>
            <a:off x="3123141" y="5372597"/>
            <a:ext cx="1067375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C96C00-B85E-A5C5-4742-A7618327C11A}"/>
              </a:ext>
            </a:extLst>
          </p:cNvPr>
          <p:cNvSpPr txBox="1"/>
          <p:nvPr/>
        </p:nvSpPr>
        <p:spPr>
          <a:xfrm>
            <a:off x="2630004" y="454768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592567-AE46-872E-5B22-E6D8115431F0}"/>
              </a:ext>
            </a:extLst>
          </p:cNvPr>
          <p:cNvSpPr/>
          <p:nvPr/>
        </p:nvSpPr>
        <p:spPr>
          <a:xfrm rot="5400000">
            <a:off x="5476414" y="5122991"/>
            <a:ext cx="102820" cy="202693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B15938C-F3FF-C05B-BBB0-5CD066ECC0F5}"/>
              </a:ext>
            </a:extLst>
          </p:cNvPr>
          <p:cNvSpPr/>
          <p:nvPr/>
        </p:nvSpPr>
        <p:spPr>
          <a:xfrm>
            <a:off x="4930769" y="450928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8DC568-3987-128C-B5D2-D662FB0BCFFA}"/>
              </a:ext>
            </a:extLst>
          </p:cNvPr>
          <p:cNvSpPr txBox="1"/>
          <p:nvPr/>
        </p:nvSpPr>
        <p:spPr>
          <a:xfrm>
            <a:off x="4543856" y="387533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F85EBA-8859-113C-449A-3C053B3FB3C6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8C5745C-296D-A7E5-C1CC-869132DA3B57}"/>
              </a:ext>
            </a:extLst>
          </p:cNvPr>
          <p:cNvGrpSpPr/>
          <p:nvPr/>
        </p:nvGrpSpPr>
        <p:grpSpPr>
          <a:xfrm>
            <a:off x="4408321" y="4509280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721A10AB-8140-07C9-B098-66DAD4471B4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8B2370B-A0EE-ED39-44E2-10DE228B16F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283DA18-4EFF-B9A3-BD2F-9C60944D9CD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EA84EC5-F718-C0EE-346C-06EEE461B94F}"/>
              </a:ext>
            </a:extLst>
          </p:cNvPr>
          <p:cNvGrpSpPr/>
          <p:nvPr/>
        </p:nvGrpSpPr>
        <p:grpSpPr>
          <a:xfrm>
            <a:off x="4148924" y="4287377"/>
            <a:ext cx="98814" cy="687822"/>
            <a:chOff x="4737834" y="5000139"/>
            <a:chExt cx="98814" cy="687822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3A7A32E-6D95-CDD3-6FA6-27EDE5B5BBDD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A361F9C3-814B-38ED-EE82-6983D83270C9}"/>
                </a:ext>
              </a:extLst>
            </p:cNvPr>
            <p:cNvSpPr/>
            <p:nvPr/>
          </p:nvSpPr>
          <p:spPr>
            <a:xfrm>
              <a:off x="4738263" y="55895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A786FF1-0CFA-3E7E-0D80-AB1E0C1D5CD8}"/>
              </a:ext>
            </a:extLst>
          </p:cNvPr>
          <p:cNvGrpSpPr/>
          <p:nvPr/>
        </p:nvGrpSpPr>
        <p:grpSpPr>
          <a:xfrm>
            <a:off x="8009779" y="2865970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9F066C7-7A5A-9072-9EA1-A3A9612677C2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6BE8C9D8-D617-9EB3-96E7-9B4B78731FF6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7FFD613A-1AB5-E161-BAC0-DC2A547D966A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3FF7ECA9-BEFA-2E54-EDCC-68FFCF6815CE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6661A8A-5D8E-BC18-01C9-A132F55B267C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1E266DEF-C525-CD1D-11C5-550B6DE3762B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952C5FB5-2A83-43ED-A260-756172B10D3C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42274AC-05CC-0121-D95F-C7A2C968A370}"/>
              </a:ext>
            </a:extLst>
          </p:cNvPr>
          <p:cNvGrpSpPr/>
          <p:nvPr/>
        </p:nvGrpSpPr>
        <p:grpSpPr>
          <a:xfrm rot="5400000">
            <a:off x="7775454" y="3857061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0064B94-61C6-A7B3-81CC-A1C106815FCE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97088B02-3A90-B005-B936-F555B24BDB5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82B20A7-2BD5-9608-F178-1CBABE36293D}"/>
              </a:ext>
            </a:extLst>
          </p:cNvPr>
          <p:cNvSpPr/>
          <p:nvPr/>
        </p:nvSpPr>
        <p:spPr>
          <a:xfrm flipV="1">
            <a:off x="7763559" y="2641519"/>
            <a:ext cx="98385" cy="8875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F9A663DB-CD7B-B2C4-DD1C-5CCE93E5310C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83D860E-D4D4-C085-171F-D909792DFF5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8610481D-A210-C1F0-B1AC-41A0B083964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9E4D30E-38F9-4F5A-D96D-C88B35EFEAA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3CFB28E-06DD-A3E7-0AA9-B99917A3A8B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DCF1E464-0FE2-6705-50AD-51F9A45BCEE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E8BFD7C-4AD1-2BEE-0A1C-1A84E06B9BCA}"/>
              </a:ext>
            </a:extLst>
          </p:cNvPr>
          <p:cNvGrpSpPr/>
          <p:nvPr/>
        </p:nvGrpSpPr>
        <p:grpSpPr>
          <a:xfrm>
            <a:off x="6624524" y="4501298"/>
            <a:ext cx="98891" cy="1331233"/>
            <a:chOff x="4737834" y="4900127"/>
            <a:chExt cx="98891" cy="1331233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3E473BD3-483A-87FF-2E39-C5C379D436C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92E4D3F-91B3-36EA-EEA1-C0F601E95A2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9BF52670-C3E1-64E4-1549-A1CC5705903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03CD684B-8173-276E-67BD-90F65869BBB3}"/>
              </a:ext>
            </a:extLst>
          </p:cNvPr>
          <p:cNvSpPr/>
          <p:nvPr/>
        </p:nvSpPr>
        <p:spPr>
          <a:xfrm>
            <a:off x="5279134" y="487681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1D943D-6DA3-F721-3359-6126045A36B4}"/>
              </a:ext>
            </a:extLst>
          </p:cNvPr>
          <p:cNvSpPr txBox="1"/>
          <p:nvPr/>
        </p:nvSpPr>
        <p:spPr>
          <a:xfrm>
            <a:off x="4375036" y="629351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9F314B10-D714-7DC7-1481-9D971D8B19B2}"/>
              </a:ext>
            </a:extLst>
          </p:cNvPr>
          <p:cNvGrpSpPr/>
          <p:nvPr/>
        </p:nvGrpSpPr>
        <p:grpSpPr>
          <a:xfrm>
            <a:off x="3107192" y="1113314"/>
            <a:ext cx="1118220" cy="2306488"/>
            <a:chOff x="5381876" y="3150228"/>
            <a:chExt cx="1118220" cy="2306488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C6A1627-CD04-0C40-7D60-4956E5754697}"/>
                </a:ext>
              </a:extLst>
            </p:cNvPr>
            <p:cNvSpPr/>
            <p:nvPr/>
          </p:nvSpPr>
          <p:spPr>
            <a:xfrm flipV="1">
              <a:off x="6401712" y="4699372"/>
              <a:ext cx="98384" cy="757344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BF490E2-558C-47D8-04E3-49570CEC40CA}"/>
                </a:ext>
              </a:extLst>
            </p:cNvPr>
            <p:cNvSpPr txBox="1"/>
            <p:nvPr/>
          </p:nvSpPr>
          <p:spPr>
            <a:xfrm>
              <a:off x="5381876" y="3150228"/>
              <a:ext cx="106680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30D38F23-919B-960F-E32F-71FE906C11A1}"/>
                </a:ext>
              </a:extLst>
            </p:cNvPr>
            <p:cNvCxnSpPr>
              <a:cxnSpLocks/>
              <a:stCxn id="48" idx="2"/>
              <a:endCxn id="49" idx="3"/>
            </p:cNvCxnSpPr>
            <p:nvPr/>
          </p:nvCxnSpPr>
          <p:spPr>
            <a:xfrm flipH="1" flipV="1">
              <a:off x="6448676" y="3265644"/>
              <a:ext cx="2228" cy="14337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96D37CD-9E18-30F1-8DED-68B5A34CD0CD}"/>
              </a:ext>
            </a:extLst>
          </p:cNvPr>
          <p:cNvGrpSpPr/>
          <p:nvPr/>
        </p:nvGrpSpPr>
        <p:grpSpPr>
          <a:xfrm>
            <a:off x="6774770" y="949762"/>
            <a:ext cx="1120958" cy="2574118"/>
            <a:chOff x="4862379" y="2705273"/>
            <a:chExt cx="1120958" cy="2574118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5142588-7514-C431-27C4-A587991082D9}"/>
                </a:ext>
              </a:extLst>
            </p:cNvPr>
            <p:cNvSpPr/>
            <p:nvPr/>
          </p:nvSpPr>
          <p:spPr>
            <a:xfrm flipV="1">
              <a:off x="4862379" y="4608700"/>
              <a:ext cx="98384" cy="670691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77D0736-02EA-85F7-17ED-14E7940A1278}"/>
                </a:ext>
              </a:extLst>
            </p:cNvPr>
            <p:cNvSpPr txBox="1"/>
            <p:nvPr/>
          </p:nvSpPr>
          <p:spPr>
            <a:xfrm>
              <a:off x="4910607" y="2705273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57905AA6-C8AF-142A-6A9D-D4C3048C1AB9}"/>
                </a:ext>
              </a:extLst>
            </p:cNvPr>
            <p:cNvCxnSpPr>
              <a:cxnSpLocks/>
              <a:stCxn id="53" idx="2"/>
              <a:endCxn id="54" idx="1"/>
            </p:cNvCxnSpPr>
            <p:nvPr/>
          </p:nvCxnSpPr>
          <p:spPr>
            <a:xfrm flipH="1" flipV="1">
              <a:off x="4910607" y="2820689"/>
              <a:ext cx="964" cy="17880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E06ADD92-A11A-034C-7DF6-CDE15886481F}"/>
              </a:ext>
            </a:extLst>
          </p:cNvPr>
          <p:cNvSpPr/>
          <p:nvPr/>
        </p:nvSpPr>
        <p:spPr>
          <a:xfrm>
            <a:off x="5083169" y="4642628"/>
            <a:ext cx="938170" cy="97712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0441026-01A5-8CEB-EB57-10DC33CCC2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20247" y="5138420"/>
            <a:ext cx="2236971" cy="1554480"/>
          </a:xfrm>
          <a:prstGeom prst="rect">
            <a:avLst/>
          </a:prstGeom>
        </p:spPr>
      </p:pic>
      <p:pic>
        <p:nvPicPr>
          <p:cNvPr id="31" name="그림 30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71DDBA-8AAF-E302-34C9-FF9BAAB6A3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73" y="1930298"/>
            <a:ext cx="1757580" cy="1445609"/>
          </a:xfrm>
          <a:prstGeom prst="rect">
            <a:avLst/>
          </a:prstGeom>
        </p:spPr>
      </p:pic>
      <p:pic>
        <p:nvPicPr>
          <p:cNvPr id="32" name="그림 31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0B4B4BBA-9EF2-FB44-4CF6-C9C9540155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330548" y="3569686"/>
            <a:ext cx="1619250" cy="1530350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C8C2F441-CE37-00A2-B0C4-F6E993B5FA8B}"/>
              </a:ext>
            </a:extLst>
          </p:cNvPr>
          <p:cNvGrpSpPr/>
          <p:nvPr/>
        </p:nvGrpSpPr>
        <p:grpSpPr>
          <a:xfrm>
            <a:off x="4727015" y="960277"/>
            <a:ext cx="1303562" cy="693219"/>
            <a:chOff x="4945860" y="4067362"/>
            <a:chExt cx="1303562" cy="693219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BAE291C-0B1B-28D8-1A46-F5B2DCDA59E3}"/>
                </a:ext>
              </a:extLst>
            </p:cNvPr>
            <p:cNvSpPr/>
            <p:nvPr/>
          </p:nvSpPr>
          <p:spPr>
            <a:xfrm rot="16200000" flipV="1">
              <a:off x="5517925" y="4319570"/>
              <a:ext cx="45719" cy="836303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23F1B77-5148-D27F-A871-978E21655D49}"/>
                </a:ext>
              </a:extLst>
            </p:cNvPr>
            <p:cNvSpPr txBox="1"/>
            <p:nvPr/>
          </p:nvSpPr>
          <p:spPr>
            <a:xfrm>
              <a:off x="4945860" y="4067362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ADEABBB8-4A79-8AD0-C850-C47BE9FC87E6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 flipH="1" flipV="1">
              <a:off x="5120405" y="4261864"/>
              <a:ext cx="2228" cy="47585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789004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98A17-D78E-DFFA-EB10-987810D69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AEF15F1E-1E44-ABF6-ABCB-6859B675FC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963" y="1034156"/>
            <a:ext cx="7951787" cy="5823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0784A25-840F-5B35-B6C5-9E136D8B5268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0784A25-840F-5B35-B6C5-9E136D8B5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3092D48-2DFD-52D0-DA70-3935697A2986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D43FED-E20B-99C1-3A09-44039FEEA074}"/>
              </a:ext>
            </a:extLst>
          </p:cNvPr>
          <p:cNvSpPr/>
          <p:nvPr/>
        </p:nvSpPr>
        <p:spPr>
          <a:xfrm rot="10800000">
            <a:off x="2631764" y="4481017"/>
            <a:ext cx="102820" cy="156028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84F5679-E846-F2A9-5DBA-E16EDFEA5D6C}"/>
              </a:ext>
            </a:extLst>
          </p:cNvPr>
          <p:cNvSpPr/>
          <p:nvPr/>
        </p:nvSpPr>
        <p:spPr>
          <a:xfrm>
            <a:off x="2934650" y="464290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B19EC54-2207-3160-9351-55AA65D257D5}"/>
              </a:ext>
            </a:extLst>
          </p:cNvPr>
          <p:cNvSpPr/>
          <p:nvPr/>
        </p:nvSpPr>
        <p:spPr>
          <a:xfrm>
            <a:off x="3103587" y="479499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5A5DD0-B898-928C-2314-FA8687249037}"/>
              </a:ext>
            </a:extLst>
          </p:cNvPr>
          <p:cNvSpPr txBox="1"/>
          <p:nvPr/>
        </p:nvSpPr>
        <p:spPr>
          <a:xfrm>
            <a:off x="5001778" y="432657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8FE8DBE-F38E-FD72-261C-B18B3259FEAA}"/>
              </a:ext>
            </a:extLst>
          </p:cNvPr>
          <p:cNvGrpSpPr/>
          <p:nvPr/>
        </p:nvGrpSpPr>
        <p:grpSpPr>
          <a:xfrm rot="5400000">
            <a:off x="3677324" y="3566091"/>
            <a:ext cx="98859" cy="1382033"/>
            <a:chOff x="4737866" y="4849327"/>
            <a:chExt cx="98859" cy="1382033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65B10EFC-398C-FF23-818E-2AAEAAC60670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6C428FBC-A7C5-DFD7-F938-4DA5E2404CEF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0E1064F-4107-BF5C-B9CD-EB055199D0C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2A6357F-B05E-7AD3-9A37-95E3872FC9AB}"/>
              </a:ext>
            </a:extLst>
          </p:cNvPr>
          <p:cNvSpPr/>
          <p:nvPr/>
        </p:nvSpPr>
        <p:spPr>
          <a:xfrm rot="16200000" flipV="1">
            <a:off x="6131732" y="2781917"/>
            <a:ext cx="98384" cy="6159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0A4C86D-0FED-3877-3995-E8A821BB7C07}"/>
              </a:ext>
            </a:extLst>
          </p:cNvPr>
          <p:cNvGrpSpPr/>
          <p:nvPr/>
        </p:nvGrpSpPr>
        <p:grpSpPr>
          <a:xfrm rot="5400000">
            <a:off x="7747971" y="4385910"/>
            <a:ext cx="98778" cy="513988"/>
            <a:chOff x="4737870" y="5097773"/>
            <a:chExt cx="98778" cy="51398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D5543C93-25A9-BADB-2D2A-DAF8E50537C1}"/>
                </a:ext>
              </a:extLst>
            </p:cNvPr>
            <p:cNvSpPr/>
            <p:nvPr/>
          </p:nvSpPr>
          <p:spPr>
            <a:xfrm>
              <a:off x="4737870" y="50977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D3318609-ED87-C2F0-C6F5-09D239C1D69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F299B87-D8E3-0681-0E88-0E963CCD65CB}"/>
              </a:ext>
            </a:extLst>
          </p:cNvPr>
          <p:cNvSpPr/>
          <p:nvPr/>
        </p:nvSpPr>
        <p:spPr>
          <a:xfrm flipV="1">
            <a:off x="8110422" y="3377425"/>
            <a:ext cx="98385" cy="7397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CFBC78-1016-DD30-F719-2333E5658FFF}"/>
              </a:ext>
            </a:extLst>
          </p:cNvPr>
          <p:cNvSpPr txBox="1"/>
          <p:nvPr/>
        </p:nvSpPr>
        <p:spPr>
          <a:xfrm>
            <a:off x="63677" y="486222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0D58369A-0D81-9A02-5A48-E9B98624F2AC}"/>
              </a:ext>
            </a:extLst>
          </p:cNvPr>
          <p:cNvCxnSpPr>
            <a:cxnSpLocks/>
          </p:cNvCxnSpPr>
          <p:nvPr/>
        </p:nvCxnSpPr>
        <p:spPr>
          <a:xfrm>
            <a:off x="2375494" y="4978319"/>
            <a:ext cx="5591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297B507-376A-93ED-1D30-E362B6FCEC1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F8E5C0DA-5C54-142C-5FE8-C35C7607C965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C71F29A-C370-A77A-7AB7-EF0496A6A8C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5FB27D51-D256-6DDF-CD0B-E3F002ECD84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7D51F87A-151B-484A-5C09-EFE89BEBECD9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A61F624-8311-1B3A-F396-7E1F6D74014F}"/>
              </a:ext>
            </a:extLst>
          </p:cNvPr>
          <p:cNvGrpSpPr/>
          <p:nvPr/>
        </p:nvGrpSpPr>
        <p:grpSpPr>
          <a:xfrm rot="5400000">
            <a:off x="3555086" y="5491415"/>
            <a:ext cx="98859" cy="1382033"/>
            <a:chOff x="4737866" y="4849327"/>
            <a:chExt cx="98859" cy="13820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E00C4A8-4830-2777-7C8C-A2C4CDEDBBDE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48EF96A-24FB-0D1C-637D-480C7201C327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F6DBEA7A-3BDD-25C7-437B-462999C7517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70FF4EE-0E38-B264-1466-028E1E81A42F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70D519BF-F4DE-8B48-87E2-DB01D6B6AF54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7B912E5-EDA9-041C-14E5-D5A107BC9088}"/>
              </a:ext>
            </a:extLst>
          </p:cNvPr>
          <p:cNvSpPr txBox="1"/>
          <p:nvPr/>
        </p:nvSpPr>
        <p:spPr>
          <a:xfrm>
            <a:off x="2013662" y="6444023"/>
            <a:ext cx="204414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70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70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700" b="1">
                <a:solidFill>
                  <a:srgbClr val="FF0000"/>
                </a:solidFill>
                <a:highlight>
                  <a:srgbClr val="FFFF00"/>
                </a:highlight>
              </a:rPr>
              <a:t>개를 커튼박스 조명으로 변경 가능 함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FB6D2CB-727C-F4BD-A6E6-C64A4C9E805A}"/>
              </a:ext>
            </a:extLst>
          </p:cNvPr>
          <p:cNvCxnSpPr>
            <a:endCxn id="43" idx="5"/>
          </p:cNvCxnSpPr>
          <p:nvPr/>
        </p:nvCxnSpPr>
        <p:spPr>
          <a:xfrm flipV="1">
            <a:off x="2508577" y="6217453"/>
            <a:ext cx="419330" cy="259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E68CEB9-061B-D53C-06AD-70623A5BD6F4}"/>
              </a:ext>
            </a:extLst>
          </p:cNvPr>
          <p:cNvSpPr/>
          <p:nvPr/>
        </p:nvSpPr>
        <p:spPr>
          <a:xfrm rot="16200000" flipV="1">
            <a:off x="6499483" y="3116478"/>
            <a:ext cx="98384" cy="6329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6848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A2B97-44CF-7A5D-902A-14FAC491D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ADC22313-5012-23E6-E00F-6736DA4B22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963" y="1034156"/>
            <a:ext cx="7951787" cy="5823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C48483-3D23-C81E-2C12-2671B7C37EBC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C48483-3D23-C81E-2C12-2671B7C37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B8F7530-5B97-3B71-1595-A596C8187FD1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60EABE-5E50-B878-6EFF-B83368A267CC}"/>
              </a:ext>
            </a:extLst>
          </p:cNvPr>
          <p:cNvSpPr/>
          <p:nvPr/>
        </p:nvSpPr>
        <p:spPr>
          <a:xfrm rot="5400000">
            <a:off x="3797817" y="2401934"/>
            <a:ext cx="93837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E5F3C2-2C6D-FAE5-7018-E6CDD61377BA}"/>
              </a:ext>
            </a:extLst>
          </p:cNvPr>
          <p:cNvSpPr txBox="1"/>
          <p:nvPr/>
        </p:nvSpPr>
        <p:spPr>
          <a:xfrm>
            <a:off x="4417770" y="2270064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D09048D-570A-DD8A-5A6F-5F68887A0B28}"/>
              </a:ext>
            </a:extLst>
          </p:cNvPr>
          <p:cNvSpPr/>
          <p:nvPr/>
        </p:nvSpPr>
        <p:spPr>
          <a:xfrm rot="10800000">
            <a:off x="2631764" y="4481017"/>
            <a:ext cx="102820" cy="156028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25B8E14-5DD3-A0EA-227E-208514209037}"/>
              </a:ext>
            </a:extLst>
          </p:cNvPr>
          <p:cNvSpPr/>
          <p:nvPr/>
        </p:nvSpPr>
        <p:spPr>
          <a:xfrm>
            <a:off x="2934650" y="464290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56F7458-CA7E-7E6C-47D1-DD016E769F44}"/>
              </a:ext>
            </a:extLst>
          </p:cNvPr>
          <p:cNvSpPr/>
          <p:nvPr/>
        </p:nvSpPr>
        <p:spPr>
          <a:xfrm>
            <a:off x="3103587" y="479499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B282D2-8E7B-6073-088C-C6C8A47457E7}"/>
              </a:ext>
            </a:extLst>
          </p:cNvPr>
          <p:cNvSpPr txBox="1"/>
          <p:nvPr/>
        </p:nvSpPr>
        <p:spPr>
          <a:xfrm>
            <a:off x="5001778" y="432657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727BF18-96B2-9E01-1CBC-1C7447033DD0}"/>
              </a:ext>
            </a:extLst>
          </p:cNvPr>
          <p:cNvGrpSpPr/>
          <p:nvPr/>
        </p:nvGrpSpPr>
        <p:grpSpPr>
          <a:xfrm rot="5400000">
            <a:off x="3677324" y="3566091"/>
            <a:ext cx="98859" cy="1382033"/>
            <a:chOff x="4737866" y="4849327"/>
            <a:chExt cx="98859" cy="1382033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A42E9AAB-56C9-89E6-9847-5CDDF88F1865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75AAAAD8-FB14-4795-2508-35D54C52DAD9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C0E029F9-CFB5-901A-BEB7-7C4788C8F1B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2FD904E-86AB-08AA-2C35-0F12023F7681}"/>
              </a:ext>
            </a:extLst>
          </p:cNvPr>
          <p:cNvGrpSpPr/>
          <p:nvPr/>
        </p:nvGrpSpPr>
        <p:grpSpPr>
          <a:xfrm rot="5400000">
            <a:off x="4985549" y="1034883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709DF152-53C3-0028-438A-BD890B173DD7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6F26FA1D-B120-29B0-A426-CF002B92CE1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61C3C71-DE52-8FBD-5F5E-A6A3E40055EB}"/>
              </a:ext>
            </a:extLst>
          </p:cNvPr>
          <p:cNvGrpSpPr/>
          <p:nvPr/>
        </p:nvGrpSpPr>
        <p:grpSpPr>
          <a:xfrm>
            <a:off x="7637552" y="3495766"/>
            <a:ext cx="422768" cy="542991"/>
            <a:chOff x="9191246" y="3797098"/>
            <a:chExt cx="422768" cy="542991"/>
          </a:xfrm>
          <a:solidFill>
            <a:srgbClr val="CC0000"/>
          </a:solidFill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B3D8CBC-4E55-2EE8-CF7B-FDE7B4EA1681}"/>
                </a:ext>
              </a:extLst>
            </p:cNvPr>
            <p:cNvGrpSpPr/>
            <p:nvPr/>
          </p:nvGrpSpPr>
          <p:grpSpPr>
            <a:xfrm>
              <a:off x="9515200" y="3799905"/>
              <a:ext cx="98814" cy="540184"/>
              <a:chOff x="4629089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B38A51E5-210F-71D4-9B58-111F6370CA00}"/>
                  </a:ext>
                </a:extLst>
              </p:cNvPr>
              <p:cNvSpPr/>
              <p:nvPr/>
            </p:nvSpPr>
            <p:spPr>
              <a:xfrm>
                <a:off x="4629089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89E7B0F8-D081-D9DE-8A52-05CFB1196E5E}"/>
                  </a:ext>
                </a:extLst>
              </p:cNvPr>
              <p:cNvSpPr/>
              <p:nvPr/>
            </p:nvSpPr>
            <p:spPr>
              <a:xfrm>
                <a:off x="4629518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" name="별: 꼭짓점 7개 19">
              <a:extLst>
                <a:ext uri="{FF2B5EF4-FFF2-40B4-BE49-F238E27FC236}">
                  <a16:creationId xmlns:a16="http://schemas.microsoft.com/office/drawing/2014/main" id="{A199C196-C351-05DA-D5BC-A56B1A5A4EFE}"/>
                </a:ext>
              </a:extLst>
            </p:cNvPr>
            <p:cNvSpPr/>
            <p:nvPr/>
          </p:nvSpPr>
          <p:spPr>
            <a:xfrm rot="5400000">
              <a:off x="9279215" y="395122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EDB02127-165D-649E-39DB-B2F38E727904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942AFB44-BA94-1FED-1D8C-F9E0CEE93A1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8CEDDA11-9203-2FCA-E8AB-654EBF1E0AC9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2FC44C9-D18D-8F15-B4C5-7343949BED37}"/>
              </a:ext>
            </a:extLst>
          </p:cNvPr>
          <p:cNvSpPr/>
          <p:nvPr/>
        </p:nvSpPr>
        <p:spPr>
          <a:xfrm rot="16200000" flipV="1">
            <a:off x="6131732" y="2781917"/>
            <a:ext cx="98384" cy="6159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19A066F-8D0E-4BF7-A0E9-10BF9C8E597C}"/>
              </a:ext>
            </a:extLst>
          </p:cNvPr>
          <p:cNvGrpSpPr/>
          <p:nvPr/>
        </p:nvGrpSpPr>
        <p:grpSpPr>
          <a:xfrm rot="5400000">
            <a:off x="7747971" y="4385910"/>
            <a:ext cx="98778" cy="513988"/>
            <a:chOff x="4737870" y="5097773"/>
            <a:chExt cx="98778" cy="51398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1D96EAD-28EE-466E-B4C8-ADC4359905CD}"/>
                </a:ext>
              </a:extLst>
            </p:cNvPr>
            <p:cNvSpPr/>
            <p:nvPr/>
          </p:nvSpPr>
          <p:spPr>
            <a:xfrm>
              <a:off x="4737870" y="50977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17B59F04-94D7-435B-4065-2CB40CDE751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4F01DB0-00D9-B0FC-353B-F900BE3657D9}"/>
              </a:ext>
            </a:extLst>
          </p:cNvPr>
          <p:cNvSpPr/>
          <p:nvPr/>
        </p:nvSpPr>
        <p:spPr>
          <a:xfrm flipV="1">
            <a:off x="8110422" y="3377425"/>
            <a:ext cx="98385" cy="7397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FCAC8F-BBE3-0F7F-5354-C97730622FC4}"/>
              </a:ext>
            </a:extLst>
          </p:cNvPr>
          <p:cNvSpPr txBox="1"/>
          <p:nvPr/>
        </p:nvSpPr>
        <p:spPr>
          <a:xfrm>
            <a:off x="63677" y="486222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F159ED7-3B88-4CD5-71E2-A0CF5715BCC5}"/>
              </a:ext>
            </a:extLst>
          </p:cNvPr>
          <p:cNvCxnSpPr>
            <a:cxnSpLocks/>
          </p:cNvCxnSpPr>
          <p:nvPr/>
        </p:nvCxnSpPr>
        <p:spPr>
          <a:xfrm>
            <a:off x="2375494" y="4978319"/>
            <a:ext cx="5591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689D555-407E-C1D7-B543-1CF0FC14DD7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30ACB027-9556-ADD4-31F6-F5C58EBE5355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B8AF3F3-B3F5-2AF7-65BB-C6DA35D705D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1BB0E94-E306-EC8A-9CFE-0140B7D1275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7174A5AA-3565-0967-9B4E-FC4DDE1B5AD5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B2C6E47-D4BA-57CB-9270-490460D098A9}"/>
              </a:ext>
            </a:extLst>
          </p:cNvPr>
          <p:cNvGrpSpPr/>
          <p:nvPr/>
        </p:nvGrpSpPr>
        <p:grpSpPr>
          <a:xfrm rot="5400000">
            <a:off x="3555086" y="5491415"/>
            <a:ext cx="98859" cy="1382033"/>
            <a:chOff x="4737866" y="4849327"/>
            <a:chExt cx="98859" cy="13820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3A00F817-091C-199A-2F11-F198EAD1040C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0152538-804B-2054-7BA1-A1FB85AF1AA8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8DC6A693-8611-1961-DBA2-06E55C9A41F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A8774460-3D54-B61A-318F-454A2DDBF523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DBA9357B-486F-3572-6B22-4AD65DF32314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AD1270-4644-0002-29D8-1C86134DCAB6}"/>
              </a:ext>
            </a:extLst>
          </p:cNvPr>
          <p:cNvSpPr txBox="1"/>
          <p:nvPr/>
        </p:nvSpPr>
        <p:spPr>
          <a:xfrm>
            <a:off x="2013662" y="6444023"/>
            <a:ext cx="204414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70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70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700" b="1">
                <a:solidFill>
                  <a:srgbClr val="FF0000"/>
                </a:solidFill>
                <a:highlight>
                  <a:srgbClr val="FFFF00"/>
                </a:highlight>
              </a:rPr>
              <a:t>개를 커튼박스 조명으로 변경 가능 함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CE55BD65-ECF5-85E1-519F-E52A48F3D4D5}"/>
              </a:ext>
            </a:extLst>
          </p:cNvPr>
          <p:cNvCxnSpPr>
            <a:endCxn id="43" idx="5"/>
          </p:cNvCxnSpPr>
          <p:nvPr/>
        </p:nvCxnSpPr>
        <p:spPr>
          <a:xfrm flipV="1">
            <a:off x="2508577" y="6217453"/>
            <a:ext cx="419330" cy="259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E0EE34E-3518-A2B6-D662-7CEAED041AB1}"/>
              </a:ext>
            </a:extLst>
          </p:cNvPr>
          <p:cNvSpPr/>
          <p:nvPr/>
        </p:nvSpPr>
        <p:spPr>
          <a:xfrm rot="16200000" flipV="1">
            <a:off x="6499483" y="3116478"/>
            <a:ext cx="98384" cy="6329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9707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724B6-4ADC-494C-D99D-3AAC700E2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3F9CE0D-C35D-5C74-B2BA-636768D9B7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963" y="1034156"/>
            <a:ext cx="7951787" cy="5823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4529C4C-159F-5A34-2746-A14DBD77BA62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4529C4C-159F-5A34-2746-A14DBD77B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E88D273-C030-1DAD-30C8-B31EDE6CDC19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7D63FC-1FC3-D54D-6D71-B50EB762329B}"/>
              </a:ext>
            </a:extLst>
          </p:cNvPr>
          <p:cNvSpPr/>
          <p:nvPr/>
        </p:nvSpPr>
        <p:spPr>
          <a:xfrm rot="5400000">
            <a:off x="3797817" y="2401934"/>
            <a:ext cx="93837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21247-30B7-14BF-9C9B-CA6E3EEAEB1B}"/>
              </a:ext>
            </a:extLst>
          </p:cNvPr>
          <p:cNvSpPr txBox="1"/>
          <p:nvPr/>
        </p:nvSpPr>
        <p:spPr>
          <a:xfrm>
            <a:off x="4417770" y="2270064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99663E7-98FF-5DEF-14F2-9245F827CDE4}"/>
              </a:ext>
            </a:extLst>
          </p:cNvPr>
          <p:cNvSpPr/>
          <p:nvPr/>
        </p:nvSpPr>
        <p:spPr>
          <a:xfrm rot="10800000">
            <a:off x="2631764" y="4481017"/>
            <a:ext cx="102820" cy="156028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ABE6073-43E8-7855-CE8E-D2C68033240F}"/>
              </a:ext>
            </a:extLst>
          </p:cNvPr>
          <p:cNvSpPr/>
          <p:nvPr/>
        </p:nvSpPr>
        <p:spPr>
          <a:xfrm>
            <a:off x="2934650" y="464290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AE394F4-DC81-1C62-BBF1-556AED47B7A4}"/>
              </a:ext>
            </a:extLst>
          </p:cNvPr>
          <p:cNvSpPr/>
          <p:nvPr/>
        </p:nvSpPr>
        <p:spPr>
          <a:xfrm>
            <a:off x="3103587" y="479499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039CB8-BCFB-90D7-8877-D78121595AB7}"/>
              </a:ext>
            </a:extLst>
          </p:cNvPr>
          <p:cNvSpPr txBox="1"/>
          <p:nvPr/>
        </p:nvSpPr>
        <p:spPr>
          <a:xfrm>
            <a:off x="5001778" y="432657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0" name="별: 꼭짓점 4개 9">
            <a:extLst>
              <a:ext uri="{FF2B5EF4-FFF2-40B4-BE49-F238E27FC236}">
                <a16:creationId xmlns:a16="http://schemas.microsoft.com/office/drawing/2014/main" id="{4E03C015-4950-3D3B-A271-0E5956D6A673}"/>
              </a:ext>
            </a:extLst>
          </p:cNvPr>
          <p:cNvSpPr/>
          <p:nvPr/>
        </p:nvSpPr>
        <p:spPr>
          <a:xfrm>
            <a:off x="3283015" y="497831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FF08106-9DC4-8939-D6C7-D4C58D9D83F2}"/>
              </a:ext>
            </a:extLst>
          </p:cNvPr>
          <p:cNvGrpSpPr/>
          <p:nvPr/>
        </p:nvGrpSpPr>
        <p:grpSpPr>
          <a:xfrm rot="5400000">
            <a:off x="3677324" y="3566091"/>
            <a:ext cx="98859" cy="1382033"/>
            <a:chOff x="4737866" y="4849327"/>
            <a:chExt cx="98859" cy="1382033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16146492-82B3-BFC3-E0BF-873C0D12FD98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BBFF8F68-80B0-564F-D190-80C35235B6B1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83E2654-178C-66DE-63E2-708ECE0F024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159D78A-1DB8-AFC2-8FD4-D59AA3FE26C1}"/>
              </a:ext>
            </a:extLst>
          </p:cNvPr>
          <p:cNvGrpSpPr/>
          <p:nvPr/>
        </p:nvGrpSpPr>
        <p:grpSpPr>
          <a:xfrm rot="5400000">
            <a:off x="4985549" y="1034883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09B1A7A-C101-D45C-2B30-A9F0BF93C10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F7807546-C468-2275-1A6B-C3D15862EA1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D517B3C-F4B6-7BED-C1E4-E9FE2A10B015}"/>
              </a:ext>
            </a:extLst>
          </p:cNvPr>
          <p:cNvGrpSpPr/>
          <p:nvPr/>
        </p:nvGrpSpPr>
        <p:grpSpPr>
          <a:xfrm>
            <a:off x="7637552" y="3495766"/>
            <a:ext cx="422768" cy="542991"/>
            <a:chOff x="9191246" y="3797098"/>
            <a:chExt cx="422768" cy="542991"/>
          </a:xfrm>
          <a:solidFill>
            <a:srgbClr val="CC0000"/>
          </a:solidFill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9A221499-4C4F-C63E-D707-5C99A41F0AF1}"/>
                </a:ext>
              </a:extLst>
            </p:cNvPr>
            <p:cNvGrpSpPr/>
            <p:nvPr/>
          </p:nvGrpSpPr>
          <p:grpSpPr>
            <a:xfrm>
              <a:off x="9515200" y="3799905"/>
              <a:ext cx="98814" cy="540184"/>
              <a:chOff x="4629089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BE79ADB-2F2B-0111-234F-5A65B3C727A0}"/>
                  </a:ext>
                </a:extLst>
              </p:cNvPr>
              <p:cNvSpPr/>
              <p:nvPr/>
            </p:nvSpPr>
            <p:spPr>
              <a:xfrm>
                <a:off x="4629089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028B41D3-EB6E-2591-E157-5BE97512C039}"/>
                  </a:ext>
                </a:extLst>
              </p:cNvPr>
              <p:cNvSpPr/>
              <p:nvPr/>
            </p:nvSpPr>
            <p:spPr>
              <a:xfrm>
                <a:off x="4629518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" name="별: 꼭짓점 7개 19">
              <a:extLst>
                <a:ext uri="{FF2B5EF4-FFF2-40B4-BE49-F238E27FC236}">
                  <a16:creationId xmlns:a16="http://schemas.microsoft.com/office/drawing/2014/main" id="{5FF1595E-8710-F833-C6DC-224F4303D793}"/>
                </a:ext>
              </a:extLst>
            </p:cNvPr>
            <p:cNvSpPr/>
            <p:nvPr/>
          </p:nvSpPr>
          <p:spPr>
            <a:xfrm rot="5400000">
              <a:off x="9279215" y="395122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0A8A4F36-7D52-072F-199A-2F9677B8A6C1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5DDD73C6-9DBC-A326-B2F8-9515D4583314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8AA9F5B7-58F2-3737-6565-FE2BBF47FEEC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1EA5418-D178-DEB1-7BC2-1A61C9915939}"/>
              </a:ext>
            </a:extLst>
          </p:cNvPr>
          <p:cNvSpPr/>
          <p:nvPr/>
        </p:nvSpPr>
        <p:spPr>
          <a:xfrm rot="16200000" flipV="1">
            <a:off x="6131732" y="2781917"/>
            <a:ext cx="98384" cy="6159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74611F8-1D96-F8F9-6B36-A989F6FA8BBE}"/>
              </a:ext>
            </a:extLst>
          </p:cNvPr>
          <p:cNvGrpSpPr/>
          <p:nvPr/>
        </p:nvGrpSpPr>
        <p:grpSpPr>
          <a:xfrm rot="5400000">
            <a:off x="7747971" y="4385910"/>
            <a:ext cx="98778" cy="513988"/>
            <a:chOff x="4737870" y="5097773"/>
            <a:chExt cx="98778" cy="51398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7811C689-6034-D57E-8D54-2ADA6E6E3FA5}"/>
                </a:ext>
              </a:extLst>
            </p:cNvPr>
            <p:cNvSpPr/>
            <p:nvPr/>
          </p:nvSpPr>
          <p:spPr>
            <a:xfrm>
              <a:off x="4737870" y="50977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03E01A9E-EBEC-830B-3DF3-C0DABEE5344E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09FCADD-3570-6E06-E07F-8E7F7A188360}"/>
              </a:ext>
            </a:extLst>
          </p:cNvPr>
          <p:cNvSpPr/>
          <p:nvPr/>
        </p:nvSpPr>
        <p:spPr>
          <a:xfrm flipV="1">
            <a:off x="8110422" y="3377425"/>
            <a:ext cx="98385" cy="7397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DDB395-9F64-1898-1B1E-1F1C912236DC}"/>
              </a:ext>
            </a:extLst>
          </p:cNvPr>
          <p:cNvSpPr txBox="1"/>
          <p:nvPr/>
        </p:nvSpPr>
        <p:spPr>
          <a:xfrm>
            <a:off x="63677" y="486222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E4CB0DDD-8D2F-355B-D222-BEAC9E360319}"/>
              </a:ext>
            </a:extLst>
          </p:cNvPr>
          <p:cNvCxnSpPr>
            <a:cxnSpLocks/>
          </p:cNvCxnSpPr>
          <p:nvPr/>
        </p:nvCxnSpPr>
        <p:spPr>
          <a:xfrm>
            <a:off x="2375494" y="4978319"/>
            <a:ext cx="5591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738B0B5-3C4A-C862-6400-A53BFC34221B}"/>
              </a:ext>
            </a:extLst>
          </p:cNvPr>
          <p:cNvSpPr txBox="1"/>
          <p:nvPr/>
        </p:nvSpPr>
        <p:spPr>
          <a:xfrm>
            <a:off x="93315" y="5321006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4483A3D-1365-0F93-12B0-56D7E20B2A7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A2B30F5E-C958-6C0F-7081-8A1A82833A4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23EE52B-DB43-3ABF-9E27-12DCE092FB5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31C98EAA-AEF1-DE87-2A4D-AF64E32D9589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F17F9047-5E4D-B525-C6E7-FC8217768BE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631F8A3-84EE-F0B4-5E96-FD69F70DF902}"/>
              </a:ext>
            </a:extLst>
          </p:cNvPr>
          <p:cNvGrpSpPr/>
          <p:nvPr/>
        </p:nvGrpSpPr>
        <p:grpSpPr>
          <a:xfrm rot="5400000">
            <a:off x="3555086" y="5491415"/>
            <a:ext cx="98859" cy="1382033"/>
            <a:chOff x="4737866" y="4849327"/>
            <a:chExt cx="98859" cy="13820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FFF0E342-C1F1-6C9A-4291-F9E1E1A10A93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4F9E00CC-9FE4-FD75-7306-9568FF3284D2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B459BED-66DE-A4CD-3D6D-7F86D479D63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8731FD0-2585-B5C2-339D-5955A511AAE5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78EFA8D3-0B4A-E6DD-0C94-B7F6884AC1D9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131BD9-06C3-493F-F0A7-4ABBF52C9503}"/>
              </a:ext>
            </a:extLst>
          </p:cNvPr>
          <p:cNvSpPr txBox="1"/>
          <p:nvPr/>
        </p:nvSpPr>
        <p:spPr>
          <a:xfrm>
            <a:off x="2013662" y="6444023"/>
            <a:ext cx="204414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70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70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700" b="1">
                <a:solidFill>
                  <a:srgbClr val="FF0000"/>
                </a:solidFill>
                <a:highlight>
                  <a:srgbClr val="FFFF00"/>
                </a:highlight>
              </a:rPr>
              <a:t>개를 커튼박스 조명으로 변경 가능 함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E18EB980-3059-432C-C704-820F96C39A4B}"/>
              </a:ext>
            </a:extLst>
          </p:cNvPr>
          <p:cNvCxnSpPr>
            <a:endCxn id="43" idx="5"/>
          </p:cNvCxnSpPr>
          <p:nvPr/>
        </p:nvCxnSpPr>
        <p:spPr>
          <a:xfrm flipV="1">
            <a:off x="2508577" y="6217453"/>
            <a:ext cx="419330" cy="259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9595325-0DB4-2BF8-1080-8D019EB039BB}"/>
              </a:ext>
            </a:extLst>
          </p:cNvPr>
          <p:cNvSpPr/>
          <p:nvPr/>
        </p:nvSpPr>
        <p:spPr>
          <a:xfrm rot="16200000" flipV="1">
            <a:off x="6499483" y="3116478"/>
            <a:ext cx="98384" cy="6329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4797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724B6-4ADC-494C-D99D-3AAC700E2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3F9CE0D-C35D-5C74-B2BA-636768D9B7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963" y="1034156"/>
            <a:ext cx="7951787" cy="5823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4529C4C-159F-5A34-2746-A14DBD77BA62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4529C4C-159F-5A34-2746-A14DBD77B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E88D273-C030-1DAD-30C8-B31EDE6CDC19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0" name="별: 꼭짓점 4개 9">
            <a:extLst>
              <a:ext uri="{FF2B5EF4-FFF2-40B4-BE49-F238E27FC236}">
                <a16:creationId xmlns:a16="http://schemas.microsoft.com/office/drawing/2014/main" id="{4E03C015-4950-3D3B-A271-0E5956D6A673}"/>
              </a:ext>
            </a:extLst>
          </p:cNvPr>
          <p:cNvSpPr/>
          <p:nvPr/>
        </p:nvSpPr>
        <p:spPr>
          <a:xfrm>
            <a:off x="3283015" y="497831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38B0B5-3C4A-C862-6400-A53BFC34221B}"/>
              </a:ext>
            </a:extLst>
          </p:cNvPr>
          <p:cNvSpPr txBox="1"/>
          <p:nvPr/>
        </p:nvSpPr>
        <p:spPr>
          <a:xfrm>
            <a:off x="614053" y="4812240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4483A3D-1365-0F93-12B0-56D7E20B2A7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A2B30F5E-C958-6C0F-7081-8A1A82833A4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23EE52B-DB43-3ABF-9E27-12DCE092FB5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31C98EAA-AEF1-DE87-2A4D-AF64E32D9589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F17F9047-5E4D-B525-C6E7-FC8217768BE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8731FD0-2585-B5C2-339D-5955A511AAE5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78EFA8D3-0B4A-E6DD-0C94-B7F6884AC1D9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B96BEC2-B4AF-6A4B-0189-5C3766963A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66864" y="5257935"/>
            <a:ext cx="2236971" cy="1554480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5D0562-40DA-43C1-7205-A10BADEE38B5}"/>
              </a:ext>
            </a:extLst>
          </p:cNvPr>
          <p:cNvGrpSpPr/>
          <p:nvPr/>
        </p:nvGrpSpPr>
        <p:grpSpPr>
          <a:xfrm>
            <a:off x="5879874" y="2986497"/>
            <a:ext cx="2238975" cy="230832"/>
            <a:chOff x="5192483" y="4615617"/>
            <a:chExt cx="2238975" cy="230832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76AAC5CE-E504-F562-EB36-542357AB6375}"/>
                </a:ext>
              </a:extLst>
            </p:cNvPr>
            <p:cNvSpPr/>
            <p:nvPr/>
          </p:nvSpPr>
          <p:spPr>
            <a:xfrm rot="16200000" flipV="1">
              <a:off x="5448998" y="4404749"/>
              <a:ext cx="98384" cy="611414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CC8BA67-1709-0CD5-526A-7DFC29BEC607}"/>
                </a:ext>
              </a:extLst>
            </p:cNvPr>
            <p:cNvSpPr txBox="1"/>
            <p:nvPr/>
          </p:nvSpPr>
          <p:spPr>
            <a:xfrm>
              <a:off x="6358728" y="4615617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62E0B1D6-A220-88AD-EEF7-C544724FC3AC}"/>
                </a:ext>
              </a:extLst>
            </p:cNvPr>
            <p:cNvCxnSpPr>
              <a:cxnSpLocks/>
            </p:cNvCxnSpPr>
            <p:nvPr/>
          </p:nvCxnSpPr>
          <p:spPr>
            <a:xfrm>
              <a:off x="5803897" y="4710455"/>
              <a:ext cx="607218" cy="2057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DA436F2-D36E-E731-0B2B-CA697C6DFD95}"/>
              </a:ext>
            </a:extLst>
          </p:cNvPr>
          <p:cNvSpPr/>
          <p:nvPr/>
        </p:nvSpPr>
        <p:spPr>
          <a:xfrm rot="16200000" flipV="1">
            <a:off x="6498339" y="3123293"/>
            <a:ext cx="98384" cy="611414"/>
          </a:xfrm>
          <a:prstGeom prst="rect">
            <a:avLst/>
          </a:prstGeom>
          <a:solidFill>
            <a:srgbClr val="FF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688E1F36-235C-B06B-8DA1-BB07E36F26BD}"/>
              </a:ext>
            </a:extLst>
          </p:cNvPr>
          <p:cNvCxnSpPr>
            <a:cxnSpLocks/>
          </p:cNvCxnSpPr>
          <p:nvPr/>
        </p:nvCxnSpPr>
        <p:spPr>
          <a:xfrm flipV="1">
            <a:off x="6853238" y="3122069"/>
            <a:ext cx="245268" cy="306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8141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F7E3D-6590-868E-F669-F1FE0CFC3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497B98BC-5AA0-C8A1-C3E1-0A75A830FF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348"/>
          <a:stretch>
            <a:fillRect/>
          </a:stretch>
        </p:blipFill>
        <p:spPr bwMode="auto">
          <a:xfrm>
            <a:off x="2174568" y="819079"/>
            <a:ext cx="8791575" cy="5901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05D4905-D37D-472A-605A-1842B9D01A4E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05D4905-D37D-472A-605A-1842B9D01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ED034BB-3D66-660C-33AB-7C8065D97D9C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A720718-3B04-1BCF-0CAC-F45735EC94EF}"/>
              </a:ext>
            </a:extLst>
          </p:cNvPr>
          <p:cNvSpPr/>
          <p:nvPr/>
        </p:nvSpPr>
        <p:spPr>
          <a:xfrm rot="10800000">
            <a:off x="2475194" y="3933471"/>
            <a:ext cx="102820" cy="19910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8575600-1E92-1857-C5A8-6D9D44026FB4}"/>
              </a:ext>
            </a:extLst>
          </p:cNvPr>
          <p:cNvSpPr/>
          <p:nvPr/>
        </p:nvSpPr>
        <p:spPr>
          <a:xfrm>
            <a:off x="2981459" y="425575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0D8EEB7-7CAF-152C-2EEA-AC0C30490049}"/>
              </a:ext>
            </a:extLst>
          </p:cNvPr>
          <p:cNvSpPr/>
          <p:nvPr/>
        </p:nvSpPr>
        <p:spPr>
          <a:xfrm>
            <a:off x="3150396" y="440784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F1831A-3BC8-D987-0073-5F27A602AE76}"/>
              </a:ext>
            </a:extLst>
          </p:cNvPr>
          <p:cNvSpPr txBox="1"/>
          <p:nvPr/>
        </p:nvSpPr>
        <p:spPr>
          <a:xfrm>
            <a:off x="4085413" y="4078607"/>
            <a:ext cx="1891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D5E65D0-0436-9C49-813A-4AB0FC59AF8F}"/>
              </a:ext>
            </a:extLst>
          </p:cNvPr>
          <p:cNvGrpSpPr/>
          <p:nvPr/>
        </p:nvGrpSpPr>
        <p:grpSpPr>
          <a:xfrm rot="5400000">
            <a:off x="3519056" y="3097227"/>
            <a:ext cx="98859" cy="1382033"/>
            <a:chOff x="4737866" y="4849327"/>
            <a:chExt cx="98859" cy="1382033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9E8B6A69-B906-FFD7-668B-541420A9307C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B717CFE-2458-B1AB-A69D-43C641D3AC53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E0E3FE0D-EEF4-6B67-CB24-2C08C960A6A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7EC8BBE-54CB-F2C0-B4F0-CF1F2408D3A6}"/>
              </a:ext>
            </a:extLst>
          </p:cNvPr>
          <p:cNvSpPr/>
          <p:nvPr/>
        </p:nvSpPr>
        <p:spPr>
          <a:xfrm rot="16200000" flipV="1">
            <a:off x="5440998" y="2983886"/>
            <a:ext cx="98384" cy="7488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CE0E3E8-250C-2445-560D-163D5EA51036}"/>
              </a:ext>
            </a:extLst>
          </p:cNvPr>
          <p:cNvSpPr/>
          <p:nvPr/>
        </p:nvSpPr>
        <p:spPr>
          <a:xfrm rot="5400000" flipV="1">
            <a:off x="8217918" y="2440802"/>
            <a:ext cx="98384" cy="7393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4820421-4B59-1D3C-A9C5-7E82F9D2E78B}"/>
              </a:ext>
            </a:extLst>
          </p:cNvPr>
          <p:cNvGrpSpPr/>
          <p:nvPr/>
        </p:nvGrpSpPr>
        <p:grpSpPr>
          <a:xfrm rot="5400000">
            <a:off x="7286752" y="3979826"/>
            <a:ext cx="98778" cy="513988"/>
            <a:chOff x="4737870" y="5097773"/>
            <a:chExt cx="98778" cy="51398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4509DF40-EE49-3076-E0AF-FFB4AEE36489}"/>
                </a:ext>
              </a:extLst>
            </p:cNvPr>
            <p:cNvSpPr/>
            <p:nvPr/>
          </p:nvSpPr>
          <p:spPr>
            <a:xfrm>
              <a:off x="4737870" y="50977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9EE5938-D92D-5F20-71B9-6C876F943B1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4A95558-9BB1-9F8E-1D69-3A6B4A0B6C69}"/>
              </a:ext>
            </a:extLst>
          </p:cNvPr>
          <p:cNvSpPr/>
          <p:nvPr/>
        </p:nvSpPr>
        <p:spPr>
          <a:xfrm flipV="1">
            <a:off x="7621845" y="2768420"/>
            <a:ext cx="98385" cy="8820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BB59D0-3F4A-E8DB-7453-DC32981E5EF0}"/>
              </a:ext>
            </a:extLst>
          </p:cNvPr>
          <p:cNvSpPr txBox="1"/>
          <p:nvPr/>
        </p:nvSpPr>
        <p:spPr>
          <a:xfrm>
            <a:off x="20089" y="430240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2310BBE-3A21-C01C-A946-980C7173E912}"/>
              </a:ext>
            </a:extLst>
          </p:cNvPr>
          <p:cNvCxnSpPr>
            <a:cxnSpLocks/>
          </p:cNvCxnSpPr>
          <p:nvPr/>
        </p:nvCxnSpPr>
        <p:spPr>
          <a:xfrm>
            <a:off x="2320314" y="4407840"/>
            <a:ext cx="6555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1E61846-D8B2-5240-3D5B-A864FDE78D4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7D88A66-B0DC-E406-11D4-2F37C7C32A1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2A95AC61-FFA9-1089-BC4E-9862A456BA4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C124F640-EBD4-9A9C-6F34-F0C8DDE740C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F91A14FA-2F50-5661-948E-CBD52CF83AD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388178C-FB87-392C-9DA5-795A0C35596F}"/>
              </a:ext>
            </a:extLst>
          </p:cNvPr>
          <p:cNvGrpSpPr/>
          <p:nvPr/>
        </p:nvGrpSpPr>
        <p:grpSpPr>
          <a:xfrm rot="5400000">
            <a:off x="3528986" y="5335096"/>
            <a:ext cx="98859" cy="1382033"/>
            <a:chOff x="4737866" y="4849327"/>
            <a:chExt cx="98859" cy="13820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792223B7-307A-FE8B-603D-0346D431D1B4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9BDCA9D-2F38-B64C-7F9F-37BE391F4C20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B0D5CBEA-89B8-6F58-EF42-353ACF34E0E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2CDAE2DD-D3B7-CA70-66CF-09DE30FBC49E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912DA4C0-AA39-9731-A066-A5315FD81D70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F8AB04-DBA3-F2BA-41C3-69ED0299D475}"/>
              </a:ext>
            </a:extLst>
          </p:cNvPr>
          <p:cNvSpPr txBox="1"/>
          <p:nvPr/>
        </p:nvSpPr>
        <p:spPr>
          <a:xfrm>
            <a:off x="2302564" y="6285004"/>
            <a:ext cx="20441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70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70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700" b="1">
                <a:solidFill>
                  <a:srgbClr val="FF0000"/>
                </a:solidFill>
                <a:highlight>
                  <a:srgbClr val="FFFF00"/>
                </a:highlight>
              </a:rPr>
              <a:t>개를 커튼박스 조명으로 변경 가능 함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326EF653-28D9-8816-1392-B433B6761EAD}"/>
              </a:ext>
            </a:extLst>
          </p:cNvPr>
          <p:cNvCxnSpPr>
            <a:cxnSpLocks/>
            <a:endCxn id="43" idx="5"/>
          </p:cNvCxnSpPr>
          <p:nvPr/>
        </p:nvCxnSpPr>
        <p:spPr>
          <a:xfrm flipV="1">
            <a:off x="2797479" y="6061134"/>
            <a:ext cx="104328" cy="256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6253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4C64B-483E-36D6-55DA-44FCE8C8E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9B453E66-6D13-C87A-E486-0E4709BFD8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348"/>
          <a:stretch>
            <a:fillRect/>
          </a:stretch>
        </p:blipFill>
        <p:spPr bwMode="auto">
          <a:xfrm>
            <a:off x="2174568" y="819079"/>
            <a:ext cx="8791575" cy="5901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4804D5-9038-1C0B-771A-2102C7454805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4804D5-9038-1C0B-771A-2102C7454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5264FF-75B7-E791-748E-B49D2428B57D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BD7A94-4E06-5719-2F6F-43F65A0573AB}"/>
              </a:ext>
            </a:extLst>
          </p:cNvPr>
          <p:cNvSpPr/>
          <p:nvPr/>
        </p:nvSpPr>
        <p:spPr>
          <a:xfrm rot="5400000">
            <a:off x="2656026" y="2930769"/>
            <a:ext cx="113042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332F1-B5A8-D4D5-F8BF-962520AF02F5}"/>
              </a:ext>
            </a:extLst>
          </p:cNvPr>
          <p:cNvSpPr txBox="1"/>
          <p:nvPr/>
        </p:nvSpPr>
        <p:spPr>
          <a:xfrm>
            <a:off x="3458541" y="269954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DA8B49B-87C4-6506-97A7-5760EEF567B0}"/>
              </a:ext>
            </a:extLst>
          </p:cNvPr>
          <p:cNvSpPr/>
          <p:nvPr/>
        </p:nvSpPr>
        <p:spPr>
          <a:xfrm rot="10800000">
            <a:off x="2475194" y="3933471"/>
            <a:ext cx="102820" cy="19910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DF96E2F-AD48-35A5-6C9B-D4714CF8B865}"/>
              </a:ext>
            </a:extLst>
          </p:cNvPr>
          <p:cNvSpPr/>
          <p:nvPr/>
        </p:nvSpPr>
        <p:spPr>
          <a:xfrm>
            <a:off x="2981459" y="425575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62FBA1D-83DC-38BE-E1E2-BF390DA8FDD5}"/>
              </a:ext>
            </a:extLst>
          </p:cNvPr>
          <p:cNvSpPr/>
          <p:nvPr/>
        </p:nvSpPr>
        <p:spPr>
          <a:xfrm>
            <a:off x="3150396" y="440784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4AE1AD-A8D3-2BC5-CDA7-EEB8A3526C75}"/>
              </a:ext>
            </a:extLst>
          </p:cNvPr>
          <p:cNvSpPr txBox="1"/>
          <p:nvPr/>
        </p:nvSpPr>
        <p:spPr>
          <a:xfrm>
            <a:off x="4085413" y="4078607"/>
            <a:ext cx="1891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54C184C-3C47-95E3-F43F-DA4EE3E7FB3A}"/>
              </a:ext>
            </a:extLst>
          </p:cNvPr>
          <p:cNvGrpSpPr/>
          <p:nvPr/>
        </p:nvGrpSpPr>
        <p:grpSpPr>
          <a:xfrm rot="5400000">
            <a:off x="3519056" y="3097227"/>
            <a:ext cx="98859" cy="1382033"/>
            <a:chOff x="4737866" y="4849327"/>
            <a:chExt cx="98859" cy="1382033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0FABAEC2-8A5B-C052-ECDE-F57F6900A6E7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56C3F9ED-F87C-F80C-3D77-2584591C2ACD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AD3B0C1-3E58-900A-882F-6CC319B01A3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C1EF699-A181-A250-0EDC-AC7DED400429}"/>
              </a:ext>
            </a:extLst>
          </p:cNvPr>
          <p:cNvGrpSpPr/>
          <p:nvPr/>
        </p:nvGrpSpPr>
        <p:grpSpPr>
          <a:xfrm rot="5400000">
            <a:off x="3869934" y="3211369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469B613D-1E19-5F8A-BB4D-8D2E17090FD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59341BF-DC5E-A124-E1CA-1648CCC8572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7C4E7AE-77E1-DDB4-E95C-89B3B5F31072}"/>
              </a:ext>
            </a:extLst>
          </p:cNvPr>
          <p:cNvGrpSpPr/>
          <p:nvPr/>
        </p:nvGrpSpPr>
        <p:grpSpPr>
          <a:xfrm>
            <a:off x="7080958" y="2972407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460132D2-5788-9C96-8CFF-D9144DD85F78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62C9741-9275-5E95-796E-896761F69389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C36E784D-9541-8AEC-E66D-1EDE32731FB7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" name="별: 꼭짓점 7개 19">
              <a:extLst>
                <a:ext uri="{FF2B5EF4-FFF2-40B4-BE49-F238E27FC236}">
                  <a16:creationId xmlns:a16="http://schemas.microsoft.com/office/drawing/2014/main" id="{4E0B513E-1EDC-AB12-2982-2F9356FBD77E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7149828D-8310-FBEA-8058-D0D28EF642A2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54828EC4-D012-E21E-429A-BD6EAF9E23A7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C6A866C9-1DE5-1846-0FBD-B4B03E91F209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AD531E2-066F-031D-3C14-CCC5D3C78E09}"/>
              </a:ext>
            </a:extLst>
          </p:cNvPr>
          <p:cNvSpPr/>
          <p:nvPr/>
        </p:nvSpPr>
        <p:spPr>
          <a:xfrm rot="16200000" flipV="1">
            <a:off x="5440998" y="2983886"/>
            <a:ext cx="98384" cy="7488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A7B425A-8208-529A-B51F-F5538DAA848E}"/>
              </a:ext>
            </a:extLst>
          </p:cNvPr>
          <p:cNvSpPr/>
          <p:nvPr/>
        </p:nvSpPr>
        <p:spPr>
          <a:xfrm rot="5400000" flipV="1">
            <a:off x="8217918" y="2440802"/>
            <a:ext cx="98384" cy="7393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D337998-3C84-C2F4-5892-CD4B5AE5F3DD}"/>
              </a:ext>
            </a:extLst>
          </p:cNvPr>
          <p:cNvGrpSpPr/>
          <p:nvPr/>
        </p:nvGrpSpPr>
        <p:grpSpPr>
          <a:xfrm rot="5400000">
            <a:off x="7286752" y="3979826"/>
            <a:ext cx="98778" cy="513988"/>
            <a:chOff x="4737870" y="5097773"/>
            <a:chExt cx="98778" cy="51398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D00057B0-7A47-2648-2309-11471E19E539}"/>
                </a:ext>
              </a:extLst>
            </p:cNvPr>
            <p:cNvSpPr/>
            <p:nvPr/>
          </p:nvSpPr>
          <p:spPr>
            <a:xfrm>
              <a:off x="4737870" y="50977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AE284BBB-02BD-3FA6-749B-27B838ECD59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564B9EE-7656-2BB7-D0D8-1EDA83509041}"/>
              </a:ext>
            </a:extLst>
          </p:cNvPr>
          <p:cNvSpPr/>
          <p:nvPr/>
        </p:nvSpPr>
        <p:spPr>
          <a:xfrm flipV="1">
            <a:off x="7621845" y="2768420"/>
            <a:ext cx="98385" cy="8820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40E25C-4EAE-75E2-ACD9-7EDE1085718A}"/>
              </a:ext>
            </a:extLst>
          </p:cNvPr>
          <p:cNvSpPr txBox="1"/>
          <p:nvPr/>
        </p:nvSpPr>
        <p:spPr>
          <a:xfrm>
            <a:off x="20089" y="430240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0E8C3660-6B28-011A-D0E5-61DE72DE2157}"/>
              </a:ext>
            </a:extLst>
          </p:cNvPr>
          <p:cNvCxnSpPr>
            <a:cxnSpLocks/>
          </p:cNvCxnSpPr>
          <p:nvPr/>
        </p:nvCxnSpPr>
        <p:spPr>
          <a:xfrm>
            <a:off x="2320314" y="4407840"/>
            <a:ext cx="6555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4BC29F5-E407-2DE3-81CF-53CD5A5D739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1C01A678-AE16-5295-6B3E-221534797E5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9B0B077C-A748-6A27-6352-31053A5B5A7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79324A33-2B1D-D05A-6EA2-F2E150D564C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1E212FD3-EB16-591A-41F7-4C0C0462CF65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036649C-9C79-2F19-3DDE-1BE1F9C42D70}"/>
              </a:ext>
            </a:extLst>
          </p:cNvPr>
          <p:cNvGrpSpPr/>
          <p:nvPr/>
        </p:nvGrpSpPr>
        <p:grpSpPr>
          <a:xfrm rot="5400000">
            <a:off x="3528986" y="5335096"/>
            <a:ext cx="98859" cy="1382033"/>
            <a:chOff x="4737866" y="4849327"/>
            <a:chExt cx="98859" cy="13820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28416408-8C5C-3DBF-6CD9-6CE43687D282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15281573-0898-C908-9860-9966E13A3EBC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0091ED7-D99E-A5AB-AAE2-AA7C053725D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16CABD5-3693-9B79-7CF2-A8873395B83B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C3765D03-298D-2C16-F059-F55C6607A450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C0371C-26E5-068D-8F8C-73D3895257C6}"/>
              </a:ext>
            </a:extLst>
          </p:cNvPr>
          <p:cNvSpPr txBox="1"/>
          <p:nvPr/>
        </p:nvSpPr>
        <p:spPr>
          <a:xfrm>
            <a:off x="2302564" y="6285004"/>
            <a:ext cx="20441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70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70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700" b="1">
                <a:solidFill>
                  <a:srgbClr val="FF0000"/>
                </a:solidFill>
                <a:highlight>
                  <a:srgbClr val="FFFF00"/>
                </a:highlight>
              </a:rPr>
              <a:t>개를 커튼박스 조명으로 변경 가능 함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31261EBC-748D-3641-6D0F-236E49B9B412}"/>
              </a:ext>
            </a:extLst>
          </p:cNvPr>
          <p:cNvCxnSpPr>
            <a:cxnSpLocks/>
            <a:endCxn id="43" idx="5"/>
          </p:cNvCxnSpPr>
          <p:nvPr/>
        </p:nvCxnSpPr>
        <p:spPr>
          <a:xfrm flipV="1">
            <a:off x="2797479" y="6061134"/>
            <a:ext cx="104328" cy="256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787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DC5D7-2D05-406F-519F-6AC473B25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D3468AC0-FA14-E9BE-FAE8-7822A12C7F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348"/>
          <a:stretch>
            <a:fillRect/>
          </a:stretch>
        </p:blipFill>
        <p:spPr bwMode="auto">
          <a:xfrm>
            <a:off x="2174568" y="819079"/>
            <a:ext cx="8791575" cy="5901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E57849-36B8-278B-EA79-4E4A85D1C74A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E57849-36B8-278B-EA79-4E4A85D1C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6EE2C63-2E8E-1BB8-D4EC-AE739AFE3ECD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710CEC-A613-E30D-6DA0-6617AADD7461}"/>
              </a:ext>
            </a:extLst>
          </p:cNvPr>
          <p:cNvSpPr/>
          <p:nvPr/>
        </p:nvSpPr>
        <p:spPr>
          <a:xfrm rot="5400000">
            <a:off x="2656026" y="2930769"/>
            <a:ext cx="113042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415F07-B0B0-BB4B-95F4-FF005A4D7A02}"/>
              </a:ext>
            </a:extLst>
          </p:cNvPr>
          <p:cNvSpPr txBox="1"/>
          <p:nvPr/>
        </p:nvSpPr>
        <p:spPr>
          <a:xfrm>
            <a:off x="3458541" y="269954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4BA19B-EE47-67F9-D4B9-3386D52358C8}"/>
              </a:ext>
            </a:extLst>
          </p:cNvPr>
          <p:cNvSpPr/>
          <p:nvPr/>
        </p:nvSpPr>
        <p:spPr>
          <a:xfrm rot="10800000">
            <a:off x="2475194" y="3933471"/>
            <a:ext cx="102820" cy="19910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545EA98-1E40-521A-66A1-8D2B94B43761}"/>
              </a:ext>
            </a:extLst>
          </p:cNvPr>
          <p:cNvSpPr/>
          <p:nvPr/>
        </p:nvSpPr>
        <p:spPr>
          <a:xfrm>
            <a:off x="2981459" y="425575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991E38A-08EE-E821-6A02-74E380375573}"/>
              </a:ext>
            </a:extLst>
          </p:cNvPr>
          <p:cNvSpPr/>
          <p:nvPr/>
        </p:nvSpPr>
        <p:spPr>
          <a:xfrm>
            <a:off x="3150396" y="440784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FD2201-58E3-42DD-2B1A-E5AB44ED4F5F}"/>
              </a:ext>
            </a:extLst>
          </p:cNvPr>
          <p:cNvSpPr txBox="1"/>
          <p:nvPr/>
        </p:nvSpPr>
        <p:spPr>
          <a:xfrm>
            <a:off x="4085413" y="4078607"/>
            <a:ext cx="1891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0" name="별: 꼭짓점 4개 9">
            <a:extLst>
              <a:ext uri="{FF2B5EF4-FFF2-40B4-BE49-F238E27FC236}">
                <a16:creationId xmlns:a16="http://schemas.microsoft.com/office/drawing/2014/main" id="{1D3F1349-8729-8FC7-0C13-3C6D0026385F}"/>
              </a:ext>
            </a:extLst>
          </p:cNvPr>
          <p:cNvSpPr/>
          <p:nvPr/>
        </p:nvSpPr>
        <p:spPr>
          <a:xfrm>
            <a:off x="3329824" y="459116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E045EA0-6199-C9B5-E16B-4E1D332565ED}"/>
              </a:ext>
            </a:extLst>
          </p:cNvPr>
          <p:cNvGrpSpPr/>
          <p:nvPr/>
        </p:nvGrpSpPr>
        <p:grpSpPr>
          <a:xfrm rot="5400000">
            <a:off x="3519056" y="3097227"/>
            <a:ext cx="98859" cy="1382033"/>
            <a:chOff x="4737866" y="4849327"/>
            <a:chExt cx="98859" cy="1382033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BB868999-EC80-E49D-599C-B84F57A8DBE4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5EB9E8ED-7B9B-4E3E-A951-CC02C29E9F7C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97AF8008-1FE7-DD5C-E6E2-34CBD4C5DF7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33B6EF6-6E42-AECE-5C24-1A809D7D4E24}"/>
              </a:ext>
            </a:extLst>
          </p:cNvPr>
          <p:cNvGrpSpPr/>
          <p:nvPr/>
        </p:nvGrpSpPr>
        <p:grpSpPr>
          <a:xfrm rot="5400000">
            <a:off x="3869934" y="3211369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CDFE9EED-381D-86B7-D391-1B7844D92B9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11ACFF8-9506-E044-83A2-0B42E33E16E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74212FD-A944-0325-9A20-0BE3DDEE7862}"/>
              </a:ext>
            </a:extLst>
          </p:cNvPr>
          <p:cNvGrpSpPr/>
          <p:nvPr/>
        </p:nvGrpSpPr>
        <p:grpSpPr>
          <a:xfrm>
            <a:off x="7080958" y="2972407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B41F28C6-266C-0AA3-EA03-38BE2CAB8DE9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11679A40-9F2F-76E0-C932-96769F687DC2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6C3112D-4746-C0A7-6697-E2CCB263D231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" name="별: 꼭짓점 7개 19">
              <a:extLst>
                <a:ext uri="{FF2B5EF4-FFF2-40B4-BE49-F238E27FC236}">
                  <a16:creationId xmlns:a16="http://schemas.microsoft.com/office/drawing/2014/main" id="{A26852B2-707D-41E0-4E1F-FE37B86430D2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2BDF6149-A295-2C96-B5CE-DE66C97F3323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58F0A841-3A18-2B83-F21E-85E5BA043FF2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0D59D4B3-18D0-402A-1345-2A0C2FB2C330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CC05CA0-B051-DBE8-A440-158BD7D38076}"/>
              </a:ext>
            </a:extLst>
          </p:cNvPr>
          <p:cNvSpPr/>
          <p:nvPr/>
        </p:nvSpPr>
        <p:spPr>
          <a:xfrm rot="16200000" flipV="1">
            <a:off x="5440998" y="2983886"/>
            <a:ext cx="98384" cy="7488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3930E71-4D64-20A1-9D4E-22875F8A86FB}"/>
              </a:ext>
            </a:extLst>
          </p:cNvPr>
          <p:cNvSpPr/>
          <p:nvPr/>
        </p:nvSpPr>
        <p:spPr>
          <a:xfrm rot="5400000" flipV="1">
            <a:off x="8217918" y="2440802"/>
            <a:ext cx="98384" cy="7393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EE7B2AE-FE5E-DC2F-6A36-C53F4229A8C8}"/>
              </a:ext>
            </a:extLst>
          </p:cNvPr>
          <p:cNvGrpSpPr/>
          <p:nvPr/>
        </p:nvGrpSpPr>
        <p:grpSpPr>
          <a:xfrm rot="5400000">
            <a:off x="7286752" y="3979826"/>
            <a:ext cx="98778" cy="513988"/>
            <a:chOff x="4737870" y="5097773"/>
            <a:chExt cx="98778" cy="51398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4F7D2739-C31E-3F2A-853C-21FD53B28146}"/>
                </a:ext>
              </a:extLst>
            </p:cNvPr>
            <p:cNvSpPr/>
            <p:nvPr/>
          </p:nvSpPr>
          <p:spPr>
            <a:xfrm>
              <a:off x="4737870" y="50977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B724EDF6-6C28-F821-3522-7A68FDC85E9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6BBEF52-EC88-E639-4664-6F9B8E846855}"/>
              </a:ext>
            </a:extLst>
          </p:cNvPr>
          <p:cNvSpPr/>
          <p:nvPr/>
        </p:nvSpPr>
        <p:spPr>
          <a:xfrm flipV="1">
            <a:off x="7621845" y="2768420"/>
            <a:ext cx="98385" cy="8820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7490B2-1D09-38A1-91CB-3158A3369EC8}"/>
              </a:ext>
            </a:extLst>
          </p:cNvPr>
          <p:cNvSpPr txBox="1"/>
          <p:nvPr/>
        </p:nvSpPr>
        <p:spPr>
          <a:xfrm>
            <a:off x="20089" y="430240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FEECC0D-CE0B-0C94-2464-D79C4E92C172}"/>
              </a:ext>
            </a:extLst>
          </p:cNvPr>
          <p:cNvCxnSpPr>
            <a:cxnSpLocks/>
          </p:cNvCxnSpPr>
          <p:nvPr/>
        </p:nvCxnSpPr>
        <p:spPr>
          <a:xfrm>
            <a:off x="2320314" y="4407840"/>
            <a:ext cx="6555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C7D3C62-A383-27C4-4474-91A55E6A7CFF}"/>
              </a:ext>
            </a:extLst>
          </p:cNvPr>
          <p:cNvSpPr txBox="1"/>
          <p:nvPr/>
        </p:nvSpPr>
        <p:spPr>
          <a:xfrm>
            <a:off x="28781" y="5185954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3995D41-F754-7EC9-BB31-0C7698A1922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F446E9E5-4A84-D72F-F9CF-7FEE4AEEB2B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74608FF-7004-240F-14E7-CBF2549F818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86C265E4-3B43-2E6D-7023-27737A85781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B4E96252-4918-23B7-C212-00739AC7A0F6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167BA17-430B-7F35-6551-A498E0EF6F6A}"/>
              </a:ext>
            </a:extLst>
          </p:cNvPr>
          <p:cNvGrpSpPr/>
          <p:nvPr/>
        </p:nvGrpSpPr>
        <p:grpSpPr>
          <a:xfrm rot="5400000">
            <a:off x="3528986" y="5335096"/>
            <a:ext cx="98859" cy="1382033"/>
            <a:chOff x="4737866" y="4849327"/>
            <a:chExt cx="98859" cy="13820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F79C244E-C2CC-2C6C-0DF7-1D2DC1B2F45D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55B7C2A-3836-7FF6-863E-A6B6A5DA77F0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6A344C0-9A58-63F5-0E1A-B850A21F627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56355C0-E413-5DFD-3661-3E4DD5AE8E0E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67603A25-BBE2-7E66-0B03-0A7A58C1A42A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A9E16D-8E4E-B160-1B4F-523A5F6ED99E}"/>
              </a:ext>
            </a:extLst>
          </p:cNvPr>
          <p:cNvSpPr txBox="1"/>
          <p:nvPr/>
        </p:nvSpPr>
        <p:spPr>
          <a:xfrm>
            <a:off x="2302564" y="6285004"/>
            <a:ext cx="20441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70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70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700" b="1">
                <a:solidFill>
                  <a:srgbClr val="FF0000"/>
                </a:solidFill>
                <a:highlight>
                  <a:srgbClr val="FFFF00"/>
                </a:highlight>
              </a:rPr>
              <a:t>개를 커튼박스 조명으로 변경 가능 함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EF67580A-3389-C7C2-15D6-9207227C3525}"/>
              </a:ext>
            </a:extLst>
          </p:cNvPr>
          <p:cNvCxnSpPr>
            <a:cxnSpLocks/>
            <a:endCxn id="43" idx="5"/>
          </p:cNvCxnSpPr>
          <p:nvPr/>
        </p:nvCxnSpPr>
        <p:spPr>
          <a:xfrm flipV="1">
            <a:off x="2797479" y="6061134"/>
            <a:ext cx="104328" cy="256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6551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DC5D7-2D05-406F-519F-6AC473B25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D3468AC0-FA14-E9BE-FAE8-7822A12C7F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348"/>
          <a:stretch>
            <a:fillRect/>
          </a:stretch>
        </p:blipFill>
        <p:spPr bwMode="auto">
          <a:xfrm>
            <a:off x="2174568" y="819079"/>
            <a:ext cx="8791575" cy="5901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E57849-36B8-278B-EA79-4E4A85D1C74A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E57849-36B8-278B-EA79-4E4A85D1C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6EE2C63-2E8E-1BB8-D4EC-AE739AFE3ECD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4BA19B-EE47-67F9-D4B9-3386D52358C8}"/>
              </a:ext>
            </a:extLst>
          </p:cNvPr>
          <p:cNvSpPr/>
          <p:nvPr/>
        </p:nvSpPr>
        <p:spPr>
          <a:xfrm rot="10800000">
            <a:off x="2475194" y="3933471"/>
            <a:ext cx="102820" cy="19910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545EA98-1E40-521A-66A1-8D2B94B43761}"/>
              </a:ext>
            </a:extLst>
          </p:cNvPr>
          <p:cNvSpPr/>
          <p:nvPr/>
        </p:nvSpPr>
        <p:spPr>
          <a:xfrm>
            <a:off x="2981459" y="425575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별: 꼭짓점 4개 9">
            <a:extLst>
              <a:ext uri="{FF2B5EF4-FFF2-40B4-BE49-F238E27FC236}">
                <a16:creationId xmlns:a16="http://schemas.microsoft.com/office/drawing/2014/main" id="{1D3F1349-8729-8FC7-0C13-3C6D0026385F}"/>
              </a:ext>
            </a:extLst>
          </p:cNvPr>
          <p:cNvSpPr/>
          <p:nvPr/>
        </p:nvSpPr>
        <p:spPr>
          <a:xfrm>
            <a:off x="3329824" y="459116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E045EA0-6199-C9B5-E16B-4E1D332565ED}"/>
              </a:ext>
            </a:extLst>
          </p:cNvPr>
          <p:cNvGrpSpPr/>
          <p:nvPr/>
        </p:nvGrpSpPr>
        <p:grpSpPr>
          <a:xfrm rot="5400000">
            <a:off x="3519056" y="3097227"/>
            <a:ext cx="98859" cy="1382033"/>
            <a:chOff x="4737866" y="4849327"/>
            <a:chExt cx="98859" cy="1382033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BB868999-EC80-E49D-599C-B84F57A8DBE4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5EB9E8ED-7B9B-4E3E-A951-CC02C29E9F7C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97AF8008-1FE7-DD5C-E6E2-34CBD4C5DF7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EE7B2AE-FE5E-DC2F-6A36-C53F4229A8C8}"/>
              </a:ext>
            </a:extLst>
          </p:cNvPr>
          <p:cNvGrpSpPr/>
          <p:nvPr/>
        </p:nvGrpSpPr>
        <p:grpSpPr>
          <a:xfrm rot="5400000">
            <a:off x="7286752" y="3979826"/>
            <a:ext cx="98778" cy="513988"/>
            <a:chOff x="4737870" y="5097773"/>
            <a:chExt cx="98778" cy="51398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4F7D2739-C31E-3F2A-853C-21FD53B28146}"/>
                </a:ext>
              </a:extLst>
            </p:cNvPr>
            <p:cNvSpPr/>
            <p:nvPr/>
          </p:nvSpPr>
          <p:spPr>
            <a:xfrm>
              <a:off x="4737870" y="50977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B724EDF6-6C28-F821-3522-7A68FDC85E9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C7D3C62-A383-27C4-4474-91A55E6A7CFF}"/>
              </a:ext>
            </a:extLst>
          </p:cNvPr>
          <p:cNvSpPr txBox="1"/>
          <p:nvPr/>
        </p:nvSpPr>
        <p:spPr>
          <a:xfrm>
            <a:off x="122199" y="4798158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3995D41-F754-7EC9-BB31-0C7698A1922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F446E9E5-4A84-D72F-F9CF-7FEE4AEEB2B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74608FF-7004-240F-14E7-CBF2549F818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86C265E4-3B43-2E6D-7023-27737A85781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B4E96252-4918-23B7-C212-00739AC7A0F6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167BA17-430B-7F35-6551-A498E0EF6F6A}"/>
              </a:ext>
            </a:extLst>
          </p:cNvPr>
          <p:cNvGrpSpPr/>
          <p:nvPr/>
        </p:nvGrpSpPr>
        <p:grpSpPr>
          <a:xfrm rot="5400000">
            <a:off x="3528986" y="5335096"/>
            <a:ext cx="98859" cy="1382033"/>
            <a:chOff x="4737866" y="4849327"/>
            <a:chExt cx="98859" cy="13820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F79C244E-C2CC-2C6C-0DF7-1D2DC1B2F45D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55B7C2A-3836-7FF6-863E-A6B6A5DA77F0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6A344C0-9A58-63F5-0E1A-B850A21F627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56355C0-E413-5DFD-3661-3E4DD5AE8E0E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67603A25-BBE2-7E66-0B03-0A7A58C1A42A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A9E16D-8E4E-B160-1B4F-523A5F6ED99E}"/>
              </a:ext>
            </a:extLst>
          </p:cNvPr>
          <p:cNvSpPr txBox="1"/>
          <p:nvPr/>
        </p:nvSpPr>
        <p:spPr>
          <a:xfrm>
            <a:off x="2302564" y="6285004"/>
            <a:ext cx="20441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70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70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700" b="1">
                <a:solidFill>
                  <a:srgbClr val="FF0000"/>
                </a:solidFill>
                <a:highlight>
                  <a:srgbClr val="FFFF00"/>
                </a:highlight>
              </a:rPr>
              <a:t>개를 커튼박스 조명으로 변경 가능 함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EF67580A-3389-C7C2-15D6-9207227C3525}"/>
              </a:ext>
            </a:extLst>
          </p:cNvPr>
          <p:cNvCxnSpPr>
            <a:cxnSpLocks/>
            <a:endCxn id="43" idx="5"/>
          </p:cNvCxnSpPr>
          <p:nvPr/>
        </p:nvCxnSpPr>
        <p:spPr>
          <a:xfrm flipV="1">
            <a:off x="2797479" y="6061134"/>
            <a:ext cx="104328" cy="256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8388BDD4-CA9F-84AA-74B5-94B2FA43D3E5}"/>
              </a:ext>
            </a:extLst>
          </p:cNvPr>
          <p:cNvSpPr/>
          <p:nvPr/>
        </p:nvSpPr>
        <p:spPr>
          <a:xfrm>
            <a:off x="3120211" y="4408153"/>
            <a:ext cx="951554" cy="94213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66D813F-236C-FACD-B21A-0A424EECDC72}"/>
              </a:ext>
            </a:extLst>
          </p:cNvPr>
          <p:cNvGrpSpPr/>
          <p:nvPr/>
        </p:nvGrpSpPr>
        <p:grpSpPr>
          <a:xfrm>
            <a:off x="4026729" y="1258572"/>
            <a:ext cx="1835908" cy="2146713"/>
            <a:chOff x="4106095" y="2669595"/>
            <a:chExt cx="1835908" cy="2146713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22EF934E-04C0-C61B-B083-6DDE3C55600B}"/>
                </a:ext>
              </a:extLst>
            </p:cNvPr>
            <p:cNvSpPr/>
            <p:nvPr/>
          </p:nvSpPr>
          <p:spPr>
            <a:xfrm rot="16200000" flipV="1">
              <a:off x="5511222" y="4385527"/>
              <a:ext cx="98384" cy="763178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E5CCF8C-19E9-5466-1B0F-852A7F14F173}"/>
                </a:ext>
              </a:extLst>
            </p:cNvPr>
            <p:cNvSpPr txBox="1"/>
            <p:nvPr/>
          </p:nvSpPr>
          <p:spPr>
            <a:xfrm>
              <a:off x="4106095" y="2669595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82087010-B834-34EA-AEE6-CC3A1D0739D4}"/>
                </a:ext>
              </a:extLst>
            </p:cNvPr>
            <p:cNvCxnSpPr>
              <a:cxnSpLocks/>
              <a:stCxn id="50" idx="2"/>
              <a:endCxn id="51" idx="3"/>
            </p:cNvCxnSpPr>
            <p:nvPr/>
          </p:nvCxnSpPr>
          <p:spPr>
            <a:xfrm flipV="1">
              <a:off x="5178825" y="2785011"/>
              <a:ext cx="0" cy="19821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6376CF6C-A340-EFAF-BDB8-E241C4239D62}"/>
              </a:ext>
            </a:extLst>
          </p:cNvPr>
          <p:cNvGrpSpPr/>
          <p:nvPr/>
        </p:nvGrpSpPr>
        <p:grpSpPr>
          <a:xfrm>
            <a:off x="7726805" y="2401950"/>
            <a:ext cx="1072730" cy="451092"/>
            <a:chOff x="5005765" y="4365216"/>
            <a:chExt cx="1072730" cy="451092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A2016664-7205-CAA8-21C0-C74AF3AFA322}"/>
                </a:ext>
              </a:extLst>
            </p:cNvPr>
            <p:cNvSpPr/>
            <p:nvPr/>
          </p:nvSpPr>
          <p:spPr>
            <a:xfrm rot="16200000" flipV="1">
              <a:off x="5492938" y="4403811"/>
              <a:ext cx="98384" cy="72660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13B00CD-BB46-404B-DB73-578B5948EC66}"/>
                </a:ext>
              </a:extLst>
            </p:cNvPr>
            <p:cNvSpPr txBox="1"/>
            <p:nvPr/>
          </p:nvSpPr>
          <p:spPr>
            <a:xfrm>
              <a:off x="5005765" y="4365216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8623C505-0A2F-1FC1-9AA9-1720623FBE00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 flipV="1">
              <a:off x="5178826" y="4561468"/>
              <a:ext cx="0" cy="2056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24" name="그림 5123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2C3801B-95F1-40A9-A844-AAEA1A3ADD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321800" y="3195519"/>
            <a:ext cx="1619250" cy="1530350"/>
          </a:xfrm>
          <a:prstGeom prst="rect">
            <a:avLst/>
          </a:prstGeom>
        </p:spPr>
      </p:pic>
      <p:pic>
        <p:nvPicPr>
          <p:cNvPr id="5125" name="그림 5124">
            <a:extLst>
              <a:ext uri="{FF2B5EF4-FFF2-40B4-BE49-F238E27FC236}">
                <a16:creationId xmlns:a16="http://schemas.microsoft.com/office/drawing/2014/main" id="{368F66B6-FFCD-3AE7-6A1E-FDEB2C139AB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20" b="-1"/>
          <a:stretch>
            <a:fillRect/>
          </a:stretch>
        </p:blipFill>
        <p:spPr>
          <a:xfrm>
            <a:off x="96654" y="5303520"/>
            <a:ext cx="2236971" cy="155448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85DDC13-47B4-667D-43A2-84A035D9ADAC}"/>
              </a:ext>
            </a:extLst>
          </p:cNvPr>
          <p:cNvSpPr/>
          <p:nvPr/>
        </p:nvSpPr>
        <p:spPr>
          <a:xfrm flipV="1">
            <a:off x="7621845" y="2768420"/>
            <a:ext cx="98385" cy="8820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19E99E-9F15-D986-7FF1-D0CF975156D4}"/>
              </a:ext>
            </a:extLst>
          </p:cNvPr>
          <p:cNvSpPr txBox="1"/>
          <p:nvPr/>
        </p:nvSpPr>
        <p:spPr>
          <a:xfrm>
            <a:off x="4085413" y="4078607"/>
            <a:ext cx="1891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pic>
        <p:nvPicPr>
          <p:cNvPr id="19" name="그림 18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995BBB-530A-909B-BB83-58188D9C38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62" y="1692793"/>
            <a:ext cx="1757580" cy="1445609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03633A1A-3F2A-8BA1-AF6F-8B6B00A4567B}"/>
              </a:ext>
            </a:extLst>
          </p:cNvPr>
          <p:cNvGrpSpPr/>
          <p:nvPr/>
        </p:nvGrpSpPr>
        <p:grpSpPr>
          <a:xfrm>
            <a:off x="3568485" y="6072240"/>
            <a:ext cx="2111491" cy="737697"/>
            <a:chOff x="3745927" y="4263403"/>
            <a:chExt cx="2111491" cy="737697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ECC43F2-ABA3-CF5F-F183-C71B26CE5D07}"/>
                </a:ext>
              </a:extLst>
            </p:cNvPr>
            <p:cNvSpPr/>
            <p:nvPr/>
          </p:nvSpPr>
          <p:spPr>
            <a:xfrm rot="16200000" flipV="1">
              <a:off x="5541108" y="3993076"/>
              <a:ext cx="45984" cy="586637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32F2211-5A64-E5B7-0C5A-089683807D6D}"/>
                </a:ext>
              </a:extLst>
            </p:cNvPr>
            <p:cNvSpPr txBox="1"/>
            <p:nvPr/>
          </p:nvSpPr>
          <p:spPr>
            <a:xfrm>
              <a:off x="3745927" y="4770268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562F5E3C-5A27-5315-168E-022B36186BA6}"/>
                </a:ext>
              </a:extLst>
            </p:cNvPr>
            <p:cNvCxnSpPr>
              <a:cxnSpLocks/>
              <a:stCxn id="22" idx="3"/>
              <a:endCxn id="21" idx="2"/>
            </p:cNvCxnSpPr>
            <p:nvPr/>
          </p:nvCxnSpPr>
          <p:spPr>
            <a:xfrm flipV="1">
              <a:off x="5049489" y="4286395"/>
              <a:ext cx="221293" cy="5992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926910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DC5D7-2D05-406F-519F-6AC473B25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D3468AC0-FA14-E9BE-FAE8-7822A12C7F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348"/>
          <a:stretch>
            <a:fillRect/>
          </a:stretch>
        </p:blipFill>
        <p:spPr bwMode="auto">
          <a:xfrm>
            <a:off x="2174568" y="819079"/>
            <a:ext cx="8791575" cy="5901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E57849-36B8-278B-EA79-4E4A85D1C74A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E57849-36B8-278B-EA79-4E4A85D1C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6EE2C63-2E8E-1BB8-D4EC-AE739AFE3ECD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710CEC-A613-E30D-6DA0-6617AADD7461}"/>
              </a:ext>
            </a:extLst>
          </p:cNvPr>
          <p:cNvSpPr/>
          <p:nvPr/>
        </p:nvSpPr>
        <p:spPr>
          <a:xfrm rot="5400000">
            <a:off x="2656026" y="2930769"/>
            <a:ext cx="113042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415F07-B0B0-BB4B-95F4-FF005A4D7A02}"/>
              </a:ext>
            </a:extLst>
          </p:cNvPr>
          <p:cNvSpPr txBox="1"/>
          <p:nvPr/>
        </p:nvSpPr>
        <p:spPr>
          <a:xfrm>
            <a:off x="3458541" y="269954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4BA19B-EE47-67F9-D4B9-3386D52358C8}"/>
              </a:ext>
            </a:extLst>
          </p:cNvPr>
          <p:cNvSpPr/>
          <p:nvPr/>
        </p:nvSpPr>
        <p:spPr>
          <a:xfrm rot="10800000">
            <a:off x="2475194" y="3933471"/>
            <a:ext cx="102820" cy="19910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545EA98-1E40-521A-66A1-8D2B94B43761}"/>
              </a:ext>
            </a:extLst>
          </p:cNvPr>
          <p:cNvSpPr/>
          <p:nvPr/>
        </p:nvSpPr>
        <p:spPr>
          <a:xfrm>
            <a:off x="2981459" y="425575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FD2201-58E3-42DD-2B1A-E5AB44ED4F5F}"/>
              </a:ext>
            </a:extLst>
          </p:cNvPr>
          <p:cNvSpPr txBox="1"/>
          <p:nvPr/>
        </p:nvSpPr>
        <p:spPr>
          <a:xfrm>
            <a:off x="4085413" y="407860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</p:txBody>
      </p:sp>
      <p:sp>
        <p:nvSpPr>
          <p:cNvPr id="10" name="별: 꼭짓점 4개 9">
            <a:extLst>
              <a:ext uri="{FF2B5EF4-FFF2-40B4-BE49-F238E27FC236}">
                <a16:creationId xmlns:a16="http://schemas.microsoft.com/office/drawing/2014/main" id="{1D3F1349-8729-8FC7-0C13-3C6D0026385F}"/>
              </a:ext>
            </a:extLst>
          </p:cNvPr>
          <p:cNvSpPr/>
          <p:nvPr/>
        </p:nvSpPr>
        <p:spPr>
          <a:xfrm>
            <a:off x="3329824" y="459116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E045EA0-6199-C9B5-E16B-4E1D332565ED}"/>
              </a:ext>
            </a:extLst>
          </p:cNvPr>
          <p:cNvGrpSpPr/>
          <p:nvPr/>
        </p:nvGrpSpPr>
        <p:grpSpPr>
          <a:xfrm rot="5400000">
            <a:off x="3519056" y="3097227"/>
            <a:ext cx="98859" cy="1382033"/>
            <a:chOff x="4737866" y="4849327"/>
            <a:chExt cx="98859" cy="1382033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BB868999-EC80-E49D-599C-B84F57A8DBE4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5EB9E8ED-7B9B-4E3E-A951-CC02C29E9F7C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97AF8008-1FE7-DD5C-E6E2-34CBD4C5DF7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33B6EF6-6E42-AECE-5C24-1A809D7D4E24}"/>
              </a:ext>
            </a:extLst>
          </p:cNvPr>
          <p:cNvGrpSpPr/>
          <p:nvPr/>
        </p:nvGrpSpPr>
        <p:grpSpPr>
          <a:xfrm rot="5400000">
            <a:off x="3869934" y="3211369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CDFE9EED-381D-86B7-D391-1B7844D92B9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11ACFF8-9506-E044-83A2-0B42E33E16E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EE7B2AE-FE5E-DC2F-6A36-C53F4229A8C8}"/>
              </a:ext>
            </a:extLst>
          </p:cNvPr>
          <p:cNvGrpSpPr/>
          <p:nvPr/>
        </p:nvGrpSpPr>
        <p:grpSpPr>
          <a:xfrm rot="5400000">
            <a:off x="7286752" y="3979826"/>
            <a:ext cx="98778" cy="513988"/>
            <a:chOff x="4737870" y="5097773"/>
            <a:chExt cx="98778" cy="51398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4F7D2739-C31E-3F2A-853C-21FD53B28146}"/>
                </a:ext>
              </a:extLst>
            </p:cNvPr>
            <p:cNvSpPr/>
            <p:nvPr/>
          </p:nvSpPr>
          <p:spPr>
            <a:xfrm>
              <a:off x="4737870" y="50977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B724EDF6-6C28-F821-3522-7A68FDC85E9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C7D3C62-A383-27C4-4474-91A55E6A7CFF}"/>
              </a:ext>
            </a:extLst>
          </p:cNvPr>
          <p:cNvSpPr txBox="1"/>
          <p:nvPr/>
        </p:nvSpPr>
        <p:spPr>
          <a:xfrm>
            <a:off x="122199" y="4798158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3995D41-F754-7EC9-BB31-0C7698A1922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F446E9E5-4A84-D72F-F9CF-7FEE4AEEB2B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74608FF-7004-240F-14E7-CBF2549F818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86C265E4-3B43-2E6D-7023-27737A85781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B4E96252-4918-23B7-C212-00739AC7A0F6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167BA17-430B-7F35-6551-A498E0EF6F6A}"/>
              </a:ext>
            </a:extLst>
          </p:cNvPr>
          <p:cNvGrpSpPr/>
          <p:nvPr/>
        </p:nvGrpSpPr>
        <p:grpSpPr>
          <a:xfrm rot="5400000">
            <a:off x="3528986" y="5335096"/>
            <a:ext cx="98859" cy="1382033"/>
            <a:chOff x="4737866" y="4849327"/>
            <a:chExt cx="98859" cy="13820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F79C244E-C2CC-2C6C-0DF7-1D2DC1B2F45D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55B7C2A-3836-7FF6-863E-A6B6A5DA77F0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6A344C0-9A58-63F5-0E1A-B850A21F627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56355C0-E413-5DFD-3661-3E4DD5AE8E0E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67603A25-BBE2-7E66-0B03-0A7A58C1A42A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A9E16D-8E4E-B160-1B4F-523A5F6ED99E}"/>
              </a:ext>
            </a:extLst>
          </p:cNvPr>
          <p:cNvSpPr txBox="1"/>
          <p:nvPr/>
        </p:nvSpPr>
        <p:spPr>
          <a:xfrm>
            <a:off x="2302564" y="6285004"/>
            <a:ext cx="20441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70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70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700" b="1">
                <a:solidFill>
                  <a:srgbClr val="FF0000"/>
                </a:solidFill>
                <a:highlight>
                  <a:srgbClr val="FFFF00"/>
                </a:highlight>
              </a:rPr>
              <a:t>개를 커튼박스 조명으로 변경 가능 함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EF67580A-3389-C7C2-15D6-9207227C3525}"/>
              </a:ext>
            </a:extLst>
          </p:cNvPr>
          <p:cNvCxnSpPr>
            <a:cxnSpLocks/>
            <a:endCxn id="43" idx="5"/>
          </p:cNvCxnSpPr>
          <p:nvPr/>
        </p:nvCxnSpPr>
        <p:spPr>
          <a:xfrm flipV="1">
            <a:off x="2797479" y="6061134"/>
            <a:ext cx="104328" cy="256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8388BDD4-CA9F-84AA-74B5-94B2FA43D3E5}"/>
              </a:ext>
            </a:extLst>
          </p:cNvPr>
          <p:cNvSpPr/>
          <p:nvPr/>
        </p:nvSpPr>
        <p:spPr>
          <a:xfrm>
            <a:off x="3120211" y="4408153"/>
            <a:ext cx="951554" cy="94213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66D813F-236C-FACD-B21A-0A424EECDC72}"/>
              </a:ext>
            </a:extLst>
          </p:cNvPr>
          <p:cNvGrpSpPr/>
          <p:nvPr/>
        </p:nvGrpSpPr>
        <p:grpSpPr>
          <a:xfrm>
            <a:off x="4026729" y="1258572"/>
            <a:ext cx="1835908" cy="2146713"/>
            <a:chOff x="4106095" y="2669595"/>
            <a:chExt cx="1835908" cy="2146713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22EF934E-04C0-C61B-B083-6DDE3C55600B}"/>
                </a:ext>
              </a:extLst>
            </p:cNvPr>
            <p:cNvSpPr/>
            <p:nvPr/>
          </p:nvSpPr>
          <p:spPr>
            <a:xfrm rot="16200000" flipV="1">
              <a:off x="5511222" y="4385527"/>
              <a:ext cx="98384" cy="763178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E5CCF8C-19E9-5466-1B0F-852A7F14F173}"/>
                </a:ext>
              </a:extLst>
            </p:cNvPr>
            <p:cNvSpPr txBox="1"/>
            <p:nvPr/>
          </p:nvSpPr>
          <p:spPr>
            <a:xfrm>
              <a:off x="4106095" y="2669595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82087010-B834-34EA-AEE6-CC3A1D0739D4}"/>
                </a:ext>
              </a:extLst>
            </p:cNvPr>
            <p:cNvCxnSpPr>
              <a:cxnSpLocks/>
              <a:stCxn id="50" idx="2"/>
              <a:endCxn id="51" idx="3"/>
            </p:cNvCxnSpPr>
            <p:nvPr/>
          </p:nvCxnSpPr>
          <p:spPr>
            <a:xfrm flipV="1">
              <a:off x="5178825" y="2785011"/>
              <a:ext cx="0" cy="19821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6376CF6C-A340-EFAF-BDB8-E241C4239D62}"/>
              </a:ext>
            </a:extLst>
          </p:cNvPr>
          <p:cNvGrpSpPr/>
          <p:nvPr/>
        </p:nvGrpSpPr>
        <p:grpSpPr>
          <a:xfrm>
            <a:off x="7726805" y="2401950"/>
            <a:ext cx="1072730" cy="451092"/>
            <a:chOff x="5005765" y="4365216"/>
            <a:chExt cx="1072730" cy="451092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A2016664-7205-CAA8-21C0-C74AF3AFA322}"/>
                </a:ext>
              </a:extLst>
            </p:cNvPr>
            <p:cNvSpPr/>
            <p:nvPr/>
          </p:nvSpPr>
          <p:spPr>
            <a:xfrm rot="16200000" flipV="1">
              <a:off x="5492938" y="4403811"/>
              <a:ext cx="98384" cy="72660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13B00CD-BB46-404B-DB73-578B5948EC66}"/>
                </a:ext>
              </a:extLst>
            </p:cNvPr>
            <p:cNvSpPr txBox="1"/>
            <p:nvPr/>
          </p:nvSpPr>
          <p:spPr>
            <a:xfrm>
              <a:off x="5005765" y="4365216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8623C505-0A2F-1FC1-9AA9-1720623FBE00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 flipV="1">
              <a:off x="5178826" y="4561468"/>
              <a:ext cx="0" cy="2056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23" name="그림 5122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CC1E7F-A0E2-E43F-987F-DAAFEB0845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01" y="1683853"/>
            <a:ext cx="1778731" cy="1466673"/>
          </a:xfrm>
          <a:prstGeom prst="rect">
            <a:avLst/>
          </a:prstGeom>
        </p:spPr>
      </p:pic>
      <p:pic>
        <p:nvPicPr>
          <p:cNvPr id="5124" name="그림 5123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2C3801B-95F1-40A9-A844-AAEA1A3ADD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321800" y="3195519"/>
            <a:ext cx="1619250" cy="1530350"/>
          </a:xfrm>
          <a:prstGeom prst="rect">
            <a:avLst/>
          </a:prstGeom>
        </p:spPr>
      </p:pic>
      <p:pic>
        <p:nvPicPr>
          <p:cNvPr id="5125" name="그림 5124">
            <a:extLst>
              <a:ext uri="{FF2B5EF4-FFF2-40B4-BE49-F238E27FC236}">
                <a16:creationId xmlns:a16="http://schemas.microsoft.com/office/drawing/2014/main" id="{368F66B6-FFCD-3AE7-6A1E-FDEB2C139AB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320" b="-1"/>
          <a:stretch>
            <a:fillRect/>
          </a:stretch>
        </p:blipFill>
        <p:spPr>
          <a:xfrm>
            <a:off x="96654" y="5303520"/>
            <a:ext cx="2236971" cy="155448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85DDC13-47B4-667D-43A2-84A035D9ADAC}"/>
              </a:ext>
            </a:extLst>
          </p:cNvPr>
          <p:cNvSpPr/>
          <p:nvPr/>
        </p:nvSpPr>
        <p:spPr>
          <a:xfrm flipV="1">
            <a:off x="7621845" y="2768420"/>
            <a:ext cx="98385" cy="8820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6328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DC5D7-2D05-406F-519F-6AC473B25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D3468AC0-FA14-E9BE-FAE8-7822A12C7F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348"/>
          <a:stretch>
            <a:fillRect/>
          </a:stretch>
        </p:blipFill>
        <p:spPr bwMode="auto">
          <a:xfrm>
            <a:off x="2174568" y="819079"/>
            <a:ext cx="8791575" cy="5901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E57849-36B8-278B-EA79-4E4A85D1C74A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E57849-36B8-278B-EA79-4E4A85D1C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6EE2C63-2E8E-1BB8-D4EC-AE739AFE3ECD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710CEC-A613-E30D-6DA0-6617AADD7461}"/>
              </a:ext>
            </a:extLst>
          </p:cNvPr>
          <p:cNvSpPr/>
          <p:nvPr/>
        </p:nvSpPr>
        <p:spPr>
          <a:xfrm rot="5400000">
            <a:off x="2656026" y="2930769"/>
            <a:ext cx="113042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415F07-B0B0-BB4B-95F4-FF005A4D7A02}"/>
              </a:ext>
            </a:extLst>
          </p:cNvPr>
          <p:cNvSpPr txBox="1"/>
          <p:nvPr/>
        </p:nvSpPr>
        <p:spPr>
          <a:xfrm>
            <a:off x="3458541" y="269954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4BA19B-EE47-67F9-D4B9-3386D52358C8}"/>
              </a:ext>
            </a:extLst>
          </p:cNvPr>
          <p:cNvSpPr/>
          <p:nvPr/>
        </p:nvSpPr>
        <p:spPr>
          <a:xfrm rot="10800000">
            <a:off x="2475194" y="3933471"/>
            <a:ext cx="102820" cy="19910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545EA98-1E40-521A-66A1-8D2B94B43761}"/>
              </a:ext>
            </a:extLst>
          </p:cNvPr>
          <p:cNvSpPr/>
          <p:nvPr/>
        </p:nvSpPr>
        <p:spPr>
          <a:xfrm>
            <a:off x="2981459" y="425575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FD2201-58E3-42DD-2B1A-E5AB44ED4F5F}"/>
              </a:ext>
            </a:extLst>
          </p:cNvPr>
          <p:cNvSpPr txBox="1"/>
          <p:nvPr/>
        </p:nvSpPr>
        <p:spPr>
          <a:xfrm>
            <a:off x="4085413" y="4078607"/>
            <a:ext cx="1891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0" name="별: 꼭짓점 4개 9">
            <a:extLst>
              <a:ext uri="{FF2B5EF4-FFF2-40B4-BE49-F238E27FC236}">
                <a16:creationId xmlns:a16="http://schemas.microsoft.com/office/drawing/2014/main" id="{1D3F1349-8729-8FC7-0C13-3C6D0026385F}"/>
              </a:ext>
            </a:extLst>
          </p:cNvPr>
          <p:cNvSpPr/>
          <p:nvPr/>
        </p:nvSpPr>
        <p:spPr>
          <a:xfrm>
            <a:off x="3329824" y="459116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E045EA0-6199-C9B5-E16B-4E1D332565ED}"/>
              </a:ext>
            </a:extLst>
          </p:cNvPr>
          <p:cNvGrpSpPr/>
          <p:nvPr/>
        </p:nvGrpSpPr>
        <p:grpSpPr>
          <a:xfrm rot="5400000">
            <a:off x="3519056" y="3097227"/>
            <a:ext cx="98859" cy="1382033"/>
            <a:chOff x="4737866" y="4849327"/>
            <a:chExt cx="98859" cy="1382033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BB868999-EC80-E49D-599C-B84F57A8DBE4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5EB9E8ED-7B9B-4E3E-A951-CC02C29E9F7C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97AF8008-1FE7-DD5C-E6E2-34CBD4C5DF7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33B6EF6-6E42-AECE-5C24-1A809D7D4E24}"/>
              </a:ext>
            </a:extLst>
          </p:cNvPr>
          <p:cNvGrpSpPr/>
          <p:nvPr/>
        </p:nvGrpSpPr>
        <p:grpSpPr>
          <a:xfrm rot="5400000">
            <a:off x="3869934" y="3211369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CDFE9EED-381D-86B7-D391-1B7844D92B9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11ACFF8-9506-E044-83A2-0B42E33E16E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74212FD-A944-0325-9A20-0BE3DDEE7862}"/>
              </a:ext>
            </a:extLst>
          </p:cNvPr>
          <p:cNvGrpSpPr/>
          <p:nvPr/>
        </p:nvGrpSpPr>
        <p:grpSpPr>
          <a:xfrm>
            <a:off x="7080958" y="2972407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B41F28C6-266C-0AA3-EA03-38BE2CAB8DE9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11679A40-9F2F-76E0-C932-96769F687DC2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6C3112D-4746-C0A7-6697-E2CCB263D231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" name="별: 꼭짓점 7개 19">
              <a:extLst>
                <a:ext uri="{FF2B5EF4-FFF2-40B4-BE49-F238E27FC236}">
                  <a16:creationId xmlns:a16="http://schemas.microsoft.com/office/drawing/2014/main" id="{A26852B2-707D-41E0-4E1F-FE37B86430D2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2BDF6149-A295-2C96-B5CE-DE66C97F3323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58F0A841-3A18-2B83-F21E-85E5BA043FF2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0D59D4B3-18D0-402A-1345-2A0C2FB2C330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EE7B2AE-FE5E-DC2F-6A36-C53F4229A8C8}"/>
              </a:ext>
            </a:extLst>
          </p:cNvPr>
          <p:cNvGrpSpPr/>
          <p:nvPr/>
        </p:nvGrpSpPr>
        <p:grpSpPr>
          <a:xfrm rot="5400000">
            <a:off x="7286752" y="3979826"/>
            <a:ext cx="98778" cy="513988"/>
            <a:chOff x="4737870" y="5097773"/>
            <a:chExt cx="98778" cy="51398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4F7D2739-C31E-3F2A-853C-21FD53B28146}"/>
                </a:ext>
              </a:extLst>
            </p:cNvPr>
            <p:cNvSpPr/>
            <p:nvPr/>
          </p:nvSpPr>
          <p:spPr>
            <a:xfrm>
              <a:off x="4737870" y="50977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B724EDF6-6C28-F821-3522-7A68FDC85E9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6BBEF52-EC88-E639-4664-6F9B8E846855}"/>
              </a:ext>
            </a:extLst>
          </p:cNvPr>
          <p:cNvSpPr/>
          <p:nvPr/>
        </p:nvSpPr>
        <p:spPr>
          <a:xfrm flipV="1">
            <a:off x="7621845" y="2768420"/>
            <a:ext cx="98385" cy="8820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7D3C62-A383-27C4-4474-91A55E6A7CFF}"/>
              </a:ext>
            </a:extLst>
          </p:cNvPr>
          <p:cNvSpPr txBox="1"/>
          <p:nvPr/>
        </p:nvSpPr>
        <p:spPr>
          <a:xfrm>
            <a:off x="95066" y="478431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3995D41-F754-7EC9-BB31-0C7698A1922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F446E9E5-4A84-D72F-F9CF-7FEE4AEEB2B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74608FF-7004-240F-14E7-CBF2549F818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86C265E4-3B43-2E6D-7023-27737A85781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B4E96252-4918-23B7-C212-00739AC7A0F6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167BA17-430B-7F35-6551-A498E0EF6F6A}"/>
              </a:ext>
            </a:extLst>
          </p:cNvPr>
          <p:cNvGrpSpPr/>
          <p:nvPr/>
        </p:nvGrpSpPr>
        <p:grpSpPr>
          <a:xfrm rot="5400000">
            <a:off x="3528986" y="5335096"/>
            <a:ext cx="98859" cy="1382033"/>
            <a:chOff x="4737866" y="4849327"/>
            <a:chExt cx="98859" cy="13820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F79C244E-C2CC-2C6C-0DF7-1D2DC1B2F45D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55B7C2A-3836-7FF6-863E-A6B6A5DA77F0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6A344C0-9A58-63F5-0E1A-B850A21F627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56355C0-E413-5DFD-3661-3E4DD5AE8E0E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67603A25-BBE2-7E66-0B03-0A7A58C1A42A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A9E16D-8E4E-B160-1B4F-523A5F6ED99E}"/>
              </a:ext>
            </a:extLst>
          </p:cNvPr>
          <p:cNvSpPr txBox="1"/>
          <p:nvPr/>
        </p:nvSpPr>
        <p:spPr>
          <a:xfrm>
            <a:off x="2302564" y="6285004"/>
            <a:ext cx="20441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70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70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700" b="1">
                <a:solidFill>
                  <a:srgbClr val="FF0000"/>
                </a:solidFill>
                <a:highlight>
                  <a:srgbClr val="FFFF00"/>
                </a:highlight>
              </a:rPr>
              <a:t>개를 커튼박스 조명으로 변경 가능 함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EF67580A-3389-C7C2-15D6-9207227C3525}"/>
              </a:ext>
            </a:extLst>
          </p:cNvPr>
          <p:cNvCxnSpPr>
            <a:cxnSpLocks/>
            <a:endCxn id="43" idx="5"/>
          </p:cNvCxnSpPr>
          <p:nvPr/>
        </p:nvCxnSpPr>
        <p:spPr>
          <a:xfrm flipV="1">
            <a:off x="2797479" y="6061134"/>
            <a:ext cx="104328" cy="256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8E9287CD-7EC9-F1EF-FCA7-441AC72E952E}"/>
              </a:ext>
            </a:extLst>
          </p:cNvPr>
          <p:cNvSpPr/>
          <p:nvPr/>
        </p:nvSpPr>
        <p:spPr>
          <a:xfrm>
            <a:off x="3120211" y="4421801"/>
            <a:ext cx="951554" cy="94213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B0A6F603-7E26-430B-5B98-C85E386F296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87467" y="5303520"/>
            <a:ext cx="2236971" cy="1554480"/>
          </a:xfrm>
          <a:prstGeom prst="rect">
            <a:avLst/>
          </a:prstGeom>
        </p:spPr>
      </p:pic>
      <p:pic>
        <p:nvPicPr>
          <p:cNvPr id="50" name="그림 49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B516FC-EC93-1AB4-79B1-00DC6B4A7D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46" y="1716897"/>
            <a:ext cx="1757580" cy="1445609"/>
          </a:xfrm>
          <a:prstGeom prst="rect">
            <a:avLst/>
          </a:prstGeom>
        </p:spPr>
      </p:pic>
      <p:pic>
        <p:nvPicPr>
          <p:cNvPr id="51" name="그림 50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63DB697-E71C-BD05-225A-0A10E482FD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403991" y="3227245"/>
            <a:ext cx="1619250" cy="153035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02B0846C-9D4B-5FF3-FD2F-EE8ECB71321E}"/>
              </a:ext>
            </a:extLst>
          </p:cNvPr>
          <p:cNvSpPr txBox="1"/>
          <p:nvPr/>
        </p:nvSpPr>
        <p:spPr>
          <a:xfrm>
            <a:off x="6875418" y="190212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highlight>
                  <a:srgbClr val="FFFF00"/>
                </a:highlight>
              </a:rPr>
              <a:t>현관미정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A1E5FB1-73B9-D426-3E19-E15A181FE26C}"/>
              </a:ext>
            </a:extLst>
          </p:cNvPr>
          <p:cNvGrpSpPr/>
          <p:nvPr/>
        </p:nvGrpSpPr>
        <p:grpSpPr>
          <a:xfrm>
            <a:off x="4026729" y="1258572"/>
            <a:ext cx="1835908" cy="2146713"/>
            <a:chOff x="4106095" y="2669595"/>
            <a:chExt cx="1835908" cy="2146713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16756FCD-B5CC-6CE3-A26A-08CE981DFA69}"/>
                </a:ext>
              </a:extLst>
            </p:cNvPr>
            <p:cNvSpPr/>
            <p:nvPr/>
          </p:nvSpPr>
          <p:spPr>
            <a:xfrm rot="16200000" flipV="1">
              <a:off x="5511222" y="4385527"/>
              <a:ext cx="98384" cy="763178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8DF0B53-99E5-8DCB-1246-E812ABD6D692}"/>
                </a:ext>
              </a:extLst>
            </p:cNvPr>
            <p:cNvSpPr txBox="1"/>
            <p:nvPr/>
          </p:nvSpPr>
          <p:spPr>
            <a:xfrm>
              <a:off x="4106095" y="2669595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F7AFBB2D-4C9E-319F-390F-BD9E60702343}"/>
                </a:ext>
              </a:extLst>
            </p:cNvPr>
            <p:cNvCxnSpPr>
              <a:cxnSpLocks/>
              <a:stCxn id="54" idx="2"/>
              <a:endCxn id="55" idx="3"/>
            </p:cNvCxnSpPr>
            <p:nvPr/>
          </p:nvCxnSpPr>
          <p:spPr>
            <a:xfrm flipV="1">
              <a:off x="5178825" y="2785011"/>
              <a:ext cx="0" cy="19821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5B5872DA-C9B0-B3EE-DC1C-B1F5C1E3AB22}"/>
              </a:ext>
            </a:extLst>
          </p:cNvPr>
          <p:cNvGrpSpPr/>
          <p:nvPr/>
        </p:nvGrpSpPr>
        <p:grpSpPr>
          <a:xfrm>
            <a:off x="7726805" y="2401950"/>
            <a:ext cx="1072730" cy="451092"/>
            <a:chOff x="5005765" y="4365216"/>
            <a:chExt cx="1072730" cy="451092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403E6079-87E4-58C9-87CE-07EE067CEE6E}"/>
                </a:ext>
              </a:extLst>
            </p:cNvPr>
            <p:cNvSpPr/>
            <p:nvPr/>
          </p:nvSpPr>
          <p:spPr>
            <a:xfrm rot="16200000" flipV="1">
              <a:off x="5492938" y="4403811"/>
              <a:ext cx="98384" cy="72660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EB39A45-3A53-4BE4-399D-FBEBF4EABD6F}"/>
                </a:ext>
              </a:extLst>
            </p:cNvPr>
            <p:cNvSpPr txBox="1"/>
            <p:nvPr/>
          </p:nvSpPr>
          <p:spPr>
            <a:xfrm>
              <a:off x="5005765" y="4365216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30128607-05A0-D79F-8D25-B18836CD0125}"/>
                </a:ext>
              </a:extLst>
            </p:cNvPr>
            <p:cNvCxnSpPr>
              <a:cxnSpLocks/>
              <a:stCxn id="58" idx="2"/>
            </p:cNvCxnSpPr>
            <p:nvPr/>
          </p:nvCxnSpPr>
          <p:spPr>
            <a:xfrm flipV="1">
              <a:off x="5178826" y="4561468"/>
              <a:ext cx="0" cy="2056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F3E001E9-4D4A-0741-1648-BCAF9615E776}"/>
              </a:ext>
            </a:extLst>
          </p:cNvPr>
          <p:cNvGrpSpPr/>
          <p:nvPr/>
        </p:nvGrpSpPr>
        <p:grpSpPr>
          <a:xfrm>
            <a:off x="3568485" y="6072240"/>
            <a:ext cx="2111491" cy="737697"/>
            <a:chOff x="3745927" y="4263403"/>
            <a:chExt cx="2111491" cy="737697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C6968BB1-DE8B-8BAB-8E0C-E56439904D57}"/>
                </a:ext>
              </a:extLst>
            </p:cNvPr>
            <p:cNvSpPr/>
            <p:nvPr/>
          </p:nvSpPr>
          <p:spPr>
            <a:xfrm rot="16200000" flipV="1">
              <a:off x="5541108" y="3993076"/>
              <a:ext cx="45984" cy="586637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D13F3F1-99B2-6383-D6CC-B750C4B81CEB}"/>
                </a:ext>
              </a:extLst>
            </p:cNvPr>
            <p:cNvSpPr txBox="1"/>
            <p:nvPr/>
          </p:nvSpPr>
          <p:spPr>
            <a:xfrm>
              <a:off x="3745927" y="4770268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5120" name="직선 화살표 연결선 5119">
              <a:extLst>
                <a:ext uri="{FF2B5EF4-FFF2-40B4-BE49-F238E27FC236}">
                  <a16:creationId xmlns:a16="http://schemas.microsoft.com/office/drawing/2014/main" id="{F2716BAE-8B75-D8A0-4B20-6DF86C2F9C91}"/>
                </a:ext>
              </a:extLst>
            </p:cNvPr>
            <p:cNvCxnSpPr>
              <a:cxnSpLocks/>
              <a:stCxn id="63" idx="3"/>
              <a:endCxn id="62" idx="2"/>
            </p:cNvCxnSpPr>
            <p:nvPr/>
          </p:nvCxnSpPr>
          <p:spPr>
            <a:xfrm flipV="1">
              <a:off x="5049489" y="4286395"/>
              <a:ext cx="221293" cy="5992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474091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DC5D7-2D05-406F-519F-6AC473B25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D3468AC0-FA14-E9BE-FAE8-7822A12C7F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348"/>
          <a:stretch>
            <a:fillRect/>
          </a:stretch>
        </p:blipFill>
        <p:spPr bwMode="auto">
          <a:xfrm>
            <a:off x="2174568" y="819079"/>
            <a:ext cx="8791575" cy="5901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E57849-36B8-278B-EA79-4E4A85D1C74A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E57849-36B8-278B-EA79-4E4A85D1C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6EE2C63-2E8E-1BB8-D4EC-AE739AFE3ECD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7D3C62-A383-27C4-4474-91A55E6A7CFF}"/>
              </a:ext>
            </a:extLst>
          </p:cNvPr>
          <p:cNvSpPr txBox="1"/>
          <p:nvPr/>
        </p:nvSpPr>
        <p:spPr>
          <a:xfrm>
            <a:off x="481510" y="4887136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3995D41-F754-7EC9-BB31-0C7698A1922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F446E9E5-4A84-D72F-F9CF-7FEE4AEEB2B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74608FF-7004-240F-14E7-CBF2549F818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86C265E4-3B43-2E6D-7023-27737A85781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B4E96252-4918-23B7-C212-00739AC7A0F6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56355C0-E413-5DFD-3661-3E4DD5AE8E0E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67603A25-BBE2-7E66-0B03-0A7A58C1A42A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66D813F-236C-FACD-B21A-0A424EECDC72}"/>
              </a:ext>
            </a:extLst>
          </p:cNvPr>
          <p:cNvGrpSpPr/>
          <p:nvPr/>
        </p:nvGrpSpPr>
        <p:grpSpPr>
          <a:xfrm>
            <a:off x="4026729" y="1258572"/>
            <a:ext cx="1835908" cy="2146713"/>
            <a:chOff x="4106095" y="2669595"/>
            <a:chExt cx="1835908" cy="2146713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22EF934E-04C0-C61B-B083-6DDE3C55600B}"/>
                </a:ext>
              </a:extLst>
            </p:cNvPr>
            <p:cNvSpPr/>
            <p:nvPr/>
          </p:nvSpPr>
          <p:spPr>
            <a:xfrm rot="16200000" flipV="1">
              <a:off x="5511222" y="4385527"/>
              <a:ext cx="98384" cy="763178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E5CCF8C-19E9-5466-1B0F-852A7F14F173}"/>
                </a:ext>
              </a:extLst>
            </p:cNvPr>
            <p:cNvSpPr txBox="1"/>
            <p:nvPr/>
          </p:nvSpPr>
          <p:spPr>
            <a:xfrm>
              <a:off x="4106095" y="2669595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82087010-B834-34EA-AEE6-CC3A1D0739D4}"/>
                </a:ext>
              </a:extLst>
            </p:cNvPr>
            <p:cNvCxnSpPr>
              <a:cxnSpLocks/>
              <a:stCxn id="50" idx="2"/>
              <a:endCxn id="51" idx="3"/>
            </p:cNvCxnSpPr>
            <p:nvPr/>
          </p:nvCxnSpPr>
          <p:spPr>
            <a:xfrm flipV="1">
              <a:off x="5178825" y="2785011"/>
              <a:ext cx="0" cy="19821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6376CF6C-A340-EFAF-BDB8-E241C4239D62}"/>
              </a:ext>
            </a:extLst>
          </p:cNvPr>
          <p:cNvGrpSpPr/>
          <p:nvPr/>
        </p:nvGrpSpPr>
        <p:grpSpPr>
          <a:xfrm>
            <a:off x="7726805" y="2401950"/>
            <a:ext cx="1072730" cy="451092"/>
            <a:chOff x="5005765" y="4365216"/>
            <a:chExt cx="1072730" cy="451092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A2016664-7205-CAA8-21C0-C74AF3AFA322}"/>
                </a:ext>
              </a:extLst>
            </p:cNvPr>
            <p:cNvSpPr/>
            <p:nvPr/>
          </p:nvSpPr>
          <p:spPr>
            <a:xfrm rot="16200000" flipV="1">
              <a:off x="5492938" y="4403811"/>
              <a:ext cx="98384" cy="72660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13B00CD-BB46-404B-DB73-578B5948EC66}"/>
                </a:ext>
              </a:extLst>
            </p:cNvPr>
            <p:cNvSpPr txBox="1"/>
            <p:nvPr/>
          </p:nvSpPr>
          <p:spPr>
            <a:xfrm>
              <a:off x="5005765" y="4365216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욕실센서  서비스</a:t>
              </a:r>
            </a:p>
          </p:txBody>
        </p: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8623C505-0A2F-1FC1-9AA9-1720623FBE00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 flipV="1">
              <a:off x="5178826" y="4561468"/>
              <a:ext cx="0" cy="2056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25" name="그림 5124">
            <a:extLst>
              <a:ext uri="{FF2B5EF4-FFF2-40B4-BE49-F238E27FC236}">
                <a16:creationId xmlns:a16="http://schemas.microsoft.com/office/drawing/2014/main" id="{368F66B6-FFCD-3AE7-6A1E-FDEB2C139AB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96654" y="5303520"/>
            <a:ext cx="2236971" cy="1554480"/>
          </a:xfrm>
          <a:prstGeom prst="rect">
            <a:avLst/>
          </a:prstGeom>
        </p:spPr>
      </p:pic>
      <p:sp>
        <p:nvSpPr>
          <p:cNvPr id="18" name="별: 꼭짓점 4개 17">
            <a:extLst>
              <a:ext uri="{FF2B5EF4-FFF2-40B4-BE49-F238E27FC236}">
                <a16:creationId xmlns:a16="http://schemas.microsoft.com/office/drawing/2014/main" id="{296FC33B-DFFB-A985-4056-8E443B1035BD}"/>
              </a:ext>
            </a:extLst>
          </p:cNvPr>
          <p:cNvSpPr/>
          <p:nvPr/>
        </p:nvSpPr>
        <p:spPr>
          <a:xfrm>
            <a:off x="3329824" y="459116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5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30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진옥화</dc:creator>
  <cp:revision>1</cp:revision>
  <dcterms:created xsi:type="dcterms:W3CDTF">2026-04-07T00:58:12Z</dcterms:created>
  <dcterms:modified xsi:type="dcterms:W3CDTF">2026-08-20T08:21:04Z</dcterms:modified>
</cp:coreProperties>
</file>