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11"/>
    <p:sldId id="264" r:id="rId12"/>
    <p:sldId id="263" r:id="rId13"/>
    <p:sldId id="258" r:id="rId14"/>
    <p:sldId id="266" r:id="rId15"/>
    <p:sldId id="265" r:id="rId16"/>
    <p:sldId id="460" r:id="rId17"/>
    <p:sldId id="459" r:id="rId18"/>
    <p:sldId id="259" r:id="rId19"/>
    <p:sldId id="262" r:id="rId20"/>
    <p:sldId id="261" r:id="rId21"/>
    <p:sldId id="458" r:id="rId22"/>
    <p:sldId id="45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76" id="{9814851F-F2C1-41F6-871A-57CC383EDE86}">
          <p14:sldIdLst>
            <p14:sldId id="257"/>
            <p14:sldId id="264"/>
            <p14:sldId id="263"/>
          </p14:sldIdLst>
        </p14:section>
        <p14:section name="81" id="{505FF91F-1C9A-49A9-B280-A2EED3490227}">
          <p14:sldIdLst>
            <p14:sldId id="258"/>
            <p14:sldId id="266"/>
            <p14:sldId id="265"/>
            <p14:sldId id="460"/>
            <p14:sldId id="459"/>
          </p14:sldIdLst>
        </p14:section>
        <p14:section name="84" id="{4C7C8A53-021F-4D17-A5D7-A0B59F48E87D}">
          <p14:sldIdLst>
            <p14:sldId id="259"/>
            <p14:sldId id="262"/>
            <p14:sldId id="261"/>
            <p14:sldId id="458"/>
            <p14:sldId id="4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48D64-86BC-4B8C-835C-80BEBB2CB489}" v="38" dt="2026-07-28T01:54:00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8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microsoft.com/office/2016/11/relationships/changesInfo" Target="changesInfos/changesInfo1.xml"/><Relationship Id="rId2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96675D79-D1A2-4548-BA94-5CE229F3E756}"/>
    <pc:docChg chg="undo custSel addSld delSld modSld sldOrd addSection modSection">
      <pc:chgData name="진옥화" userId="20b55f0b-5a9b-4958-9543-f5cbd24a6a07" providerId="ADAL" clId="{96675D79-D1A2-4548-BA94-5CE229F3E756}" dt="2026-07-28T01:54:00.570" v="616"/>
      <pc:docMkLst>
        <pc:docMk/>
      </pc:docMkLst>
      <pc:sldChg chg="addSp delSp modSp add mod">
        <pc:chgData name="진옥화" userId="20b55f0b-5a9b-4958-9543-f5cbd24a6a07" providerId="ADAL" clId="{96675D79-D1A2-4548-BA94-5CE229F3E756}" dt="2026-07-09T02:15:26.891" v="296"/>
        <pc:sldMkLst>
          <pc:docMk/>
          <pc:sldMk cId="1676718685" sldId="257"/>
        </pc:sldMkLst>
        <pc:spChg chg="add mod">
          <ac:chgData name="진옥화" userId="20b55f0b-5a9b-4958-9543-f5cbd24a6a07" providerId="ADAL" clId="{96675D79-D1A2-4548-BA94-5CE229F3E756}" dt="2026-07-09T02:14:15.995" v="260" actId="20577"/>
          <ac:spMkLst>
            <pc:docMk/>
            <pc:sldMk cId="1676718685" sldId="257"/>
            <ac:spMk id="4" creationId="{37954453-AA3E-C1F8-82B7-4F1B0AFB8A9A}"/>
          </ac:spMkLst>
        </pc:spChg>
        <pc:spChg chg="mod">
          <ac:chgData name="진옥화" userId="20b55f0b-5a9b-4958-9543-f5cbd24a6a07" providerId="ADAL" clId="{96675D79-D1A2-4548-BA94-5CE229F3E756}" dt="2026-07-09T02:15:26.891" v="296"/>
          <ac:spMkLst>
            <pc:docMk/>
            <pc:sldMk cId="1676718685" sldId="257"/>
            <ac:spMk id="5" creationId="{CBFE5958-4104-02E5-9E59-F6870B54F0A8}"/>
          </ac:spMkLst>
        </pc:spChg>
        <pc:spChg chg="add mod">
          <ac:chgData name="진옥화" userId="20b55f0b-5a9b-4958-9543-f5cbd24a6a07" providerId="ADAL" clId="{96675D79-D1A2-4548-BA94-5CE229F3E756}" dt="2026-07-09T02:13:28.363" v="222" actId="1038"/>
          <ac:spMkLst>
            <pc:docMk/>
            <pc:sldMk cId="1676718685" sldId="257"/>
            <ac:spMk id="8" creationId="{EDDB66ED-73C8-95CE-FBC2-6B9E05BB3F21}"/>
          </ac:spMkLst>
        </pc:spChg>
        <pc:spChg chg="mod">
          <ac:chgData name="진옥화" userId="20b55f0b-5a9b-4958-9543-f5cbd24a6a07" providerId="ADAL" clId="{96675D79-D1A2-4548-BA94-5CE229F3E756}" dt="2026-07-09T02:14:28.926" v="261" actId="1076"/>
          <ac:spMkLst>
            <pc:docMk/>
            <pc:sldMk cId="1676718685" sldId="257"/>
            <ac:spMk id="9" creationId="{C420651D-75EC-2421-C790-76D76CC1A76E}"/>
          </ac:spMkLst>
        </pc:spChg>
        <pc:spChg chg="mod">
          <ac:chgData name="진옥화" userId="20b55f0b-5a9b-4958-9543-f5cbd24a6a07" providerId="ADAL" clId="{96675D79-D1A2-4548-BA94-5CE229F3E756}" dt="2026-07-09T02:14:28.926" v="261" actId="1076"/>
          <ac:spMkLst>
            <pc:docMk/>
            <pc:sldMk cId="1676718685" sldId="257"/>
            <ac:spMk id="10" creationId="{3C19B6D4-24B4-DEBF-4778-3EC7D47C8608}"/>
          </ac:spMkLst>
        </pc:spChg>
        <pc:spChg chg="add mod">
          <ac:chgData name="진옥화" userId="20b55f0b-5a9b-4958-9543-f5cbd24a6a07" providerId="ADAL" clId="{96675D79-D1A2-4548-BA94-5CE229F3E756}" dt="2026-07-09T02:12:08.999" v="183"/>
          <ac:spMkLst>
            <pc:docMk/>
            <pc:sldMk cId="1676718685" sldId="257"/>
            <ac:spMk id="12" creationId="{F4A42FBD-6FD3-D78D-5EC9-93DCB245F79A}"/>
          </ac:spMkLst>
        </pc:spChg>
        <pc:spChg chg="mod">
          <ac:chgData name="진옥화" userId="20b55f0b-5a9b-4958-9543-f5cbd24a6a07" providerId="ADAL" clId="{96675D79-D1A2-4548-BA94-5CE229F3E756}" dt="2026-07-09T02:12:37.162" v="190" actId="14100"/>
          <ac:spMkLst>
            <pc:docMk/>
            <pc:sldMk cId="1676718685" sldId="257"/>
            <ac:spMk id="25" creationId="{1FE9857B-AED5-1D59-15CE-C77836C375AA}"/>
          </ac:spMkLst>
        </pc:spChg>
        <pc:spChg chg="mod">
          <ac:chgData name="진옥화" userId="20b55f0b-5a9b-4958-9543-f5cbd24a6a07" providerId="ADAL" clId="{96675D79-D1A2-4548-BA94-5CE229F3E756}" dt="2026-07-09T02:12:56.474" v="209" actId="1038"/>
          <ac:spMkLst>
            <pc:docMk/>
            <pc:sldMk cId="1676718685" sldId="257"/>
            <ac:spMk id="29" creationId="{A1D8C920-3CB8-5ED6-825B-7A343B3766CE}"/>
          </ac:spMkLst>
        </pc:spChg>
        <pc:spChg chg="mod">
          <ac:chgData name="진옥화" userId="20b55f0b-5a9b-4958-9543-f5cbd24a6a07" providerId="ADAL" clId="{96675D79-D1A2-4548-BA94-5CE229F3E756}" dt="2026-07-09T02:15:14.497" v="292" actId="1076"/>
          <ac:spMkLst>
            <pc:docMk/>
            <pc:sldMk cId="1676718685" sldId="257"/>
            <ac:spMk id="30" creationId="{59B09E67-DC52-8A56-90DD-AD5A86C3EE17}"/>
          </ac:spMkLst>
        </pc:spChg>
        <pc:spChg chg="mod">
          <ac:chgData name="진옥화" userId="20b55f0b-5a9b-4958-9543-f5cbd24a6a07" providerId="ADAL" clId="{96675D79-D1A2-4548-BA94-5CE229F3E756}" dt="2026-07-09T02:12:08.999" v="183"/>
          <ac:spMkLst>
            <pc:docMk/>
            <pc:sldMk cId="1676718685" sldId="257"/>
            <ac:spMk id="37" creationId="{FBE7FB64-CFA0-F9F3-4EC7-7FD34DE220D0}"/>
          </ac:spMkLst>
        </pc:spChg>
        <pc:spChg chg="add mod">
          <ac:chgData name="진옥화" userId="20b55f0b-5a9b-4958-9543-f5cbd24a6a07" providerId="ADAL" clId="{96675D79-D1A2-4548-BA94-5CE229F3E756}" dt="2026-07-09T02:13:15.613" v="213" actId="1076"/>
          <ac:spMkLst>
            <pc:docMk/>
            <pc:sldMk cId="1676718685" sldId="257"/>
            <ac:spMk id="39" creationId="{D3DDE23E-7B10-1BAC-8F93-134CC4FFDE70}"/>
          </ac:spMkLst>
        </pc:spChg>
        <pc:spChg chg="mod">
          <ac:chgData name="진옥화" userId="20b55f0b-5a9b-4958-9543-f5cbd24a6a07" providerId="ADAL" clId="{96675D79-D1A2-4548-BA94-5CE229F3E756}" dt="2026-07-09T02:13:37.779" v="242" actId="1035"/>
          <ac:spMkLst>
            <pc:docMk/>
            <pc:sldMk cId="1676718685" sldId="257"/>
            <ac:spMk id="42" creationId="{91DDF320-E151-6EA5-9A47-4331E70A7717}"/>
          </ac:spMkLst>
        </pc:spChg>
        <pc:spChg chg="mod">
          <ac:chgData name="진옥화" userId="20b55f0b-5a9b-4958-9543-f5cbd24a6a07" providerId="ADAL" clId="{96675D79-D1A2-4548-BA94-5CE229F3E756}" dt="2026-07-09T02:13:33.573" v="233" actId="1035"/>
          <ac:spMkLst>
            <pc:docMk/>
            <pc:sldMk cId="1676718685" sldId="257"/>
            <ac:spMk id="43" creationId="{313282C6-821F-F2F5-D8A7-B412A191E9C7}"/>
          </ac:spMkLst>
        </pc:spChg>
        <pc:spChg chg="mod">
          <ac:chgData name="진옥화" userId="20b55f0b-5a9b-4958-9543-f5cbd24a6a07" providerId="ADAL" clId="{96675D79-D1A2-4548-BA94-5CE229F3E756}" dt="2026-07-09T02:13:45.920" v="250"/>
          <ac:spMkLst>
            <pc:docMk/>
            <pc:sldMk cId="1676718685" sldId="257"/>
            <ac:spMk id="49" creationId="{660ACBE6-6D72-E3EF-9F99-C62FFF599A71}"/>
          </ac:spMkLst>
        </pc:spChg>
        <pc:spChg chg="mod">
          <ac:chgData name="진옥화" userId="20b55f0b-5a9b-4958-9543-f5cbd24a6a07" providerId="ADAL" clId="{96675D79-D1A2-4548-BA94-5CE229F3E756}" dt="2026-07-09T02:13:45.920" v="250"/>
          <ac:spMkLst>
            <pc:docMk/>
            <pc:sldMk cId="1676718685" sldId="257"/>
            <ac:spMk id="50" creationId="{1EAFA5A9-D808-8646-EE94-661EACDCC6CF}"/>
          </ac:spMkLst>
        </pc:spChg>
        <pc:spChg chg="mod">
          <ac:chgData name="진옥화" userId="20b55f0b-5a9b-4958-9543-f5cbd24a6a07" providerId="ADAL" clId="{96675D79-D1A2-4548-BA94-5CE229F3E756}" dt="2026-07-09T02:13:45.920" v="250"/>
          <ac:spMkLst>
            <pc:docMk/>
            <pc:sldMk cId="1676718685" sldId="257"/>
            <ac:spMk id="51" creationId="{0B44171B-B98C-9FB9-1A96-E226274E0567}"/>
          </ac:spMkLst>
        </pc:spChg>
        <pc:grpChg chg="mod">
          <ac:chgData name="진옥화" userId="20b55f0b-5a9b-4958-9543-f5cbd24a6a07" providerId="ADAL" clId="{96675D79-D1A2-4548-BA94-5CE229F3E756}" dt="2026-07-09T02:12:44.952" v="195" actId="1035"/>
          <ac:grpSpMkLst>
            <pc:docMk/>
            <pc:sldMk cId="1676718685" sldId="257"/>
            <ac:grpSpMk id="26" creationId="{E6A8FBD5-075A-3D29-8BA6-9F8D32A4A317}"/>
          </ac:grpSpMkLst>
        </pc:grpChg>
        <pc:grpChg chg="mod">
          <ac:chgData name="진옥화" userId="20b55f0b-5a9b-4958-9543-f5cbd24a6a07" providerId="ADAL" clId="{96675D79-D1A2-4548-BA94-5CE229F3E756}" dt="2026-07-09T02:13:44.777" v="249" actId="1035"/>
          <ac:grpSpMkLst>
            <pc:docMk/>
            <pc:sldMk cId="1676718685" sldId="257"/>
            <ac:grpSpMk id="40" creationId="{40E21BEB-022F-0E88-4972-5CD923BAB6FA}"/>
          </ac:grpSpMkLst>
        </pc:grpChg>
        <pc:grpChg chg="add mod">
          <ac:chgData name="진옥화" userId="20b55f0b-5a9b-4958-9543-f5cbd24a6a07" providerId="ADAL" clId="{96675D79-D1A2-4548-BA94-5CE229F3E756}" dt="2026-07-09T02:13:49.808" v="251" actId="1076"/>
          <ac:grpSpMkLst>
            <pc:docMk/>
            <pc:sldMk cId="1676718685" sldId="257"/>
            <ac:grpSpMk id="48" creationId="{E461017A-084A-399E-CB9E-DAF80B2BBD2B}"/>
          </ac:grpSpMkLst>
        </pc:grpChg>
        <pc:picChg chg="add mod">
          <ac:chgData name="진옥화" userId="20b55f0b-5a9b-4958-9543-f5cbd24a6a07" providerId="ADAL" clId="{96675D79-D1A2-4548-BA94-5CE229F3E756}" dt="2026-07-09T01:12:21.595" v="28" actId="34135"/>
          <ac:picMkLst>
            <pc:docMk/>
            <pc:sldMk cId="1676718685" sldId="257"/>
            <ac:picMk id="3" creationId="{D090195E-295D-99F4-517E-C13F0E02A133}"/>
          </ac:picMkLst>
        </pc:picChg>
        <pc:cxnChg chg="mod">
          <ac:chgData name="진옥화" userId="20b55f0b-5a9b-4958-9543-f5cbd24a6a07" providerId="ADAL" clId="{96675D79-D1A2-4548-BA94-5CE229F3E756}" dt="2026-07-09T02:14:52.519" v="287" actId="1037"/>
          <ac:cxnSpMkLst>
            <pc:docMk/>
            <pc:sldMk cId="1676718685" sldId="257"/>
            <ac:cxnSpMk id="31" creationId="{BA1A345A-23C8-A146-F605-4BE96C46B233}"/>
          </ac:cxnSpMkLst>
        </pc:cxnChg>
      </pc:sldChg>
      <pc:sldChg chg="addSp delSp modSp add mod">
        <pc:chgData name="진옥화" userId="20b55f0b-5a9b-4958-9543-f5cbd24a6a07" providerId="ADAL" clId="{96675D79-D1A2-4548-BA94-5CE229F3E756}" dt="2026-07-09T02:19:06.917" v="434"/>
        <pc:sldMkLst>
          <pc:docMk/>
          <pc:sldMk cId="3606298898" sldId="258"/>
        </pc:sldMkLst>
        <pc:spChg chg="mod">
          <ac:chgData name="진옥화" userId="20b55f0b-5a9b-4958-9543-f5cbd24a6a07" providerId="ADAL" clId="{96675D79-D1A2-4548-BA94-5CE229F3E756}" dt="2026-07-09T02:16:17.437" v="301" actId="20577"/>
          <ac:spMkLst>
            <pc:docMk/>
            <pc:sldMk cId="3606298898" sldId="258"/>
            <ac:spMk id="4" creationId="{E34EAE04-6E6C-01DF-3ADB-C3E6C45A53C8}"/>
          </ac:spMkLst>
        </pc:spChg>
        <pc:spChg chg="mod">
          <ac:chgData name="진옥화" userId="20b55f0b-5a9b-4958-9543-f5cbd24a6a07" providerId="ADAL" clId="{96675D79-D1A2-4548-BA94-5CE229F3E756}" dt="2026-07-09T02:19:06.917" v="434"/>
          <ac:spMkLst>
            <pc:docMk/>
            <pc:sldMk cId="3606298898" sldId="258"/>
            <ac:spMk id="5" creationId="{665D9364-50CE-0F42-422C-CA8108C591C8}"/>
          </ac:spMkLst>
        </pc:spChg>
        <pc:spChg chg="mod">
          <ac:chgData name="진옥화" userId="20b55f0b-5a9b-4958-9543-f5cbd24a6a07" providerId="ADAL" clId="{96675D79-D1A2-4548-BA94-5CE229F3E756}" dt="2026-07-09T02:18:07.382" v="411" actId="1076"/>
          <ac:spMkLst>
            <pc:docMk/>
            <pc:sldMk cId="3606298898" sldId="258"/>
            <ac:spMk id="8" creationId="{CC00B34B-5EB2-B924-AFD5-9F3A4C1156E6}"/>
          </ac:spMkLst>
        </pc:spChg>
        <pc:spChg chg="mod">
          <ac:chgData name="진옥화" userId="20b55f0b-5a9b-4958-9543-f5cbd24a6a07" providerId="ADAL" clId="{96675D79-D1A2-4548-BA94-5CE229F3E756}" dt="2026-07-09T02:18:22.853" v="413" actId="1076"/>
          <ac:spMkLst>
            <pc:docMk/>
            <pc:sldMk cId="3606298898" sldId="258"/>
            <ac:spMk id="9" creationId="{73A2F226-D469-97CD-781B-F2F61839DD9E}"/>
          </ac:spMkLst>
        </pc:spChg>
        <pc:spChg chg="add mod">
          <ac:chgData name="진옥화" userId="20b55f0b-5a9b-4958-9543-f5cbd24a6a07" providerId="ADAL" clId="{96675D79-D1A2-4548-BA94-5CE229F3E756}" dt="2026-07-09T02:18:22.853" v="413" actId="1076"/>
          <ac:spMkLst>
            <pc:docMk/>
            <pc:sldMk cId="3606298898" sldId="258"/>
            <ac:spMk id="10" creationId="{FF810A4F-DD58-5192-A79C-4F4E49E56BFB}"/>
          </ac:spMkLst>
        </pc:spChg>
        <pc:spChg chg="add mod">
          <ac:chgData name="진옥화" userId="20b55f0b-5a9b-4958-9543-f5cbd24a6a07" providerId="ADAL" clId="{96675D79-D1A2-4548-BA94-5CE229F3E756}" dt="2026-07-09T02:18:04.436" v="410" actId="1076"/>
          <ac:spMkLst>
            <pc:docMk/>
            <pc:sldMk cId="3606298898" sldId="258"/>
            <ac:spMk id="11" creationId="{D19A125F-C230-4923-F54B-910396153E2F}"/>
          </ac:spMkLst>
        </pc:spChg>
        <pc:spChg chg="mod">
          <ac:chgData name="진옥화" userId="20b55f0b-5a9b-4958-9543-f5cbd24a6a07" providerId="ADAL" clId="{96675D79-D1A2-4548-BA94-5CE229F3E756}" dt="2026-07-09T02:15:55" v="297"/>
          <ac:spMkLst>
            <pc:docMk/>
            <pc:sldMk cId="3606298898" sldId="258"/>
            <ac:spMk id="14" creationId="{85312B75-1823-03F3-437F-B9B8BC6EBF44}"/>
          </ac:spMkLst>
        </pc:spChg>
        <pc:spChg chg="mod">
          <ac:chgData name="진옥화" userId="20b55f0b-5a9b-4958-9543-f5cbd24a6a07" providerId="ADAL" clId="{96675D79-D1A2-4548-BA94-5CE229F3E756}" dt="2026-07-09T02:15:55" v="297"/>
          <ac:spMkLst>
            <pc:docMk/>
            <pc:sldMk cId="3606298898" sldId="258"/>
            <ac:spMk id="15" creationId="{CA70E25C-FF31-0983-4E41-AFD317660E4E}"/>
          </ac:spMkLst>
        </pc:spChg>
        <pc:spChg chg="mod">
          <ac:chgData name="진옥화" userId="20b55f0b-5a9b-4958-9543-f5cbd24a6a07" providerId="ADAL" clId="{96675D79-D1A2-4548-BA94-5CE229F3E756}" dt="2026-07-09T02:16:51.012" v="320" actId="1038"/>
          <ac:spMkLst>
            <pc:docMk/>
            <pc:sldMk cId="3606298898" sldId="258"/>
            <ac:spMk id="29" creationId="{3B91CFE3-1C13-C1B1-4B8D-692A29C029EE}"/>
          </ac:spMkLst>
        </pc:spChg>
        <pc:spChg chg="mod">
          <ac:chgData name="진옥화" userId="20b55f0b-5a9b-4958-9543-f5cbd24a6a07" providerId="ADAL" clId="{96675D79-D1A2-4548-BA94-5CE229F3E756}" dt="2026-07-09T02:15:55" v="297"/>
          <ac:spMkLst>
            <pc:docMk/>
            <pc:sldMk cId="3606298898" sldId="258"/>
            <ac:spMk id="31" creationId="{56BEAB9E-D37E-3C26-5793-436B69FDC5C4}"/>
          </ac:spMkLst>
        </pc:spChg>
        <pc:spChg chg="mod">
          <ac:chgData name="진옥화" userId="20b55f0b-5a9b-4958-9543-f5cbd24a6a07" providerId="ADAL" clId="{96675D79-D1A2-4548-BA94-5CE229F3E756}" dt="2026-07-09T02:18:31.406" v="416" actId="1076"/>
          <ac:spMkLst>
            <pc:docMk/>
            <pc:sldMk cId="3606298898" sldId="258"/>
            <ac:spMk id="34" creationId="{8A22423C-6098-0027-FA5D-B8367E130EF4}"/>
          </ac:spMkLst>
        </pc:spChg>
        <pc:spChg chg="mod">
          <ac:chgData name="진옥화" userId="20b55f0b-5a9b-4958-9543-f5cbd24a6a07" providerId="ADAL" clId="{96675D79-D1A2-4548-BA94-5CE229F3E756}" dt="2026-07-09T02:15:55" v="297"/>
          <ac:spMkLst>
            <pc:docMk/>
            <pc:sldMk cId="3606298898" sldId="258"/>
            <ac:spMk id="38" creationId="{41C5B7C7-50CC-ED39-41D3-945868C4E185}"/>
          </ac:spMkLst>
        </pc:spChg>
        <pc:spChg chg="mod">
          <ac:chgData name="진옥화" userId="20b55f0b-5a9b-4958-9543-f5cbd24a6a07" providerId="ADAL" clId="{96675D79-D1A2-4548-BA94-5CE229F3E756}" dt="2026-07-09T02:15:55" v="297"/>
          <ac:spMkLst>
            <pc:docMk/>
            <pc:sldMk cId="3606298898" sldId="258"/>
            <ac:spMk id="46" creationId="{5409EA6F-FD11-6181-3DAF-E4EEDEBF84A7}"/>
          </ac:spMkLst>
        </pc:spChg>
        <pc:spChg chg="mod">
          <ac:chgData name="진옥화" userId="20b55f0b-5a9b-4958-9543-f5cbd24a6a07" providerId="ADAL" clId="{96675D79-D1A2-4548-BA94-5CE229F3E756}" dt="2026-07-09T02:15:55" v="297"/>
          <ac:spMkLst>
            <pc:docMk/>
            <pc:sldMk cId="3606298898" sldId="258"/>
            <ac:spMk id="47" creationId="{B8142A28-027A-CDD1-FB17-3ABE8C39A615}"/>
          </ac:spMkLst>
        </pc:spChg>
        <pc:spChg chg="add mod">
          <ac:chgData name="진옥화" userId="20b55f0b-5a9b-4958-9543-f5cbd24a6a07" providerId="ADAL" clId="{96675D79-D1A2-4548-BA94-5CE229F3E756}" dt="2026-07-09T02:17:13.227" v="337" actId="1036"/>
          <ac:spMkLst>
            <pc:docMk/>
            <pc:sldMk cId="3606298898" sldId="258"/>
            <ac:spMk id="49" creationId="{00061AE9-ED38-F3FF-6EA8-B34504982ED9}"/>
          </ac:spMkLst>
        </pc:spChg>
        <pc:spChg chg="add mod">
          <ac:chgData name="진옥화" userId="20b55f0b-5a9b-4958-9543-f5cbd24a6a07" providerId="ADAL" clId="{96675D79-D1A2-4548-BA94-5CE229F3E756}" dt="2026-07-09T02:16:59.951" v="322" actId="14100"/>
          <ac:spMkLst>
            <pc:docMk/>
            <pc:sldMk cId="3606298898" sldId="258"/>
            <ac:spMk id="51" creationId="{ED6D794C-BC71-0B1C-1DA1-C3F7257E37E6}"/>
          </ac:spMkLst>
        </pc:spChg>
        <pc:grpChg chg="mod">
          <ac:chgData name="진옥화" userId="20b55f0b-5a9b-4958-9543-f5cbd24a6a07" providerId="ADAL" clId="{96675D79-D1A2-4548-BA94-5CE229F3E756}" dt="2026-07-09T02:18:15.738" v="412" actId="1076"/>
          <ac:grpSpMkLst>
            <pc:docMk/>
            <pc:sldMk cId="3606298898" sldId="258"/>
            <ac:grpSpMk id="13" creationId="{E55D3398-0052-129C-0514-A450CC72C8F2}"/>
          </ac:grpSpMkLst>
        </pc:grpChg>
        <pc:grpChg chg="mod">
          <ac:chgData name="진옥화" userId="20b55f0b-5a9b-4958-9543-f5cbd24a6a07" providerId="ADAL" clId="{96675D79-D1A2-4548-BA94-5CE229F3E756}" dt="2026-07-09T02:16:42.512" v="315" actId="1035"/>
          <ac:grpSpMkLst>
            <pc:docMk/>
            <pc:sldMk cId="3606298898" sldId="258"/>
            <ac:grpSpMk id="30" creationId="{BE1AADC7-B31E-2D9D-6648-9F22E5B16BBD}"/>
          </ac:grpSpMkLst>
        </pc:grpChg>
        <pc:grpChg chg="mod">
          <ac:chgData name="진옥화" userId="20b55f0b-5a9b-4958-9543-f5cbd24a6a07" providerId="ADAL" clId="{96675D79-D1A2-4548-BA94-5CE229F3E756}" dt="2026-07-09T02:17:35.708" v="373" actId="1076"/>
          <ac:grpSpMkLst>
            <pc:docMk/>
            <pc:sldMk cId="3606298898" sldId="258"/>
            <ac:grpSpMk id="44" creationId="{FC15196C-7788-5822-861F-43A5855EFBA3}"/>
          </ac:grpSpMkLst>
        </pc:grpChg>
        <pc:picChg chg="add mod">
          <ac:chgData name="진옥화" userId="20b55f0b-5a9b-4958-9543-f5cbd24a6a07" providerId="ADAL" clId="{96675D79-D1A2-4548-BA94-5CE229F3E756}" dt="2026-07-09T01:12:50.441" v="52" actId="34135"/>
          <ac:picMkLst>
            <pc:docMk/>
            <pc:sldMk cId="3606298898" sldId="258"/>
            <ac:picMk id="3" creationId="{7AE90F2E-5FE3-CC1C-B52C-829495A62C27}"/>
          </ac:picMkLst>
        </pc:picChg>
        <pc:cxnChg chg="mod">
          <ac:chgData name="진옥화" userId="20b55f0b-5a9b-4958-9543-f5cbd24a6a07" providerId="ADAL" clId="{96675D79-D1A2-4548-BA94-5CE229F3E756}" dt="2026-07-09T02:18:38.234" v="425" actId="1035"/>
          <ac:cxnSpMkLst>
            <pc:docMk/>
            <pc:sldMk cId="3606298898" sldId="258"/>
            <ac:cxnSpMk id="35" creationId="{6F1313C7-43DA-5357-A842-C8B6D2B6776E}"/>
          </ac:cxnSpMkLst>
        </pc:cxnChg>
      </pc:sldChg>
      <pc:sldChg chg="addSp delSp modSp add mod">
        <pc:chgData name="진옥화" userId="20b55f0b-5a9b-4958-9543-f5cbd24a6a07" providerId="ADAL" clId="{96675D79-D1A2-4548-BA94-5CE229F3E756}" dt="2026-07-09T02:11:37.538" v="182"/>
        <pc:sldMkLst>
          <pc:docMk/>
          <pc:sldMk cId="3552660492" sldId="259"/>
        </pc:sldMkLst>
        <pc:spChg chg="add mod">
          <ac:chgData name="진옥화" userId="20b55f0b-5a9b-4958-9543-f5cbd24a6a07" providerId="ADAL" clId="{96675D79-D1A2-4548-BA94-5CE229F3E756}" dt="2026-07-09T01:55:56.025" v="89" actId="20577"/>
          <ac:spMkLst>
            <pc:docMk/>
            <pc:sldMk cId="3552660492" sldId="259"/>
            <ac:spMk id="4" creationId="{399E9A39-FF0D-E6E0-9996-530E94EA994E}"/>
          </ac:spMkLst>
        </pc:spChg>
        <pc:spChg chg="mod">
          <ac:chgData name="진옥화" userId="20b55f0b-5a9b-4958-9543-f5cbd24a6a07" providerId="ADAL" clId="{96675D79-D1A2-4548-BA94-5CE229F3E756}" dt="2026-07-09T02:11:37.538" v="182"/>
          <ac:spMkLst>
            <pc:docMk/>
            <pc:sldMk cId="3552660492" sldId="259"/>
            <ac:spMk id="5" creationId="{96D557F5-D21D-18FA-A3C7-30264CC74E4D}"/>
          </ac:spMkLst>
        </pc:spChg>
        <pc:spChg chg="mod">
          <ac:chgData name="진옥화" userId="20b55f0b-5a9b-4958-9543-f5cbd24a6a07" providerId="ADAL" clId="{96675D79-D1A2-4548-BA94-5CE229F3E756}" dt="2026-07-09T01:57:57.842" v="138" actId="1037"/>
          <ac:spMkLst>
            <pc:docMk/>
            <pc:sldMk cId="3552660492" sldId="259"/>
            <ac:spMk id="8" creationId="{AE6536CE-8429-6B14-555C-2E3C92291F3E}"/>
          </ac:spMkLst>
        </pc:spChg>
        <pc:spChg chg="mod">
          <ac:chgData name="진옥화" userId="20b55f0b-5a9b-4958-9543-f5cbd24a6a07" providerId="ADAL" clId="{96675D79-D1A2-4548-BA94-5CE229F3E756}" dt="2026-07-09T01:58:14.267" v="148" actId="1038"/>
          <ac:spMkLst>
            <pc:docMk/>
            <pc:sldMk cId="3552660492" sldId="259"/>
            <ac:spMk id="9" creationId="{7B0FB45C-E35A-139F-CC8E-CFB02086D83B}"/>
          </ac:spMkLst>
        </pc:spChg>
        <pc:spChg chg="mod">
          <ac:chgData name="진옥화" userId="20b55f0b-5a9b-4958-9543-f5cbd24a6a07" providerId="ADAL" clId="{96675D79-D1A2-4548-BA94-5CE229F3E756}" dt="2026-07-09T01:58:14.267" v="148" actId="1038"/>
          <ac:spMkLst>
            <pc:docMk/>
            <pc:sldMk cId="3552660492" sldId="259"/>
            <ac:spMk id="10" creationId="{F798B3C7-BE48-1B5E-738C-2417B5C3B51A}"/>
          </ac:spMkLst>
        </pc:spChg>
        <pc:spChg chg="mod">
          <ac:chgData name="진옥화" userId="20b55f0b-5a9b-4958-9543-f5cbd24a6a07" providerId="ADAL" clId="{96675D79-D1A2-4548-BA94-5CE229F3E756}" dt="2026-07-09T01:55:46.348" v="85"/>
          <ac:spMkLst>
            <pc:docMk/>
            <pc:sldMk cId="3552660492" sldId="259"/>
            <ac:spMk id="31" creationId="{322F5AA9-8DA3-2153-2E16-4111DA40CB22}"/>
          </ac:spMkLst>
        </pc:spChg>
        <pc:spChg chg="mod">
          <ac:chgData name="진옥화" userId="20b55f0b-5a9b-4958-9543-f5cbd24a6a07" providerId="ADAL" clId="{96675D79-D1A2-4548-BA94-5CE229F3E756}" dt="2026-07-09T01:56:21.936" v="103" actId="14100"/>
          <ac:spMkLst>
            <pc:docMk/>
            <pc:sldMk cId="3552660492" sldId="259"/>
            <ac:spMk id="32" creationId="{8A72041B-B4E1-F020-DB26-65B2C8354F4A}"/>
          </ac:spMkLst>
        </pc:spChg>
        <pc:spChg chg="add mod">
          <ac:chgData name="진옥화" userId="20b55f0b-5a9b-4958-9543-f5cbd24a6a07" providerId="ADAL" clId="{96675D79-D1A2-4548-BA94-5CE229F3E756}" dt="2026-07-09T02:00:57.652" v="178" actId="1037"/>
          <ac:spMkLst>
            <pc:docMk/>
            <pc:sldMk cId="3552660492" sldId="259"/>
            <ac:spMk id="33" creationId="{E5929476-BBB2-E7DA-F3CA-FC6501C63F10}"/>
          </ac:spMkLst>
        </pc:spChg>
        <pc:spChg chg="mod">
          <ac:chgData name="진옥화" userId="20b55f0b-5a9b-4958-9543-f5cbd24a6a07" providerId="ADAL" clId="{96675D79-D1A2-4548-BA94-5CE229F3E756}" dt="2026-07-09T01:55:46.348" v="85"/>
          <ac:spMkLst>
            <pc:docMk/>
            <pc:sldMk cId="3552660492" sldId="259"/>
            <ac:spMk id="38" creationId="{B29DFCFE-6F45-4BB2-DA45-B00B2388000E}"/>
          </ac:spMkLst>
        </pc:spChg>
        <pc:spChg chg="mod">
          <ac:chgData name="진옥화" userId="20b55f0b-5a9b-4958-9543-f5cbd24a6a07" providerId="ADAL" clId="{96675D79-D1A2-4548-BA94-5CE229F3E756}" dt="2026-07-09T01:55:46.348" v="85"/>
          <ac:spMkLst>
            <pc:docMk/>
            <pc:sldMk cId="3552660492" sldId="259"/>
            <ac:spMk id="41" creationId="{7124F106-0505-8E68-2BC5-A109ECC93F98}"/>
          </ac:spMkLst>
        </pc:spChg>
        <pc:spChg chg="mod">
          <ac:chgData name="진옥화" userId="20b55f0b-5a9b-4958-9543-f5cbd24a6a07" providerId="ADAL" clId="{96675D79-D1A2-4548-BA94-5CE229F3E756}" dt="2026-07-09T01:56:14.492" v="100" actId="14100"/>
          <ac:spMkLst>
            <pc:docMk/>
            <pc:sldMk cId="3552660492" sldId="259"/>
            <ac:spMk id="42" creationId="{88418FF6-8C0F-3588-6EBB-4A181B15DE2D}"/>
          </ac:spMkLst>
        </pc:spChg>
        <pc:spChg chg="mod">
          <ac:chgData name="진옥화" userId="20b55f0b-5a9b-4958-9543-f5cbd24a6a07" providerId="ADAL" clId="{96675D79-D1A2-4548-BA94-5CE229F3E756}" dt="2026-07-09T01:55:46.348" v="85"/>
          <ac:spMkLst>
            <pc:docMk/>
            <pc:sldMk cId="3552660492" sldId="259"/>
            <ac:spMk id="44" creationId="{8D743552-0876-1BFC-DF23-A09B04716F1E}"/>
          </ac:spMkLst>
        </pc:spChg>
        <pc:spChg chg="mod">
          <ac:chgData name="진옥화" userId="20b55f0b-5a9b-4958-9543-f5cbd24a6a07" providerId="ADAL" clId="{96675D79-D1A2-4548-BA94-5CE229F3E756}" dt="2026-07-09T01:55:46.348" v="85"/>
          <ac:spMkLst>
            <pc:docMk/>
            <pc:sldMk cId="3552660492" sldId="259"/>
            <ac:spMk id="45" creationId="{B5C8564E-6FBB-9F6D-1013-127C2401C44B}"/>
          </ac:spMkLst>
        </pc:spChg>
        <pc:spChg chg="mod">
          <ac:chgData name="진옥화" userId="20b55f0b-5a9b-4958-9543-f5cbd24a6a07" providerId="ADAL" clId="{96675D79-D1A2-4548-BA94-5CE229F3E756}" dt="2026-07-09T01:58:21.524" v="151" actId="1036"/>
          <ac:spMkLst>
            <pc:docMk/>
            <pc:sldMk cId="3552660492" sldId="259"/>
            <ac:spMk id="47" creationId="{0E2DB5E5-F26A-EEEF-7B39-F11B0F695412}"/>
          </ac:spMkLst>
        </pc:spChg>
        <pc:grpChg chg="mod">
          <ac:chgData name="진옥화" userId="20b55f0b-5a9b-4958-9543-f5cbd24a6a07" providerId="ADAL" clId="{96675D79-D1A2-4548-BA94-5CE229F3E756}" dt="2026-07-09T01:57:48.712" v="134" actId="1076"/>
          <ac:grpSpMkLst>
            <pc:docMk/>
            <pc:sldMk cId="3552660492" sldId="259"/>
            <ac:grpSpMk id="14" creationId="{F73E8960-2117-5A36-457F-9B5BDEA74E85}"/>
          </ac:grpSpMkLst>
        </pc:grpChg>
        <pc:grpChg chg="mod">
          <ac:chgData name="진옥화" userId="20b55f0b-5a9b-4958-9543-f5cbd24a6a07" providerId="ADAL" clId="{96675D79-D1A2-4548-BA94-5CE229F3E756}" dt="2026-07-09T01:56:47.249" v="111" actId="1038"/>
          <ac:grpSpMkLst>
            <pc:docMk/>
            <pc:sldMk cId="3552660492" sldId="259"/>
            <ac:grpSpMk id="29" creationId="{F1A05D41-04E3-E117-D3DA-0FA717BBC8CC}"/>
          </ac:grpSpMkLst>
        </pc:grpChg>
        <pc:grpChg chg="mod">
          <ac:chgData name="진옥화" userId="20b55f0b-5a9b-4958-9543-f5cbd24a6a07" providerId="ADAL" clId="{96675D79-D1A2-4548-BA94-5CE229F3E756}" dt="2026-07-09T01:57:46.563" v="133" actId="1076"/>
          <ac:grpSpMkLst>
            <pc:docMk/>
            <pc:sldMk cId="3552660492" sldId="259"/>
            <ac:grpSpMk id="43" creationId="{849F96A0-F3E8-84D6-F255-BB373B40FB0C}"/>
          </ac:grpSpMkLst>
        </pc:grpChg>
        <pc:picChg chg="add mod">
          <ac:chgData name="진옥화" userId="20b55f0b-5a9b-4958-9543-f5cbd24a6a07" providerId="ADAL" clId="{96675D79-D1A2-4548-BA94-5CE229F3E756}" dt="2026-07-09T01:21:44.367" v="84" actId="34135"/>
          <ac:picMkLst>
            <pc:docMk/>
            <pc:sldMk cId="3552660492" sldId="259"/>
            <ac:picMk id="3" creationId="{A73376E5-A29A-B2D8-19FA-49E7E897C375}"/>
          </ac:picMkLst>
        </pc:picChg>
        <pc:cxnChg chg="mod">
          <ac:chgData name="진옥화" userId="20b55f0b-5a9b-4958-9543-f5cbd24a6a07" providerId="ADAL" clId="{96675D79-D1A2-4548-BA94-5CE229F3E756}" dt="2026-07-09T01:58:42.213" v="155" actId="14100"/>
          <ac:cxnSpMkLst>
            <pc:docMk/>
            <pc:sldMk cId="3552660492" sldId="259"/>
            <ac:cxnSpMk id="34" creationId="{38D9798E-DB4F-CDED-202A-AC47E2E45DF7}"/>
          </ac:cxnSpMkLst>
        </pc:cxnChg>
      </pc:sldChg>
      <pc:sldChg chg="addSp delSp modSp add mod ord">
        <pc:chgData name="진옥화" userId="20b55f0b-5a9b-4958-9543-f5cbd24a6a07" providerId="ADAL" clId="{96675D79-D1A2-4548-BA94-5CE229F3E756}" dt="2026-07-09T02:29:18.841" v="487" actId="21"/>
        <pc:sldMkLst>
          <pc:docMk/>
          <pc:sldMk cId="1296150179" sldId="260"/>
        </pc:sldMkLst>
        <pc:picChg chg="add mod">
          <ac:chgData name="진옥화" userId="20b55f0b-5a9b-4958-9543-f5cbd24a6a07" providerId="ADAL" clId="{96675D79-D1A2-4548-BA94-5CE229F3E756}" dt="2026-07-09T02:21:33.443" v="445" actId="1076"/>
          <ac:picMkLst>
            <pc:docMk/>
            <pc:sldMk cId="1296150179" sldId="260"/>
            <ac:picMk id="3" creationId="{7A2D5F3E-3028-10E2-9FEE-03295930DDC6}"/>
          </ac:picMkLst>
        </pc:picChg>
        <pc:picChg chg="add mod">
          <ac:chgData name="진옥화" userId="20b55f0b-5a9b-4958-9543-f5cbd24a6a07" providerId="ADAL" clId="{96675D79-D1A2-4548-BA94-5CE229F3E756}" dt="2026-07-09T02:21:37.751" v="464" actId="1037"/>
          <ac:picMkLst>
            <pc:docMk/>
            <pc:sldMk cId="1296150179" sldId="260"/>
            <ac:picMk id="5" creationId="{2444C3C2-BB9B-E102-0F81-2C122795C147}"/>
          </ac:picMkLst>
        </pc:picChg>
      </pc:sldChg>
      <pc:sldChg chg="add">
        <pc:chgData name="진옥화" userId="20b55f0b-5a9b-4958-9543-f5cbd24a6a07" providerId="ADAL" clId="{96675D79-D1A2-4548-BA94-5CE229F3E756}" dt="2026-07-09T02:00:43.039" v="160"/>
        <pc:sldMkLst>
          <pc:docMk/>
          <pc:sldMk cId="975579952" sldId="261"/>
        </pc:sldMkLst>
      </pc:sldChg>
      <pc:sldChg chg="add">
        <pc:chgData name="진옥화" userId="20b55f0b-5a9b-4958-9543-f5cbd24a6a07" providerId="ADAL" clId="{96675D79-D1A2-4548-BA94-5CE229F3E756}" dt="2026-07-09T02:11:28.830" v="179"/>
        <pc:sldMkLst>
          <pc:docMk/>
          <pc:sldMk cId="3419000554" sldId="262"/>
        </pc:sldMkLst>
      </pc:sldChg>
      <pc:sldChg chg="add">
        <pc:chgData name="진옥화" userId="20b55f0b-5a9b-4958-9543-f5cbd24a6a07" providerId="ADAL" clId="{96675D79-D1A2-4548-BA94-5CE229F3E756}" dt="2026-07-09T02:14:56.324" v="288"/>
        <pc:sldMkLst>
          <pc:docMk/>
          <pc:sldMk cId="2985117796" sldId="263"/>
        </pc:sldMkLst>
      </pc:sldChg>
      <pc:sldChg chg="add">
        <pc:chgData name="진옥화" userId="20b55f0b-5a9b-4958-9543-f5cbd24a6a07" providerId="ADAL" clId="{96675D79-D1A2-4548-BA94-5CE229F3E756}" dt="2026-07-09T02:15:16.635" v="293"/>
        <pc:sldMkLst>
          <pc:docMk/>
          <pc:sldMk cId="68968347" sldId="264"/>
        </pc:sldMkLst>
      </pc:sldChg>
      <pc:sldChg chg="add">
        <pc:chgData name="진옥화" userId="20b55f0b-5a9b-4958-9543-f5cbd24a6a07" providerId="ADAL" clId="{96675D79-D1A2-4548-BA94-5CE229F3E756}" dt="2026-07-09T02:18:49.768" v="427"/>
        <pc:sldMkLst>
          <pc:docMk/>
          <pc:sldMk cId="3017387857" sldId="265"/>
        </pc:sldMkLst>
      </pc:sldChg>
      <pc:sldChg chg="add">
        <pc:chgData name="진옥화" userId="20b55f0b-5a9b-4958-9543-f5cbd24a6a07" providerId="ADAL" clId="{96675D79-D1A2-4548-BA94-5CE229F3E756}" dt="2026-07-09T02:18:57.064" v="431"/>
        <pc:sldMkLst>
          <pc:docMk/>
          <pc:sldMk cId="3186074523" sldId="266"/>
        </pc:sldMkLst>
      </pc:sldChg>
      <pc:sldChg chg="add">
        <pc:chgData name="진옥화" userId="20b55f0b-5a9b-4958-9543-f5cbd24a6a07" providerId="ADAL" clId="{96675D79-D1A2-4548-BA94-5CE229F3E756}" dt="2026-07-09T02:19:48.021" v="435"/>
        <pc:sldMkLst>
          <pc:docMk/>
          <pc:sldMk cId="1864480258" sldId="267"/>
        </pc:sldMkLst>
      </pc:sldChg>
      <pc:sldChg chg="addSp modSp add mod">
        <pc:chgData name="진옥화" userId="20b55f0b-5a9b-4958-9543-f5cbd24a6a07" providerId="ADAL" clId="{96675D79-D1A2-4548-BA94-5CE229F3E756}" dt="2026-07-09T02:34:49.428" v="576" actId="20577"/>
        <pc:sldMkLst>
          <pc:docMk/>
          <pc:sldMk cId="255795989" sldId="380"/>
        </pc:sldMkLst>
        <pc:spChg chg="add mod">
          <ac:chgData name="진옥화" userId="20b55f0b-5a9b-4958-9543-f5cbd24a6a07" providerId="ADAL" clId="{96675D79-D1A2-4548-BA94-5CE229F3E756}" dt="2026-07-09T02:34:37.056" v="551" actId="20577"/>
          <ac:spMkLst>
            <pc:docMk/>
            <pc:sldMk cId="255795989" sldId="380"/>
            <ac:spMk id="2" creationId="{959E7589-3652-136A-47A8-E2B88A1C1317}"/>
          </ac:spMkLst>
        </pc:spChg>
        <pc:spChg chg="add mod">
          <ac:chgData name="진옥화" userId="20b55f0b-5a9b-4958-9543-f5cbd24a6a07" providerId="ADAL" clId="{96675D79-D1A2-4548-BA94-5CE229F3E756}" dt="2026-07-09T02:34:49.428" v="576" actId="20577"/>
          <ac:spMkLst>
            <pc:docMk/>
            <pc:sldMk cId="255795989" sldId="380"/>
            <ac:spMk id="3" creationId="{053C4435-1108-F2EA-31F3-130FB40E5675}"/>
          </ac:spMkLst>
        </pc:spChg>
      </pc:sldChg>
      <pc:sldChg chg="add">
        <pc:chgData name="진옥화" userId="20b55f0b-5a9b-4958-9543-f5cbd24a6a07" providerId="ADAL" clId="{96675D79-D1A2-4548-BA94-5CE229F3E756}" dt="2026-07-09T02:19:48.021" v="435"/>
        <pc:sldMkLst>
          <pc:docMk/>
          <pc:sldMk cId="2986644894" sldId="423"/>
        </pc:sldMkLst>
      </pc:sldChg>
      <pc:sldChg chg="add">
        <pc:chgData name="진옥화" userId="20b55f0b-5a9b-4958-9543-f5cbd24a6a07" providerId="ADAL" clId="{96675D79-D1A2-4548-BA94-5CE229F3E756}" dt="2026-07-09T02:19:48.021" v="435"/>
        <pc:sldMkLst>
          <pc:docMk/>
          <pc:sldMk cId="3780629750" sldId="424"/>
        </pc:sldMkLst>
      </pc:sldChg>
      <pc:sldChg chg="add">
        <pc:chgData name="진옥화" userId="20b55f0b-5a9b-4958-9543-f5cbd24a6a07" providerId="ADAL" clId="{96675D79-D1A2-4548-BA94-5CE229F3E756}" dt="2026-07-09T02:19:48.021" v="435"/>
        <pc:sldMkLst>
          <pc:docMk/>
          <pc:sldMk cId="4121366713" sldId="453"/>
        </pc:sldMkLst>
      </pc:sldChg>
      <pc:sldChg chg="addSp delSp modSp add mod ord setBg">
        <pc:chgData name="진옥화" userId="20b55f0b-5a9b-4958-9543-f5cbd24a6a07" providerId="ADAL" clId="{96675D79-D1A2-4548-BA94-5CE229F3E756}" dt="2026-07-09T02:29:20.149" v="488" actId="22"/>
        <pc:sldMkLst>
          <pc:docMk/>
          <pc:sldMk cId="3134289510" sldId="454"/>
        </pc:sldMkLst>
        <pc:spChg chg="add">
          <ac:chgData name="진옥화" userId="20b55f0b-5a9b-4958-9543-f5cbd24a6a07" providerId="ADAL" clId="{96675D79-D1A2-4548-BA94-5CE229F3E756}" dt="2026-07-09T02:29:20.149" v="488" actId="22"/>
          <ac:spMkLst>
            <pc:docMk/>
            <pc:sldMk cId="3134289510" sldId="454"/>
            <ac:spMk id="18" creationId="{B1828130-1E20-9F08-62FF-8530B6A78EC1}"/>
          </ac:spMkLst>
        </pc:spChg>
        <pc:spChg chg="add">
          <ac:chgData name="진옥화" userId="20b55f0b-5a9b-4958-9543-f5cbd24a6a07" providerId="ADAL" clId="{96675D79-D1A2-4548-BA94-5CE229F3E756}" dt="2026-07-09T02:29:14.994" v="486" actId="26606"/>
          <ac:spMkLst>
            <pc:docMk/>
            <pc:sldMk cId="3134289510" sldId="454"/>
            <ac:spMk id="21" creationId="{B96FC576-AE30-4C09-A12C-0582F2A6A067}"/>
          </ac:spMkLst>
        </pc:spChg>
        <pc:picChg chg="add mod ord">
          <ac:chgData name="진옥화" userId="20b55f0b-5a9b-4958-9543-f5cbd24a6a07" providerId="ADAL" clId="{96675D79-D1A2-4548-BA94-5CE229F3E756}" dt="2026-07-09T02:29:14.994" v="486" actId="26606"/>
          <ac:picMkLst>
            <pc:docMk/>
            <pc:sldMk cId="3134289510" sldId="454"/>
            <ac:picMk id="3" creationId="{1950B753-62F5-01E5-AA6F-4A6457A4934C}"/>
          </ac:picMkLst>
        </pc:picChg>
        <pc:picChg chg="add mod">
          <ac:chgData name="진옥화" userId="20b55f0b-5a9b-4958-9543-f5cbd24a6a07" providerId="ADAL" clId="{96675D79-D1A2-4548-BA94-5CE229F3E756}" dt="2026-07-09T02:29:14.994" v="486" actId="26606"/>
          <ac:picMkLst>
            <pc:docMk/>
            <pc:sldMk cId="3134289510" sldId="454"/>
            <ac:picMk id="5" creationId="{030CF2C6-8C33-3149-C8C1-F2FBA2DED827}"/>
          </ac:picMkLst>
        </pc:picChg>
        <pc:picChg chg="add mod ord">
          <ac:chgData name="진옥화" userId="20b55f0b-5a9b-4958-9543-f5cbd24a6a07" providerId="ADAL" clId="{96675D79-D1A2-4548-BA94-5CE229F3E756}" dt="2026-07-09T02:29:14.994" v="486" actId="26606"/>
          <ac:picMkLst>
            <pc:docMk/>
            <pc:sldMk cId="3134289510" sldId="454"/>
            <ac:picMk id="9" creationId="{C6FB4318-DF00-0340-1B99-7277E2843C8A}"/>
          </ac:picMkLst>
        </pc:picChg>
        <pc:picChg chg="add mod ord">
          <ac:chgData name="진옥화" userId="20b55f0b-5a9b-4958-9543-f5cbd24a6a07" providerId="ADAL" clId="{96675D79-D1A2-4548-BA94-5CE229F3E756}" dt="2026-07-09T02:29:14.994" v="486" actId="26606"/>
          <ac:picMkLst>
            <pc:docMk/>
            <pc:sldMk cId="3134289510" sldId="454"/>
            <ac:picMk id="16" creationId="{CBEC2423-CE9F-EF44-C198-CEF8B144B7FA}"/>
          </ac:picMkLst>
        </pc:picChg>
      </pc:sldChg>
      <pc:sldChg chg="addSp delSp modSp new mod ord setBg">
        <pc:chgData name="진옥화" userId="20b55f0b-5a9b-4958-9543-f5cbd24a6a07" providerId="ADAL" clId="{96675D79-D1A2-4548-BA94-5CE229F3E756}" dt="2026-07-09T02:38:56.530" v="587"/>
        <pc:sldMkLst>
          <pc:docMk/>
          <pc:sldMk cId="1852955843" sldId="455"/>
        </pc:sldMkLst>
        <pc:picChg chg="add mod">
          <ac:chgData name="진옥화" userId="20b55f0b-5a9b-4958-9543-f5cbd24a6a07" providerId="ADAL" clId="{96675D79-D1A2-4548-BA94-5CE229F3E756}" dt="2026-07-09T02:38:22.613" v="585" actId="26606"/>
          <ac:picMkLst>
            <pc:docMk/>
            <pc:sldMk cId="1852955843" sldId="455"/>
            <ac:picMk id="3" creationId="{9B378FD5-6BBC-4031-2132-0B611C97C248}"/>
          </ac:picMkLst>
        </pc:picChg>
        <pc:picChg chg="add mod ord">
          <ac:chgData name="진옥화" userId="20b55f0b-5a9b-4958-9543-f5cbd24a6a07" providerId="ADAL" clId="{96675D79-D1A2-4548-BA94-5CE229F3E756}" dt="2026-07-09T02:38:22.613" v="585" actId="26606"/>
          <ac:picMkLst>
            <pc:docMk/>
            <pc:sldMk cId="1852955843" sldId="455"/>
            <ac:picMk id="5" creationId="{33794695-B442-D6EB-48DA-1BD643090833}"/>
          </ac:picMkLst>
        </pc:picChg>
        <pc:picChg chg="add mod">
          <ac:chgData name="진옥화" userId="20b55f0b-5a9b-4958-9543-f5cbd24a6a07" providerId="ADAL" clId="{96675D79-D1A2-4548-BA94-5CE229F3E756}" dt="2026-07-09T02:38:22.613" v="585" actId="26606"/>
          <ac:picMkLst>
            <pc:docMk/>
            <pc:sldMk cId="1852955843" sldId="455"/>
            <ac:picMk id="7" creationId="{99961434-A3F5-1965-E939-5058576FB4BF}"/>
          </ac:picMkLst>
        </pc:picChg>
      </pc:sldChg>
      <pc:sldChg chg="addSp modSp new mod">
        <pc:chgData name="진옥화" userId="20b55f0b-5a9b-4958-9543-f5cbd24a6a07" providerId="ADAL" clId="{96675D79-D1A2-4548-BA94-5CE229F3E756}" dt="2026-07-28T01:35:18.751" v="612" actId="1076"/>
        <pc:sldMkLst>
          <pc:docMk/>
          <pc:sldMk cId="3964393800" sldId="456"/>
        </pc:sldMkLst>
        <pc:spChg chg="add mod">
          <ac:chgData name="진옥화" userId="20b55f0b-5a9b-4958-9543-f5cbd24a6a07" providerId="ADAL" clId="{96675D79-D1A2-4548-BA94-5CE229F3E756}" dt="2026-07-28T01:35:18.751" v="612" actId="1076"/>
          <ac:spMkLst>
            <pc:docMk/>
            <pc:sldMk cId="3964393800" sldId="456"/>
            <ac:spMk id="2" creationId="{D61B6F59-E4F1-1781-303B-F02BC7C52399}"/>
          </ac:spMkLst>
        </pc:spChg>
        <pc:picChg chg="add">
          <ac:chgData name="진옥화" userId="20b55f0b-5a9b-4958-9543-f5cbd24a6a07" providerId="ADAL" clId="{96675D79-D1A2-4548-BA94-5CE229F3E756}" dt="2026-07-28T01:35:16.550" v="611" actId="22"/>
          <ac:picMkLst>
            <pc:docMk/>
            <pc:sldMk cId="3964393800" sldId="456"/>
            <ac:picMk id="4" creationId="{4369A1E7-5A80-A254-CE8B-364D286BC827}"/>
          </ac:picMkLst>
        </pc:picChg>
      </pc:sldChg>
      <pc:sldChg chg="add">
        <pc:chgData name="진옥화" userId="20b55f0b-5a9b-4958-9543-f5cbd24a6a07" providerId="ADAL" clId="{96675D79-D1A2-4548-BA94-5CE229F3E756}" dt="2026-07-28T01:41:21.991" v="613"/>
        <pc:sldMkLst>
          <pc:docMk/>
          <pc:sldMk cId="2116535524" sldId="457"/>
        </pc:sldMkLst>
      </pc:sldChg>
      <pc:sldChg chg="add">
        <pc:chgData name="진옥화" userId="20b55f0b-5a9b-4958-9543-f5cbd24a6a07" providerId="ADAL" clId="{96675D79-D1A2-4548-BA94-5CE229F3E756}" dt="2026-07-28T01:47:17.382" v="614"/>
        <pc:sldMkLst>
          <pc:docMk/>
          <pc:sldMk cId="3874801543" sldId="458"/>
        </pc:sldMkLst>
      </pc:sldChg>
      <pc:sldChg chg="add">
        <pc:chgData name="진옥화" userId="20b55f0b-5a9b-4958-9543-f5cbd24a6a07" providerId="ADAL" clId="{96675D79-D1A2-4548-BA94-5CE229F3E756}" dt="2026-07-28T01:53:49.420" v="615"/>
        <pc:sldMkLst>
          <pc:docMk/>
          <pc:sldMk cId="4080342744" sldId="459"/>
        </pc:sldMkLst>
      </pc:sldChg>
      <pc:sldChg chg="add">
        <pc:chgData name="진옥화" userId="20b55f0b-5a9b-4958-9543-f5cbd24a6a07" providerId="ADAL" clId="{96675D79-D1A2-4548-BA94-5CE229F3E756}" dt="2026-07-28T01:54:00.570" v="616"/>
        <pc:sldMkLst>
          <pc:docMk/>
          <pc:sldMk cId="809211654" sldId="460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71FA21-3AC4-5303-CDE0-282636212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3E3286-E34C-F0E2-FFC9-A71752EB2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CA4E05-97D3-7A5B-4F64-617A48DE2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429991-F4A8-A9A7-2D2E-368D4CF9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4C0AD6-7687-D26F-802A-AB8DD5810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81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2A1538-FE66-BF2F-B957-18EA3C7B9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4D1E5E-8E8F-603E-15ED-C70B96C36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D8A396-6319-78E7-DFD8-AABD5734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702BC-69A6-51F7-DDC8-D4F7EDA6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B969C-F34B-AA47-13B6-D773FF8B2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0587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33491-0D08-A56D-D660-BF17452B2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1E7803-B693-A31D-4D5F-D0BE7FEE1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E4B78A-9BEA-E32E-E360-CADBB84A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8716D-5D96-386A-F912-5520A24A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34B51B-2897-5B2F-25DA-E588C0E1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11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359F5-662D-A8EC-816C-090BE5A7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A8EA7A-B455-E262-B26E-8CB400CE6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95DDDA-0207-2365-C53D-0FD529FB4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8DCF00-7C8D-19EA-BA96-95E129434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79F65B-AFBC-B1C3-F5A3-0CE18FCF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274DCC-01C1-96AB-05D0-4B71083C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82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656A7-C60C-7F02-1786-E40399C1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9F1D13-76FF-A1FA-E2E4-EAA6EB82F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112BD6-E69D-15BA-4657-E8CB4E57B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EA0CC6-72FA-264F-6790-A44B88868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D412E4-3728-591D-E040-8562A109F4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60473C-7443-FFF5-0D3A-28FDFC27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0164424-4290-4272-07B5-29923487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6FA4F9-BB84-249F-95ED-C8203748F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238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F798F-A52A-0475-1E6B-F9B5006C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45393F-A98A-4500-19B1-3D722D68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19ACF5-CEB2-3EED-DD7A-8FDA2633B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8F07DE-29D8-333C-F1FB-2006A87D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03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8F5627C-104A-6FF5-FAA4-1CAB5B2A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5600B4-E601-6EFD-6A4B-0F0627AE1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C04B90-594C-EB98-2B0A-5577E8FCF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67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4037A8-0C44-EB38-98D9-71EFF22D2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9795B0-A22F-5D81-A6E4-CB8A22440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76193A-9034-F973-5EB0-CA7A5BF3D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C2080D-6EA0-A522-637B-C9C837CD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35CFE5-406D-3026-ADB6-BD03CE8A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747562-450F-41DE-455D-919FF7FC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433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24638-E856-D7F3-8678-9A5B9B4FF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4C34E0-9695-E7FD-1DAD-E7BA0EF50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BEC013-53A9-21D2-260C-6AAA53E30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9930B8-E837-0376-1E5D-B743B6AB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A4778B-6158-1F5A-FE67-0A3A710A1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F8181E-F03F-74FE-5A68-DD4FDA02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09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2C5EC-B853-8AD8-954F-D23E881A9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4DD5E7-0B26-5FF2-744C-C020EF53E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F51E28-8E06-567E-D804-DD12E8BC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22AECB-2B40-7D56-7B3F-07E994D3B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8A876E-ACB5-D49D-43B5-FE3DFC31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54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5A85C54-AE76-CD1C-D45C-7FC39E4A3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A83DA9-4D2A-C1A1-13FA-75683E0FD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5F6E8C-50FD-93ED-8882-FDA142EE4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1D39A9-9F0A-5017-3EB7-D14371266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9F549D-C7B4-D5BF-859E-D830AD5D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7253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478084-2E7D-D0AE-2DCD-F7AC9AF6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2F6F65-147C-1646-D508-C4D519779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1E30D-662A-AEB7-C4FA-4C2DA0C35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EAB05-D66B-4038-A37E-D0CD197DD784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5DE167-94ED-9C38-0BAD-06A6D228E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F07C0B-BF34-B436-E378-B54B1DCEF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F3F6F-4889-4DD3-AE6A-F07471FD63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961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0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0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1.wdp"/><Relationship Id="rId4" Type="http://schemas.openxmlformats.org/officeDocument/2006/relationships/image" Target="../media/image20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20.png"/><Relationship Id="rId5" Type="http://schemas.openxmlformats.org/officeDocument/2006/relationships/image" Target="../media/image2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microsoft.com/office/2007/relationships/hdphoto" Target="../media/hdphoto2.wdp"/><Relationship Id="rId4" Type="http://schemas.openxmlformats.org/officeDocument/2006/relationships/image" Target="../media/image220.png"/><Relationship Id="rId5" Type="http://schemas.openxmlformats.org/officeDocument/2006/relationships/image" Target="../media/image26.png"/><Relationship Id="rId6" Type="http://schemas.openxmlformats.org/officeDocument/2006/relationships/image" Target="../media/image2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3.wdp"/><Relationship Id="rId4" Type="http://schemas.openxmlformats.org/officeDocument/2006/relationships/image" Target="../media/image2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3.wdp"/><Relationship Id="rId4" Type="http://schemas.openxmlformats.org/officeDocument/2006/relationships/image" Target="../media/image2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3.wdp"/><Relationship Id="rId4" Type="http://schemas.openxmlformats.org/officeDocument/2006/relationships/image" Target="../media/image2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3.wdp"/><Relationship Id="rId4" Type="http://schemas.openxmlformats.org/officeDocument/2006/relationships/image" Target="../media/image240.png"/><Relationship Id="rId5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microsoft.com/office/2007/relationships/hdphoto" Target="../media/hdphoto3.wdp"/><Relationship Id="rId4" Type="http://schemas.openxmlformats.org/officeDocument/2006/relationships/image" Target="../media/image240.png"/><Relationship Id="rId5" Type="http://schemas.openxmlformats.org/officeDocument/2006/relationships/image" Target="../media/image26.png"/><Relationship Id="rId6" Type="http://schemas.openxmlformats.org/officeDocument/2006/relationships/image" Target="../media/image25.jp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90D4-1D5E-83E5-7BDB-267DC690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90195E-295D-99F4-517E-C13F0E02A1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8695" y="938700"/>
            <a:ext cx="7781610" cy="583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954453-AA3E-C1F8-82B7-4F1B0AFB8A9A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𝟕𝟔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954453-AA3E-C1F8-82B7-4F1B0AFB8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BFE5958-4104-02E5-9E59-F6870B54F0A8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76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DB66ED-73C8-95CE-FBC2-6B9E05BB3F21}"/>
              </a:ext>
            </a:extLst>
          </p:cNvPr>
          <p:cNvSpPr/>
          <p:nvPr/>
        </p:nvSpPr>
        <p:spPr>
          <a:xfrm rot="5400000">
            <a:off x="6600506" y="5148259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420651D-75EC-2421-C790-76D76CC1A76E}"/>
              </a:ext>
            </a:extLst>
          </p:cNvPr>
          <p:cNvSpPr/>
          <p:nvPr/>
        </p:nvSpPr>
        <p:spPr>
          <a:xfrm>
            <a:off x="6110741" y="4604223"/>
            <a:ext cx="1068066" cy="10568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C19B6D4-24B4-DEBF-4778-3EC7D47C8608}"/>
              </a:ext>
            </a:extLst>
          </p:cNvPr>
          <p:cNvSpPr/>
          <p:nvPr/>
        </p:nvSpPr>
        <p:spPr>
          <a:xfrm>
            <a:off x="6271582" y="4750756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3E2655-B976-D0AB-BAA2-CDF19E218B76}"/>
              </a:ext>
            </a:extLst>
          </p:cNvPr>
          <p:cNvSpPr txBox="1"/>
          <p:nvPr/>
        </p:nvSpPr>
        <p:spPr>
          <a:xfrm>
            <a:off x="5717866" y="38461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A42FBD-6FD3-D78D-5EC9-93DCB245F79A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FE9857B-AED5-1D59-15CE-C77836C375AA}"/>
              </a:ext>
            </a:extLst>
          </p:cNvPr>
          <p:cNvSpPr/>
          <p:nvPr/>
        </p:nvSpPr>
        <p:spPr>
          <a:xfrm flipV="1">
            <a:off x="3644471" y="2858687"/>
            <a:ext cx="98384" cy="7512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6A8FBD5-075A-3D29-8BA6-9F8D32A4A317}"/>
              </a:ext>
            </a:extLst>
          </p:cNvPr>
          <p:cNvGrpSpPr/>
          <p:nvPr/>
        </p:nvGrpSpPr>
        <p:grpSpPr>
          <a:xfrm rot="5400000">
            <a:off x="4671650" y="3916564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8FA5134-6660-70C2-2C8A-BDFDE7B15EA4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AB08198-A369-E94B-D677-9F662478070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1D8C920-3CB8-5ED6-825B-7A343B3766CE}"/>
              </a:ext>
            </a:extLst>
          </p:cNvPr>
          <p:cNvSpPr/>
          <p:nvPr/>
        </p:nvSpPr>
        <p:spPr>
          <a:xfrm flipV="1">
            <a:off x="2667736" y="3514563"/>
            <a:ext cx="98385" cy="7305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B09E67-DC52-8A56-90DD-AD5A86C3EE17}"/>
              </a:ext>
            </a:extLst>
          </p:cNvPr>
          <p:cNvSpPr txBox="1"/>
          <p:nvPr/>
        </p:nvSpPr>
        <p:spPr>
          <a:xfrm>
            <a:off x="5521757" y="618840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A1A345A-23C8-A146-F605-4BE96C46B233}"/>
              </a:ext>
            </a:extLst>
          </p:cNvPr>
          <p:cNvCxnSpPr>
            <a:cxnSpLocks/>
          </p:cNvCxnSpPr>
          <p:nvPr/>
        </p:nvCxnSpPr>
        <p:spPr>
          <a:xfrm flipV="1">
            <a:off x="6895317" y="5666003"/>
            <a:ext cx="0" cy="591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B7551173-369C-7A0A-6E36-A7BB5A64021E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11F5BF6-1075-D415-9DA9-912EAFB6AFF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A1A65D1-C381-C110-8CA0-673EE4F3BAD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5E41649-2654-35C1-3668-1F4C17DFFC99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FBE7FB64-CFA0-F9F3-4EC7-7FD34DE220D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E6B1B041-9BD5-48C9-17F7-CF6D9F5F98D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DDE23E-7B10-1BAC-8F93-134CC4FFDE70}"/>
              </a:ext>
            </a:extLst>
          </p:cNvPr>
          <p:cNvSpPr/>
          <p:nvPr/>
        </p:nvSpPr>
        <p:spPr>
          <a:xfrm rot="10800000" flipV="1">
            <a:off x="7724378" y="2877479"/>
            <a:ext cx="98385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0E21BEB-022F-0E88-4972-5CD923BAB6FA}"/>
              </a:ext>
            </a:extLst>
          </p:cNvPr>
          <p:cNvGrpSpPr/>
          <p:nvPr/>
        </p:nvGrpSpPr>
        <p:grpSpPr>
          <a:xfrm>
            <a:off x="5650981" y="4500540"/>
            <a:ext cx="100923" cy="1324883"/>
            <a:chOff x="4735802" y="4865202"/>
            <a:chExt cx="100923" cy="132488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3A094062-9642-3427-F967-83F1FA6CACC0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91DDF320-E151-6EA5-9A47-4331E70A7717}"/>
                </a:ext>
              </a:extLst>
            </p:cNvPr>
            <p:cNvSpPr/>
            <p:nvPr/>
          </p:nvSpPr>
          <p:spPr>
            <a:xfrm>
              <a:off x="4735802" y="54753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13282C6-821F-F2F5-D8A7-B412A191E9C7}"/>
                </a:ext>
              </a:extLst>
            </p:cNvPr>
            <p:cNvSpPr/>
            <p:nvPr/>
          </p:nvSpPr>
          <p:spPr>
            <a:xfrm>
              <a:off x="4738340" y="60917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461017A-084A-399E-CB9E-DAF80B2BBD2B}"/>
              </a:ext>
            </a:extLst>
          </p:cNvPr>
          <p:cNvGrpSpPr/>
          <p:nvPr/>
        </p:nvGrpSpPr>
        <p:grpSpPr>
          <a:xfrm>
            <a:off x="7542702" y="4448264"/>
            <a:ext cx="100923" cy="1324883"/>
            <a:chOff x="4735802" y="4865202"/>
            <a:chExt cx="100923" cy="13248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660ACBE6-6D72-E3EF-9F99-C62FFF599A71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EAFA5A9-D808-8646-EE94-661EACDCC6CF}"/>
                </a:ext>
              </a:extLst>
            </p:cNvPr>
            <p:cNvSpPr/>
            <p:nvPr/>
          </p:nvSpPr>
          <p:spPr>
            <a:xfrm>
              <a:off x="4735802" y="54753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0B44171B-B98C-9FB9-1A96-E226274E0567}"/>
                </a:ext>
              </a:extLst>
            </p:cNvPr>
            <p:cNvSpPr/>
            <p:nvPr/>
          </p:nvSpPr>
          <p:spPr>
            <a:xfrm>
              <a:off x="4738340" y="60917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71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D7DE3-948C-07FC-B208-AA958E45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1695DFE-4E40-C6CB-1EBB-3D5B4D2E2C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8695" y="938700"/>
            <a:ext cx="7781610" cy="583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CD1621-5471-C310-8208-830FC609E70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𝟕𝟔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7CD1621-5471-C310-8208-830FC609E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77C26BD-2818-5960-623A-388FD5C1299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76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92DC0B-EA20-1CB3-3615-0BD8787DF83C}"/>
              </a:ext>
            </a:extLst>
          </p:cNvPr>
          <p:cNvSpPr/>
          <p:nvPr/>
        </p:nvSpPr>
        <p:spPr>
          <a:xfrm>
            <a:off x="7793830" y="5281379"/>
            <a:ext cx="94620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95EC5-FF3F-83BC-C39C-DF847E5037D0}"/>
              </a:ext>
            </a:extLst>
          </p:cNvPr>
          <p:cNvSpPr txBox="1"/>
          <p:nvPr/>
        </p:nvSpPr>
        <p:spPr>
          <a:xfrm>
            <a:off x="7966657" y="460427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EF8341-2B23-B9DA-ECB2-FA3E5869B751}"/>
              </a:ext>
            </a:extLst>
          </p:cNvPr>
          <p:cNvSpPr/>
          <p:nvPr/>
        </p:nvSpPr>
        <p:spPr>
          <a:xfrm rot="5400000">
            <a:off x="6600506" y="5148259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BA4B58C-E9EF-01D4-1053-CB329950A7E1}"/>
              </a:ext>
            </a:extLst>
          </p:cNvPr>
          <p:cNvSpPr/>
          <p:nvPr/>
        </p:nvSpPr>
        <p:spPr>
          <a:xfrm>
            <a:off x="6110741" y="4604223"/>
            <a:ext cx="1068066" cy="10568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0BA7E2B-20FA-A95C-925B-C6A41F59A8C2}"/>
              </a:ext>
            </a:extLst>
          </p:cNvPr>
          <p:cNvSpPr/>
          <p:nvPr/>
        </p:nvSpPr>
        <p:spPr>
          <a:xfrm>
            <a:off x="6271582" y="4750756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868628-C7F0-E449-4065-97FC3915EB14}"/>
              </a:ext>
            </a:extLst>
          </p:cNvPr>
          <p:cNvSpPr txBox="1"/>
          <p:nvPr/>
        </p:nvSpPr>
        <p:spPr>
          <a:xfrm>
            <a:off x="5717866" y="38461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C7C3D0-A91C-9F33-3FF0-2DFCD2B39A06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246778F-3063-D627-214C-507822967133}"/>
              </a:ext>
            </a:extLst>
          </p:cNvPr>
          <p:cNvGrpSpPr/>
          <p:nvPr/>
        </p:nvGrpSpPr>
        <p:grpSpPr>
          <a:xfrm>
            <a:off x="7765459" y="4341703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8D15E3C-FD72-A933-3D61-78D22CA407E9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798E019C-EC93-5B7D-5087-58E53F91A650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7CADAFD-6AD3-C18B-3B37-C796028B07E0}"/>
              </a:ext>
            </a:extLst>
          </p:cNvPr>
          <p:cNvGrpSpPr/>
          <p:nvPr/>
        </p:nvGrpSpPr>
        <p:grpSpPr>
          <a:xfrm>
            <a:off x="3824780" y="3016817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EA29983-4EFA-6372-6E6D-FC820CDA637D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0FB3092F-9E2F-2ECF-A960-E0E242D1FCC3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AFB085BB-1F1E-2F6A-77E8-131AC1D4D683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0EF78B1D-A1C2-D057-9F0F-0181394B3072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4932EDEA-D893-C5F4-6A47-6A39997519B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C24CF024-A223-8460-D4F7-EBD7DB9570F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FC053E8-E643-8F53-4FEB-C39132C980C8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F5CC719-12EB-E22A-75CA-C4E8E353D62D}"/>
              </a:ext>
            </a:extLst>
          </p:cNvPr>
          <p:cNvSpPr/>
          <p:nvPr/>
        </p:nvSpPr>
        <p:spPr>
          <a:xfrm flipV="1">
            <a:off x="3644471" y="2858687"/>
            <a:ext cx="98384" cy="7512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0CFFBCB-90F2-ABF8-1099-1D9A647FDDD6}"/>
              </a:ext>
            </a:extLst>
          </p:cNvPr>
          <p:cNvGrpSpPr/>
          <p:nvPr/>
        </p:nvGrpSpPr>
        <p:grpSpPr>
          <a:xfrm rot="5400000">
            <a:off x="4671650" y="3916564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B3126E9-CD60-6FA4-7577-850F9B6EB4B0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4B8EBED-CEE9-638F-1655-C28F29636AED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01EBF6-39E6-9F40-2313-5924EC1ACF6E}"/>
              </a:ext>
            </a:extLst>
          </p:cNvPr>
          <p:cNvSpPr/>
          <p:nvPr/>
        </p:nvSpPr>
        <p:spPr>
          <a:xfrm flipV="1">
            <a:off x="2667736" y="3514563"/>
            <a:ext cx="98385" cy="7305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A9F998-C4D8-6D89-A862-81934FC4E3BC}"/>
              </a:ext>
            </a:extLst>
          </p:cNvPr>
          <p:cNvSpPr txBox="1"/>
          <p:nvPr/>
        </p:nvSpPr>
        <p:spPr>
          <a:xfrm>
            <a:off x="5521757" y="618840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AE29900-F0D8-8BAD-6BC3-FCEBCDAE456B}"/>
              </a:ext>
            </a:extLst>
          </p:cNvPr>
          <p:cNvCxnSpPr>
            <a:cxnSpLocks/>
          </p:cNvCxnSpPr>
          <p:nvPr/>
        </p:nvCxnSpPr>
        <p:spPr>
          <a:xfrm flipV="1">
            <a:off x="6895317" y="5666003"/>
            <a:ext cx="0" cy="591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E6CFBDD6-D8B2-7027-3F90-0EBCAE45BB2F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B6C8EE6-CE3E-B484-ED2F-047D22D9429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EA51D8A-3913-A221-E236-E08A2467D25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56814DE-E79F-DDA4-5D63-7570F19E343A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BB1D8B2E-8906-770D-1CA7-66424A46F83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62AA2408-1303-6F80-0DB1-BA3C545E1D7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0016E01-FB8E-C3D7-BCED-13FB8EB87766}"/>
              </a:ext>
            </a:extLst>
          </p:cNvPr>
          <p:cNvSpPr/>
          <p:nvPr/>
        </p:nvSpPr>
        <p:spPr>
          <a:xfrm rot="10800000" flipV="1">
            <a:off x="7724378" y="2877479"/>
            <a:ext cx="98385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7913995-D154-07B2-1329-EE66122DD060}"/>
              </a:ext>
            </a:extLst>
          </p:cNvPr>
          <p:cNvGrpSpPr/>
          <p:nvPr/>
        </p:nvGrpSpPr>
        <p:grpSpPr>
          <a:xfrm>
            <a:off x="5650981" y="4500540"/>
            <a:ext cx="100923" cy="1324883"/>
            <a:chOff x="4735802" y="4865202"/>
            <a:chExt cx="100923" cy="132488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41DA971-DB36-8DDF-A0BD-181873DD4510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B06C505-5240-9FC7-2A8B-69722AC8B6D9}"/>
                </a:ext>
              </a:extLst>
            </p:cNvPr>
            <p:cNvSpPr/>
            <p:nvPr/>
          </p:nvSpPr>
          <p:spPr>
            <a:xfrm>
              <a:off x="4735802" y="54753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A9B0B6F-A33A-563E-BC9B-7E73BF7F0903}"/>
                </a:ext>
              </a:extLst>
            </p:cNvPr>
            <p:cNvSpPr/>
            <p:nvPr/>
          </p:nvSpPr>
          <p:spPr>
            <a:xfrm>
              <a:off x="4738340" y="60917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C5CDD60-F0C1-5925-9702-5CA288FC1181}"/>
              </a:ext>
            </a:extLst>
          </p:cNvPr>
          <p:cNvGrpSpPr/>
          <p:nvPr/>
        </p:nvGrpSpPr>
        <p:grpSpPr>
          <a:xfrm>
            <a:off x="7542702" y="4448264"/>
            <a:ext cx="100923" cy="1324883"/>
            <a:chOff x="4735802" y="4865202"/>
            <a:chExt cx="100923" cy="13248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3898214-43B6-9048-FEF9-D27092F4FE97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9D13F48-219F-6863-A08F-F321A483C79B}"/>
                </a:ext>
              </a:extLst>
            </p:cNvPr>
            <p:cNvSpPr/>
            <p:nvPr/>
          </p:nvSpPr>
          <p:spPr>
            <a:xfrm>
              <a:off x="4735802" y="54753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53257DA-A1C8-0D9B-24DC-F49236FCD328}"/>
                </a:ext>
              </a:extLst>
            </p:cNvPr>
            <p:cNvSpPr/>
            <p:nvPr/>
          </p:nvSpPr>
          <p:spPr>
            <a:xfrm>
              <a:off x="4738340" y="60917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6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39634-D414-8A02-ADB8-3CFFB464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1619A6-09B6-1098-AB26-88E3EA83BF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8695" y="938700"/>
            <a:ext cx="7781610" cy="58304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50A7A1-E8AE-2E67-E5FD-1AD2C09C95F5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𝟕𝟔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50A7A1-E8AE-2E67-E5FD-1AD2C09C9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A4F93A4-0F2E-1BD6-67E1-4B5D731983D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76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33609C-6CC2-E4B6-16C6-F84090A984A0}"/>
              </a:ext>
            </a:extLst>
          </p:cNvPr>
          <p:cNvSpPr/>
          <p:nvPr/>
        </p:nvSpPr>
        <p:spPr>
          <a:xfrm>
            <a:off x="7793830" y="5281379"/>
            <a:ext cx="946203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D8327-54A5-916E-3DC2-0E438C9EBF5A}"/>
              </a:ext>
            </a:extLst>
          </p:cNvPr>
          <p:cNvSpPr txBox="1"/>
          <p:nvPr/>
        </p:nvSpPr>
        <p:spPr>
          <a:xfrm>
            <a:off x="7966657" y="4604274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70BE42-B96B-71B2-07E6-B82A1A667D3F}"/>
              </a:ext>
            </a:extLst>
          </p:cNvPr>
          <p:cNvSpPr/>
          <p:nvPr/>
        </p:nvSpPr>
        <p:spPr>
          <a:xfrm rot="5400000">
            <a:off x="6600506" y="5148259"/>
            <a:ext cx="102820" cy="17873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A8080B-8CA4-2BFF-3419-F8DD50304063}"/>
              </a:ext>
            </a:extLst>
          </p:cNvPr>
          <p:cNvSpPr/>
          <p:nvPr/>
        </p:nvSpPr>
        <p:spPr>
          <a:xfrm>
            <a:off x="6110741" y="4604223"/>
            <a:ext cx="1068066" cy="1056897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8797B7F-4BF6-2B86-24C4-426C2BA5FD5A}"/>
              </a:ext>
            </a:extLst>
          </p:cNvPr>
          <p:cNvSpPr/>
          <p:nvPr/>
        </p:nvSpPr>
        <p:spPr>
          <a:xfrm>
            <a:off x="6271582" y="4750756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5194A-427A-A543-2E4D-4A530236221C}"/>
              </a:ext>
            </a:extLst>
          </p:cNvPr>
          <p:cNvSpPr txBox="1"/>
          <p:nvPr/>
        </p:nvSpPr>
        <p:spPr>
          <a:xfrm>
            <a:off x="5717866" y="3846156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6A198-B72E-9A0A-D5DA-5D77995D90BE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9D8AE87F-99CF-535F-B8B0-F5350869AAE8}"/>
              </a:ext>
            </a:extLst>
          </p:cNvPr>
          <p:cNvSpPr/>
          <p:nvPr/>
        </p:nvSpPr>
        <p:spPr>
          <a:xfrm>
            <a:off x="6355434" y="4852101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2EE7FA7-F032-C368-E808-8C3B8110F97A}"/>
              </a:ext>
            </a:extLst>
          </p:cNvPr>
          <p:cNvGrpSpPr/>
          <p:nvPr/>
        </p:nvGrpSpPr>
        <p:grpSpPr>
          <a:xfrm>
            <a:off x="7765459" y="4341703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DBE9DFA-E717-3719-7575-437A91FB2EC4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A7D7A21-20F8-7CFB-13C5-B3F12CC88D8C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6AF005C-D741-4B02-F0D5-C1FFE9440F62}"/>
              </a:ext>
            </a:extLst>
          </p:cNvPr>
          <p:cNvGrpSpPr/>
          <p:nvPr/>
        </p:nvGrpSpPr>
        <p:grpSpPr>
          <a:xfrm>
            <a:off x="3824780" y="3016817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97F5A92-A29F-08D4-ACEB-66BB394A3348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65FD38B7-29C3-8A0F-880F-382973E15E9F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2CEAEE0-D9B0-CF7B-467B-3DDE1B44F88E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BA5ADECC-6262-DB7A-6980-3463B07DF273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9C70C7E-D3AC-0F64-533A-D18C237A9AE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4AD935BD-346C-3451-E098-A65B95C7387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804FA070-7A24-43BF-6A82-7841B1AC0929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652A772-03A7-40AA-D0F0-276D0EE9127B}"/>
              </a:ext>
            </a:extLst>
          </p:cNvPr>
          <p:cNvSpPr/>
          <p:nvPr/>
        </p:nvSpPr>
        <p:spPr>
          <a:xfrm flipV="1">
            <a:off x="3644471" y="2858687"/>
            <a:ext cx="98384" cy="7512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32469A6-477F-D039-ABC0-B78C4D17D910}"/>
              </a:ext>
            </a:extLst>
          </p:cNvPr>
          <p:cNvGrpSpPr/>
          <p:nvPr/>
        </p:nvGrpSpPr>
        <p:grpSpPr>
          <a:xfrm rot="5400000">
            <a:off x="4671650" y="3916564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E6EC0D1-6693-7B7B-7D57-98CD9358CF3C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F1695A2-6609-31F0-9460-42A56F1E1B3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3277F4-272F-FEC1-B853-27803111014A}"/>
              </a:ext>
            </a:extLst>
          </p:cNvPr>
          <p:cNvSpPr/>
          <p:nvPr/>
        </p:nvSpPr>
        <p:spPr>
          <a:xfrm flipV="1">
            <a:off x="2667736" y="3514563"/>
            <a:ext cx="98385" cy="73054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DEB473-2F89-A6C8-D886-43D64CABC9FE}"/>
              </a:ext>
            </a:extLst>
          </p:cNvPr>
          <p:cNvSpPr txBox="1"/>
          <p:nvPr/>
        </p:nvSpPr>
        <p:spPr>
          <a:xfrm>
            <a:off x="6675663" y="6188402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FAB62CD-921C-AC17-DEA2-5C27C610E94D}"/>
              </a:ext>
            </a:extLst>
          </p:cNvPr>
          <p:cNvCxnSpPr>
            <a:cxnSpLocks/>
          </p:cNvCxnSpPr>
          <p:nvPr/>
        </p:nvCxnSpPr>
        <p:spPr>
          <a:xfrm flipV="1">
            <a:off x="6895317" y="5666003"/>
            <a:ext cx="0" cy="591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684C661-9134-5DDB-E35F-6653041CDAEB}"/>
              </a:ext>
            </a:extLst>
          </p:cNvPr>
          <p:cNvSpPr txBox="1"/>
          <p:nvPr/>
        </p:nvSpPr>
        <p:spPr>
          <a:xfrm>
            <a:off x="4643568" y="6093331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50742D83-AE9D-9453-A943-1B591890CCDD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4CEF4EA-21A7-4307-DC6B-7B1EAD835AD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85398FCB-74B8-10C1-4CF1-B0A80D429B4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7FE82D8C-29E7-D39F-63BA-F569A125D0B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C4895F5-BF9B-365B-CDC3-0219C45C2C2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210D653D-65CE-A8BA-2BB5-218B668345B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3214EB0-59D8-90D9-7987-8A3E71514283}"/>
              </a:ext>
            </a:extLst>
          </p:cNvPr>
          <p:cNvSpPr/>
          <p:nvPr/>
        </p:nvSpPr>
        <p:spPr>
          <a:xfrm rot="10800000" flipV="1">
            <a:off x="7724378" y="2877479"/>
            <a:ext cx="98385" cy="7687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697EBDE-21A6-0ECD-E28C-0362A9BFDF12}"/>
              </a:ext>
            </a:extLst>
          </p:cNvPr>
          <p:cNvGrpSpPr/>
          <p:nvPr/>
        </p:nvGrpSpPr>
        <p:grpSpPr>
          <a:xfrm>
            <a:off x="5650981" y="4500540"/>
            <a:ext cx="100923" cy="1324883"/>
            <a:chOff x="4735802" y="4865202"/>
            <a:chExt cx="100923" cy="1324883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95A98EC-B4CD-BD5F-6679-96EF99C35C2F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BC37D86-F2C8-F981-11DC-FE33EE14ACDF}"/>
                </a:ext>
              </a:extLst>
            </p:cNvPr>
            <p:cNvSpPr/>
            <p:nvPr/>
          </p:nvSpPr>
          <p:spPr>
            <a:xfrm>
              <a:off x="4735802" y="54753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4CA1DD2-69B0-01AA-664E-CF0CAB738F6B}"/>
                </a:ext>
              </a:extLst>
            </p:cNvPr>
            <p:cNvSpPr/>
            <p:nvPr/>
          </p:nvSpPr>
          <p:spPr>
            <a:xfrm>
              <a:off x="4738340" y="60917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2024FFD-041B-57C3-05B1-66A057CF78D5}"/>
              </a:ext>
            </a:extLst>
          </p:cNvPr>
          <p:cNvGrpSpPr/>
          <p:nvPr/>
        </p:nvGrpSpPr>
        <p:grpSpPr>
          <a:xfrm>
            <a:off x="7542702" y="4448264"/>
            <a:ext cx="100923" cy="1324883"/>
            <a:chOff x="4735802" y="4865202"/>
            <a:chExt cx="100923" cy="1324883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279DBBF-31DB-E266-200D-F469142E3BB3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75A7EF79-9E8B-77A8-3D84-E661D0C4B70C}"/>
                </a:ext>
              </a:extLst>
            </p:cNvPr>
            <p:cNvSpPr/>
            <p:nvPr/>
          </p:nvSpPr>
          <p:spPr>
            <a:xfrm>
              <a:off x="4735802" y="547536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79611D37-2055-74A0-4128-468CE7420E38}"/>
                </a:ext>
              </a:extLst>
            </p:cNvPr>
            <p:cNvSpPr/>
            <p:nvPr/>
          </p:nvSpPr>
          <p:spPr>
            <a:xfrm>
              <a:off x="4738340" y="6091700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5117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FBB23-3C70-F8A1-B42F-EA6CE0DF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E90F2E-5FE3-CC1C-B52C-829495A62C2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50557" y="887446"/>
            <a:ext cx="7276043" cy="5970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EAE04-6E6C-01DF-3ADB-C3E6C45A53C8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4EAE04-6E6C-01DF-3ADB-C3E6C45A5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65D9364-50CE-0F42-422C-CA8108C591C8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81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00B34B-5EB2-B924-AFD5-9F3A4C1156E6}"/>
              </a:ext>
            </a:extLst>
          </p:cNvPr>
          <p:cNvSpPr/>
          <p:nvPr/>
        </p:nvSpPr>
        <p:spPr>
          <a:xfrm rot="10800000">
            <a:off x="2758077" y="2338457"/>
            <a:ext cx="102820" cy="202904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A2F226-D469-97CD-781B-F2F61839DD9E}"/>
              </a:ext>
            </a:extLst>
          </p:cNvPr>
          <p:cNvSpPr/>
          <p:nvPr/>
        </p:nvSpPr>
        <p:spPr>
          <a:xfrm>
            <a:off x="3172327" y="273441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F810A4F-DD58-5192-A79C-4F4E49E56BFB}"/>
              </a:ext>
            </a:extLst>
          </p:cNvPr>
          <p:cNvSpPr/>
          <p:nvPr/>
        </p:nvSpPr>
        <p:spPr>
          <a:xfrm>
            <a:off x="3341264" y="288650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9A125F-C230-4923-F54B-910396153E2F}"/>
              </a:ext>
            </a:extLst>
          </p:cNvPr>
          <p:cNvSpPr txBox="1"/>
          <p:nvPr/>
        </p:nvSpPr>
        <p:spPr>
          <a:xfrm>
            <a:off x="4641465" y="3876586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55D3398-0052-129C-0514-A450CC72C8F2}"/>
              </a:ext>
            </a:extLst>
          </p:cNvPr>
          <p:cNvGrpSpPr/>
          <p:nvPr/>
        </p:nvGrpSpPr>
        <p:grpSpPr>
          <a:xfrm rot="5400000">
            <a:off x="3811052" y="1583555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85312B75-1823-03F3-437F-B9B8BC6EBF4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A70E25C-FF31-0983-4E41-AFD317660E4E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CE1933A-0832-E0BC-B459-1119903471A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B91CFE3-1C13-C1B1-4B8D-692A29C029EE}"/>
              </a:ext>
            </a:extLst>
          </p:cNvPr>
          <p:cNvSpPr/>
          <p:nvPr/>
        </p:nvSpPr>
        <p:spPr>
          <a:xfrm flipV="1">
            <a:off x="7467539" y="4516108"/>
            <a:ext cx="98384" cy="7611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E1AADC7-B31E-2D9D-6648-9F22E5B16BBD}"/>
              </a:ext>
            </a:extLst>
          </p:cNvPr>
          <p:cNvGrpSpPr/>
          <p:nvPr/>
        </p:nvGrpSpPr>
        <p:grpSpPr>
          <a:xfrm rot="5400000">
            <a:off x="6587239" y="3674194"/>
            <a:ext cx="98790" cy="606859"/>
            <a:chOff x="4737858" y="5004902"/>
            <a:chExt cx="98790" cy="60685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56BEAB9E-D37E-3C26-5793-436B69FDC5C4}"/>
                </a:ext>
              </a:extLst>
            </p:cNvPr>
            <p:cNvSpPr/>
            <p:nvPr/>
          </p:nvSpPr>
          <p:spPr>
            <a:xfrm>
              <a:off x="4737858" y="50049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18D5222B-DBE5-6DBB-2420-73C1F94E7DE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A22423C-6098-0027-FA5D-B8367E130EF4}"/>
              </a:ext>
            </a:extLst>
          </p:cNvPr>
          <p:cNvSpPr txBox="1"/>
          <p:nvPr/>
        </p:nvSpPr>
        <p:spPr>
          <a:xfrm>
            <a:off x="81599" y="290215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F1313C7-43DA-5357-A842-C8B6D2B6776E}"/>
              </a:ext>
            </a:extLst>
          </p:cNvPr>
          <p:cNvCxnSpPr>
            <a:cxnSpLocks/>
          </p:cNvCxnSpPr>
          <p:nvPr/>
        </p:nvCxnSpPr>
        <p:spPr>
          <a:xfrm>
            <a:off x="2403273" y="3020661"/>
            <a:ext cx="769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8DFAAFA-B8B3-AF95-BB6B-1A37D1E011E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1C5B7C7-50CC-ED39-41D3-945868C4E18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94D5C0D-1743-3123-27A1-D0A05C5A038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FA198821-EDBB-BE99-5740-A3CBC9B97391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82030297-E585-A157-C203-9419EC5B55E3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D801421-BFB0-C1FC-E6DB-62F51307C254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E842D044-B9C5-54A0-255B-B5BF4C87C349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C15196C-7788-5822-861F-43A5855EFBA3}"/>
              </a:ext>
            </a:extLst>
          </p:cNvPr>
          <p:cNvGrpSpPr/>
          <p:nvPr/>
        </p:nvGrpSpPr>
        <p:grpSpPr>
          <a:xfrm rot="5400000">
            <a:off x="3712667" y="359973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5C63C63-C21F-70C4-6F4D-5D7C3E0B43B2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409EA6F-FD11-6181-3DAF-E4EEDEBF84A7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B8142A28-027A-CDD1-FB17-3ABE8C39A61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0061AE9-ED38-F3FF-6EA8-B34504982ED9}"/>
              </a:ext>
            </a:extLst>
          </p:cNvPr>
          <p:cNvSpPr/>
          <p:nvPr/>
        </p:nvSpPr>
        <p:spPr>
          <a:xfrm flipV="1">
            <a:off x="6931335" y="4552620"/>
            <a:ext cx="98384" cy="756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D6D794C-BC71-0B1C-1DA1-C3F7257E37E6}"/>
              </a:ext>
            </a:extLst>
          </p:cNvPr>
          <p:cNvSpPr/>
          <p:nvPr/>
        </p:nvSpPr>
        <p:spPr>
          <a:xfrm flipV="1">
            <a:off x="5777532" y="5000679"/>
            <a:ext cx="98384" cy="6928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298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CD39-5C36-1449-7483-E5FD58ABD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224B401-EAD7-8F26-22EF-68ADE9CB7D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50557" y="887446"/>
            <a:ext cx="7276043" cy="5970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1C6C3A-6B21-A8D5-97C9-570789AFBC3F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1C6C3A-6B21-A8D5-97C9-570789AFB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F188E0F-8396-37C0-E429-88CDE421E2BD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BAF311-6C79-00E8-5F94-C5F4F36016FA}"/>
              </a:ext>
            </a:extLst>
          </p:cNvPr>
          <p:cNvSpPr/>
          <p:nvPr/>
        </p:nvSpPr>
        <p:spPr>
          <a:xfrm rot="5400000">
            <a:off x="3036835" y="5068489"/>
            <a:ext cx="110403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BBB48-6E47-9726-2C31-D7B7FC6FEE4D}"/>
              </a:ext>
            </a:extLst>
          </p:cNvPr>
          <p:cNvSpPr txBox="1"/>
          <p:nvPr/>
        </p:nvSpPr>
        <p:spPr>
          <a:xfrm>
            <a:off x="3686952" y="505723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946D541-1DF1-F881-6A68-08FBBCFD2D4B}"/>
              </a:ext>
            </a:extLst>
          </p:cNvPr>
          <p:cNvSpPr/>
          <p:nvPr/>
        </p:nvSpPr>
        <p:spPr>
          <a:xfrm rot="10800000">
            <a:off x="2758077" y="2338457"/>
            <a:ext cx="102820" cy="202904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68C9B2D-BBB1-6D76-8942-F8F221C77D76}"/>
              </a:ext>
            </a:extLst>
          </p:cNvPr>
          <p:cNvSpPr/>
          <p:nvPr/>
        </p:nvSpPr>
        <p:spPr>
          <a:xfrm>
            <a:off x="3172327" y="273441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35DE402-C96C-922F-E23F-864A161F3C96}"/>
              </a:ext>
            </a:extLst>
          </p:cNvPr>
          <p:cNvSpPr/>
          <p:nvPr/>
        </p:nvSpPr>
        <p:spPr>
          <a:xfrm>
            <a:off x="3341264" y="288650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186FD3-AAB5-A200-5EB1-328E732812B6}"/>
              </a:ext>
            </a:extLst>
          </p:cNvPr>
          <p:cNvSpPr txBox="1"/>
          <p:nvPr/>
        </p:nvSpPr>
        <p:spPr>
          <a:xfrm>
            <a:off x="4641465" y="3876586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5E3F79-7BFC-8ED9-B7A1-B540CB2BE21A}"/>
              </a:ext>
            </a:extLst>
          </p:cNvPr>
          <p:cNvGrpSpPr/>
          <p:nvPr/>
        </p:nvGrpSpPr>
        <p:grpSpPr>
          <a:xfrm rot="5400000">
            <a:off x="3811052" y="1583555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958EFF2-7947-30B3-BAF5-1FA904E937C4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81D50B7-A348-3305-7EBB-E1B551159071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C0EE102-81FB-3D34-F51A-5915673CE199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79D7B02-2CB6-D295-8A50-32972BB84B71}"/>
              </a:ext>
            </a:extLst>
          </p:cNvPr>
          <p:cNvGrpSpPr/>
          <p:nvPr/>
        </p:nvGrpSpPr>
        <p:grpSpPr>
          <a:xfrm rot="5400000">
            <a:off x="4134283" y="4288080"/>
            <a:ext cx="98808" cy="602094"/>
            <a:chOff x="4737840" y="5009667"/>
            <a:chExt cx="98808" cy="602094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2FDBE6BD-FFC2-8C97-8CE5-477EAAF5CA04}"/>
                </a:ext>
              </a:extLst>
            </p:cNvPr>
            <p:cNvSpPr/>
            <p:nvPr/>
          </p:nvSpPr>
          <p:spPr>
            <a:xfrm>
              <a:off x="4737840" y="500966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1B0CCAA-9E93-BC85-AEDA-A153538ED44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F1D5710-F7F0-1E16-B3CF-3A5E2AD5AA8C}"/>
              </a:ext>
            </a:extLst>
          </p:cNvPr>
          <p:cNvGrpSpPr/>
          <p:nvPr/>
        </p:nvGrpSpPr>
        <p:grpSpPr>
          <a:xfrm>
            <a:off x="6456649" y="4630758"/>
            <a:ext cx="407688" cy="542991"/>
            <a:chOff x="9191246" y="3797098"/>
            <a:chExt cx="407688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493D8FC2-E3FF-5BAF-B3E8-ED55080C03F4}"/>
                </a:ext>
              </a:extLst>
            </p:cNvPr>
            <p:cNvGrpSpPr/>
            <p:nvPr/>
          </p:nvGrpSpPr>
          <p:grpSpPr>
            <a:xfrm>
              <a:off x="9500120" y="3799905"/>
              <a:ext cx="98814" cy="540184"/>
              <a:chOff x="461400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02D78721-2620-E90C-2DCB-D59C3A30E01E}"/>
                  </a:ext>
                </a:extLst>
              </p:cNvPr>
              <p:cNvSpPr/>
              <p:nvPr/>
            </p:nvSpPr>
            <p:spPr>
              <a:xfrm>
                <a:off x="461400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7DEC7B92-B580-B7C4-3F3F-DEDFE7E7B8F0}"/>
                  </a:ext>
                </a:extLst>
              </p:cNvPr>
              <p:cNvSpPr/>
              <p:nvPr/>
            </p:nvSpPr>
            <p:spPr>
              <a:xfrm>
                <a:off x="461443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C895A837-53AE-2EBD-DD41-56A95CAFA35D}"/>
                </a:ext>
              </a:extLst>
            </p:cNvPr>
            <p:cNvSpPr/>
            <p:nvPr/>
          </p:nvSpPr>
          <p:spPr>
            <a:xfrm rot="5400000">
              <a:off x="9276837" y="395122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1A51635-53E6-65F5-948F-89DA6946AEC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DD2EA62-C270-14D4-FB67-206298FB8EAB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F835C096-65F7-B3D2-D843-77F36D4D3CF3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3E1973-1A25-8DC0-DC24-C0666DCFC0B1}"/>
              </a:ext>
            </a:extLst>
          </p:cNvPr>
          <p:cNvSpPr/>
          <p:nvPr/>
        </p:nvSpPr>
        <p:spPr>
          <a:xfrm flipV="1">
            <a:off x="7467539" y="4516108"/>
            <a:ext cx="98384" cy="7611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CD59389-9D03-719D-FAE0-465A28DABE53}"/>
              </a:ext>
            </a:extLst>
          </p:cNvPr>
          <p:cNvGrpSpPr/>
          <p:nvPr/>
        </p:nvGrpSpPr>
        <p:grpSpPr>
          <a:xfrm rot="5400000">
            <a:off x="6587239" y="3674194"/>
            <a:ext cx="98790" cy="606859"/>
            <a:chOff x="4737858" y="5004902"/>
            <a:chExt cx="98790" cy="60685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99267DF8-FD7C-1AF3-7C9C-46ABEA7991B3}"/>
                </a:ext>
              </a:extLst>
            </p:cNvPr>
            <p:cNvSpPr/>
            <p:nvPr/>
          </p:nvSpPr>
          <p:spPr>
            <a:xfrm>
              <a:off x="4737858" y="50049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A12D3925-EFDB-2D47-014D-FF0A9B4C961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0C9E2ABE-2378-82CC-09CB-65AE3BDA3528}"/>
              </a:ext>
            </a:extLst>
          </p:cNvPr>
          <p:cNvSpPr txBox="1"/>
          <p:nvPr/>
        </p:nvSpPr>
        <p:spPr>
          <a:xfrm>
            <a:off x="81599" y="290215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39114193-CEF7-B89F-3C8D-1044B30227FF}"/>
              </a:ext>
            </a:extLst>
          </p:cNvPr>
          <p:cNvCxnSpPr>
            <a:cxnSpLocks/>
          </p:cNvCxnSpPr>
          <p:nvPr/>
        </p:nvCxnSpPr>
        <p:spPr>
          <a:xfrm>
            <a:off x="2403273" y="3020661"/>
            <a:ext cx="769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E9B94DB-5EAE-7F68-1B88-12435C28B23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110C41AD-1E4E-0A5F-5772-B8107BFE2746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30F3982-B0D5-8ABD-9C23-22C7BDB906C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4771DE8-B9F7-D867-4AA8-03F51CEAE328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A39B8AC1-3EDA-BCAF-8A2C-5B68C0E7CA9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396CE340-3F70-73F7-7313-2875308EBBCC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6592A930-EE7C-A8FC-62F7-EE9C762F868D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64F2CA3-4379-FB63-1ECB-AB1C5A6DB7CA}"/>
              </a:ext>
            </a:extLst>
          </p:cNvPr>
          <p:cNvGrpSpPr/>
          <p:nvPr/>
        </p:nvGrpSpPr>
        <p:grpSpPr>
          <a:xfrm rot="5400000">
            <a:off x="3712667" y="359973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0B65C3C-8139-451D-F44A-1682EB13ED8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62247D65-355C-69CB-A4EC-AF07CD96433C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0B80BA7A-41BF-73D5-C25C-B28E51807CB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27BEE3F-7599-B402-5490-73B8C0FE4E2B}"/>
              </a:ext>
            </a:extLst>
          </p:cNvPr>
          <p:cNvSpPr/>
          <p:nvPr/>
        </p:nvSpPr>
        <p:spPr>
          <a:xfrm flipV="1">
            <a:off x="6931335" y="4552620"/>
            <a:ext cx="98384" cy="756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04B877D-73B9-07A5-6E70-404B5A8E524D}"/>
              </a:ext>
            </a:extLst>
          </p:cNvPr>
          <p:cNvSpPr/>
          <p:nvPr/>
        </p:nvSpPr>
        <p:spPr>
          <a:xfrm flipV="1">
            <a:off x="5777532" y="5000679"/>
            <a:ext cx="98384" cy="6928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074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A523-C9E7-5307-BB8F-C17FAB35B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4ABCCF-A166-57EB-E128-0089E6EFA4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50557" y="887446"/>
            <a:ext cx="7276043" cy="5970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DA8DEA-5921-2945-A05A-17E816288E44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DA8DEA-5921-2945-A05A-17E816288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2998424-AF45-B1B5-4FD5-B803A8D09D9A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E2CC25-7EB9-A12D-E4BA-9561BA811418}"/>
              </a:ext>
            </a:extLst>
          </p:cNvPr>
          <p:cNvSpPr/>
          <p:nvPr/>
        </p:nvSpPr>
        <p:spPr>
          <a:xfrm rot="5400000">
            <a:off x="3036835" y="5068489"/>
            <a:ext cx="110403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6AF89-FA94-F7E2-2488-D28B6465F0B7}"/>
              </a:ext>
            </a:extLst>
          </p:cNvPr>
          <p:cNvSpPr txBox="1"/>
          <p:nvPr/>
        </p:nvSpPr>
        <p:spPr>
          <a:xfrm>
            <a:off x="3686952" y="505723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0CC3E4-2952-6FA4-3785-FCA3ABD66539}"/>
              </a:ext>
            </a:extLst>
          </p:cNvPr>
          <p:cNvSpPr/>
          <p:nvPr/>
        </p:nvSpPr>
        <p:spPr>
          <a:xfrm rot="10800000">
            <a:off x="2758077" y="2338457"/>
            <a:ext cx="102820" cy="202904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3CAD02-5DF3-C21C-C79C-C6CDB2580DF3}"/>
              </a:ext>
            </a:extLst>
          </p:cNvPr>
          <p:cNvSpPr/>
          <p:nvPr/>
        </p:nvSpPr>
        <p:spPr>
          <a:xfrm>
            <a:off x="3172327" y="273441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4FB0CE-7963-76A9-33EC-6D7C2F532349}"/>
              </a:ext>
            </a:extLst>
          </p:cNvPr>
          <p:cNvSpPr/>
          <p:nvPr/>
        </p:nvSpPr>
        <p:spPr>
          <a:xfrm>
            <a:off x="3341264" y="288650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FABCA-E270-E27B-E065-24284DF15A25}"/>
              </a:ext>
            </a:extLst>
          </p:cNvPr>
          <p:cNvSpPr txBox="1"/>
          <p:nvPr/>
        </p:nvSpPr>
        <p:spPr>
          <a:xfrm>
            <a:off x="4641465" y="3876586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47172241-58AA-1C74-03CD-AD9ECA7F9B96}"/>
              </a:ext>
            </a:extLst>
          </p:cNvPr>
          <p:cNvSpPr/>
          <p:nvPr/>
        </p:nvSpPr>
        <p:spPr>
          <a:xfrm>
            <a:off x="3520692" y="306983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837E0F0-18ED-0EE1-3E88-D91559C7A4A3}"/>
              </a:ext>
            </a:extLst>
          </p:cNvPr>
          <p:cNvGrpSpPr/>
          <p:nvPr/>
        </p:nvGrpSpPr>
        <p:grpSpPr>
          <a:xfrm rot="5400000">
            <a:off x="3811052" y="1583555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976E24-A43E-985C-F868-301B6FA6DD9B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62632F0-2656-8B40-9633-FADD5FB52463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E3F3980-269C-88FE-1066-E062FAC361C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CBEAE6-279A-C133-C683-0ABB03AE748B}"/>
              </a:ext>
            </a:extLst>
          </p:cNvPr>
          <p:cNvGrpSpPr/>
          <p:nvPr/>
        </p:nvGrpSpPr>
        <p:grpSpPr>
          <a:xfrm rot="5400000">
            <a:off x="4134283" y="4288080"/>
            <a:ext cx="98808" cy="602094"/>
            <a:chOff x="4737840" y="5009667"/>
            <a:chExt cx="98808" cy="602094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0F2B306-B4F3-D43D-A26B-3C7EB697BFFB}"/>
                </a:ext>
              </a:extLst>
            </p:cNvPr>
            <p:cNvSpPr/>
            <p:nvPr/>
          </p:nvSpPr>
          <p:spPr>
            <a:xfrm>
              <a:off x="4737840" y="500966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7EA24F2-CCC4-D96A-FBE1-794CF4D893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1076E6F-B148-4DB2-9D7C-BD5BA93821A0}"/>
              </a:ext>
            </a:extLst>
          </p:cNvPr>
          <p:cNvGrpSpPr/>
          <p:nvPr/>
        </p:nvGrpSpPr>
        <p:grpSpPr>
          <a:xfrm>
            <a:off x="6456649" y="4630758"/>
            <a:ext cx="407688" cy="542991"/>
            <a:chOff x="9191246" y="3797098"/>
            <a:chExt cx="407688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F570F63-4506-0A4C-5406-B01287374073}"/>
                </a:ext>
              </a:extLst>
            </p:cNvPr>
            <p:cNvGrpSpPr/>
            <p:nvPr/>
          </p:nvGrpSpPr>
          <p:grpSpPr>
            <a:xfrm>
              <a:off x="9500120" y="3799905"/>
              <a:ext cx="98814" cy="540184"/>
              <a:chOff x="461400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C4CDBCDD-702D-C361-F164-C7E2ECE474F5}"/>
                  </a:ext>
                </a:extLst>
              </p:cNvPr>
              <p:cNvSpPr/>
              <p:nvPr/>
            </p:nvSpPr>
            <p:spPr>
              <a:xfrm>
                <a:off x="461400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1D6E534E-56C9-0BEC-7A3A-2EE0F72E937C}"/>
                  </a:ext>
                </a:extLst>
              </p:cNvPr>
              <p:cNvSpPr/>
              <p:nvPr/>
            </p:nvSpPr>
            <p:spPr>
              <a:xfrm>
                <a:off x="461443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CF4E4B8E-596D-1EE5-4482-2D3992F551A6}"/>
                </a:ext>
              </a:extLst>
            </p:cNvPr>
            <p:cNvSpPr/>
            <p:nvPr/>
          </p:nvSpPr>
          <p:spPr>
            <a:xfrm rot="5400000">
              <a:off x="9276837" y="395122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4D1B28A0-BED1-F88C-40CB-2A3BBEB0A57F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7CF26E7C-879D-8BF7-7DCF-CC3776E05C9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AFD3EEAB-67AE-CB76-C93F-CF2307455791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6F8CC09-A0F7-83F6-6493-88DFC3D2DC6B}"/>
              </a:ext>
            </a:extLst>
          </p:cNvPr>
          <p:cNvSpPr/>
          <p:nvPr/>
        </p:nvSpPr>
        <p:spPr>
          <a:xfrm flipV="1">
            <a:off x="7467539" y="4516108"/>
            <a:ext cx="98384" cy="7611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5F10A83-64A4-A337-4D11-334AD58414EF}"/>
              </a:ext>
            </a:extLst>
          </p:cNvPr>
          <p:cNvGrpSpPr/>
          <p:nvPr/>
        </p:nvGrpSpPr>
        <p:grpSpPr>
          <a:xfrm rot="5400000">
            <a:off x="6587239" y="3674194"/>
            <a:ext cx="98790" cy="606859"/>
            <a:chOff x="4737858" y="5004902"/>
            <a:chExt cx="98790" cy="60685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7B15A7B-9C87-D397-2E11-FA0B901E519F}"/>
                </a:ext>
              </a:extLst>
            </p:cNvPr>
            <p:cNvSpPr/>
            <p:nvPr/>
          </p:nvSpPr>
          <p:spPr>
            <a:xfrm>
              <a:off x="4737858" y="50049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758BFAA-7836-7B80-340D-E18A3F82546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54D40A5-4D1D-C8FF-2BF2-051B193FF011}"/>
              </a:ext>
            </a:extLst>
          </p:cNvPr>
          <p:cNvSpPr txBox="1"/>
          <p:nvPr/>
        </p:nvSpPr>
        <p:spPr>
          <a:xfrm>
            <a:off x="81599" y="2902156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5DCE4A6-A744-6EB2-DF81-EFC7B23AA546}"/>
              </a:ext>
            </a:extLst>
          </p:cNvPr>
          <p:cNvCxnSpPr>
            <a:cxnSpLocks/>
          </p:cNvCxnSpPr>
          <p:nvPr/>
        </p:nvCxnSpPr>
        <p:spPr>
          <a:xfrm>
            <a:off x="2403273" y="3020661"/>
            <a:ext cx="769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C85FAA4-86E6-71D2-0362-5C1EDC42F7AE}"/>
              </a:ext>
            </a:extLst>
          </p:cNvPr>
          <p:cNvSpPr txBox="1"/>
          <p:nvPr/>
        </p:nvSpPr>
        <p:spPr>
          <a:xfrm>
            <a:off x="59858" y="342342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04DBCF8-C160-7765-04A0-4859961F73F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EF83608-225E-9EAA-E265-AF9DCC92538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C307129-6926-454A-43F3-0936CDD6F04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FB2CFA4-ED8A-C7A7-5A78-298CF1751EB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9FD42B04-3C6E-05AF-4182-138115F2B1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550FFF2-732B-6C3B-490F-8E69A54CA709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AA812449-D64F-1A8D-4A15-A0AED1D156CC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4599D9F-9347-6DA0-D5BF-7680BDE7A29B}"/>
              </a:ext>
            </a:extLst>
          </p:cNvPr>
          <p:cNvGrpSpPr/>
          <p:nvPr/>
        </p:nvGrpSpPr>
        <p:grpSpPr>
          <a:xfrm rot="5400000">
            <a:off x="3712667" y="359973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A4FE2C9-EDF3-8829-F49A-B95EAE4C3A4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545835-3C6E-6C43-9C35-EA51C7DE1216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1D8EC90-2414-4AB6-68F7-C290DDB395E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99FF272-2C85-820F-5CF7-06A9D9A9D0C7}"/>
              </a:ext>
            </a:extLst>
          </p:cNvPr>
          <p:cNvSpPr/>
          <p:nvPr/>
        </p:nvSpPr>
        <p:spPr>
          <a:xfrm flipV="1">
            <a:off x="6931335" y="4552620"/>
            <a:ext cx="98384" cy="756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19BEAF0-F976-CC6E-876E-9D6E6FCF789D}"/>
              </a:ext>
            </a:extLst>
          </p:cNvPr>
          <p:cNvSpPr/>
          <p:nvPr/>
        </p:nvSpPr>
        <p:spPr>
          <a:xfrm flipV="1">
            <a:off x="5777532" y="5000679"/>
            <a:ext cx="98384" cy="6928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387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A523-C9E7-5307-BB8F-C17FAB35B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4ABCCF-A166-57EB-E128-0089E6EFA4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50557" y="887446"/>
            <a:ext cx="7276043" cy="5970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DA8DEA-5921-2945-A05A-17E816288E44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DA8DEA-5921-2945-A05A-17E816288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2998424-AF45-B1B5-4FD5-B803A8D09D9A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E2CC25-7EB9-A12D-E4BA-9561BA811418}"/>
              </a:ext>
            </a:extLst>
          </p:cNvPr>
          <p:cNvSpPr/>
          <p:nvPr/>
        </p:nvSpPr>
        <p:spPr>
          <a:xfrm rot="5400000">
            <a:off x="3036835" y="5068489"/>
            <a:ext cx="110403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6AF89-FA94-F7E2-2488-D28B6465F0B7}"/>
              </a:ext>
            </a:extLst>
          </p:cNvPr>
          <p:cNvSpPr txBox="1"/>
          <p:nvPr/>
        </p:nvSpPr>
        <p:spPr>
          <a:xfrm>
            <a:off x="3686952" y="505723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0CC3E4-2952-6FA4-3785-FCA3ABD66539}"/>
              </a:ext>
            </a:extLst>
          </p:cNvPr>
          <p:cNvSpPr/>
          <p:nvPr/>
        </p:nvSpPr>
        <p:spPr>
          <a:xfrm rot="10800000">
            <a:off x="2759931" y="2420617"/>
            <a:ext cx="102820" cy="18624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3CAD02-5DF3-C21C-C79C-C6CDB2580DF3}"/>
              </a:ext>
            </a:extLst>
          </p:cNvPr>
          <p:cNvSpPr/>
          <p:nvPr/>
        </p:nvSpPr>
        <p:spPr>
          <a:xfrm>
            <a:off x="3172327" y="273441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4FB0CE-7963-76A9-33EC-6D7C2F532349}"/>
              </a:ext>
            </a:extLst>
          </p:cNvPr>
          <p:cNvSpPr/>
          <p:nvPr/>
        </p:nvSpPr>
        <p:spPr>
          <a:xfrm>
            <a:off x="3341264" y="288650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FABCA-E270-E27B-E065-24284DF15A25}"/>
              </a:ext>
            </a:extLst>
          </p:cNvPr>
          <p:cNvSpPr txBox="1"/>
          <p:nvPr/>
        </p:nvSpPr>
        <p:spPr>
          <a:xfrm>
            <a:off x="4641465" y="3876586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837E0F0-18ED-0EE1-3E88-D91559C7A4A3}"/>
              </a:ext>
            </a:extLst>
          </p:cNvPr>
          <p:cNvGrpSpPr/>
          <p:nvPr/>
        </p:nvGrpSpPr>
        <p:grpSpPr>
          <a:xfrm rot="5400000">
            <a:off x="3811052" y="1583555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976E24-A43E-985C-F868-301B6FA6DD9B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62632F0-2656-8B40-9633-FADD5FB52463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E3F3980-269C-88FE-1066-E062FAC361C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CBEAE6-279A-C133-C683-0ABB03AE748B}"/>
              </a:ext>
            </a:extLst>
          </p:cNvPr>
          <p:cNvGrpSpPr/>
          <p:nvPr/>
        </p:nvGrpSpPr>
        <p:grpSpPr>
          <a:xfrm rot="5400000">
            <a:off x="4134283" y="4288080"/>
            <a:ext cx="98808" cy="602094"/>
            <a:chOff x="4737840" y="5009667"/>
            <a:chExt cx="98808" cy="602094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0F2B306-B4F3-D43D-A26B-3C7EB697BFFB}"/>
                </a:ext>
              </a:extLst>
            </p:cNvPr>
            <p:cNvSpPr/>
            <p:nvPr/>
          </p:nvSpPr>
          <p:spPr>
            <a:xfrm>
              <a:off x="4737840" y="500966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7EA24F2-CCC4-D96A-FBE1-794CF4D893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6F8CC09-A0F7-83F6-6493-88DFC3D2DC6B}"/>
              </a:ext>
            </a:extLst>
          </p:cNvPr>
          <p:cNvSpPr/>
          <p:nvPr/>
        </p:nvSpPr>
        <p:spPr>
          <a:xfrm flipV="1">
            <a:off x="7467539" y="4516108"/>
            <a:ext cx="98384" cy="7611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5F10A83-64A4-A337-4D11-334AD58414EF}"/>
              </a:ext>
            </a:extLst>
          </p:cNvPr>
          <p:cNvGrpSpPr/>
          <p:nvPr/>
        </p:nvGrpSpPr>
        <p:grpSpPr>
          <a:xfrm rot="5400000">
            <a:off x="6587239" y="3674194"/>
            <a:ext cx="98790" cy="606859"/>
            <a:chOff x="4737858" y="5004902"/>
            <a:chExt cx="98790" cy="60685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7B15A7B-9C87-D397-2E11-FA0B901E519F}"/>
                </a:ext>
              </a:extLst>
            </p:cNvPr>
            <p:cNvSpPr/>
            <p:nvPr/>
          </p:nvSpPr>
          <p:spPr>
            <a:xfrm>
              <a:off x="4737858" y="50049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758BFAA-7836-7B80-340D-E18A3F82546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5DCE4A6-A744-6EB2-DF81-EFC7B23AA546}"/>
              </a:ext>
            </a:extLst>
          </p:cNvPr>
          <p:cNvCxnSpPr>
            <a:cxnSpLocks/>
          </p:cNvCxnSpPr>
          <p:nvPr/>
        </p:nvCxnSpPr>
        <p:spPr>
          <a:xfrm>
            <a:off x="2403273" y="3098718"/>
            <a:ext cx="769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04DBCF8-C160-7765-04A0-4859961F73F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EF83608-225E-9EAA-E265-AF9DCC92538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C307129-6926-454A-43F3-0936CDD6F04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FB2CFA4-ED8A-C7A7-5A78-298CF1751EB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9FD42B04-3C6E-05AF-4182-138115F2B1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550FFF2-732B-6C3B-490F-8E69A54CA709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AA812449-D64F-1A8D-4A15-A0AED1D156CC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4599D9F-9347-6DA0-D5BF-7680BDE7A29B}"/>
              </a:ext>
            </a:extLst>
          </p:cNvPr>
          <p:cNvGrpSpPr/>
          <p:nvPr/>
        </p:nvGrpSpPr>
        <p:grpSpPr>
          <a:xfrm rot="5400000">
            <a:off x="3712667" y="359973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A4FE2C9-EDF3-8829-F49A-B95EAE4C3A4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545835-3C6E-6C43-9C35-EA51C7DE1216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1D8EC90-2414-4AB6-68F7-C290DDB395E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99FF272-2C85-820F-5CF7-06A9D9A9D0C7}"/>
              </a:ext>
            </a:extLst>
          </p:cNvPr>
          <p:cNvSpPr/>
          <p:nvPr/>
        </p:nvSpPr>
        <p:spPr>
          <a:xfrm flipV="1">
            <a:off x="6931335" y="4552620"/>
            <a:ext cx="98384" cy="756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19BEAF0-F976-CC6E-876E-9D6E6FCF789D}"/>
              </a:ext>
            </a:extLst>
          </p:cNvPr>
          <p:cNvSpPr/>
          <p:nvPr/>
        </p:nvSpPr>
        <p:spPr>
          <a:xfrm flipV="1">
            <a:off x="5777532" y="5000679"/>
            <a:ext cx="98384" cy="6928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49C1F1-6FCD-08CA-6070-84E3DB53CB83}"/>
              </a:ext>
            </a:extLst>
          </p:cNvPr>
          <p:cNvSpPr txBox="1"/>
          <p:nvPr/>
        </p:nvSpPr>
        <p:spPr>
          <a:xfrm>
            <a:off x="-4534" y="2964563"/>
            <a:ext cx="2569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highlight>
                  <a:srgbClr val="FFFF00"/>
                </a:highlight>
              </a:rPr>
              <a:t>우물은 직각</a:t>
            </a:r>
            <a:r>
              <a:rPr lang="en-US" altLang="ko-KR" sz="1000" b="1" dirty="0">
                <a:highlight>
                  <a:srgbClr val="FFFF00"/>
                </a:highlight>
              </a:rPr>
              <a:t>/</a:t>
            </a:r>
            <a:r>
              <a:rPr lang="ko-KR" altLang="en-US" sz="1000" b="1" dirty="0">
                <a:highlight>
                  <a:srgbClr val="FFFF00"/>
                </a:highlight>
              </a:rPr>
              <a:t>라운드 중 선택 가능합니다</a:t>
            </a:r>
            <a:r>
              <a:rPr lang="en-US" altLang="ko-KR" sz="1000" b="1" dirty="0">
                <a:highlight>
                  <a:srgbClr val="FFFF00"/>
                </a:highlight>
              </a:rPr>
              <a:t>. </a:t>
            </a:r>
            <a:endParaRPr lang="ko-KR" altLang="en-US" sz="1000" b="1" dirty="0">
              <a:highlight>
                <a:srgbClr val="FFFF00"/>
              </a:highlight>
            </a:endParaRPr>
          </a:p>
        </p:txBody>
      </p:sp>
      <p:pic>
        <p:nvPicPr>
          <p:cNvPr id="52" name="그림 51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2B45F4-C8CE-AB56-374B-A58C0701EF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80" y="3452256"/>
            <a:ext cx="1757580" cy="144560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054C83C-A164-D919-9911-4F5E4EE955E4}"/>
              </a:ext>
            </a:extLst>
          </p:cNvPr>
          <p:cNvSpPr txBox="1"/>
          <p:nvPr/>
        </p:nvSpPr>
        <p:spPr>
          <a:xfrm>
            <a:off x="10619170" y="179839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highlight>
                  <a:srgbClr val="00FFFF"/>
                </a:highlight>
              </a:rPr>
              <a:t>무몰딩</a:t>
            </a:r>
            <a:r>
              <a:rPr lang="ko-KR" altLang="en-US" b="1" dirty="0">
                <a:highlight>
                  <a:srgbClr val="00FFFF"/>
                </a:highlight>
              </a:rPr>
              <a:t> 도배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37305E0-4B98-67C0-35D9-3A4FFB453581}"/>
              </a:ext>
            </a:extLst>
          </p:cNvPr>
          <p:cNvSpPr/>
          <p:nvPr/>
        </p:nvSpPr>
        <p:spPr>
          <a:xfrm>
            <a:off x="5028757" y="1304808"/>
            <a:ext cx="797252" cy="665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ACC6F5B-0636-1FBB-483A-B3C77B84375E}"/>
              </a:ext>
            </a:extLst>
          </p:cNvPr>
          <p:cNvSpPr/>
          <p:nvPr/>
        </p:nvSpPr>
        <p:spPr>
          <a:xfrm>
            <a:off x="2753580" y="2273807"/>
            <a:ext cx="169601" cy="1235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CDE78B-5F55-4D48-5C19-F65DA791CC34}"/>
              </a:ext>
            </a:extLst>
          </p:cNvPr>
          <p:cNvSpPr txBox="1"/>
          <p:nvPr/>
        </p:nvSpPr>
        <p:spPr>
          <a:xfrm>
            <a:off x="5010509" y="1073976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주방 간접조명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95E6CB-10AC-1463-A73F-C0759412561A}"/>
              </a:ext>
            </a:extLst>
          </p:cNvPr>
          <p:cNvSpPr txBox="1"/>
          <p:nvPr/>
        </p:nvSpPr>
        <p:spPr>
          <a:xfrm>
            <a:off x="1608711" y="2220159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>
                <a:highlight>
                  <a:srgbClr val="FFFF00"/>
                </a:highlight>
              </a:rPr>
              <a:t>전동커튼배선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27F650D-A68E-9FDC-48C0-BCC8BD6DAC36}"/>
              </a:ext>
            </a:extLst>
          </p:cNvPr>
          <p:cNvCxnSpPr>
            <a:cxnSpLocks/>
          </p:cNvCxnSpPr>
          <p:nvPr/>
        </p:nvCxnSpPr>
        <p:spPr>
          <a:xfrm>
            <a:off x="2389187" y="2335575"/>
            <a:ext cx="3524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211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A523-C9E7-5307-BB8F-C17FAB35B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4ABCCF-A166-57EB-E128-0089E6EFA4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50557" y="887446"/>
            <a:ext cx="7276043" cy="5970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DA8DEA-5921-2945-A05A-17E816288E44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𝟖𝟏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DA8DEA-5921-2945-A05A-17E816288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2998424-AF45-B1B5-4FD5-B803A8D09D9A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81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E2CC25-7EB9-A12D-E4BA-9561BA811418}"/>
              </a:ext>
            </a:extLst>
          </p:cNvPr>
          <p:cNvSpPr/>
          <p:nvPr/>
        </p:nvSpPr>
        <p:spPr>
          <a:xfrm rot="5400000">
            <a:off x="3036835" y="5068489"/>
            <a:ext cx="110403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06AF89-FA94-F7E2-2488-D28B6465F0B7}"/>
              </a:ext>
            </a:extLst>
          </p:cNvPr>
          <p:cNvSpPr txBox="1"/>
          <p:nvPr/>
        </p:nvSpPr>
        <p:spPr>
          <a:xfrm>
            <a:off x="3686952" y="5057231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0CC3E4-2952-6FA4-3785-FCA3ABD66539}"/>
              </a:ext>
            </a:extLst>
          </p:cNvPr>
          <p:cNvSpPr/>
          <p:nvPr/>
        </p:nvSpPr>
        <p:spPr>
          <a:xfrm rot="10800000">
            <a:off x="2759931" y="2420617"/>
            <a:ext cx="102820" cy="18624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3CAD02-5DF3-C21C-C79C-C6CDB2580DF3}"/>
              </a:ext>
            </a:extLst>
          </p:cNvPr>
          <p:cNvSpPr/>
          <p:nvPr/>
        </p:nvSpPr>
        <p:spPr>
          <a:xfrm>
            <a:off x="3172327" y="2734419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44FB0CE-7963-76A9-33EC-6D7C2F532349}"/>
              </a:ext>
            </a:extLst>
          </p:cNvPr>
          <p:cNvSpPr/>
          <p:nvPr/>
        </p:nvSpPr>
        <p:spPr>
          <a:xfrm>
            <a:off x="3341264" y="2886506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AFABCA-E270-E27B-E065-24284DF15A25}"/>
              </a:ext>
            </a:extLst>
          </p:cNvPr>
          <p:cNvSpPr txBox="1"/>
          <p:nvPr/>
        </p:nvSpPr>
        <p:spPr>
          <a:xfrm>
            <a:off x="4641465" y="3876586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47172241-58AA-1C74-03CD-AD9ECA7F9B96}"/>
              </a:ext>
            </a:extLst>
          </p:cNvPr>
          <p:cNvSpPr/>
          <p:nvPr/>
        </p:nvSpPr>
        <p:spPr>
          <a:xfrm>
            <a:off x="3520692" y="3069834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837E0F0-18ED-0EE1-3E88-D91559C7A4A3}"/>
              </a:ext>
            </a:extLst>
          </p:cNvPr>
          <p:cNvGrpSpPr/>
          <p:nvPr/>
        </p:nvGrpSpPr>
        <p:grpSpPr>
          <a:xfrm rot="5400000">
            <a:off x="3811052" y="1583555"/>
            <a:ext cx="98861" cy="1536018"/>
            <a:chOff x="4737864" y="4695342"/>
            <a:chExt cx="98861" cy="15360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8976E24-A43E-985C-F868-301B6FA6DD9B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62632F0-2656-8B40-9633-FADD5FB52463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2E3F3980-269C-88FE-1066-E062FAC361C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CBEAE6-279A-C133-C683-0ABB03AE748B}"/>
              </a:ext>
            </a:extLst>
          </p:cNvPr>
          <p:cNvGrpSpPr/>
          <p:nvPr/>
        </p:nvGrpSpPr>
        <p:grpSpPr>
          <a:xfrm rot="5400000">
            <a:off x="4134283" y="4288080"/>
            <a:ext cx="98808" cy="602094"/>
            <a:chOff x="4737840" y="5009667"/>
            <a:chExt cx="98808" cy="602094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C0F2B306-B4F3-D43D-A26B-3C7EB697BFFB}"/>
                </a:ext>
              </a:extLst>
            </p:cNvPr>
            <p:cNvSpPr/>
            <p:nvPr/>
          </p:nvSpPr>
          <p:spPr>
            <a:xfrm>
              <a:off x="4737840" y="500966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F7EA24F2-CCC4-D96A-FBE1-794CF4D893C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6F8CC09-A0F7-83F6-6493-88DFC3D2DC6B}"/>
              </a:ext>
            </a:extLst>
          </p:cNvPr>
          <p:cNvSpPr/>
          <p:nvPr/>
        </p:nvSpPr>
        <p:spPr>
          <a:xfrm flipV="1">
            <a:off x="7467539" y="4516108"/>
            <a:ext cx="98384" cy="7611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5F10A83-64A4-A337-4D11-334AD58414EF}"/>
              </a:ext>
            </a:extLst>
          </p:cNvPr>
          <p:cNvGrpSpPr/>
          <p:nvPr/>
        </p:nvGrpSpPr>
        <p:grpSpPr>
          <a:xfrm rot="5400000">
            <a:off x="6587239" y="3674194"/>
            <a:ext cx="98790" cy="606859"/>
            <a:chOff x="4737858" y="5004902"/>
            <a:chExt cx="98790" cy="606859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7B15A7B-9C87-D397-2E11-FA0B901E519F}"/>
                </a:ext>
              </a:extLst>
            </p:cNvPr>
            <p:cNvSpPr/>
            <p:nvPr/>
          </p:nvSpPr>
          <p:spPr>
            <a:xfrm>
              <a:off x="4737858" y="50049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758BFAA-7836-7B80-340D-E18A3F82546C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5DCE4A6-A744-6EB2-DF81-EFC7B23AA546}"/>
              </a:ext>
            </a:extLst>
          </p:cNvPr>
          <p:cNvCxnSpPr>
            <a:cxnSpLocks/>
          </p:cNvCxnSpPr>
          <p:nvPr/>
        </p:nvCxnSpPr>
        <p:spPr>
          <a:xfrm>
            <a:off x="2403273" y="3098718"/>
            <a:ext cx="7690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C85FAA4-86E6-71D2-0362-5C1EDC42F7AE}"/>
              </a:ext>
            </a:extLst>
          </p:cNvPr>
          <p:cNvSpPr txBox="1"/>
          <p:nvPr/>
        </p:nvSpPr>
        <p:spPr>
          <a:xfrm>
            <a:off x="236511" y="331530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04DBCF8-C160-7765-04A0-4859961F73FA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EF83608-225E-9EAA-E265-AF9DCC925387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8C307129-6926-454A-43F3-0936CDD6F043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BFB2CFA4-ED8A-C7A7-5A78-298CF1751EB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9FD42B04-3C6E-05AF-4182-138115F2B12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1550FFF2-732B-6C3B-490F-8E69A54CA709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AA812449-D64F-1A8D-4A15-A0AED1D156CC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4599D9F-9347-6DA0-D5BF-7680BDE7A29B}"/>
              </a:ext>
            </a:extLst>
          </p:cNvPr>
          <p:cNvGrpSpPr/>
          <p:nvPr/>
        </p:nvGrpSpPr>
        <p:grpSpPr>
          <a:xfrm rot="5400000">
            <a:off x="3712667" y="3599733"/>
            <a:ext cx="98861" cy="1536018"/>
            <a:chOff x="4737864" y="4695342"/>
            <a:chExt cx="98861" cy="153601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A4FE2C9-EDF3-8829-F49A-B95EAE4C3A4E}"/>
                </a:ext>
              </a:extLst>
            </p:cNvPr>
            <p:cNvSpPr/>
            <p:nvPr/>
          </p:nvSpPr>
          <p:spPr>
            <a:xfrm>
              <a:off x="4737864" y="46953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545835-3C6E-6C43-9C35-EA51C7DE1216}"/>
                </a:ext>
              </a:extLst>
            </p:cNvPr>
            <p:cNvSpPr/>
            <p:nvPr/>
          </p:nvSpPr>
          <p:spPr>
            <a:xfrm>
              <a:off x="4738318" y="541336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D1D8EC90-2414-4AB6-68F7-C290DDB395E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99FF272-2C85-820F-5CF7-06A9D9A9D0C7}"/>
              </a:ext>
            </a:extLst>
          </p:cNvPr>
          <p:cNvSpPr/>
          <p:nvPr/>
        </p:nvSpPr>
        <p:spPr>
          <a:xfrm flipV="1">
            <a:off x="6931335" y="4552620"/>
            <a:ext cx="98384" cy="75639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19BEAF0-F976-CC6E-876E-9D6E6FCF789D}"/>
              </a:ext>
            </a:extLst>
          </p:cNvPr>
          <p:cNvSpPr/>
          <p:nvPr/>
        </p:nvSpPr>
        <p:spPr>
          <a:xfrm flipV="1">
            <a:off x="5777532" y="5000679"/>
            <a:ext cx="98384" cy="69289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49C1F1-6FCD-08CA-6070-84E3DB53CB83}"/>
              </a:ext>
            </a:extLst>
          </p:cNvPr>
          <p:cNvSpPr txBox="1"/>
          <p:nvPr/>
        </p:nvSpPr>
        <p:spPr>
          <a:xfrm>
            <a:off x="-4534" y="2964563"/>
            <a:ext cx="2569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highlight>
                  <a:srgbClr val="FFFF00"/>
                </a:highlight>
              </a:rPr>
              <a:t>우물은 직각</a:t>
            </a:r>
            <a:r>
              <a:rPr lang="en-US" altLang="ko-KR" sz="1000" b="1" dirty="0">
                <a:highlight>
                  <a:srgbClr val="FFFF00"/>
                </a:highlight>
              </a:rPr>
              <a:t>/</a:t>
            </a:r>
            <a:r>
              <a:rPr lang="ko-KR" altLang="en-US" sz="1000" b="1" dirty="0">
                <a:highlight>
                  <a:srgbClr val="FFFF00"/>
                </a:highlight>
              </a:rPr>
              <a:t>라운드 중 선택 가능합니다</a:t>
            </a:r>
            <a:r>
              <a:rPr lang="en-US" altLang="ko-KR" sz="1000" b="1" dirty="0">
                <a:highlight>
                  <a:srgbClr val="FFFF00"/>
                </a:highlight>
              </a:rPr>
              <a:t>. </a:t>
            </a:r>
            <a:endParaRPr lang="ko-KR" altLang="en-US" sz="1000" b="1" dirty="0">
              <a:highlight>
                <a:srgbClr val="FFFF00"/>
              </a:highlight>
            </a:endParaRP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4990B8AC-EB17-CFCA-2164-CBDDBA964B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744720" y="4232460"/>
            <a:ext cx="2236971" cy="1554480"/>
          </a:xfrm>
          <a:prstGeom prst="rect">
            <a:avLst/>
          </a:prstGeom>
        </p:spPr>
      </p:pic>
      <p:pic>
        <p:nvPicPr>
          <p:cNvPr id="52" name="그림 51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2B45F4-C8CE-AB56-374B-A58C0701EF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04" y="3982330"/>
            <a:ext cx="1757580" cy="144560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054C83C-A164-D919-9911-4F5E4EE955E4}"/>
              </a:ext>
            </a:extLst>
          </p:cNvPr>
          <p:cNvSpPr txBox="1"/>
          <p:nvPr/>
        </p:nvSpPr>
        <p:spPr>
          <a:xfrm>
            <a:off x="10619170" y="179839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highlight>
                  <a:srgbClr val="00FFFF"/>
                </a:highlight>
              </a:rPr>
              <a:t>무몰딩</a:t>
            </a:r>
            <a:r>
              <a:rPr lang="ko-KR" altLang="en-US" b="1" dirty="0">
                <a:highlight>
                  <a:srgbClr val="00FFFF"/>
                </a:highlight>
              </a:rPr>
              <a:t> 도배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37305E0-4B98-67C0-35D9-3A4FFB453581}"/>
              </a:ext>
            </a:extLst>
          </p:cNvPr>
          <p:cNvSpPr/>
          <p:nvPr/>
        </p:nvSpPr>
        <p:spPr>
          <a:xfrm>
            <a:off x="5028757" y="1304808"/>
            <a:ext cx="797252" cy="665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ACC6F5B-0636-1FBB-483A-B3C77B84375E}"/>
              </a:ext>
            </a:extLst>
          </p:cNvPr>
          <p:cNvSpPr/>
          <p:nvPr/>
        </p:nvSpPr>
        <p:spPr>
          <a:xfrm>
            <a:off x="2753580" y="2273807"/>
            <a:ext cx="169601" cy="1235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CDE78B-5F55-4D48-5C19-F65DA791CC34}"/>
              </a:ext>
            </a:extLst>
          </p:cNvPr>
          <p:cNvSpPr txBox="1"/>
          <p:nvPr/>
        </p:nvSpPr>
        <p:spPr>
          <a:xfrm>
            <a:off x="5010509" y="1073976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주방 간접조명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95E6CB-10AC-1463-A73F-C0759412561A}"/>
              </a:ext>
            </a:extLst>
          </p:cNvPr>
          <p:cNvSpPr txBox="1"/>
          <p:nvPr/>
        </p:nvSpPr>
        <p:spPr>
          <a:xfrm>
            <a:off x="1608711" y="2220159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>
                <a:highlight>
                  <a:srgbClr val="FFFF00"/>
                </a:highlight>
              </a:rPr>
              <a:t>전동커튼배선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A27F650D-A68E-9FDC-48C0-BCC8BD6DAC36}"/>
              </a:ext>
            </a:extLst>
          </p:cNvPr>
          <p:cNvCxnSpPr>
            <a:cxnSpLocks/>
          </p:cNvCxnSpPr>
          <p:nvPr/>
        </p:nvCxnSpPr>
        <p:spPr>
          <a:xfrm>
            <a:off x="2389187" y="2335575"/>
            <a:ext cx="3524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342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BAB94-180E-18C4-54C2-835E79B36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3376E5-A29A-B2D8-19FA-49E7E897C37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1263" y="1114740"/>
            <a:ext cx="8058738" cy="5697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9E9A39-FF0D-E6E0-9996-530E94EA994E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99E9A39-FF0D-E6E0-9996-530E94EA9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6D557F5-D21D-18FA-A3C7-30264CC74E4D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E6536CE-8429-6B14-555C-2E3C92291F3E}"/>
              </a:ext>
            </a:extLst>
          </p:cNvPr>
          <p:cNvSpPr/>
          <p:nvPr/>
        </p:nvSpPr>
        <p:spPr>
          <a:xfrm rot="5400000">
            <a:off x="5532892" y="505290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B0FB45C-E35A-139F-CC8E-CFB02086D83B}"/>
              </a:ext>
            </a:extLst>
          </p:cNvPr>
          <p:cNvSpPr/>
          <p:nvPr/>
        </p:nvSpPr>
        <p:spPr>
          <a:xfrm>
            <a:off x="4942310" y="445230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798B3C7-BE48-1B5E-738C-2417B5C3B51A}"/>
              </a:ext>
            </a:extLst>
          </p:cNvPr>
          <p:cNvSpPr/>
          <p:nvPr/>
        </p:nvSpPr>
        <p:spPr>
          <a:xfrm>
            <a:off x="5111247" y="460439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1E338-6B5C-1A21-C04B-D8D7B5697770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B8FAC-78C7-0460-00F0-73AEEA584D1B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73E8960-2117-5A36-457F-9B5BDEA74E85}"/>
              </a:ext>
            </a:extLst>
          </p:cNvPr>
          <p:cNvGrpSpPr/>
          <p:nvPr/>
        </p:nvGrpSpPr>
        <p:grpSpPr>
          <a:xfrm>
            <a:off x="4464387" y="4424721"/>
            <a:ext cx="98891" cy="1331233"/>
            <a:chOff x="4737834" y="4900127"/>
            <a:chExt cx="98891" cy="133123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9DC00CC-6A39-EC4B-0B27-5311FB777B1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8AB086E-82BC-70A8-4DC7-3B18B5F02E0F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79D8B8BF-2250-7059-ED0F-751AB00DC62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F1A05D41-04E3-E117-D3DA-0FA717BBC8CC}"/>
              </a:ext>
            </a:extLst>
          </p:cNvPr>
          <p:cNvGrpSpPr/>
          <p:nvPr/>
        </p:nvGrpSpPr>
        <p:grpSpPr>
          <a:xfrm rot="5400000">
            <a:off x="7637029" y="3807139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54C45017-5253-8338-22E9-580531653047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22F5AA9-8DA3-2153-2E16-4111DA40CB2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A72041B-B4E1-F020-DB26-65B2C8354F4A}"/>
              </a:ext>
            </a:extLst>
          </p:cNvPr>
          <p:cNvSpPr/>
          <p:nvPr/>
        </p:nvSpPr>
        <p:spPr>
          <a:xfrm flipV="1">
            <a:off x="8595617" y="2725018"/>
            <a:ext cx="98385" cy="8516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929476-BBB2-E7DA-F3CA-FC6501C63F10}"/>
              </a:ext>
            </a:extLst>
          </p:cNvPr>
          <p:cNvSpPr txBox="1"/>
          <p:nvPr/>
        </p:nvSpPr>
        <p:spPr>
          <a:xfrm>
            <a:off x="4367529" y="621346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8D9798E-DB4F-CDED-202A-AC47E2E45DF7}"/>
              </a:ext>
            </a:extLst>
          </p:cNvPr>
          <p:cNvCxnSpPr>
            <a:cxnSpLocks/>
          </p:cNvCxnSpPr>
          <p:nvPr/>
        </p:nvCxnSpPr>
        <p:spPr>
          <a:xfrm flipV="1">
            <a:off x="5908499" y="5705712"/>
            <a:ext cx="0" cy="566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D5403D08-8BC8-CE1B-DD40-AD7E1C75C06A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82577A3-BA87-BFD7-B144-19E9962382F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29DFCFE-6F45-4BB2-DA45-B00B2388000E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A50809F6-6FA3-A313-23B4-AA129FEBB105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FD0BBDC-1D02-7673-28B0-E80292878EBE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7124F106-0505-8E68-2BC5-A109ECC93F98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8418FF6-8C0F-3588-6EBB-4A181B15DE2D}"/>
              </a:ext>
            </a:extLst>
          </p:cNvPr>
          <p:cNvSpPr/>
          <p:nvPr/>
        </p:nvSpPr>
        <p:spPr>
          <a:xfrm rot="10800000" flipV="1">
            <a:off x="9554819" y="3467448"/>
            <a:ext cx="98385" cy="735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49F96A0-F3E8-84D6-F255-BB373B40FB0C}"/>
              </a:ext>
            </a:extLst>
          </p:cNvPr>
          <p:cNvGrpSpPr/>
          <p:nvPr/>
        </p:nvGrpSpPr>
        <p:grpSpPr>
          <a:xfrm>
            <a:off x="6597122" y="4422975"/>
            <a:ext cx="98891" cy="1331233"/>
            <a:chOff x="4737834" y="4900127"/>
            <a:chExt cx="98891" cy="13312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743552-0876-1BFC-DF23-A09B04716F1E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B5C8564E-6FBB-9F6D-1013-127C2401C44B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2E27B8E-D916-A4C4-1DE5-DA45007315E4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E2DB5E5-F26A-EEEF-7B39-F11B0F695412}"/>
              </a:ext>
            </a:extLst>
          </p:cNvPr>
          <p:cNvSpPr/>
          <p:nvPr/>
        </p:nvSpPr>
        <p:spPr>
          <a:xfrm rot="10800000" flipV="1">
            <a:off x="4266854" y="2834853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660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C40BD-C2C4-1479-E580-CBB88CF15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11ED0E-5E71-4BBA-2D22-8A64813F14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1263" y="1114740"/>
            <a:ext cx="8058738" cy="5697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FF8BE6-99FE-144B-C865-C1AC4A5B8838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FFF8BE6-99FE-144B-C865-C1AC4A5B88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54833F5-EB40-69F3-2064-CEBF9808162C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D30301-A57C-8442-51DE-1C9EEF160304}"/>
              </a:ext>
            </a:extLst>
          </p:cNvPr>
          <p:cNvSpPr/>
          <p:nvPr/>
        </p:nvSpPr>
        <p:spPr>
          <a:xfrm>
            <a:off x="3335874" y="5243264"/>
            <a:ext cx="9836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41CEC-1616-8379-FBA8-E23C76E71D3A}"/>
              </a:ext>
            </a:extLst>
          </p:cNvPr>
          <p:cNvSpPr txBox="1"/>
          <p:nvPr/>
        </p:nvSpPr>
        <p:spPr>
          <a:xfrm>
            <a:off x="2727744" y="451796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3EF083-E8B2-1722-6601-8B1B2F19DE85}"/>
              </a:ext>
            </a:extLst>
          </p:cNvPr>
          <p:cNvSpPr/>
          <p:nvPr/>
        </p:nvSpPr>
        <p:spPr>
          <a:xfrm rot="5400000">
            <a:off x="5532892" y="505290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1794011-9D50-6C2D-58AD-5F0158A0C7E3}"/>
              </a:ext>
            </a:extLst>
          </p:cNvPr>
          <p:cNvSpPr/>
          <p:nvPr/>
        </p:nvSpPr>
        <p:spPr>
          <a:xfrm>
            <a:off x="4942310" y="445230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AA0AA6-476E-EC7B-6353-C872ED75EB08}"/>
              </a:ext>
            </a:extLst>
          </p:cNvPr>
          <p:cNvSpPr/>
          <p:nvPr/>
        </p:nvSpPr>
        <p:spPr>
          <a:xfrm>
            <a:off x="5111247" y="460439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CD8A14-0A72-DC3F-AF13-80100037B990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5A03FA-40A7-F8F3-9428-4E2F192658B6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8508CB5-3CFA-D41C-EDED-FB47305412F6}"/>
              </a:ext>
            </a:extLst>
          </p:cNvPr>
          <p:cNvGrpSpPr/>
          <p:nvPr/>
        </p:nvGrpSpPr>
        <p:grpSpPr>
          <a:xfrm>
            <a:off x="4464387" y="4424721"/>
            <a:ext cx="98891" cy="1331233"/>
            <a:chOff x="4737834" y="4900127"/>
            <a:chExt cx="98891" cy="133123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F1554D3E-CCBB-49D0-5ECA-D366D1BB404A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CB2037E4-5EB1-FDF9-6066-A7DC166A0C40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DF0E4EF2-5A36-B513-BE32-72F70F54EDE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8C9B5AA-8456-31E2-AE03-E75CD7547DCD}"/>
              </a:ext>
            </a:extLst>
          </p:cNvPr>
          <p:cNvGrpSpPr/>
          <p:nvPr/>
        </p:nvGrpSpPr>
        <p:grpSpPr>
          <a:xfrm>
            <a:off x="4243585" y="4352769"/>
            <a:ext cx="98814" cy="596538"/>
            <a:chOff x="4737834" y="5000139"/>
            <a:chExt cx="98814" cy="59653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4AD01401-A832-5F1C-227B-44A62F22AA20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57D2A01D-CD6E-B80D-CC69-AD221BC79FDE}"/>
                </a:ext>
              </a:extLst>
            </p:cNvPr>
            <p:cNvSpPr/>
            <p:nvPr/>
          </p:nvSpPr>
          <p:spPr>
            <a:xfrm>
              <a:off x="4738263" y="549829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03018C0-B0A2-B4EB-C476-1E95954BD2FF}"/>
              </a:ext>
            </a:extLst>
          </p:cNvPr>
          <p:cNvGrpSpPr/>
          <p:nvPr/>
        </p:nvGrpSpPr>
        <p:grpSpPr>
          <a:xfrm>
            <a:off x="8049174" y="2907178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D7D88989-4E6F-CA6F-E8E9-F1C79F39351D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5C9AD0E7-EF4E-B5B5-AA25-8A5D014EDD83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F8F1F692-ECFC-CE8F-9281-341064B4BADB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B505633C-C9F3-1995-B997-7244B5A68AEE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D1DAB62-32B2-70C5-98C2-A4A1D980ACC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DC138F0B-D0CD-CB4C-96C1-027BB7E0B0BE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5A84B70A-074B-E11F-C2E6-FBE8F7C07AAC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385D0113-C2C8-5001-CC7A-B5E907D5D6E2}"/>
              </a:ext>
            </a:extLst>
          </p:cNvPr>
          <p:cNvGrpSpPr/>
          <p:nvPr/>
        </p:nvGrpSpPr>
        <p:grpSpPr>
          <a:xfrm rot="5400000">
            <a:off x="7637029" y="3807139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E6A8ED8-FD1B-39B5-E111-D28A0B9253F1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2AC79953-E2B6-3CC2-64C7-883C18094D6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065872B-2AB4-9E11-7913-2AA84135DA0D}"/>
              </a:ext>
            </a:extLst>
          </p:cNvPr>
          <p:cNvSpPr/>
          <p:nvPr/>
        </p:nvSpPr>
        <p:spPr>
          <a:xfrm flipV="1">
            <a:off x="8595617" y="2725018"/>
            <a:ext cx="98385" cy="8516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3F61DA-ADCB-4861-72ED-EEBD861493D0}"/>
              </a:ext>
            </a:extLst>
          </p:cNvPr>
          <p:cNvSpPr txBox="1"/>
          <p:nvPr/>
        </p:nvSpPr>
        <p:spPr>
          <a:xfrm>
            <a:off x="4367529" y="6213467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DD53D18-B6E0-73C3-DC44-23680BD0C3D4}"/>
              </a:ext>
            </a:extLst>
          </p:cNvPr>
          <p:cNvCxnSpPr>
            <a:cxnSpLocks/>
          </p:cNvCxnSpPr>
          <p:nvPr/>
        </p:nvCxnSpPr>
        <p:spPr>
          <a:xfrm flipV="1">
            <a:off x="5908499" y="5705712"/>
            <a:ext cx="0" cy="566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0208FCBD-44FB-3043-5396-2C2F481D16C0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BE8E559-061F-6CED-1ADA-74E37637BF04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6B8FECD-75F9-FA32-D7DA-79DC00434882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798BB1C8-A6A0-4769-8C22-F16D89FDF22D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4DED279D-54E7-7C6A-291D-7899AF002FC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A749AB83-95CB-FB6B-1541-039E4F0AB5F4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E23A6F-77D3-0A42-59E3-E2103767198F}"/>
              </a:ext>
            </a:extLst>
          </p:cNvPr>
          <p:cNvSpPr/>
          <p:nvPr/>
        </p:nvSpPr>
        <p:spPr>
          <a:xfrm rot="10800000" flipV="1">
            <a:off x="9554819" y="3467448"/>
            <a:ext cx="98385" cy="735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0AFC2D4-69C1-D3CA-3CA0-433E41AAAE1E}"/>
              </a:ext>
            </a:extLst>
          </p:cNvPr>
          <p:cNvGrpSpPr/>
          <p:nvPr/>
        </p:nvGrpSpPr>
        <p:grpSpPr>
          <a:xfrm>
            <a:off x="6597122" y="4422975"/>
            <a:ext cx="98891" cy="1331233"/>
            <a:chOff x="4737834" y="4900127"/>
            <a:chExt cx="98891" cy="13312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8D2C9ADF-3269-85AF-D229-439ECC9AE02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B7921BD-1FBB-1288-5689-3165351AA0A1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B6E316A-ADB0-41A7-CC9E-E9169BB4094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79354E1-BE67-A28A-3BF8-630CAE84CB80}"/>
              </a:ext>
            </a:extLst>
          </p:cNvPr>
          <p:cNvSpPr/>
          <p:nvPr/>
        </p:nvSpPr>
        <p:spPr>
          <a:xfrm rot="10800000" flipV="1">
            <a:off x="4266854" y="2834853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000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6424-801C-C0B5-ABC5-2155FC67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C68D6B-3CCB-494E-3DD3-A2C5DB57A7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1263" y="1114740"/>
            <a:ext cx="8058738" cy="5697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7123DF-F533-853E-0E44-C7F892201454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7123DF-F533-853E-0E44-C7F892201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D4A572A-629E-7386-62C9-A9D44F41C94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471AA5-2F65-6EBC-A36C-DE4E6A862E96}"/>
              </a:ext>
            </a:extLst>
          </p:cNvPr>
          <p:cNvSpPr/>
          <p:nvPr/>
        </p:nvSpPr>
        <p:spPr>
          <a:xfrm>
            <a:off x="3335874" y="5243264"/>
            <a:ext cx="9836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AFF68-DA74-75FD-2AEC-A2292561D05B}"/>
              </a:ext>
            </a:extLst>
          </p:cNvPr>
          <p:cNvSpPr txBox="1"/>
          <p:nvPr/>
        </p:nvSpPr>
        <p:spPr>
          <a:xfrm>
            <a:off x="2727744" y="451796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6E5C15-F9E4-9A65-02D0-7197CC295DA2}"/>
              </a:ext>
            </a:extLst>
          </p:cNvPr>
          <p:cNvSpPr/>
          <p:nvPr/>
        </p:nvSpPr>
        <p:spPr>
          <a:xfrm rot="5400000">
            <a:off x="5532892" y="505290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7ADDCD0-E927-ACF5-1F58-F8A90D19E6ED}"/>
              </a:ext>
            </a:extLst>
          </p:cNvPr>
          <p:cNvSpPr/>
          <p:nvPr/>
        </p:nvSpPr>
        <p:spPr>
          <a:xfrm>
            <a:off x="4942310" y="445230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622A5FC-3D59-287B-060C-660B88C30534}"/>
              </a:ext>
            </a:extLst>
          </p:cNvPr>
          <p:cNvSpPr/>
          <p:nvPr/>
        </p:nvSpPr>
        <p:spPr>
          <a:xfrm>
            <a:off x="5111247" y="460439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EC401-113C-A990-B2A8-6E86B68C5179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54F4D-52E7-9514-4EF1-2AD79A29345B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C0FE2E4D-2BB4-6839-AD53-8B1C24DDC7EE}"/>
              </a:ext>
            </a:extLst>
          </p:cNvPr>
          <p:cNvSpPr/>
          <p:nvPr/>
        </p:nvSpPr>
        <p:spPr>
          <a:xfrm>
            <a:off x="5290675" y="478771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2D8173-8010-D86B-9CD5-4C5A5BC9F352}"/>
              </a:ext>
            </a:extLst>
          </p:cNvPr>
          <p:cNvGrpSpPr/>
          <p:nvPr/>
        </p:nvGrpSpPr>
        <p:grpSpPr>
          <a:xfrm>
            <a:off x="4464387" y="4424721"/>
            <a:ext cx="98891" cy="1331233"/>
            <a:chOff x="4737834" y="4900127"/>
            <a:chExt cx="98891" cy="133123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1944965-9A0D-57D6-8EF8-47CED7F014E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526DF29-515E-8717-0F29-9827C8D8A6E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9B38EE9-E08F-77F4-355F-9937344DEE1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BF804DF-C33E-2F83-614C-4EE70832556F}"/>
              </a:ext>
            </a:extLst>
          </p:cNvPr>
          <p:cNvGrpSpPr/>
          <p:nvPr/>
        </p:nvGrpSpPr>
        <p:grpSpPr>
          <a:xfrm>
            <a:off x="4243585" y="4352769"/>
            <a:ext cx="98814" cy="596538"/>
            <a:chOff x="4737834" y="5000139"/>
            <a:chExt cx="98814" cy="59653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E95EFC9B-0D70-048C-9434-BD450DD50D23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9E9EE10-5B28-B4D0-4FED-F7A3C491F38D}"/>
                </a:ext>
              </a:extLst>
            </p:cNvPr>
            <p:cNvSpPr/>
            <p:nvPr/>
          </p:nvSpPr>
          <p:spPr>
            <a:xfrm>
              <a:off x="4738263" y="549829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D2B57D6-4935-84D7-0BE7-D90ACA2EC43F}"/>
              </a:ext>
            </a:extLst>
          </p:cNvPr>
          <p:cNvGrpSpPr/>
          <p:nvPr/>
        </p:nvGrpSpPr>
        <p:grpSpPr>
          <a:xfrm>
            <a:off x="8049174" y="2907178"/>
            <a:ext cx="468013" cy="542991"/>
            <a:chOff x="9191246" y="3797098"/>
            <a:chExt cx="468013" cy="542991"/>
          </a:xfrm>
          <a:solidFill>
            <a:srgbClr val="CC0000"/>
          </a:solidFill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73209D3-7A4E-375F-4F18-13B917A364A2}"/>
                </a:ext>
              </a:extLst>
            </p:cNvPr>
            <p:cNvGrpSpPr/>
            <p:nvPr/>
          </p:nvGrpSpPr>
          <p:grpSpPr>
            <a:xfrm>
              <a:off x="9560445" y="3799905"/>
              <a:ext cx="98814" cy="540184"/>
              <a:chOff x="46743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749001DE-B23F-D5D0-0498-E5D31666DA18}"/>
                  </a:ext>
                </a:extLst>
              </p:cNvPr>
              <p:cNvSpPr/>
              <p:nvPr/>
            </p:nvSpPr>
            <p:spPr>
              <a:xfrm>
                <a:off x="46743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0385D93B-F762-B002-23B8-1CDFBA384058}"/>
                  </a:ext>
                </a:extLst>
              </p:cNvPr>
              <p:cNvSpPr/>
              <p:nvPr/>
            </p:nvSpPr>
            <p:spPr>
              <a:xfrm>
                <a:off x="46747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별: 꼭짓점 7개 22">
              <a:extLst>
                <a:ext uri="{FF2B5EF4-FFF2-40B4-BE49-F238E27FC236}">
                  <a16:creationId xmlns:a16="http://schemas.microsoft.com/office/drawing/2014/main" id="{C25B663D-F271-E673-3673-50079EBD51C1}"/>
                </a:ext>
              </a:extLst>
            </p:cNvPr>
            <p:cNvSpPr/>
            <p:nvPr/>
          </p:nvSpPr>
          <p:spPr>
            <a:xfrm rot="5400000">
              <a:off x="9314937" y="3932172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3DC38041-4647-1B5A-15A8-C633AB3A7801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E3245628-3ECA-B835-5C88-3FAEF1F6F43A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733A3808-E432-5503-9807-5D9777701B58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2D85003-549D-C7BC-2BF8-251A8A1ED2F0}"/>
              </a:ext>
            </a:extLst>
          </p:cNvPr>
          <p:cNvGrpSpPr/>
          <p:nvPr/>
        </p:nvGrpSpPr>
        <p:grpSpPr>
          <a:xfrm rot="5400000">
            <a:off x="7637029" y="3807139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000720E-FAA0-3F5D-6695-4E2B6BA7EAFD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0581C3A-74FD-813A-C1BD-20E865971AC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DEB1B5F-8F90-4B5F-C4E9-7F702C9F25B7}"/>
              </a:ext>
            </a:extLst>
          </p:cNvPr>
          <p:cNvSpPr/>
          <p:nvPr/>
        </p:nvSpPr>
        <p:spPr>
          <a:xfrm flipV="1">
            <a:off x="8595617" y="2725018"/>
            <a:ext cx="98385" cy="8516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EAB6FC-8273-E5ED-E7C4-7259A6327794}"/>
              </a:ext>
            </a:extLst>
          </p:cNvPr>
          <p:cNvSpPr txBox="1"/>
          <p:nvPr/>
        </p:nvSpPr>
        <p:spPr>
          <a:xfrm>
            <a:off x="5732609" y="6236539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  <a:p>
            <a:r>
              <a:rPr lang="ko-KR" altLang="en-US" sz="1000" dirty="0">
                <a:highlight>
                  <a:srgbClr val="FFFF00"/>
                </a:highlight>
              </a:rPr>
              <a:t>라운드우물은 추가금액 발생 됩니다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endParaRPr lang="ko-KR" altLang="en-US" sz="1000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11B8CAC-70BE-AF5D-58F5-E8701DF4108D}"/>
              </a:ext>
            </a:extLst>
          </p:cNvPr>
          <p:cNvCxnSpPr>
            <a:cxnSpLocks/>
          </p:cNvCxnSpPr>
          <p:nvPr/>
        </p:nvCxnSpPr>
        <p:spPr>
          <a:xfrm flipV="1">
            <a:off x="5908499" y="5705712"/>
            <a:ext cx="0" cy="566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3EEB279-7A29-DD03-AF2D-74A35CDBEFD0}"/>
              </a:ext>
            </a:extLst>
          </p:cNvPr>
          <p:cNvSpPr txBox="1"/>
          <p:nvPr/>
        </p:nvSpPr>
        <p:spPr>
          <a:xfrm>
            <a:off x="3554331" y="6210935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9BF899F9-75B3-C2F0-2868-46EA966C0590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F72844-6841-3405-2432-385FDDB50FD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1740706-A182-D0A1-4978-C9ADE9E463A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D17FBB1-0A33-9AFF-6C9E-38E4B5BB798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0A768CA-76C1-EC33-6530-3D1A88B54F5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2AB82FC8-4E77-96DB-61C1-82B7686EFF6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F9A97A-2B06-A655-D720-213E3CB0778C}"/>
              </a:ext>
            </a:extLst>
          </p:cNvPr>
          <p:cNvSpPr/>
          <p:nvPr/>
        </p:nvSpPr>
        <p:spPr>
          <a:xfrm rot="10800000" flipV="1">
            <a:off x="9554819" y="3467448"/>
            <a:ext cx="98385" cy="735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77036D0-CF39-76E0-64B7-F8A0E5973FF0}"/>
              </a:ext>
            </a:extLst>
          </p:cNvPr>
          <p:cNvGrpSpPr/>
          <p:nvPr/>
        </p:nvGrpSpPr>
        <p:grpSpPr>
          <a:xfrm>
            <a:off x="6597122" y="4422975"/>
            <a:ext cx="98891" cy="1331233"/>
            <a:chOff x="4737834" y="4900127"/>
            <a:chExt cx="98891" cy="13312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FB2C980-3610-4483-0D4F-2ABF1C3179F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6169C06-06E6-BFAE-1EB3-81B4A0B3DC4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86817E-D624-7861-D452-5F49985064A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2866138-560F-F3E2-3C01-8547F5A9056A}"/>
              </a:ext>
            </a:extLst>
          </p:cNvPr>
          <p:cNvSpPr/>
          <p:nvPr/>
        </p:nvSpPr>
        <p:spPr>
          <a:xfrm rot="10800000" flipV="1">
            <a:off x="4266854" y="2834853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579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6424-801C-C0B5-ABC5-2155FC67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C68D6B-3CCB-494E-3DD3-A2C5DB57A7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1263" y="1114740"/>
            <a:ext cx="8058738" cy="5697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7123DF-F533-853E-0E44-C7F892201454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7123DF-F533-853E-0E44-C7F892201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D4A572A-629E-7386-62C9-A9D44F41C94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471AA5-2F65-6EBC-A36C-DE4E6A862E96}"/>
              </a:ext>
            </a:extLst>
          </p:cNvPr>
          <p:cNvSpPr/>
          <p:nvPr/>
        </p:nvSpPr>
        <p:spPr>
          <a:xfrm>
            <a:off x="3335874" y="5243264"/>
            <a:ext cx="9836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AFF68-DA74-75FD-2AEC-A2292561D05B}"/>
              </a:ext>
            </a:extLst>
          </p:cNvPr>
          <p:cNvSpPr txBox="1"/>
          <p:nvPr/>
        </p:nvSpPr>
        <p:spPr>
          <a:xfrm>
            <a:off x="2727744" y="451796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6E5C15-F9E4-9A65-02D0-7197CC295DA2}"/>
              </a:ext>
            </a:extLst>
          </p:cNvPr>
          <p:cNvSpPr/>
          <p:nvPr/>
        </p:nvSpPr>
        <p:spPr>
          <a:xfrm rot="5400000">
            <a:off x="5532892" y="505290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7ADDCD0-E927-ACF5-1F58-F8A90D19E6ED}"/>
              </a:ext>
            </a:extLst>
          </p:cNvPr>
          <p:cNvSpPr/>
          <p:nvPr/>
        </p:nvSpPr>
        <p:spPr>
          <a:xfrm>
            <a:off x="4942310" y="445230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622A5FC-3D59-287B-060C-660B88C30534}"/>
              </a:ext>
            </a:extLst>
          </p:cNvPr>
          <p:cNvSpPr/>
          <p:nvPr/>
        </p:nvSpPr>
        <p:spPr>
          <a:xfrm>
            <a:off x="5111247" y="460439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EC401-113C-A990-B2A8-6E86B68C5179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54F4D-52E7-9514-4EF1-2AD79A29345B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2D8173-8010-D86B-9CD5-4C5A5BC9F352}"/>
              </a:ext>
            </a:extLst>
          </p:cNvPr>
          <p:cNvGrpSpPr/>
          <p:nvPr/>
        </p:nvGrpSpPr>
        <p:grpSpPr>
          <a:xfrm>
            <a:off x="4464387" y="4424721"/>
            <a:ext cx="98891" cy="1331233"/>
            <a:chOff x="4737834" y="4900127"/>
            <a:chExt cx="98891" cy="133123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1944965-9A0D-57D6-8EF8-47CED7F014E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526DF29-515E-8717-0F29-9827C8D8A6E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9B38EE9-E08F-77F4-355F-9937344DEE1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BF804DF-C33E-2F83-614C-4EE70832556F}"/>
              </a:ext>
            </a:extLst>
          </p:cNvPr>
          <p:cNvGrpSpPr/>
          <p:nvPr/>
        </p:nvGrpSpPr>
        <p:grpSpPr>
          <a:xfrm>
            <a:off x="4243585" y="4352769"/>
            <a:ext cx="98814" cy="596538"/>
            <a:chOff x="4737834" y="5000139"/>
            <a:chExt cx="98814" cy="59653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E95EFC9B-0D70-048C-9434-BD450DD50D23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9E9EE10-5B28-B4D0-4FED-F7A3C491F38D}"/>
                </a:ext>
              </a:extLst>
            </p:cNvPr>
            <p:cNvSpPr/>
            <p:nvPr/>
          </p:nvSpPr>
          <p:spPr>
            <a:xfrm>
              <a:off x="4738263" y="549829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2D85003-549D-C7BC-2BF8-251A8A1ED2F0}"/>
              </a:ext>
            </a:extLst>
          </p:cNvPr>
          <p:cNvGrpSpPr/>
          <p:nvPr/>
        </p:nvGrpSpPr>
        <p:grpSpPr>
          <a:xfrm rot="5400000">
            <a:off x="7637029" y="3807139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000720E-FAA0-3F5D-6695-4E2B6BA7EAFD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0581C3A-74FD-813A-C1BD-20E865971AC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DEB1B5F-8F90-4B5F-C4E9-7F702C9F25B7}"/>
              </a:ext>
            </a:extLst>
          </p:cNvPr>
          <p:cNvSpPr/>
          <p:nvPr/>
        </p:nvSpPr>
        <p:spPr>
          <a:xfrm flipV="1">
            <a:off x="8595617" y="2725018"/>
            <a:ext cx="98385" cy="8516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EAB6FC-8273-E5ED-E7C4-7259A6327794}"/>
              </a:ext>
            </a:extLst>
          </p:cNvPr>
          <p:cNvSpPr txBox="1"/>
          <p:nvPr/>
        </p:nvSpPr>
        <p:spPr>
          <a:xfrm>
            <a:off x="4734026" y="6254670"/>
            <a:ext cx="2569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highlight>
                  <a:srgbClr val="FFFF00"/>
                </a:highlight>
              </a:rPr>
              <a:t>우물은 직각</a:t>
            </a:r>
            <a:r>
              <a:rPr lang="en-US" altLang="ko-KR" sz="1000" b="1" dirty="0">
                <a:highlight>
                  <a:srgbClr val="FFFF00"/>
                </a:highlight>
              </a:rPr>
              <a:t>/</a:t>
            </a:r>
            <a:r>
              <a:rPr lang="ko-KR" altLang="en-US" sz="1000" b="1" dirty="0">
                <a:highlight>
                  <a:srgbClr val="FFFF00"/>
                </a:highlight>
              </a:rPr>
              <a:t>라운드 중 선택 가능합니다</a:t>
            </a:r>
            <a:r>
              <a:rPr lang="en-US" altLang="ko-KR" sz="1000" b="1" dirty="0">
                <a:highlight>
                  <a:srgbClr val="FFFF00"/>
                </a:highlight>
              </a:rPr>
              <a:t>. </a:t>
            </a:r>
            <a:endParaRPr lang="ko-KR" altLang="en-US" sz="1000" b="1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11B8CAC-70BE-AF5D-58F5-E8701DF4108D}"/>
              </a:ext>
            </a:extLst>
          </p:cNvPr>
          <p:cNvCxnSpPr>
            <a:cxnSpLocks/>
          </p:cNvCxnSpPr>
          <p:nvPr/>
        </p:nvCxnSpPr>
        <p:spPr>
          <a:xfrm flipV="1">
            <a:off x="5609220" y="5713532"/>
            <a:ext cx="0" cy="548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13">
            <a:extLst>
              <a:ext uri="{FF2B5EF4-FFF2-40B4-BE49-F238E27FC236}">
                <a16:creationId xmlns:a16="http://schemas.microsoft.com/office/drawing/2014/main" id="{9BF899F9-75B3-C2F0-2868-46EA966C0590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F72844-6841-3405-2432-385FDDB50FD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1740706-A182-D0A1-4978-C9ADE9E463A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D17FBB1-0A33-9AFF-6C9E-38E4B5BB798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0A768CA-76C1-EC33-6530-3D1A88B54F5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2AB82FC8-4E77-96DB-61C1-82B7686EFF6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F9A97A-2B06-A655-D720-213E3CB0778C}"/>
              </a:ext>
            </a:extLst>
          </p:cNvPr>
          <p:cNvSpPr/>
          <p:nvPr/>
        </p:nvSpPr>
        <p:spPr>
          <a:xfrm rot="10800000" flipV="1">
            <a:off x="9554819" y="3467448"/>
            <a:ext cx="98385" cy="735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77036D0-CF39-76E0-64B7-F8A0E5973FF0}"/>
              </a:ext>
            </a:extLst>
          </p:cNvPr>
          <p:cNvGrpSpPr/>
          <p:nvPr/>
        </p:nvGrpSpPr>
        <p:grpSpPr>
          <a:xfrm>
            <a:off x="6597122" y="4422975"/>
            <a:ext cx="98891" cy="1331233"/>
            <a:chOff x="4737834" y="4900127"/>
            <a:chExt cx="98891" cy="13312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FB2C980-3610-4483-0D4F-2ABF1C3179F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6169C06-06E6-BFAE-1EB3-81B4A0B3DC4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86817E-D624-7861-D452-5F49985064A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2866138-560F-F3E2-3C01-8547F5A9056A}"/>
              </a:ext>
            </a:extLst>
          </p:cNvPr>
          <p:cNvSpPr/>
          <p:nvPr/>
        </p:nvSpPr>
        <p:spPr>
          <a:xfrm rot="10800000" flipV="1">
            <a:off x="4266854" y="2834853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B397AD-719E-BE2F-D5FF-337982353902}"/>
              </a:ext>
            </a:extLst>
          </p:cNvPr>
          <p:cNvSpPr txBox="1"/>
          <p:nvPr/>
        </p:nvSpPr>
        <p:spPr>
          <a:xfrm>
            <a:off x="10619170" y="179839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highlight>
                  <a:srgbClr val="00FFFF"/>
                </a:highlight>
              </a:rPr>
              <a:t>무몰딩</a:t>
            </a:r>
            <a:r>
              <a:rPr lang="ko-KR" altLang="en-US" b="1" dirty="0">
                <a:highlight>
                  <a:srgbClr val="00FFFF"/>
                </a:highlight>
              </a:rPr>
              <a:t> 도배</a:t>
            </a:r>
          </a:p>
        </p:txBody>
      </p:sp>
      <p:pic>
        <p:nvPicPr>
          <p:cNvPr id="54" name="그림 53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3E9CBF-409E-DFCC-8912-4A993ED8EE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9" y="2799922"/>
            <a:ext cx="1757580" cy="1445609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435D59C0-D157-B04A-501D-87DDA7EC1902}"/>
              </a:ext>
            </a:extLst>
          </p:cNvPr>
          <p:cNvSpPr/>
          <p:nvPr/>
        </p:nvSpPr>
        <p:spPr>
          <a:xfrm>
            <a:off x="5116590" y="1323917"/>
            <a:ext cx="797252" cy="665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FE5308F-5832-7AB2-977C-7DF8591D21EF}"/>
              </a:ext>
            </a:extLst>
          </p:cNvPr>
          <p:cNvSpPr/>
          <p:nvPr/>
        </p:nvSpPr>
        <p:spPr>
          <a:xfrm>
            <a:off x="4432161" y="5943624"/>
            <a:ext cx="169601" cy="1235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D29C1C-E104-C1F5-33BD-E8698173E17F}"/>
              </a:ext>
            </a:extLst>
          </p:cNvPr>
          <p:cNvSpPr txBox="1"/>
          <p:nvPr/>
        </p:nvSpPr>
        <p:spPr>
          <a:xfrm>
            <a:off x="5056596" y="103938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주방 간접조명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B5073B-145C-E8BE-67F6-AC34F5D72F49}"/>
              </a:ext>
            </a:extLst>
          </p:cNvPr>
          <p:cNvSpPr txBox="1"/>
          <p:nvPr/>
        </p:nvSpPr>
        <p:spPr>
          <a:xfrm>
            <a:off x="3903388" y="6262365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>
                <a:highlight>
                  <a:srgbClr val="FFFF00"/>
                </a:highlight>
              </a:rPr>
              <a:t>전동커튼배선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67CA30A-259D-8A80-1930-0C278A7B72D7}"/>
              </a:ext>
            </a:extLst>
          </p:cNvPr>
          <p:cNvCxnSpPr>
            <a:cxnSpLocks/>
          </p:cNvCxnSpPr>
          <p:nvPr/>
        </p:nvCxnSpPr>
        <p:spPr>
          <a:xfrm flipV="1">
            <a:off x="4513579" y="6096888"/>
            <a:ext cx="0" cy="192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801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B6424-801C-C0B5-ABC5-2155FC67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C68D6B-3CCB-494E-3DD3-A2C5DB57A7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01263" y="1114740"/>
            <a:ext cx="8058738" cy="5697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7123DF-F533-853E-0E44-C7F892201454}"/>
                  </a:ext>
                </a:extLst>
              </p:cNvPr>
              <p:cNvSpPr txBox="1"/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7123DF-F533-853E-0E44-C7F892201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9039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D4A572A-629E-7386-62C9-A9D44F41C945}"/>
              </a:ext>
            </a:extLst>
          </p:cNvPr>
          <p:cNvSpPr txBox="1"/>
          <p:nvPr/>
        </p:nvSpPr>
        <p:spPr>
          <a:xfrm>
            <a:off x="1871588" y="35071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E471AA5-2F65-6EBC-A36C-DE4E6A862E96}"/>
              </a:ext>
            </a:extLst>
          </p:cNvPr>
          <p:cNvSpPr/>
          <p:nvPr/>
        </p:nvSpPr>
        <p:spPr>
          <a:xfrm>
            <a:off x="3335874" y="5243264"/>
            <a:ext cx="983671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AFF68-DA74-75FD-2AEC-A2292561D05B}"/>
              </a:ext>
            </a:extLst>
          </p:cNvPr>
          <p:cNvSpPr txBox="1"/>
          <p:nvPr/>
        </p:nvSpPr>
        <p:spPr>
          <a:xfrm>
            <a:off x="2727744" y="451796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6E5C15-F9E4-9A65-02D0-7197CC295DA2}"/>
              </a:ext>
            </a:extLst>
          </p:cNvPr>
          <p:cNvSpPr/>
          <p:nvPr/>
        </p:nvSpPr>
        <p:spPr>
          <a:xfrm rot="5400000">
            <a:off x="5532892" y="5052907"/>
            <a:ext cx="102820" cy="191299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7ADDCD0-E927-ACF5-1F58-F8A90D19E6ED}"/>
              </a:ext>
            </a:extLst>
          </p:cNvPr>
          <p:cNvSpPr/>
          <p:nvPr/>
        </p:nvSpPr>
        <p:spPr>
          <a:xfrm>
            <a:off x="4942310" y="4452303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622A5FC-3D59-287B-060C-660B88C30534}"/>
              </a:ext>
            </a:extLst>
          </p:cNvPr>
          <p:cNvSpPr/>
          <p:nvPr/>
        </p:nvSpPr>
        <p:spPr>
          <a:xfrm>
            <a:off x="5111247" y="4604390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FEC401-113C-A990-B2A8-6E86B68C5179}"/>
              </a:ext>
            </a:extLst>
          </p:cNvPr>
          <p:cNvSpPr txBox="1"/>
          <p:nvPr/>
        </p:nvSpPr>
        <p:spPr>
          <a:xfrm>
            <a:off x="4663354" y="3934597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54F4D-52E7-9514-4EF1-2AD79A29345B}"/>
              </a:ext>
            </a:extLst>
          </p:cNvPr>
          <p:cNvSpPr txBox="1"/>
          <p:nvPr/>
        </p:nvSpPr>
        <p:spPr>
          <a:xfrm>
            <a:off x="91345" y="130745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C0FE2E4D-2BB4-6839-AD53-8B1C24DDC7EE}"/>
              </a:ext>
            </a:extLst>
          </p:cNvPr>
          <p:cNvSpPr/>
          <p:nvPr/>
        </p:nvSpPr>
        <p:spPr>
          <a:xfrm>
            <a:off x="5290675" y="4787718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2D8173-8010-D86B-9CD5-4C5A5BC9F352}"/>
              </a:ext>
            </a:extLst>
          </p:cNvPr>
          <p:cNvGrpSpPr/>
          <p:nvPr/>
        </p:nvGrpSpPr>
        <p:grpSpPr>
          <a:xfrm>
            <a:off x="4464387" y="4424721"/>
            <a:ext cx="98891" cy="1331233"/>
            <a:chOff x="4737834" y="4900127"/>
            <a:chExt cx="98891" cy="1331233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1944965-9A0D-57D6-8EF8-47CED7F014E2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526DF29-515E-8717-0F29-9827C8D8A6E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29B38EE9-E08F-77F4-355F-9937344DEE1B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BF804DF-C33E-2F83-614C-4EE70832556F}"/>
              </a:ext>
            </a:extLst>
          </p:cNvPr>
          <p:cNvGrpSpPr/>
          <p:nvPr/>
        </p:nvGrpSpPr>
        <p:grpSpPr>
          <a:xfrm>
            <a:off x="4243585" y="4352769"/>
            <a:ext cx="98814" cy="596538"/>
            <a:chOff x="4737834" y="5000139"/>
            <a:chExt cx="98814" cy="596538"/>
          </a:xfrm>
          <a:solidFill>
            <a:srgbClr val="00B0F0"/>
          </a:solidFill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E95EFC9B-0D70-048C-9434-BD450DD50D23}"/>
                </a:ext>
              </a:extLst>
            </p:cNvPr>
            <p:cNvSpPr/>
            <p:nvPr/>
          </p:nvSpPr>
          <p:spPr>
            <a:xfrm>
              <a:off x="4737834" y="5000139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D9E9EE10-5B28-B4D0-4FED-F7A3C491F38D}"/>
                </a:ext>
              </a:extLst>
            </p:cNvPr>
            <p:cNvSpPr/>
            <p:nvPr/>
          </p:nvSpPr>
          <p:spPr>
            <a:xfrm>
              <a:off x="4738263" y="5498292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2D85003-549D-C7BC-2BF8-251A8A1ED2F0}"/>
              </a:ext>
            </a:extLst>
          </p:cNvPr>
          <p:cNvGrpSpPr/>
          <p:nvPr/>
        </p:nvGrpSpPr>
        <p:grpSpPr>
          <a:xfrm rot="5400000">
            <a:off x="7637029" y="3807139"/>
            <a:ext cx="98810" cy="589697"/>
            <a:chOff x="4737838" y="5022064"/>
            <a:chExt cx="98810" cy="589697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000720E-FAA0-3F5D-6695-4E2B6BA7EAFD}"/>
                </a:ext>
              </a:extLst>
            </p:cNvPr>
            <p:cNvSpPr/>
            <p:nvPr/>
          </p:nvSpPr>
          <p:spPr>
            <a:xfrm>
              <a:off x="4737838" y="5022064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F0581C3A-74FD-813A-C1BD-20E865971AC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DEB1B5F-8F90-4B5F-C4E9-7F702C9F25B7}"/>
              </a:ext>
            </a:extLst>
          </p:cNvPr>
          <p:cNvSpPr/>
          <p:nvPr/>
        </p:nvSpPr>
        <p:spPr>
          <a:xfrm flipV="1">
            <a:off x="8595617" y="2725018"/>
            <a:ext cx="98385" cy="85161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EAB6FC-8273-E5ED-E7C4-7259A6327794}"/>
              </a:ext>
            </a:extLst>
          </p:cNvPr>
          <p:cNvSpPr txBox="1"/>
          <p:nvPr/>
        </p:nvSpPr>
        <p:spPr>
          <a:xfrm>
            <a:off x="4721326" y="6165898"/>
            <a:ext cx="2569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highlight>
                  <a:srgbClr val="FFFF00"/>
                </a:highlight>
              </a:rPr>
              <a:t>우물은 직각</a:t>
            </a:r>
            <a:r>
              <a:rPr lang="en-US" altLang="ko-KR" sz="1000" b="1" dirty="0">
                <a:highlight>
                  <a:srgbClr val="FFFF00"/>
                </a:highlight>
              </a:rPr>
              <a:t>/</a:t>
            </a:r>
            <a:r>
              <a:rPr lang="ko-KR" altLang="en-US" sz="1000" b="1" dirty="0">
                <a:highlight>
                  <a:srgbClr val="FFFF00"/>
                </a:highlight>
              </a:rPr>
              <a:t>라운드 중 선택 가능합니다</a:t>
            </a:r>
            <a:r>
              <a:rPr lang="en-US" altLang="ko-KR" sz="1000" b="1" dirty="0">
                <a:highlight>
                  <a:srgbClr val="FFFF00"/>
                </a:highlight>
              </a:rPr>
              <a:t>. </a:t>
            </a:r>
            <a:endParaRPr lang="ko-KR" altLang="en-US" sz="1000" b="1" dirty="0">
              <a:highlight>
                <a:srgbClr val="FFFF00"/>
              </a:highlight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11B8CAC-70BE-AF5D-58F5-E8701DF4108D}"/>
              </a:ext>
            </a:extLst>
          </p:cNvPr>
          <p:cNvCxnSpPr>
            <a:cxnSpLocks/>
          </p:cNvCxnSpPr>
          <p:nvPr/>
        </p:nvCxnSpPr>
        <p:spPr>
          <a:xfrm flipV="1">
            <a:off x="5609220" y="5713532"/>
            <a:ext cx="0" cy="447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3EEB279-7A29-DD03-AF2D-74A35CDBEFD0}"/>
              </a:ext>
            </a:extLst>
          </p:cNvPr>
          <p:cNvSpPr txBox="1"/>
          <p:nvPr/>
        </p:nvSpPr>
        <p:spPr>
          <a:xfrm>
            <a:off x="4729644" y="6375590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9BF899F9-75B3-C2F0-2868-46EA966C0590}"/>
              </a:ext>
            </a:extLst>
          </p:cNvPr>
          <p:cNvSpPr txBox="1"/>
          <p:nvPr/>
        </p:nvSpPr>
        <p:spPr>
          <a:xfrm>
            <a:off x="152584" y="82441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F72844-6841-3405-2432-385FDDB50FD9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1740706-A182-D0A1-4978-C9ADE9E463A5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D17FBB1-0A33-9AFF-6C9E-38E4B5BB798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50A768CA-76C1-EC33-6530-3D1A88B54F5A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2AB82FC8-4E77-96DB-61C1-82B7686EFF6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F9A97A-2B06-A655-D720-213E3CB0778C}"/>
              </a:ext>
            </a:extLst>
          </p:cNvPr>
          <p:cNvSpPr/>
          <p:nvPr/>
        </p:nvSpPr>
        <p:spPr>
          <a:xfrm rot="10800000" flipV="1">
            <a:off x="9554819" y="3467448"/>
            <a:ext cx="98385" cy="7353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77036D0-CF39-76E0-64B7-F8A0E5973FF0}"/>
              </a:ext>
            </a:extLst>
          </p:cNvPr>
          <p:cNvGrpSpPr/>
          <p:nvPr/>
        </p:nvGrpSpPr>
        <p:grpSpPr>
          <a:xfrm>
            <a:off x="6597122" y="4422975"/>
            <a:ext cx="98891" cy="1331233"/>
            <a:chOff x="4737834" y="4900127"/>
            <a:chExt cx="98891" cy="1331233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6FB2C980-3610-4483-0D4F-2ABF1C3179F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06169C06-06E6-BFAE-1EB3-81B4A0B3DC4E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C86817E-D624-7861-D452-5F49985064AA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2866138-560F-F3E2-3C01-8547F5A9056A}"/>
              </a:ext>
            </a:extLst>
          </p:cNvPr>
          <p:cNvSpPr/>
          <p:nvPr/>
        </p:nvSpPr>
        <p:spPr>
          <a:xfrm rot="10800000" flipV="1">
            <a:off x="4266854" y="2834853"/>
            <a:ext cx="98385" cy="7353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A6E656F5-CEB1-D033-6826-9E80FA115E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20" b="-1"/>
          <a:stretch>
            <a:fillRect/>
          </a:stretch>
        </p:blipFill>
        <p:spPr>
          <a:xfrm>
            <a:off x="9912591" y="5224622"/>
            <a:ext cx="2236971" cy="155448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20B397AD-719E-BE2F-D5FF-337982353902}"/>
              </a:ext>
            </a:extLst>
          </p:cNvPr>
          <p:cNvSpPr txBox="1"/>
          <p:nvPr/>
        </p:nvSpPr>
        <p:spPr>
          <a:xfrm>
            <a:off x="10619170" y="179839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highlight>
                  <a:srgbClr val="00FFFF"/>
                </a:highlight>
              </a:rPr>
              <a:t>무몰딩</a:t>
            </a:r>
            <a:r>
              <a:rPr lang="ko-KR" altLang="en-US" b="1" dirty="0">
                <a:highlight>
                  <a:srgbClr val="00FFFF"/>
                </a:highlight>
              </a:rPr>
              <a:t> 도배</a:t>
            </a:r>
          </a:p>
        </p:txBody>
      </p:sp>
      <p:pic>
        <p:nvPicPr>
          <p:cNvPr id="54" name="그림 53" descr="텍스트, 스크린샷, 리모컨, 전자 기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3E9CBF-409E-DFCC-8912-4A993ED8EE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49" y="2799922"/>
            <a:ext cx="1757580" cy="1445609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435D59C0-D157-B04A-501D-87DDA7EC1902}"/>
              </a:ext>
            </a:extLst>
          </p:cNvPr>
          <p:cNvSpPr/>
          <p:nvPr/>
        </p:nvSpPr>
        <p:spPr>
          <a:xfrm>
            <a:off x="5116590" y="1323917"/>
            <a:ext cx="797252" cy="6652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FE5308F-5832-7AB2-977C-7DF8591D21EF}"/>
              </a:ext>
            </a:extLst>
          </p:cNvPr>
          <p:cNvSpPr/>
          <p:nvPr/>
        </p:nvSpPr>
        <p:spPr>
          <a:xfrm>
            <a:off x="4432161" y="5943624"/>
            <a:ext cx="169601" cy="12353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D29C1C-E104-C1F5-33BD-E8698173E17F}"/>
              </a:ext>
            </a:extLst>
          </p:cNvPr>
          <p:cNvSpPr txBox="1"/>
          <p:nvPr/>
        </p:nvSpPr>
        <p:spPr>
          <a:xfrm>
            <a:off x="5056596" y="103938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highlight>
                  <a:srgbClr val="FFFF00"/>
                </a:highlight>
              </a:rPr>
              <a:t>주방 간접조명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B5073B-145C-E8BE-67F6-AC34F5D72F49}"/>
              </a:ext>
            </a:extLst>
          </p:cNvPr>
          <p:cNvSpPr txBox="1"/>
          <p:nvPr/>
        </p:nvSpPr>
        <p:spPr>
          <a:xfrm>
            <a:off x="3903388" y="6262365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>
                <a:highlight>
                  <a:srgbClr val="FFFF00"/>
                </a:highlight>
              </a:rPr>
              <a:t>전동커튼배선</a:t>
            </a:r>
            <a:endParaRPr lang="ko-KR" altLang="en-US" sz="900" b="1" dirty="0">
              <a:highlight>
                <a:srgbClr val="FFFF00"/>
              </a:highlight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267CA30A-259D-8A80-1930-0C278A7B72D7}"/>
              </a:ext>
            </a:extLst>
          </p:cNvPr>
          <p:cNvCxnSpPr>
            <a:cxnSpLocks/>
          </p:cNvCxnSpPr>
          <p:nvPr/>
        </p:nvCxnSpPr>
        <p:spPr>
          <a:xfrm flipV="1">
            <a:off x="4513579" y="6096888"/>
            <a:ext cx="0" cy="192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535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13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2026-07-09T01:08:18Z</dcterms:created>
  <dcterms:modified xsi:type="dcterms:W3CDTF">2026-07-28T01:54:07Z</dcterms:modified>
</cp:coreProperties>
</file>