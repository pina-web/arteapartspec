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8"/>
  </p:notesMasterIdLst>
  <p:sldIdLst>
    <p:sldId id="508" r:id="rId14"/>
    <p:sldId id="521" r:id="rId15"/>
    <p:sldId id="520" r:id="rId16"/>
    <p:sldId id="509" r:id="rId17"/>
    <p:sldId id="523" r:id="rId18"/>
    <p:sldId id="522" r:id="rId19"/>
    <p:sldId id="535" r:id="rId20"/>
    <p:sldId id="510" r:id="rId21"/>
    <p:sldId id="525" r:id="rId22"/>
    <p:sldId id="524" r:id="rId23"/>
    <p:sldId id="533" r:id="rId24"/>
    <p:sldId id="534" r:id="rId25"/>
    <p:sldId id="537" r:id="rId26"/>
    <p:sldId id="538" r:id="rId27"/>
    <p:sldId id="549" r:id="rId28"/>
    <p:sldId id="512" r:id="rId29"/>
    <p:sldId id="527" r:id="rId30"/>
    <p:sldId id="526" r:id="rId31"/>
    <p:sldId id="513" r:id="rId32"/>
    <p:sldId id="529" r:id="rId33"/>
    <p:sldId id="528" r:id="rId34"/>
    <p:sldId id="514" r:id="rId35"/>
    <p:sldId id="531" r:id="rId36"/>
    <p:sldId id="530" r:id="rId37"/>
    <p:sldId id="539" r:id="rId38"/>
    <p:sldId id="540" r:id="rId39"/>
    <p:sldId id="547" r:id="rId4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84A" id="{CA9BBD8B-75A2-4D7E-910E-8F71795ED8E2}">
          <p14:sldIdLst>
            <p14:sldId id="508"/>
            <p14:sldId id="521"/>
            <p14:sldId id="520"/>
          </p14:sldIdLst>
        </p14:section>
        <p14:section name="84A1" id="{672F1A06-9EF0-4E48-B56C-D0F7E4DBA6B2}">
          <p14:sldIdLst>
            <p14:sldId id="509"/>
            <p14:sldId id="523"/>
            <p14:sldId id="522"/>
            <p14:sldId id="535"/>
          </p14:sldIdLst>
        </p14:section>
        <p14:section name="84B" id="{3AF961EE-3016-48BA-9321-1717D4BE8F2E}">
          <p14:sldIdLst>
            <p14:sldId id="510"/>
            <p14:sldId id="525"/>
            <p14:sldId id="524"/>
            <p14:sldId id="533"/>
            <p14:sldId id="534"/>
            <p14:sldId id="537"/>
            <p14:sldId id="538"/>
            <p14:sldId id="549"/>
          </p14:sldIdLst>
        </p14:section>
        <p14:section name="84C" id="{0959FA4B-5B74-41F6-8F61-3F6ABF03039A}">
          <p14:sldIdLst>
            <p14:sldId id="512"/>
            <p14:sldId id="527"/>
            <p14:sldId id="526"/>
          </p14:sldIdLst>
        </p14:section>
        <p14:section name="84C1" id="{FBCA620B-8254-45DA-95D1-62A8B383EE60}">
          <p14:sldIdLst>
            <p14:sldId id="513"/>
            <p14:sldId id="529"/>
            <p14:sldId id="528"/>
          </p14:sldIdLst>
        </p14:section>
        <p14:section name="94" id="{9E962D18-F6C7-4B5D-9C7D-07AE4F13D8F2}">
          <p14:sldIdLst>
            <p14:sldId id="514"/>
            <p14:sldId id="531"/>
            <p14:sldId id="530"/>
            <p14:sldId id="539"/>
            <p14:sldId id="540"/>
          </p14:sldIdLst>
        </p14:section>
        <p14:section name="84OB1" id="{5048883A-1FD8-4D7A-9F98-F19B24810568}">
          <p14:sldIdLst>
            <p14:sldId id="54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658E565-E25E-4CDC-91E3-4BB4543D4C74}" v="2" dt="2026-09-19T08:21:37.03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46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4" Type="http://schemas.openxmlformats.org/officeDocument/2006/relationships/slide" Target="slides/slide43.xml"/><Relationship Id="rId48" Type="http://schemas.openxmlformats.org/officeDocument/2006/relationships/notesMaster" Target="notesMasters/notesMaster1.xml"/><Relationship Id="rId49" Type="http://schemas.openxmlformats.org/officeDocument/2006/relationships/presProps" Target="presProps.xml"/><Relationship Id="rId50" Type="http://schemas.openxmlformats.org/officeDocument/2006/relationships/viewProps" Target="viewProps.xml"/><Relationship Id="rId51" Type="http://schemas.openxmlformats.org/officeDocument/2006/relationships/theme" Target="theme/theme1.xml"/><Relationship Id="rId52" Type="http://schemas.openxmlformats.org/officeDocument/2006/relationships/tableStyles" Target="tableStyles.xml"/><Relationship Id="rId53" Type="http://schemas.microsoft.com/office/2016/11/relationships/changesInfo" Target="changesInfos/changesInfo1.xml"/><Relationship Id="rId5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진옥화" userId="20b55f0b-5a9b-4958-9543-f5cbd24a6a07" providerId="ADAL" clId="{6E6372EA-800A-466F-BA92-E51853A535FD}"/>
    <pc:docChg chg="custSel addSld modSld">
      <pc:chgData name="진옥화" userId="20b55f0b-5a9b-4958-9543-f5cbd24a6a07" providerId="ADAL" clId="{6E6372EA-800A-466F-BA92-E51853A535FD}" dt="2026-09-19T08:22:22.096" v="63" actId="1037"/>
      <pc:docMkLst>
        <pc:docMk/>
      </pc:docMkLst>
      <pc:sldChg chg="addSp delSp modSp mod">
        <pc:chgData name="진옥화" userId="20b55f0b-5a9b-4958-9543-f5cbd24a6a07" providerId="ADAL" clId="{6E6372EA-800A-466F-BA92-E51853A535FD}" dt="2026-09-19T08:20:37.912" v="5" actId="1076"/>
        <pc:sldMkLst>
          <pc:docMk/>
          <pc:sldMk cId="2892711138" sldId="537"/>
        </pc:sldMkLst>
        <pc:spChg chg="mod">
          <ac:chgData name="진옥화" userId="20b55f0b-5a9b-4958-9543-f5cbd24a6a07" providerId="ADAL" clId="{6E6372EA-800A-466F-BA92-E51853A535FD}" dt="2026-09-19T08:20:23.402" v="3" actId="1076"/>
          <ac:spMkLst>
            <pc:docMk/>
            <pc:sldMk cId="2892711138" sldId="537"/>
            <ac:spMk id="55" creationId="{6595A07E-D9B9-37A0-3344-99BD011F7DAE}"/>
          </ac:spMkLst>
        </pc:spChg>
        <pc:spChg chg="del">
          <ac:chgData name="진옥화" userId="20b55f0b-5a9b-4958-9543-f5cbd24a6a07" providerId="ADAL" clId="{6E6372EA-800A-466F-BA92-E51853A535FD}" dt="2026-09-19T08:20:21.638" v="2" actId="478"/>
          <ac:spMkLst>
            <pc:docMk/>
            <pc:sldMk cId="2892711138" sldId="537"/>
            <ac:spMk id="76" creationId="{33373FA8-9C88-F678-58E0-3CD2E5F4562C}"/>
          </ac:spMkLst>
        </pc:spChg>
        <pc:grpChg chg="mod">
          <ac:chgData name="진옥화" userId="20b55f0b-5a9b-4958-9543-f5cbd24a6a07" providerId="ADAL" clId="{6E6372EA-800A-466F-BA92-E51853A535FD}" dt="2026-09-19T08:20:08.026" v="1" actId="1076"/>
          <ac:grpSpMkLst>
            <pc:docMk/>
            <pc:sldMk cId="2892711138" sldId="537"/>
            <ac:grpSpMk id="25" creationId="{52804BAC-771B-BB57-B4F8-369577CB0E00}"/>
          </ac:grpSpMkLst>
        </pc:grpChg>
        <pc:picChg chg="add mod">
          <ac:chgData name="진옥화" userId="20b55f0b-5a9b-4958-9543-f5cbd24a6a07" providerId="ADAL" clId="{6E6372EA-800A-466F-BA92-E51853A535FD}" dt="2026-09-19T08:20:37.912" v="5" actId="1076"/>
          <ac:picMkLst>
            <pc:docMk/>
            <pc:sldMk cId="2892711138" sldId="537"/>
            <ac:picMk id="7" creationId="{0C51D166-9E22-E766-67F3-8952724815F4}"/>
          </ac:picMkLst>
        </pc:picChg>
        <pc:picChg chg="del">
          <ac:chgData name="진옥화" userId="20b55f0b-5a9b-4958-9543-f5cbd24a6a07" providerId="ADAL" clId="{6E6372EA-800A-466F-BA92-E51853A535FD}" dt="2026-09-19T08:20:06.639" v="0" actId="478"/>
          <ac:picMkLst>
            <pc:docMk/>
            <pc:sldMk cId="2892711138" sldId="537"/>
            <ac:picMk id="29" creationId="{AE41AF3A-F376-7A24-23C1-B06288E38F54}"/>
          </ac:picMkLst>
        </pc:picChg>
      </pc:sldChg>
      <pc:sldChg chg="addSp delSp modSp mod">
        <pc:chgData name="진옥화" userId="20b55f0b-5a9b-4958-9543-f5cbd24a6a07" providerId="ADAL" clId="{6E6372EA-800A-466F-BA92-E51853A535FD}" dt="2026-09-19T08:22:22.096" v="63" actId="1037"/>
        <pc:sldMkLst>
          <pc:docMk/>
          <pc:sldMk cId="3808555907" sldId="538"/>
        </pc:sldMkLst>
        <pc:spChg chg="mod">
          <ac:chgData name="진옥화" userId="20b55f0b-5a9b-4958-9543-f5cbd24a6a07" providerId="ADAL" clId="{6E6372EA-800A-466F-BA92-E51853A535FD}" dt="2026-09-19T08:21:41.148" v="34" actId="1076"/>
          <ac:spMkLst>
            <pc:docMk/>
            <pc:sldMk cId="3808555907" sldId="538"/>
            <ac:spMk id="7" creationId="{BC56B10B-EA06-4A79-482B-93E360207400}"/>
          </ac:spMkLst>
        </pc:spChg>
        <pc:spChg chg="mod">
          <ac:chgData name="진옥화" userId="20b55f0b-5a9b-4958-9543-f5cbd24a6a07" providerId="ADAL" clId="{6E6372EA-800A-466F-BA92-E51853A535FD}" dt="2026-09-19T08:22:11.655" v="55" actId="20577"/>
          <ac:spMkLst>
            <pc:docMk/>
            <pc:sldMk cId="3808555907" sldId="538"/>
            <ac:spMk id="13" creationId="{2C765446-E8A7-832D-55D2-94A2CF2D27F6}"/>
          </ac:spMkLst>
        </pc:spChg>
        <pc:spChg chg="add mod">
          <ac:chgData name="진옥화" userId="20b55f0b-5a9b-4958-9543-f5cbd24a6a07" providerId="ADAL" clId="{6E6372EA-800A-466F-BA92-E51853A535FD}" dt="2026-09-19T08:21:45.552" v="36" actId="1076"/>
          <ac:spMkLst>
            <pc:docMk/>
            <pc:sldMk cId="3808555907" sldId="538"/>
            <ac:spMk id="15" creationId="{FC5EAF7D-F262-EE5E-4221-AA0079A8625D}"/>
          </ac:spMkLst>
        </pc:spChg>
        <pc:spChg chg="add mod">
          <ac:chgData name="진옥화" userId="20b55f0b-5a9b-4958-9543-f5cbd24a6a07" providerId="ADAL" clId="{6E6372EA-800A-466F-BA92-E51853A535FD}" dt="2026-09-19T08:22:22.096" v="63" actId="1037"/>
          <ac:spMkLst>
            <pc:docMk/>
            <pc:sldMk cId="3808555907" sldId="538"/>
            <ac:spMk id="17" creationId="{DA7F4A37-E478-CD0C-9CB1-EF527443362A}"/>
          </ac:spMkLst>
        </pc:spChg>
        <pc:spChg chg="del">
          <ac:chgData name="진옥화" userId="20b55f0b-5a9b-4958-9543-f5cbd24a6a07" providerId="ADAL" clId="{6E6372EA-800A-466F-BA92-E51853A535FD}" dt="2026-09-19T08:21:04.754" v="14" actId="478"/>
          <ac:spMkLst>
            <pc:docMk/>
            <pc:sldMk cId="3808555907" sldId="538"/>
            <ac:spMk id="46" creationId="{41FF9996-83F0-BCDC-EB50-E660268F8F74}"/>
          </ac:spMkLst>
        </pc:spChg>
        <pc:spChg chg="mod">
          <ac:chgData name="진옥화" userId="20b55f0b-5a9b-4958-9543-f5cbd24a6a07" providerId="ADAL" clId="{6E6372EA-800A-466F-BA92-E51853A535FD}" dt="2026-09-19T08:21:29.028" v="32" actId="20577"/>
          <ac:spMkLst>
            <pc:docMk/>
            <pc:sldMk cId="3808555907" sldId="538"/>
            <ac:spMk id="75" creationId="{5DD46E2E-B805-1ECD-7915-09B0665BB4CF}"/>
          </ac:spMkLst>
        </pc:spChg>
        <pc:grpChg chg="add mod">
          <ac:chgData name="진옥화" userId="20b55f0b-5a9b-4958-9543-f5cbd24a6a07" providerId="ADAL" clId="{6E6372EA-800A-466F-BA92-E51853A535FD}" dt="2026-09-19T08:21:37.029" v="33"/>
          <ac:grpSpMkLst>
            <pc:docMk/>
            <pc:sldMk cId="3808555907" sldId="538"/>
            <ac:grpSpMk id="11" creationId="{48E39474-6E45-4D9A-D117-A5CAA3FC27F9}"/>
          </ac:grpSpMkLst>
        </pc:grpChg>
        <pc:grpChg chg="del">
          <ac:chgData name="진옥화" userId="20b55f0b-5a9b-4958-9543-f5cbd24a6a07" providerId="ADAL" clId="{6E6372EA-800A-466F-BA92-E51853A535FD}" dt="2026-09-19T08:20:54.462" v="11" actId="478"/>
          <ac:grpSpMkLst>
            <pc:docMk/>
            <pc:sldMk cId="3808555907" sldId="538"/>
            <ac:grpSpMk id="30" creationId="{4E652315-69BD-9DC1-AD06-57F9DDCB2E39}"/>
          </ac:grpSpMkLst>
        </pc:grpChg>
        <pc:grpChg chg="del">
          <ac:chgData name="진옥화" userId="20b55f0b-5a9b-4958-9543-f5cbd24a6a07" providerId="ADAL" clId="{6E6372EA-800A-466F-BA92-E51853A535FD}" dt="2026-09-19T08:21:03.098" v="13" actId="478"/>
          <ac:grpSpMkLst>
            <pc:docMk/>
            <pc:sldMk cId="3808555907" sldId="538"/>
            <ac:grpSpMk id="34" creationId="{86A237DD-D69F-9624-6508-0B94726550B2}"/>
          </ac:grpSpMkLst>
        </pc:grpChg>
        <pc:grpChg chg="del">
          <ac:chgData name="진옥화" userId="20b55f0b-5a9b-4958-9543-f5cbd24a6a07" providerId="ADAL" clId="{6E6372EA-800A-466F-BA92-E51853A535FD}" dt="2026-09-19T08:21:01.495" v="12" actId="478"/>
          <ac:grpSpMkLst>
            <pc:docMk/>
            <pc:sldMk cId="3808555907" sldId="538"/>
            <ac:grpSpMk id="96" creationId="{9E1DEBC3-CE7C-23E4-53E3-E651F42CA036}"/>
          </ac:grpSpMkLst>
        </pc:grpChg>
        <pc:picChg chg="add mod">
          <ac:chgData name="진옥화" userId="20b55f0b-5a9b-4958-9543-f5cbd24a6a07" providerId="ADAL" clId="{6E6372EA-800A-466F-BA92-E51853A535FD}" dt="2026-09-19T08:20:43.270" v="9" actId="1076"/>
          <ac:picMkLst>
            <pc:docMk/>
            <pc:sldMk cId="3808555907" sldId="538"/>
            <ac:picMk id="10" creationId="{53FFFDB8-3C55-C9EF-C4E0-18D6D3285917}"/>
          </ac:picMkLst>
        </pc:picChg>
        <pc:picChg chg="mod">
          <ac:chgData name="진옥화" userId="20b55f0b-5a9b-4958-9543-f5cbd24a6a07" providerId="ADAL" clId="{6E6372EA-800A-466F-BA92-E51853A535FD}" dt="2026-09-19T08:21:37.029" v="33"/>
          <ac:picMkLst>
            <pc:docMk/>
            <pc:sldMk cId="3808555907" sldId="538"/>
            <ac:picMk id="12" creationId="{AC3A10AE-B22D-137D-76F1-9B06D2F1482E}"/>
          </ac:picMkLst>
        </pc:picChg>
        <pc:picChg chg="del mod">
          <ac:chgData name="진옥화" userId="20b55f0b-5a9b-4958-9543-f5cbd24a6a07" providerId="ADAL" clId="{6E6372EA-800A-466F-BA92-E51853A535FD}" dt="2026-09-19T08:20:41.197" v="8" actId="478"/>
          <ac:picMkLst>
            <pc:docMk/>
            <pc:sldMk cId="3808555907" sldId="538"/>
            <ac:picMk id="29" creationId="{AE41AF3A-F376-7A24-23C1-B06288E38F54}"/>
          </ac:picMkLst>
        </pc:picChg>
      </pc:sldChg>
      <pc:sldChg chg="add">
        <pc:chgData name="진옥화" userId="20b55f0b-5a9b-4958-9543-f5cbd24a6a07" providerId="ADAL" clId="{6E6372EA-800A-466F-BA92-E51853A535FD}" dt="2026-09-19T08:20:52.140" v="10"/>
        <pc:sldMkLst>
          <pc:docMk/>
          <pc:sldMk cId="1867671207" sldId="549"/>
        </pc:sldMkLst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35D68C-8205-4D74-9E2F-C94B8DB786AA}" type="datetimeFigureOut">
              <a:rPr lang="ko-KR" altLang="en-US" smtClean="0"/>
              <a:t>2026-09-19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B49FB4-AD8C-4A0F-8E0B-18C4962A8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19727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514C21-2E58-0D22-3B5A-9373ABF342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7A4A2E9-B206-00AA-19D6-8933E3ED33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1DA14B5-1873-A89A-8016-E02551AD12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A9F6C-B84E-4779-A867-FFE0B67605F1}" type="datetimeFigureOut">
              <a:rPr lang="ko-KR" altLang="en-US" smtClean="0"/>
              <a:t>2026-09-19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BE79ECB-B3E7-5413-26BD-21E82F24BF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CD48EEA-6B66-8A76-91AD-BE047C5645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61C90-15EC-4607-8AFF-A32BF4CC5B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12270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BC117A9-627D-A4BC-16BA-415415D474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A12E5DC-995B-171E-1152-A016C9DC0A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C350EC3-9697-2BEB-B009-76A3841DA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A9F6C-B84E-4779-A867-FFE0B67605F1}" type="datetimeFigureOut">
              <a:rPr lang="ko-KR" altLang="en-US" smtClean="0"/>
              <a:t>2026-09-19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5AB8B36-811F-8FB0-5458-1F22EA53BA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081B8A9-0462-71DC-5F70-A76E4B398F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61C90-15EC-4607-8AFF-A32BF4CC5B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99492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857776-BBEB-9D2C-8EF8-C2C7CEB3B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A32EB2B-B1A0-B477-EED8-F9452303A6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5902356-1C1A-E92B-8E64-F657A79928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A9F6C-B84E-4779-A867-FFE0B67605F1}" type="datetimeFigureOut">
              <a:rPr lang="ko-KR" altLang="en-US" smtClean="0"/>
              <a:t>2026-09-19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5A8ED85-4B34-2B13-6C32-C0063E985F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E0E3FDE-4E0C-11C9-3C53-96BE35ED31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61C90-15EC-4607-8AFF-A32BF4CC5B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19076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92A1FB-9870-E97D-065E-3020FDCFF8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C1A18FF-5751-CF11-E92E-322A75E0BD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9AAF118-7DD1-6741-8CB9-95155B377F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1216C86-DC34-1455-2281-145A3E2163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A9F6C-B84E-4779-A867-FFE0B67605F1}" type="datetimeFigureOut">
              <a:rPr lang="ko-KR" altLang="en-US" smtClean="0"/>
              <a:t>2026-09-19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ABBBE73-F73E-BC85-2FB3-4FF7BB757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1D17B7A-28B0-0B43-1F03-3467C0EC3E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61C90-15EC-4607-8AFF-A32BF4CC5B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41247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8CB02A-E599-4DF3-57C7-63CBF90BCC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F7AFC46-CFEB-1447-497F-6BA64FEA86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D1B4CD1-48A4-ADC1-ADFD-2578CA190B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4F6D842-8F69-C21E-9664-959C1665B0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D797251-9086-DD1A-5910-749B4FCA3F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DD89CC8-77F9-F0BB-7339-394FC5F0E8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A9F6C-B84E-4779-A867-FFE0B67605F1}" type="datetimeFigureOut">
              <a:rPr lang="ko-KR" altLang="en-US" smtClean="0"/>
              <a:t>2026-09-19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0A57C09-5FCC-7D55-E9F9-5EEB8BBA46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D74E3C7-A41C-E982-94A0-8820259D7F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61C90-15EC-4607-8AFF-A32BF4CC5B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61651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AC0573-A26B-0A56-AACD-D9E96E3961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3682BFC-0847-81B8-D789-32C8AFBB0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A9F6C-B84E-4779-A867-FFE0B67605F1}" type="datetimeFigureOut">
              <a:rPr lang="ko-KR" altLang="en-US" smtClean="0"/>
              <a:t>2026-09-19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02BD8DC-7495-ACA6-5AFA-E0CEE7970A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6D23967-0C2C-85E1-936E-8B79D838C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61C90-15EC-4607-8AFF-A32BF4CC5B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302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2CE1F87-6D95-D35A-9CB5-B8E61C1026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A9F6C-B84E-4779-A867-FFE0B67605F1}" type="datetimeFigureOut">
              <a:rPr lang="ko-KR" altLang="en-US" smtClean="0"/>
              <a:t>2026-09-19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9F2937A-358B-F703-5666-E3C94EFA9F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BF5BB19-5E22-BA73-54DC-800C9B7D93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61C90-15EC-4607-8AFF-A32BF4CC5B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60661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60404D-D70C-73B8-AB64-4D6113DBD6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0DA33FB-C57F-BB00-604A-47A1D255FC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B993677-96D2-6EBC-4C14-8B853A72AD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F30F973-B259-FEC7-C4FB-0DE5B27B4B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A9F6C-B84E-4779-A867-FFE0B67605F1}" type="datetimeFigureOut">
              <a:rPr lang="ko-KR" altLang="en-US" smtClean="0"/>
              <a:t>2026-09-19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BECB4EB-33A0-83B8-8B43-76AC7B753B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E9AB5D1-281D-58B3-B3B0-3D9185948D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61C90-15EC-4607-8AFF-A32BF4CC5B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104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AAF76A-D952-FE5F-4C2A-085671FEBD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10CAA66-A623-C38D-D6D7-D52B39E768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073303A-24D1-A26F-8FD3-7D35CEC13C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BFABA40-40AE-DE61-5328-19F266A50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A9F6C-B84E-4779-A867-FFE0B67605F1}" type="datetimeFigureOut">
              <a:rPr lang="ko-KR" altLang="en-US" smtClean="0"/>
              <a:t>2026-09-19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AD1B107-224C-3DA6-CE1B-371D5B30E3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1753E5F-4B54-7AE1-0890-B72814E27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61C90-15EC-4607-8AFF-A32BF4CC5B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12516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BDAC89-68AA-0E67-5026-CFF8E4D55A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8FC9FB5-3E41-B5AC-E0C7-194A6D82DA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F685E69-F0B1-8671-2C37-CBEE480646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A9F6C-B84E-4779-A867-FFE0B67605F1}" type="datetimeFigureOut">
              <a:rPr lang="ko-KR" altLang="en-US" smtClean="0"/>
              <a:t>2026-09-19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73987AB-3E6C-618C-720F-DC22E93243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FE26087-FE8D-2881-D8E4-4F838C0372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61C90-15EC-4607-8AFF-A32BF4CC5B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23730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27707AE-18A8-926C-A378-91915389ADB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EC0A1E6-08E5-5DF0-E459-D713198E5D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5E4B764-3E0E-4C4E-525E-EEDA02E44E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A9F6C-B84E-4779-A867-FFE0B67605F1}" type="datetimeFigureOut">
              <a:rPr lang="ko-KR" altLang="en-US" smtClean="0"/>
              <a:t>2026-09-19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59DAFD2-A647-3DA3-AE26-2A9B21C449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F427311-33AA-B825-9D43-26D559880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61C90-15EC-4607-8AFF-A32BF4CC5B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618875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497BEA0-3E73-D9BB-BB5D-B991D03371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0C30BDB-FED7-E5DB-501F-F4F646D7FA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4408E37-8932-701B-F890-11090A53CB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F5A9F6C-B84E-4779-A867-FFE0B67605F1}" type="datetimeFigureOut">
              <a:rPr lang="ko-KR" altLang="en-US" smtClean="0"/>
              <a:t>2026-09-19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9B9B746-4E27-1070-457F-0F4C1EADE0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B0AC1CF-F90F-18C7-DD27-DF5AB593B6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461C90-15EC-4607-8AFF-A32BF4CC5B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85639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microsoft.com/office/2007/relationships/hdphoto" Target="../media/hdphoto1.wdp"/><Relationship Id="rId4" Type="http://schemas.openxmlformats.org/officeDocument/2006/relationships/image" Target="../media/image23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microsoft.com/office/2007/relationships/hdphoto" Target="../media/hdphoto1.wdp"/><Relationship Id="rId4" Type="http://schemas.openxmlformats.org/officeDocument/2006/relationships/image" Target="../media/image23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microsoft.com/office/2007/relationships/hdphoto" Target="../media/hdphoto1.wdp"/><Relationship Id="rId4" Type="http://schemas.openxmlformats.org/officeDocument/2006/relationships/image" Target="../media/image23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microsoft.com/office/2007/relationships/hdphoto" Target="../media/hdphoto2.wdp"/><Relationship Id="rId4" Type="http://schemas.openxmlformats.org/officeDocument/2006/relationships/image" Target="../media/image2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microsoft.com/office/2007/relationships/hdphoto" Target="../media/hdphoto2.wdp"/><Relationship Id="rId4" Type="http://schemas.openxmlformats.org/officeDocument/2006/relationships/image" Target="../media/image2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microsoft.com/office/2007/relationships/hdphoto" Target="../media/hdphoto2.wdp"/><Relationship Id="rId4" Type="http://schemas.openxmlformats.org/officeDocument/2006/relationships/image" Target="../media/image2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microsoft.com/office/2007/relationships/hdphoto" Target="../media/hdphoto2.wdp"/><Relationship Id="rId4" Type="http://schemas.openxmlformats.org/officeDocument/2006/relationships/image" Target="../media/image25.png"/><Relationship Id="rId5" Type="http://schemas.openxmlformats.org/officeDocument/2006/relationships/image" Target="../media/image26.png"/><Relationship Id="rId6" Type="http://schemas.openxmlformats.org/officeDocument/2006/relationships/image" Target="../media/image27.jpg"/><Relationship Id="rId7" Type="http://schemas.openxmlformats.org/officeDocument/2006/relationships/image" Target="../media/image2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microsoft.com/office/2007/relationships/hdphoto" Target="../media/hdphoto3.wdp"/><Relationship Id="rId4" Type="http://schemas.openxmlformats.org/officeDocument/2006/relationships/image" Target="../media/image2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microsoft.com/office/2007/relationships/hdphoto" Target="../media/hdphoto3.wdp"/><Relationship Id="rId4" Type="http://schemas.openxmlformats.org/officeDocument/2006/relationships/image" Target="../media/image27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microsoft.com/office/2007/relationships/hdphoto" Target="../media/hdphoto3.wdp"/><Relationship Id="rId4" Type="http://schemas.openxmlformats.org/officeDocument/2006/relationships/image" Target="../media/image27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microsoft.com/office/2007/relationships/hdphoto" Target="../media/hdphoto3.wdp"/><Relationship Id="rId4" Type="http://schemas.openxmlformats.org/officeDocument/2006/relationships/image" Target="../media/image27.png"/><Relationship Id="rId5" Type="http://schemas.openxmlformats.org/officeDocument/2006/relationships/image" Target="../media/image30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microsoft.com/office/2007/relationships/hdphoto" Target="../media/hdphoto3.wdp"/><Relationship Id="rId4" Type="http://schemas.openxmlformats.org/officeDocument/2006/relationships/image" Target="../media/image27.png"/><Relationship Id="rId5" Type="http://schemas.openxmlformats.org/officeDocument/2006/relationships/image" Target="../media/image30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microsoft.com/office/2007/relationships/hdphoto" Target="../media/hdphoto3.wdp"/><Relationship Id="rId4" Type="http://schemas.openxmlformats.org/officeDocument/2006/relationships/image" Target="../media/image27.png"/><Relationship Id="rId5" Type="http://schemas.openxmlformats.org/officeDocument/2006/relationships/image" Target="../media/image31.png"/><Relationship Id="rId6" Type="http://schemas.openxmlformats.org/officeDocument/2006/relationships/image" Target="../media/image27.jpg"/><Relationship Id="rId7" Type="http://schemas.openxmlformats.org/officeDocument/2006/relationships/image" Target="../media/image28.png"/><Relationship Id="rId8" Type="http://schemas.openxmlformats.org/officeDocument/2006/relationships/image" Target="../media/image3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microsoft.com/office/2007/relationships/hdphoto" Target="../media/hdphoto3.wdp"/><Relationship Id="rId4" Type="http://schemas.openxmlformats.org/officeDocument/2006/relationships/image" Target="../media/image27.png"/><Relationship Id="rId5" Type="http://schemas.openxmlformats.org/officeDocument/2006/relationships/image" Target="../media/image28.png"/><Relationship Id="rId6" Type="http://schemas.openxmlformats.org/officeDocument/2006/relationships/image" Target="../media/image33.jpg"/><Relationship Id="rId7" Type="http://schemas.openxmlformats.org/officeDocument/2006/relationships/image" Target="../media/image32.png"/><Relationship Id="rId8" Type="http://schemas.openxmlformats.org/officeDocument/2006/relationships/image" Target="../media/image3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microsoft.com/office/2007/relationships/hdphoto" Target="../media/hdphoto3.wdp"/><Relationship Id="rId4" Type="http://schemas.openxmlformats.org/officeDocument/2006/relationships/image" Target="../media/image27.png"/><Relationship Id="rId5" Type="http://schemas.openxmlformats.org/officeDocument/2006/relationships/image" Target="../media/image28.png"/><Relationship Id="rId6" Type="http://schemas.openxmlformats.org/officeDocument/2006/relationships/image" Target="../media/image33.jpg"/><Relationship Id="rId7" Type="http://schemas.openxmlformats.org/officeDocument/2006/relationships/image" Target="../media/image32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microsoft.com/office/2007/relationships/hdphoto" Target="../media/hdphoto4.wdp"/><Relationship Id="rId4" Type="http://schemas.openxmlformats.org/officeDocument/2006/relationships/image" Target="../media/image290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microsoft.com/office/2007/relationships/hdphoto" Target="../media/hdphoto4.wdp"/><Relationship Id="rId4" Type="http://schemas.openxmlformats.org/officeDocument/2006/relationships/image" Target="../media/image290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microsoft.com/office/2007/relationships/hdphoto" Target="../media/hdphoto4.wdp"/><Relationship Id="rId4" Type="http://schemas.openxmlformats.org/officeDocument/2006/relationships/image" Target="../media/image29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3" Type="http://schemas.microsoft.com/office/2007/relationships/hdphoto" Target="../media/hdphoto5.wdp"/><Relationship Id="rId4" Type="http://schemas.openxmlformats.org/officeDocument/2006/relationships/image" Target="../media/image310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3" Type="http://schemas.microsoft.com/office/2007/relationships/hdphoto" Target="../media/hdphoto5.wdp"/><Relationship Id="rId4" Type="http://schemas.openxmlformats.org/officeDocument/2006/relationships/image" Target="../media/image310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3" Type="http://schemas.microsoft.com/office/2007/relationships/hdphoto" Target="../media/hdphoto5.wdp"/><Relationship Id="rId4" Type="http://schemas.openxmlformats.org/officeDocument/2006/relationships/image" Target="../media/image310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36.png"/><Relationship Id="rId4" Type="http://schemas.microsoft.com/office/2007/relationships/hdphoto" Target="../media/hdphoto6.wdp"/><Relationship Id="rId5" Type="http://schemas.openxmlformats.org/officeDocument/2006/relationships/image" Target="../media/image330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Relationship Id="rId3" Type="http://schemas.microsoft.com/office/2007/relationships/hdphoto" Target="../media/hdphoto6.wdp"/><Relationship Id="rId4" Type="http://schemas.openxmlformats.org/officeDocument/2006/relationships/image" Target="../media/image330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Relationship Id="rId3" Type="http://schemas.microsoft.com/office/2007/relationships/hdphoto" Target="../media/hdphoto6.wdp"/><Relationship Id="rId4" Type="http://schemas.openxmlformats.org/officeDocument/2006/relationships/image" Target="../media/image330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36.png"/><Relationship Id="rId4" Type="http://schemas.microsoft.com/office/2007/relationships/hdphoto" Target="../media/hdphoto6.wdp"/><Relationship Id="rId5" Type="http://schemas.openxmlformats.org/officeDocument/2006/relationships/image" Target="../media/image330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Relationship Id="rId3" Type="http://schemas.microsoft.com/office/2007/relationships/hdphoto" Target="../media/hdphoto6.wdp"/><Relationship Id="rId4" Type="http://schemas.openxmlformats.org/officeDocument/2006/relationships/image" Target="../media/image330.png"/><Relationship Id="rId5" Type="http://schemas.openxmlformats.org/officeDocument/2006/relationships/image" Target="../media/image26.png"/><Relationship Id="rId6" Type="http://schemas.openxmlformats.org/officeDocument/2006/relationships/image" Target="../media/image27.jpg"/><Relationship Id="rId7" Type="http://schemas.openxmlformats.org/officeDocument/2006/relationships/image" Target="../media/image28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Relationship Id="rId3" Type="http://schemas.microsoft.com/office/2007/relationships/hdphoto" Target="../media/hdphoto7.wdp"/><Relationship Id="rId4" Type="http://schemas.openxmlformats.org/officeDocument/2006/relationships/image" Target="../media/image410.png"/></Relationships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C3BBD2-6366-D579-501D-ACA3E93842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6BE56CE-F3C3-4C73-C974-81C0F6B2A42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277467" y="1149349"/>
            <a:ext cx="7672983" cy="527249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40CB0E10-B295-B3E4-7134-C1F50DC19972}"/>
                  </a:ext>
                </a:extLst>
              </p:cNvPr>
              <p:cNvSpPr txBox="1"/>
              <p:nvPr/>
            </p:nvSpPr>
            <p:spPr>
              <a:xfrm>
                <a:off x="10159039" y="1071060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𝑨𝒎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 dirty="0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40CB0E10-B295-B3E4-7134-C1F50DC199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9039" y="1071060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9F55C597-7B84-0CF7-A399-5C2A5DD51D41}"/>
              </a:ext>
            </a:extLst>
          </p:cNvPr>
          <p:cNvSpPr txBox="1"/>
          <p:nvPr/>
        </p:nvSpPr>
        <p:spPr>
          <a:xfrm>
            <a:off x="1871588" y="35071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/>
              <a:t>84A</a:t>
            </a:r>
            <a:r>
              <a:rPr lang="ko-KR" altLang="en-US" sz="2000" b="1" dirty="0"/>
              <a:t>타입 간접</a:t>
            </a:r>
            <a:r>
              <a:rPr lang="en-US" altLang="ko-KR" sz="2000" b="1" dirty="0"/>
              <a:t>A /</a:t>
            </a:r>
            <a:r>
              <a:rPr lang="ko-KR" altLang="en-US" sz="2000" b="1" dirty="0"/>
              <a:t>간접</a:t>
            </a:r>
            <a:r>
              <a:rPr lang="en-US" altLang="ko-KR" sz="2000" b="1" dirty="0"/>
              <a:t> </a:t>
            </a:r>
            <a:r>
              <a:rPr lang="ko-KR" altLang="en-US" sz="2000" b="1" dirty="0"/>
              <a:t>센서 </a:t>
            </a:r>
            <a:r>
              <a:rPr lang="en-US" altLang="ko-KR" sz="2000" b="1" dirty="0"/>
              <a:t>SET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0BCD366-C76A-23E0-F534-E57407FD48F6}"/>
              </a:ext>
            </a:extLst>
          </p:cNvPr>
          <p:cNvSpPr/>
          <p:nvPr/>
        </p:nvSpPr>
        <p:spPr>
          <a:xfrm rot="5400000">
            <a:off x="5510628" y="5224732"/>
            <a:ext cx="102820" cy="191299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3E89D0DD-6B1F-A97C-9FFD-F620CB8E9A25}"/>
              </a:ext>
            </a:extLst>
          </p:cNvPr>
          <p:cNvSpPr/>
          <p:nvPr/>
        </p:nvSpPr>
        <p:spPr>
          <a:xfrm>
            <a:off x="4928756" y="4606415"/>
            <a:ext cx="1238568" cy="1250900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E860BD5D-0FE7-F0F7-0F44-8C9B75D2AFFE}"/>
              </a:ext>
            </a:extLst>
          </p:cNvPr>
          <p:cNvSpPr/>
          <p:nvPr/>
        </p:nvSpPr>
        <p:spPr>
          <a:xfrm>
            <a:off x="5097693" y="4758502"/>
            <a:ext cx="907746" cy="952009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126B686-8C33-DC5C-5E29-1DFA7AE18109}"/>
              </a:ext>
            </a:extLst>
          </p:cNvPr>
          <p:cNvSpPr txBox="1"/>
          <p:nvPr/>
        </p:nvSpPr>
        <p:spPr>
          <a:xfrm>
            <a:off x="4663354" y="3934597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/>
              <a:t>전자식스위치</a:t>
            </a:r>
            <a:r>
              <a:rPr lang="en-US" altLang="ko-KR" sz="1000" b="1" dirty="0"/>
              <a:t>+</a:t>
            </a:r>
            <a:r>
              <a:rPr lang="ko-KR" altLang="en-US" sz="1000" b="1" dirty="0"/>
              <a:t>리모컨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B764D57-047A-A0CF-5CF7-6806E7E1DA0E}"/>
              </a:ext>
            </a:extLst>
          </p:cNvPr>
          <p:cNvSpPr txBox="1"/>
          <p:nvPr/>
        </p:nvSpPr>
        <p:spPr>
          <a:xfrm>
            <a:off x="91345" y="1307452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FF0000"/>
                </a:solidFill>
              </a:rPr>
              <a:t>**</a:t>
            </a:r>
            <a:r>
              <a:rPr lang="ko-KR" altLang="en-US" sz="800" dirty="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dirty="0" err="1">
                <a:solidFill>
                  <a:srgbClr val="FF0000"/>
                </a:solidFill>
              </a:rPr>
              <a:t>타공이</a:t>
            </a:r>
            <a:r>
              <a:rPr lang="ko-KR" altLang="en-US" sz="800" dirty="0">
                <a:solidFill>
                  <a:srgbClr val="FF0000"/>
                </a:solidFill>
              </a:rPr>
              <a:t> 필요할 수 </a:t>
            </a:r>
            <a:endParaRPr lang="en-US" altLang="ko-KR" sz="800" dirty="0">
              <a:solidFill>
                <a:srgbClr val="FF0000"/>
              </a:solidFill>
            </a:endParaRPr>
          </a:p>
          <a:p>
            <a:r>
              <a:rPr lang="ko-KR" altLang="en-US" sz="800" dirty="0">
                <a:solidFill>
                  <a:srgbClr val="FF0000"/>
                </a:solidFill>
              </a:rPr>
              <a:t>있으며</a:t>
            </a:r>
            <a:r>
              <a:rPr lang="en-US" altLang="ko-KR" sz="800" dirty="0">
                <a:solidFill>
                  <a:srgbClr val="FF0000"/>
                </a:solidFill>
              </a:rPr>
              <a:t> </a:t>
            </a:r>
            <a:r>
              <a:rPr lang="ko-KR" altLang="en-US" sz="800" dirty="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 dirty="0">
              <a:solidFill>
                <a:srgbClr val="FF0000"/>
              </a:solidFill>
            </a:endParaRP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236B7CD8-428A-7056-FEB4-29EDA6924199}"/>
              </a:ext>
            </a:extLst>
          </p:cNvPr>
          <p:cNvGrpSpPr/>
          <p:nvPr/>
        </p:nvGrpSpPr>
        <p:grpSpPr>
          <a:xfrm>
            <a:off x="4454877" y="4552653"/>
            <a:ext cx="98891" cy="1331233"/>
            <a:chOff x="4737834" y="4900127"/>
            <a:chExt cx="98891" cy="1331233"/>
          </a:xfrm>
        </p:grpSpPr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914104F3-2BA7-AE20-A64C-75AB3B5F1F3A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C3FC8F30-607C-43C9-668A-F6F49CB832A6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635AB1E7-3A69-F24D-F0F8-252FDC50E207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08FBFA7A-F146-3EDE-A56A-EC6C6BCBB553}"/>
              </a:ext>
            </a:extLst>
          </p:cNvPr>
          <p:cNvGrpSpPr/>
          <p:nvPr/>
        </p:nvGrpSpPr>
        <p:grpSpPr>
          <a:xfrm rot="5400000">
            <a:off x="7672749" y="3892807"/>
            <a:ext cx="98810" cy="589697"/>
            <a:chOff x="4737838" y="5022064"/>
            <a:chExt cx="98810" cy="589697"/>
          </a:xfrm>
        </p:grpSpPr>
        <p:sp>
          <p:nvSpPr>
            <p:cNvPr id="29" name="타원 28">
              <a:extLst>
                <a:ext uri="{FF2B5EF4-FFF2-40B4-BE49-F238E27FC236}">
                  <a16:creationId xmlns:a16="http://schemas.microsoft.com/office/drawing/2014/main" id="{34E62543-8F14-57E0-99EA-9F6B92871C5C}"/>
                </a:ext>
              </a:extLst>
            </p:cNvPr>
            <p:cNvSpPr/>
            <p:nvPr/>
          </p:nvSpPr>
          <p:spPr>
            <a:xfrm>
              <a:off x="4737838" y="5022064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30" name="타원 29">
              <a:extLst>
                <a:ext uri="{FF2B5EF4-FFF2-40B4-BE49-F238E27FC236}">
                  <a16:creationId xmlns:a16="http://schemas.microsoft.com/office/drawing/2014/main" id="{3514B37F-CD38-4EB9-A917-77C439E6F5A0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6A86E475-6FDD-064F-BF1A-66FCC1E636C8}"/>
              </a:ext>
            </a:extLst>
          </p:cNvPr>
          <p:cNvSpPr/>
          <p:nvPr/>
        </p:nvSpPr>
        <p:spPr>
          <a:xfrm flipV="1">
            <a:off x="8708817" y="2636517"/>
            <a:ext cx="98385" cy="91233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148F60D-AB57-BC80-D93D-B2DF105198CC}"/>
              </a:ext>
            </a:extLst>
          </p:cNvPr>
          <p:cNvSpPr txBox="1"/>
          <p:nvPr/>
        </p:nvSpPr>
        <p:spPr>
          <a:xfrm>
            <a:off x="4296719" y="6441664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highlight>
                  <a:srgbClr val="FFFF00"/>
                </a:highlight>
              </a:rPr>
              <a:t>우물은 두가지 </a:t>
            </a:r>
            <a:r>
              <a:rPr lang="ko-KR" altLang="en-US" sz="1000" dirty="0" err="1">
                <a:highlight>
                  <a:srgbClr val="FFFF00"/>
                </a:highlight>
              </a:rPr>
              <a:t>타입중</a:t>
            </a:r>
            <a:r>
              <a:rPr lang="ko-KR" altLang="en-US" sz="1000" dirty="0">
                <a:highlight>
                  <a:srgbClr val="FFFF00"/>
                </a:highlight>
              </a:rPr>
              <a:t> 선택 가능합니다</a:t>
            </a:r>
            <a:r>
              <a:rPr lang="en-US" altLang="ko-KR" sz="1000" dirty="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1000" dirty="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1000" dirty="0">
                <a:highlight>
                  <a:srgbClr val="FFFF00"/>
                </a:highlight>
              </a:rPr>
              <a:t>. </a:t>
            </a:r>
            <a:endParaRPr lang="ko-KR" altLang="en-US" sz="1000" dirty="0">
              <a:highlight>
                <a:srgbClr val="FFFF00"/>
              </a:highlight>
            </a:endParaRPr>
          </a:p>
        </p:txBody>
      </p: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AA64732A-3251-8E4C-25A2-2D3264A8292C}"/>
              </a:ext>
            </a:extLst>
          </p:cNvPr>
          <p:cNvCxnSpPr>
            <a:cxnSpLocks/>
          </p:cNvCxnSpPr>
          <p:nvPr/>
        </p:nvCxnSpPr>
        <p:spPr>
          <a:xfrm flipV="1">
            <a:off x="6027561" y="5865258"/>
            <a:ext cx="0" cy="6073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13">
            <a:extLst>
              <a:ext uri="{FF2B5EF4-FFF2-40B4-BE49-F238E27FC236}">
                <a16:creationId xmlns:a16="http://schemas.microsoft.com/office/drawing/2014/main" id="{8C310BD9-C462-2CDF-80D8-AE442E736D7F}"/>
              </a:ext>
            </a:extLst>
          </p:cNvPr>
          <p:cNvSpPr txBox="1"/>
          <p:nvPr/>
        </p:nvSpPr>
        <p:spPr>
          <a:xfrm>
            <a:off x="152584" y="824417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dirty="0"/>
              <a:t>욕실 </a:t>
            </a:r>
            <a:r>
              <a:rPr lang="ko-KR" altLang="en-US" sz="800" b="1" dirty="0" err="1"/>
              <a:t>휴젠트여부에</a:t>
            </a:r>
            <a:r>
              <a:rPr lang="ko-KR" altLang="en-US" sz="800" b="1" dirty="0"/>
              <a:t> 대하여</a:t>
            </a:r>
            <a:endParaRPr lang="en-US" altLang="ko-KR" sz="800" b="1" dirty="0"/>
          </a:p>
          <a:p>
            <a:r>
              <a:rPr lang="ko-KR" altLang="en-US" sz="800" b="1" dirty="0"/>
              <a:t>기사분이 현장에서 파악하여</a:t>
            </a:r>
            <a:endParaRPr lang="en-US" altLang="ko-KR" sz="800" b="1" dirty="0"/>
          </a:p>
          <a:p>
            <a:r>
              <a:rPr lang="ko-KR" altLang="en-US" sz="800" b="1" dirty="0"/>
              <a:t>센서위치를 적용해드립니다</a:t>
            </a:r>
            <a:r>
              <a:rPr lang="en-US" altLang="ko-KR" sz="800" b="1" dirty="0"/>
              <a:t>.</a:t>
            </a:r>
            <a:endParaRPr lang="ko-KR" altLang="en-US" sz="800" b="1" dirty="0"/>
          </a:p>
        </p:txBody>
      </p: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739A5B39-1113-4F7B-414C-8B7519FE0A2E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A9186304-8F84-06A8-C115-DC1D3D01FE22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8" name="타원 37">
              <a:extLst>
                <a:ext uri="{FF2B5EF4-FFF2-40B4-BE49-F238E27FC236}">
                  <a16:creationId xmlns:a16="http://schemas.microsoft.com/office/drawing/2014/main" id="{FF05B824-B4DB-4D1B-1C07-DEE908C61699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972A92A6-CF10-0657-14A4-3FD84385F802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0" name="TextBox 11">
              <a:extLst>
                <a:ext uri="{FF2B5EF4-FFF2-40B4-BE49-F238E27FC236}">
                  <a16:creationId xmlns:a16="http://schemas.microsoft.com/office/drawing/2014/main" id="{F4F33558-7485-A135-B3BE-90E66441F278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간접조명 </a:t>
              </a:r>
              <a:r>
                <a:rPr lang="en-US" altLang="ko-KR" sz="700" dirty="0"/>
                <a:t>A 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간접조명 센서 </a:t>
              </a:r>
              <a:r>
                <a:rPr lang="en-US" altLang="ko-KR" sz="700" dirty="0"/>
                <a:t>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우물천장간접조명 및 커튼박수 추가</a:t>
              </a:r>
              <a:r>
                <a:rPr lang="en-US" altLang="ko-KR" sz="700" dirty="0"/>
                <a:t>(</a:t>
              </a:r>
              <a:r>
                <a:rPr lang="ko-KR" altLang="en-US" sz="700" dirty="0"/>
                <a:t>별도 추가</a:t>
              </a:r>
              <a:r>
                <a:rPr lang="en-US" altLang="ko-KR" sz="700" dirty="0"/>
                <a:t>)</a:t>
              </a:r>
            </a:p>
            <a:p>
              <a:endParaRPr lang="en-US" altLang="ko-KR" sz="700" dirty="0"/>
            </a:p>
          </p:txBody>
        </p:sp>
      </p:grp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CDFC0E92-6FF5-5C80-F76C-EF90438A8837}"/>
              </a:ext>
            </a:extLst>
          </p:cNvPr>
          <p:cNvSpPr/>
          <p:nvPr/>
        </p:nvSpPr>
        <p:spPr>
          <a:xfrm rot="10800000" flipV="1">
            <a:off x="9676905" y="3457532"/>
            <a:ext cx="98385" cy="804906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ADDEFB81-DD1D-43CF-31FC-C205846FDA87}"/>
              </a:ext>
            </a:extLst>
          </p:cNvPr>
          <p:cNvGrpSpPr/>
          <p:nvPr/>
        </p:nvGrpSpPr>
        <p:grpSpPr>
          <a:xfrm>
            <a:off x="6585676" y="4555829"/>
            <a:ext cx="98891" cy="1331233"/>
            <a:chOff x="4737834" y="4900127"/>
            <a:chExt cx="98891" cy="1331233"/>
          </a:xfrm>
        </p:grpSpPr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A57F7558-4D33-8A5C-809C-606D938B51FB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D7E0CE4C-196C-B35D-D4C4-9B120F18AC36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72EA5A78-0A8F-09A6-29A2-B8A86C6DBEBE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1EA6614F-803C-56E0-C1CA-66301CD592A1}"/>
              </a:ext>
            </a:extLst>
          </p:cNvPr>
          <p:cNvSpPr/>
          <p:nvPr/>
        </p:nvSpPr>
        <p:spPr>
          <a:xfrm rot="10800000" flipV="1">
            <a:off x="4249172" y="2813522"/>
            <a:ext cx="98385" cy="73533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8794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7F667E-9F66-E9A5-1E42-1DEA249252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E3AA015-5A5C-3604-A7BE-F10E88FCDBC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277467" y="1149349"/>
            <a:ext cx="7672983" cy="527249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EC3D524-A73A-6BB8-AB76-670F8411CCCC}"/>
                  </a:ext>
                </a:extLst>
              </p:cNvPr>
              <p:cNvSpPr txBox="1"/>
              <p:nvPr/>
            </p:nvSpPr>
            <p:spPr>
              <a:xfrm>
                <a:off x="10159039" y="1071060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𝑨𝒎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 dirty="0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EC3D524-A73A-6BB8-AB76-670F8411CC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9039" y="1071060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ECDC4BDF-D5F3-65B4-28C2-FE6FACA46B17}"/>
              </a:ext>
            </a:extLst>
          </p:cNvPr>
          <p:cNvSpPr txBox="1"/>
          <p:nvPr/>
        </p:nvSpPr>
        <p:spPr>
          <a:xfrm>
            <a:off x="1871588" y="35071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/>
              <a:t>84A</a:t>
            </a:r>
            <a:r>
              <a:rPr lang="ko-KR" altLang="en-US" sz="2000" b="1" dirty="0"/>
              <a:t>타입 간접 프리미엄 </a:t>
            </a:r>
            <a:r>
              <a:rPr lang="en-US" altLang="ko-KR" sz="2000" b="1" dirty="0"/>
              <a:t>SET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D1FC3F8-8039-4B76-CD0E-533E2BF9C3F2}"/>
              </a:ext>
            </a:extLst>
          </p:cNvPr>
          <p:cNvSpPr/>
          <p:nvPr/>
        </p:nvSpPr>
        <p:spPr>
          <a:xfrm>
            <a:off x="3267074" y="5417963"/>
            <a:ext cx="1081409" cy="10326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794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39CA72A-ADCC-7432-0430-9A7B50175485}"/>
              </a:ext>
            </a:extLst>
          </p:cNvPr>
          <p:cNvSpPr txBox="1"/>
          <p:nvPr/>
        </p:nvSpPr>
        <p:spPr>
          <a:xfrm>
            <a:off x="2710434" y="4579787"/>
            <a:ext cx="13235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 err="1"/>
              <a:t>무선리모컨</a:t>
            </a:r>
            <a:endParaRPr lang="en-US" altLang="ko-KR" sz="1000" b="1" dirty="0"/>
          </a:p>
          <a:p>
            <a:pPr algn="ctr"/>
            <a:r>
              <a:rPr lang="en-US" altLang="ko-KR" sz="1000" b="1" dirty="0"/>
              <a:t>1</a:t>
            </a:r>
            <a:r>
              <a:rPr lang="ko-KR" altLang="en-US" sz="1000" b="1" dirty="0"/>
              <a:t>구</a:t>
            </a:r>
            <a:r>
              <a:rPr lang="en-US" altLang="ko-KR" sz="1000" b="1" dirty="0"/>
              <a:t>(3</a:t>
            </a:r>
            <a:r>
              <a:rPr lang="ko-KR" altLang="en-US" sz="1000" b="1" dirty="0"/>
              <a:t>채널</a:t>
            </a:r>
            <a:r>
              <a:rPr lang="en-US" altLang="ko-KR" sz="1000" b="1" dirty="0"/>
              <a:t>)</a:t>
            </a:r>
            <a:endParaRPr lang="ko-KR" altLang="en-US" sz="1000" b="1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A7592EE-F7D4-BFA8-3AE6-70592E555600}"/>
              </a:ext>
            </a:extLst>
          </p:cNvPr>
          <p:cNvSpPr/>
          <p:nvPr/>
        </p:nvSpPr>
        <p:spPr>
          <a:xfrm rot="5400000">
            <a:off x="5510628" y="5224732"/>
            <a:ext cx="102820" cy="191299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B9CB8B81-2FDA-1577-38A3-A92272364F12}"/>
              </a:ext>
            </a:extLst>
          </p:cNvPr>
          <p:cNvSpPr/>
          <p:nvPr/>
        </p:nvSpPr>
        <p:spPr>
          <a:xfrm>
            <a:off x="4928756" y="4606415"/>
            <a:ext cx="1238568" cy="1250900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47149356-C492-5145-1CA3-DC6838B37ECB}"/>
              </a:ext>
            </a:extLst>
          </p:cNvPr>
          <p:cNvSpPr/>
          <p:nvPr/>
        </p:nvSpPr>
        <p:spPr>
          <a:xfrm>
            <a:off x="5097693" y="4758502"/>
            <a:ext cx="907746" cy="952009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D7D5B0B-BF6D-DF00-B065-3D0EB9D800CE}"/>
              </a:ext>
            </a:extLst>
          </p:cNvPr>
          <p:cNvSpPr txBox="1"/>
          <p:nvPr/>
        </p:nvSpPr>
        <p:spPr>
          <a:xfrm>
            <a:off x="4663354" y="3934597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/>
              <a:t>전자식스위치</a:t>
            </a:r>
            <a:r>
              <a:rPr lang="en-US" altLang="ko-KR" sz="1000" b="1" dirty="0"/>
              <a:t>+</a:t>
            </a:r>
            <a:r>
              <a:rPr lang="ko-KR" altLang="en-US" sz="1000" b="1" dirty="0"/>
              <a:t>리모컨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62FD310-F7E0-1EC1-5C38-DDD1458F47D9}"/>
              </a:ext>
            </a:extLst>
          </p:cNvPr>
          <p:cNvSpPr txBox="1"/>
          <p:nvPr/>
        </p:nvSpPr>
        <p:spPr>
          <a:xfrm>
            <a:off x="91345" y="1307452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FF0000"/>
                </a:solidFill>
              </a:rPr>
              <a:t>**</a:t>
            </a:r>
            <a:r>
              <a:rPr lang="ko-KR" altLang="en-US" sz="800" dirty="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dirty="0" err="1">
                <a:solidFill>
                  <a:srgbClr val="FF0000"/>
                </a:solidFill>
              </a:rPr>
              <a:t>타공이</a:t>
            </a:r>
            <a:r>
              <a:rPr lang="ko-KR" altLang="en-US" sz="800" dirty="0">
                <a:solidFill>
                  <a:srgbClr val="FF0000"/>
                </a:solidFill>
              </a:rPr>
              <a:t> 필요할 수 </a:t>
            </a:r>
            <a:endParaRPr lang="en-US" altLang="ko-KR" sz="800" dirty="0">
              <a:solidFill>
                <a:srgbClr val="FF0000"/>
              </a:solidFill>
            </a:endParaRPr>
          </a:p>
          <a:p>
            <a:r>
              <a:rPr lang="ko-KR" altLang="en-US" sz="800" dirty="0">
                <a:solidFill>
                  <a:srgbClr val="FF0000"/>
                </a:solidFill>
              </a:rPr>
              <a:t>있으며</a:t>
            </a:r>
            <a:r>
              <a:rPr lang="en-US" altLang="ko-KR" sz="800" dirty="0">
                <a:solidFill>
                  <a:srgbClr val="FF0000"/>
                </a:solidFill>
              </a:rPr>
              <a:t> </a:t>
            </a:r>
            <a:r>
              <a:rPr lang="ko-KR" altLang="en-US" sz="800" dirty="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 dirty="0">
              <a:solidFill>
                <a:srgbClr val="FF0000"/>
              </a:solidFill>
            </a:endParaRP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50333C17-94A4-7B1A-7783-B9E8DC1C12C4}"/>
              </a:ext>
            </a:extLst>
          </p:cNvPr>
          <p:cNvGrpSpPr/>
          <p:nvPr/>
        </p:nvGrpSpPr>
        <p:grpSpPr>
          <a:xfrm>
            <a:off x="4454877" y="4552653"/>
            <a:ext cx="98891" cy="1331233"/>
            <a:chOff x="4737834" y="4900127"/>
            <a:chExt cx="98891" cy="1331233"/>
          </a:xfrm>
        </p:grpSpPr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3A4EFE5A-0BD0-CF39-1BFE-ABDBF4FFD1D0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99C8DF2A-D720-48F4-B151-7DDC433E109B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84F734EB-8B1B-D3BA-9A81-E5C7A4246589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AE533F61-A080-9BA2-B54D-A4234760CABE}"/>
              </a:ext>
            </a:extLst>
          </p:cNvPr>
          <p:cNvGrpSpPr/>
          <p:nvPr/>
        </p:nvGrpSpPr>
        <p:grpSpPr>
          <a:xfrm>
            <a:off x="4221160" y="4405944"/>
            <a:ext cx="98814" cy="665595"/>
            <a:chOff x="4737834" y="5000139"/>
            <a:chExt cx="98814" cy="665595"/>
          </a:xfrm>
          <a:solidFill>
            <a:srgbClr val="00B0F0"/>
          </a:solidFill>
        </p:grpSpPr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F29FF6EB-F65E-ADC8-97B3-74D1A14BFAD5}"/>
                </a:ext>
              </a:extLst>
            </p:cNvPr>
            <p:cNvSpPr/>
            <p:nvPr/>
          </p:nvSpPr>
          <p:spPr>
            <a:xfrm>
              <a:off x="4737834" y="5000139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7112CC00-7E44-F64A-D2CD-D4E29813F521}"/>
                </a:ext>
              </a:extLst>
            </p:cNvPr>
            <p:cNvSpPr/>
            <p:nvPr/>
          </p:nvSpPr>
          <p:spPr>
            <a:xfrm>
              <a:off x="4738263" y="5567349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A94C0C18-E572-90F7-180D-82A13D6FD3D0}"/>
              </a:ext>
            </a:extLst>
          </p:cNvPr>
          <p:cNvGrpSpPr/>
          <p:nvPr/>
        </p:nvGrpSpPr>
        <p:grpSpPr>
          <a:xfrm>
            <a:off x="8166649" y="2828859"/>
            <a:ext cx="468013" cy="542991"/>
            <a:chOff x="9191246" y="3797098"/>
            <a:chExt cx="468013" cy="542991"/>
          </a:xfrm>
          <a:solidFill>
            <a:srgbClr val="CC0000"/>
          </a:solidFill>
        </p:grpSpPr>
        <p:grpSp>
          <p:nvGrpSpPr>
            <p:cNvPr id="21" name="그룹 20">
              <a:extLst>
                <a:ext uri="{FF2B5EF4-FFF2-40B4-BE49-F238E27FC236}">
                  <a16:creationId xmlns:a16="http://schemas.microsoft.com/office/drawing/2014/main" id="{55D6CA0A-8E33-447A-4713-6E598968163E}"/>
                </a:ext>
              </a:extLst>
            </p:cNvPr>
            <p:cNvGrpSpPr/>
            <p:nvPr/>
          </p:nvGrpSpPr>
          <p:grpSpPr>
            <a:xfrm>
              <a:off x="9560445" y="3799905"/>
              <a:ext cx="98814" cy="540184"/>
              <a:chOff x="4674334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26" name="타원 25">
                <a:extLst>
                  <a:ext uri="{FF2B5EF4-FFF2-40B4-BE49-F238E27FC236}">
                    <a16:creationId xmlns:a16="http://schemas.microsoft.com/office/drawing/2014/main" id="{6ACAAA72-5770-B66F-7908-20B70D1B5023}"/>
                  </a:ext>
                </a:extLst>
              </p:cNvPr>
              <p:cNvSpPr/>
              <p:nvPr/>
            </p:nvSpPr>
            <p:spPr>
              <a:xfrm>
                <a:off x="46743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7" name="타원 26">
                <a:extLst>
                  <a:ext uri="{FF2B5EF4-FFF2-40B4-BE49-F238E27FC236}">
                    <a16:creationId xmlns:a16="http://schemas.microsoft.com/office/drawing/2014/main" id="{0A8898A0-B790-317D-82F7-48209B7C7A71}"/>
                  </a:ext>
                </a:extLst>
              </p:cNvPr>
              <p:cNvSpPr/>
              <p:nvPr/>
            </p:nvSpPr>
            <p:spPr>
              <a:xfrm>
                <a:off x="4674763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2" name="별: 꼭짓점 7개 21">
              <a:extLst>
                <a:ext uri="{FF2B5EF4-FFF2-40B4-BE49-F238E27FC236}">
                  <a16:creationId xmlns:a16="http://schemas.microsoft.com/office/drawing/2014/main" id="{D8366AF5-BBD2-FCF9-E8CB-C193C8577ACD}"/>
                </a:ext>
              </a:extLst>
            </p:cNvPr>
            <p:cNvSpPr/>
            <p:nvPr/>
          </p:nvSpPr>
          <p:spPr>
            <a:xfrm rot="5400000">
              <a:off x="9314937" y="3932172"/>
              <a:ext cx="244351" cy="235659"/>
            </a:xfrm>
            <a:prstGeom prst="star7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86" b="1" dirty="0">
                <a:ln w="22225">
                  <a:solidFill>
                    <a:srgbClr val="FFFF00"/>
                  </a:solidFill>
                  <a:prstDash val="solid"/>
                </a:ln>
                <a:solidFill>
                  <a:srgbClr val="C00000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</a:endParaRPr>
            </a:p>
          </p:txBody>
        </p:sp>
        <p:grpSp>
          <p:nvGrpSpPr>
            <p:cNvPr id="23" name="그룹 22">
              <a:extLst>
                <a:ext uri="{FF2B5EF4-FFF2-40B4-BE49-F238E27FC236}">
                  <a16:creationId xmlns:a16="http://schemas.microsoft.com/office/drawing/2014/main" id="{AE5F759E-4134-8545-A757-32D1237BBDAD}"/>
                </a:ext>
              </a:extLst>
            </p:cNvPr>
            <p:cNvGrpSpPr/>
            <p:nvPr/>
          </p:nvGrpSpPr>
          <p:grpSpPr>
            <a:xfrm>
              <a:off x="9191246" y="3797098"/>
              <a:ext cx="98814" cy="540184"/>
              <a:chOff x="4737834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24" name="타원 23">
                <a:extLst>
                  <a:ext uri="{FF2B5EF4-FFF2-40B4-BE49-F238E27FC236}">
                    <a16:creationId xmlns:a16="http://schemas.microsoft.com/office/drawing/2014/main" id="{3F50DE19-5A00-E0A1-A801-3E0034A2FAFD}"/>
                  </a:ext>
                </a:extLst>
              </p:cNvPr>
              <p:cNvSpPr/>
              <p:nvPr/>
            </p:nvSpPr>
            <p:spPr>
              <a:xfrm>
                <a:off x="47378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5" name="타원 24">
                <a:extLst>
                  <a:ext uri="{FF2B5EF4-FFF2-40B4-BE49-F238E27FC236}">
                    <a16:creationId xmlns:a16="http://schemas.microsoft.com/office/drawing/2014/main" id="{10F4EA4C-8CD0-6CB7-6AF8-4F84F0C529C6}"/>
                  </a:ext>
                </a:extLst>
              </p:cNvPr>
              <p:cNvSpPr/>
              <p:nvPr/>
            </p:nvSpPr>
            <p:spPr>
              <a:xfrm>
                <a:off x="4738263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1415E19D-D015-A452-693C-DF34BD89480B}"/>
              </a:ext>
            </a:extLst>
          </p:cNvPr>
          <p:cNvGrpSpPr/>
          <p:nvPr/>
        </p:nvGrpSpPr>
        <p:grpSpPr>
          <a:xfrm rot="5400000">
            <a:off x="7672749" y="3892807"/>
            <a:ext cx="98810" cy="589697"/>
            <a:chOff x="4737838" y="5022064"/>
            <a:chExt cx="98810" cy="589697"/>
          </a:xfrm>
        </p:grpSpPr>
        <p:sp>
          <p:nvSpPr>
            <p:cNvPr id="29" name="타원 28">
              <a:extLst>
                <a:ext uri="{FF2B5EF4-FFF2-40B4-BE49-F238E27FC236}">
                  <a16:creationId xmlns:a16="http://schemas.microsoft.com/office/drawing/2014/main" id="{A451CE37-7700-4DCE-714B-F6CC3A27AC65}"/>
                </a:ext>
              </a:extLst>
            </p:cNvPr>
            <p:cNvSpPr/>
            <p:nvPr/>
          </p:nvSpPr>
          <p:spPr>
            <a:xfrm>
              <a:off x="4737838" y="5022064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30" name="타원 29">
              <a:extLst>
                <a:ext uri="{FF2B5EF4-FFF2-40B4-BE49-F238E27FC236}">
                  <a16:creationId xmlns:a16="http://schemas.microsoft.com/office/drawing/2014/main" id="{1290515C-AE47-4AB9-6296-56D8EA42A7EB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A508F937-B14B-FFC8-06C7-884DA5106F21}"/>
              </a:ext>
            </a:extLst>
          </p:cNvPr>
          <p:cNvSpPr/>
          <p:nvPr/>
        </p:nvSpPr>
        <p:spPr>
          <a:xfrm flipV="1">
            <a:off x="8708817" y="2636517"/>
            <a:ext cx="98385" cy="91233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2F56BDA-65CF-B23E-B571-B0893EA2A784}"/>
              </a:ext>
            </a:extLst>
          </p:cNvPr>
          <p:cNvSpPr txBox="1"/>
          <p:nvPr/>
        </p:nvSpPr>
        <p:spPr>
          <a:xfrm>
            <a:off x="4296719" y="6441664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highlight>
                  <a:srgbClr val="FFFF00"/>
                </a:highlight>
              </a:rPr>
              <a:t>우물은 두가지 </a:t>
            </a:r>
            <a:r>
              <a:rPr lang="ko-KR" altLang="en-US" sz="1000" dirty="0" err="1">
                <a:highlight>
                  <a:srgbClr val="FFFF00"/>
                </a:highlight>
              </a:rPr>
              <a:t>타입중</a:t>
            </a:r>
            <a:r>
              <a:rPr lang="ko-KR" altLang="en-US" sz="1000" dirty="0">
                <a:highlight>
                  <a:srgbClr val="FFFF00"/>
                </a:highlight>
              </a:rPr>
              <a:t> 선택 가능합니다</a:t>
            </a:r>
            <a:r>
              <a:rPr lang="en-US" altLang="ko-KR" sz="1000" dirty="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1000" dirty="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1000" dirty="0">
                <a:highlight>
                  <a:srgbClr val="FFFF00"/>
                </a:highlight>
              </a:rPr>
              <a:t>. </a:t>
            </a:r>
            <a:endParaRPr lang="ko-KR" altLang="en-US" sz="1000" dirty="0">
              <a:highlight>
                <a:srgbClr val="FFFF00"/>
              </a:highlight>
            </a:endParaRPr>
          </a:p>
        </p:txBody>
      </p: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4F9E6314-F726-CE64-4441-496BC9F34D5A}"/>
              </a:ext>
            </a:extLst>
          </p:cNvPr>
          <p:cNvCxnSpPr>
            <a:cxnSpLocks/>
          </p:cNvCxnSpPr>
          <p:nvPr/>
        </p:nvCxnSpPr>
        <p:spPr>
          <a:xfrm flipV="1">
            <a:off x="6027561" y="5865258"/>
            <a:ext cx="0" cy="6073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13">
            <a:extLst>
              <a:ext uri="{FF2B5EF4-FFF2-40B4-BE49-F238E27FC236}">
                <a16:creationId xmlns:a16="http://schemas.microsoft.com/office/drawing/2014/main" id="{60021CEE-A704-5315-6FCE-F3FAD62F2315}"/>
              </a:ext>
            </a:extLst>
          </p:cNvPr>
          <p:cNvSpPr txBox="1"/>
          <p:nvPr/>
        </p:nvSpPr>
        <p:spPr>
          <a:xfrm>
            <a:off x="152584" y="824417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dirty="0"/>
              <a:t>욕실 </a:t>
            </a:r>
            <a:r>
              <a:rPr lang="ko-KR" altLang="en-US" sz="800" b="1" dirty="0" err="1"/>
              <a:t>휴젠트여부에</a:t>
            </a:r>
            <a:r>
              <a:rPr lang="ko-KR" altLang="en-US" sz="800" b="1" dirty="0"/>
              <a:t> 대하여</a:t>
            </a:r>
            <a:endParaRPr lang="en-US" altLang="ko-KR" sz="800" b="1" dirty="0"/>
          </a:p>
          <a:p>
            <a:r>
              <a:rPr lang="ko-KR" altLang="en-US" sz="800" b="1" dirty="0"/>
              <a:t>기사분이 현장에서 파악하여</a:t>
            </a:r>
            <a:endParaRPr lang="en-US" altLang="ko-KR" sz="800" b="1" dirty="0"/>
          </a:p>
          <a:p>
            <a:r>
              <a:rPr lang="ko-KR" altLang="en-US" sz="800" b="1" dirty="0"/>
              <a:t>센서위치를 적용해드립니다</a:t>
            </a:r>
            <a:r>
              <a:rPr lang="en-US" altLang="ko-KR" sz="800" b="1" dirty="0"/>
              <a:t>.</a:t>
            </a:r>
            <a:endParaRPr lang="ko-KR" altLang="en-US" sz="800" b="1" dirty="0"/>
          </a:p>
        </p:txBody>
      </p: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0CD65E2C-E6EE-E27C-280C-7B7E117CC7FF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A26D4B39-7362-60B7-858C-FE2A1DD72B3B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8" name="타원 37">
              <a:extLst>
                <a:ext uri="{FF2B5EF4-FFF2-40B4-BE49-F238E27FC236}">
                  <a16:creationId xmlns:a16="http://schemas.microsoft.com/office/drawing/2014/main" id="{7323FB0E-685F-CC03-F445-E7EFA413D74C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E7063985-AF7A-29A0-41EF-6AFB3A911DEF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0" name="TextBox 11">
              <a:extLst>
                <a:ext uri="{FF2B5EF4-FFF2-40B4-BE49-F238E27FC236}">
                  <a16:creationId xmlns:a16="http://schemas.microsoft.com/office/drawing/2014/main" id="{274B2B5F-2585-B2EC-916F-CE0F1AF457EC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간접조명 </a:t>
              </a:r>
              <a:r>
                <a:rPr lang="en-US" altLang="ko-KR" sz="700" dirty="0"/>
                <a:t>A 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간접조명 센서 </a:t>
              </a:r>
              <a:r>
                <a:rPr lang="en-US" altLang="ko-KR" sz="700" dirty="0"/>
                <a:t>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우물천장간접조명 및 커튼박수 추가</a:t>
              </a:r>
              <a:r>
                <a:rPr lang="en-US" altLang="ko-KR" sz="700" dirty="0"/>
                <a:t>(</a:t>
              </a:r>
              <a:r>
                <a:rPr lang="ko-KR" altLang="en-US" sz="700" dirty="0"/>
                <a:t>별도 추가</a:t>
              </a:r>
              <a:r>
                <a:rPr lang="en-US" altLang="ko-KR" sz="700" dirty="0"/>
                <a:t>)</a:t>
              </a:r>
            </a:p>
            <a:p>
              <a:endParaRPr lang="en-US" altLang="ko-KR" sz="700" dirty="0"/>
            </a:p>
          </p:txBody>
        </p:sp>
      </p:grp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2CFAC0CB-01A0-49F8-C5C1-849BF1732189}"/>
              </a:ext>
            </a:extLst>
          </p:cNvPr>
          <p:cNvSpPr/>
          <p:nvPr/>
        </p:nvSpPr>
        <p:spPr>
          <a:xfrm rot="10800000" flipV="1">
            <a:off x="9676905" y="3457532"/>
            <a:ext cx="98385" cy="804906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0B4220C1-64A6-02F6-C04D-4EA4D91344E9}"/>
              </a:ext>
            </a:extLst>
          </p:cNvPr>
          <p:cNvGrpSpPr/>
          <p:nvPr/>
        </p:nvGrpSpPr>
        <p:grpSpPr>
          <a:xfrm>
            <a:off x="6585676" y="4555829"/>
            <a:ext cx="98891" cy="1331233"/>
            <a:chOff x="4737834" y="4900127"/>
            <a:chExt cx="98891" cy="1331233"/>
          </a:xfrm>
        </p:grpSpPr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7427A702-585A-0BF1-710A-AB06F1C9A0C3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BDF4FFBE-0710-9244-17B8-F6338AC87708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FC2E257D-2B9B-650C-2C8D-8E9604694A64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5D30642F-8449-79D1-758F-8E4B5C0864A7}"/>
              </a:ext>
            </a:extLst>
          </p:cNvPr>
          <p:cNvSpPr/>
          <p:nvPr/>
        </p:nvSpPr>
        <p:spPr>
          <a:xfrm rot="10800000" flipV="1">
            <a:off x="4249172" y="2813522"/>
            <a:ext cx="98385" cy="73533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26986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B1EEFA-5232-41C8-4434-6B0C86091E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D0379759-EDDD-C3B8-D81A-2CC7705CFE6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277467" y="1149349"/>
            <a:ext cx="7672983" cy="527249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408294FD-5B58-92E9-0928-9B08B1D3A90A}"/>
                  </a:ext>
                </a:extLst>
              </p:cNvPr>
              <p:cNvSpPr txBox="1"/>
              <p:nvPr/>
            </p:nvSpPr>
            <p:spPr>
              <a:xfrm>
                <a:off x="10159039" y="1071060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𝑨𝒎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 dirty="0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408294FD-5B58-92E9-0928-9B08B1D3A9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9039" y="1071060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B55EF36A-4ACF-0B3D-EC43-51B4F4D10CB4}"/>
              </a:ext>
            </a:extLst>
          </p:cNvPr>
          <p:cNvSpPr txBox="1"/>
          <p:nvPr/>
        </p:nvSpPr>
        <p:spPr>
          <a:xfrm>
            <a:off x="1871588" y="35071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/>
              <a:t>84A</a:t>
            </a:r>
            <a:r>
              <a:rPr lang="ko-KR" altLang="en-US" sz="2000" b="1" dirty="0"/>
              <a:t>타입 간접 프리미엄 </a:t>
            </a:r>
            <a:r>
              <a:rPr lang="en-US" altLang="ko-KR" sz="2000" b="1" dirty="0"/>
              <a:t>SET + </a:t>
            </a:r>
            <a:r>
              <a:rPr lang="ko-KR" altLang="en-US" sz="2000" b="1" dirty="0" err="1"/>
              <a:t>실링팬</a:t>
            </a:r>
            <a:r>
              <a:rPr lang="ko-KR" altLang="en-US" sz="2000" b="1" dirty="0"/>
              <a:t> 우물두줄</a:t>
            </a:r>
            <a:endParaRPr lang="en-US" altLang="ko-KR" sz="2000" b="1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4A014B2-60FC-A4A6-36B8-8474459F8CBC}"/>
              </a:ext>
            </a:extLst>
          </p:cNvPr>
          <p:cNvSpPr/>
          <p:nvPr/>
        </p:nvSpPr>
        <p:spPr>
          <a:xfrm>
            <a:off x="3267074" y="5417963"/>
            <a:ext cx="1081409" cy="10326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794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FA9956C-5222-3E21-AD12-C25F6C3031D6}"/>
              </a:ext>
            </a:extLst>
          </p:cNvPr>
          <p:cNvSpPr txBox="1"/>
          <p:nvPr/>
        </p:nvSpPr>
        <p:spPr>
          <a:xfrm>
            <a:off x="2710434" y="4579787"/>
            <a:ext cx="13235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 err="1"/>
              <a:t>무선리모컨</a:t>
            </a:r>
            <a:endParaRPr lang="en-US" altLang="ko-KR" sz="1000" b="1" dirty="0"/>
          </a:p>
          <a:p>
            <a:pPr algn="ctr"/>
            <a:r>
              <a:rPr lang="en-US" altLang="ko-KR" sz="1000" b="1" dirty="0"/>
              <a:t>1</a:t>
            </a:r>
            <a:r>
              <a:rPr lang="ko-KR" altLang="en-US" sz="1000" b="1" dirty="0"/>
              <a:t>구</a:t>
            </a:r>
            <a:r>
              <a:rPr lang="en-US" altLang="ko-KR" sz="1000" b="1" dirty="0"/>
              <a:t>(3</a:t>
            </a:r>
            <a:r>
              <a:rPr lang="ko-KR" altLang="en-US" sz="1000" b="1" dirty="0"/>
              <a:t>채널</a:t>
            </a:r>
            <a:r>
              <a:rPr lang="en-US" altLang="ko-KR" sz="1000" b="1" dirty="0"/>
              <a:t>)</a:t>
            </a:r>
            <a:endParaRPr lang="ko-KR" altLang="en-US" sz="1000" b="1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49DE642-9CDA-456C-F5CA-E2584F26273B}"/>
              </a:ext>
            </a:extLst>
          </p:cNvPr>
          <p:cNvSpPr/>
          <p:nvPr/>
        </p:nvSpPr>
        <p:spPr>
          <a:xfrm rot="5400000">
            <a:off x="5510628" y="5224732"/>
            <a:ext cx="102820" cy="191299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C729B12D-99AC-256E-4104-40AA2125DAB9}"/>
              </a:ext>
            </a:extLst>
          </p:cNvPr>
          <p:cNvSpPr/>
          <p:nvPr/>
        </p:nvSpPr>
        <p:spPr>
          <a:xfrm>
            <a:off x="4928756" y="4606415"/>
            <a:ext cx="1238568" cy="1250900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8D96F9C2-6FD9-2B66-3DE2-87EA021872D3}"/>
              </a:ext>
            </a:extLst>
          </p:cNvPr>
          <p:cNvSpPr/>
          <p:nvPr/>
        </p:nvSpPr>
        <p:spPr>
          <a:xfrm>
            <a:off x="5097693" y="4758502"/>
            <a:ext cx="907746" cy="952009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A3D2277-79EF-935C-E911-9E2A21E730A4}"/>
              </a:ext>
            </a:extLst>
          </p:cNvPr>
          <p:cNvSpPr txBox="1"/>
          <p:nvPr/>
        </p:nvSpPr>
        <p:spPr>
          <a:xfrm>
            <a:off x="4663354" y="3934597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/>
              <a:t>전자식스위치</a:t>
            </a:r>
            <a:r>
              <a:rPr lang="en-US" altLang="ko-KR" sz="1000" b="1" dirty="0"/>
              <a:t>+</a:t>
            </a:r>
            <a:r>
              <a:rPr lang="ko-KR" altLang="en-US" sz="1000" b="1" dirty="0"/>
              <a:t>리모컨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71A3473-A32A-5D66-1546-6B2D5F60100B}"/>
              </a:ext>
            </a:extLst>
          </p:cNvPr>
          <p:cNvSpPr txBox="1"/>
          <p:nvPr/>
        </p:nvSpPr>
        <p:spPr>
          <a:xfrm>
            <a:off x="91345" y="1307452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FF0000"/>
                </a:solidFill>
              </a:rPr>
              <a:t>**</a:t>
            </a:r>
            <a:r>
              <a:rPr lang="ko-KR" altLang="en-US" sz="800" dirty="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dirty="0" err="1">
                <a:solidFill>
                  <a:srgbClr val="FF0000"/>
                </a:solidFill>
              </a:rPr>
              <a:t>타공이</a:t>
            </a:r>
            <a:r>
              <a:rPr lang="ko-KR" altLang="en-US" sz="800" dirty="0">
                <a:solidFill>
                  <a:srgbClr val="FF0000"/>
                </a:solidFill>
              </a:rPr>
              <a:t> 필요할 수 </a:t>
            </a:r>
            <a:endParaRPr lang="en-US" altLang="ko-KR" sz="800" dirty="0">
              <a:solidFill>
                <a:srgbClr val="FF0000"/>
              </a:solidFill>
            </a:endParaRPr>
          </a:p>
          <a:p>
            <a:r>
              <a:rPr lang="ko-KR" altLang="en-US" sz="800" dirty="0">
                <a:solidFill>
                  <a:srgbClr val="FF0000"/>
                </a:solidFill>
              </a:rPr>
              <a:t>있으며</a:t>
            </a:r>
            <a:r>
              <a:rPr lang="en-US" altLang="ko-KR" sz="800" dirty="0">
                <a:solidFill>
                  <a:srgbClr val="FF0000"/>
                </a:solidFill>
              </a:rPr>
              <a:t> </a:t>
            </a:r>
            <a:r>
              <a:rPr lang="ko-KR" altLang="en-US" sz="800" dirty="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 dirty="0">
              <a:solidFill>
                <a:srgbClr val="FF0000"/>
              </a:solidFill>
            </a:endParaRPr>
          </a:p>
        </p:txBody>
      </p:sp>
      <p:sp>
        <p:nvSpPr>
          <p:cNvPr id="12" name="별: 꼭짓점 4개 11">
            <a:extLst>
              <a:ext uri="{FF2B5EF4-FFF2-40B4-BE49-F238E27FC236}">
                <a16:creationId xmlns:a16="http://schemas.microsoft.com/office/drawing/2014/main" id="{E8347D90-1301-C3F8-608F-E68F0587363B}"/>
              </a:ext>
            </a:extLst>
          </p:cNvPr>
          <p:cNvSpPr/>
          <p:nvPr/>
        </p:nvSpPr>
        <p:spPr>
          <a:xfrm>
            <a:off x="5277121" y="4941830"/>
            <a:ext cx="557315" cy="559233"/>
          </a:xfrm>
          <a:prstGeom prst="star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45">
              <a:solidFill>
                <a:schemeClr val="tx1"/>
              </a:solidFill>
            </a:endParaRP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BF763DA7-9396-D1F2-B8FA-E4E54A548716}"/>
              </a:ext>
            </a:extLst>
          </p:cNvPr>
          <p:cNvGrpSpPr/>
          <p:nvPr/>
        </p:nvGrpSpPr>
        <p:grpSpPr>
          <a:xfrm>
            <a:off x="4454877" y="4552653"/>
            <a:ext cx="98891" cy="1331233"/>
            <a:chOff x="4737834" y="4900127"/>
            <a:chExt cx="98891" cy="1331233"/>
          </a:xfrm>
        </p:grpSpPr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A7933BAB-895F-3F78-1A7C-623EA33D37FD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15CD7280-A440-7A5A-2C5B-1B88FAF2CC7E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49602B7C-861D-16A4-86CB-17D579BBF6C7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A9ECD60E-2656-F204-277D-F16DDB27B44C}"/>
              </a:ext>
            </a:extLst>
          </p:cNvPr>
          <p:cNvGrpSpPr/>
          <p:nvPr/>
        </p:nvGrpSpPr>
        <p:grpSpPr>
          <a:xfrm>
            <a:off x="4221160" y="4405944"/>
            <a:ext cx="98814" cy="665595"/>
            <a:chOff x="4737834" y="5000139"/>
            <a:chExt cx="98814" cy="665595"/>
          </a:xfrm>
          <a:solidFill>
            <a:srgbClr val="00B0F0"/>
          </a:solidFill>
        </p:grpSpPr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0F0D9367-7A41-118F-9820-9C7E4498A2AC}"/>
                </a:ext>
              </a:extLst>
            </p:cNvPr>
            <p:cNvSpPr/>
            <p:nvPr/>
          </p:nvSpPr>
          <p:spPr>
            <a:xfrm>
              <a:off x="4737834" y="5000139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53A8FC6F-9F74-DB5F-7264-021F0B3EC3DC}"/>
                </a:ext>
              </a:extLst>
            </p:cNvPr>
            <p:cNvSpPr/>
            <p:nvPr/>
          </p:nvSpPr>
          <p:spPr>
            <a:xfrm>
              <a:off x="4738263" y="5567349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B052B706-EECD-6D78-7B1F-6C942AEEA013}"/>
              </a:ext>
            </a:extLst>
          </p:cNvPr>
          <p:cNvGrpSpPr/>
          <p:nvPr/>
        </p:nvGrpSpPr>
        <p:grpSpPr>
          <a:xfrm>
            <a:off x="8166649" y="2828859"/>
            <a:ext cx="468013" cy="542991"/>
            <a:chOff x="9191246" y="3797098"/>
            <a:chExt cx="468013" cy="542991"/>
          </a:xfrm>
          <a:solidFill>
            <a:srgbClr val="CC0000"/>
          </a:solidFill>
        </p:grpSpPr>
        <p:grpSp>
          <p:nvGrpSpPr>
            <p:cNvPr id="21" name="그룹 20">
              <a:extLst>
                <a:ext uri="{FF2B5EF4-FFF2-40B4-BE49-F238E27FC236}">
                  <a16:creationId xmlns:a16="http://schemas.microsoft.com/office/drawing/2014/main" id="{DF07DD9A-9FA1-24B0-B010-F51B674E0730}"/>
                </a:ext>
              </a:extLst>
            </p:cNvPr>
            <p:cNvGrpSpPr/>
            <p:nvPr/>
          </p:nvGrpSpPr>
          <p:grpSpPr>
            <a:xfrm>
              <a:off x="9560445" y="3799905"/>
              <a:ext cx="98814" cy="540184"/>
              <a:chOff x="4674334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26" name="타원 25">
                <a:extLst>
                  <a:ext uri="{FF2B5EF4-FFF2-40B4-BE49-F238E27FC236}">
                    <a16:creationId xmlns:a16="http://schemas.microsoft.com/office/drawing/2014/main" id="{C1D87128-F345-CC82-112E-9FC7CE6F9D6E}"/>
                  </a:ext>
                </a:extLst>
              </p:cNvPr>
              <p:cNvSpPr/>
              <p:nvPr/>
            </p:nvSpPr>
            <p:spPr>
              <a:xfrm>
                <a:off x="46743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7" name="타원 26">
                <a:extLst>
                  <a:ext uri="{FF2B5EF4-FFF2-40B4-BE49-F238E27FC236}">
                    <a16:creationId xmlns:a16="http://schemas.microsoft.com/office/drawing/2014/main" id="{C4CB6834-A19A-9BC6-8B1B-940D9F933307}"/>
                  </a:ext>
                </a:extLst>
              </p:cNvPr>
              <p:cNvSpPr/>
              <p:nvPr/>
            </p:nvSpPr>
            <p:spPr>
              <a:xfrm>
                <a:off x="4674763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2" name="별: 꼭짓점 7개 21">
              <a:extLst>
                <a:ext uri="{FF2B5EF4-FFF2-40B4-BE49-F238E27FC236}">
                  <a16:creationId xmlns:a16="http://schemas.microsoft.com/office/drawing/2014/main" id="{43D7F4BA-8E5C-2E82-8DF0-3B26860C4A79}"/>
                </a:ext>
              </a:extLst>
            </p:cNvPr>
            <p:cNvSpPr/>
            <p:nvPr/>
          </p:nvSpPr>
          <p:spPr>
            <a:xfrm rot="5400000">
              <a:off x="9314937" y="3932172"/>
              <a:ext cx="244351" cy="235659"/>
            </a:xfrm>
            <a:prstGeom prst="star7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86" b="1" dirty="0">
                <a:ln w="22225">
                  <a:solidFill>
                    <a:srgbClr val="FFFF00"/>
                  </a:solidFill>
                  <a:prstDash val="solid"/>
                </a:ln>
                <a:solidFill>
                  <a:srgbClr val="C00000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</a:endParaRPr>
            </a:p>
          </p:txBody>
        </p:sp>
        <p:grpSp>
          <p:nvGrpSpPr>
            <p:cNvPr id="23" name="그룹 22">
              <a:extLst>
                <a:ext uri="{FF2B5EF4-FFF2-40B4-BE49-F238E27FC236}">
                  <a16:creationId xmlns:a16="http://schemas.microsoft.com/office/drawing/2014/main" id="{ED334B13-E7CE-791B-C17B-B776EA53987E}"/>
                </a:ext>
              </a:extLst>
            </p:cNvPr>
            <p:cNvGrpSpPr/>
            <p:nvPr/>
          </p:nvGrpSpPr>
          <p:grpSpPr>
            <a:xfrm>
              <a:off x="9191246" y="3797098"/>
              <a:ext cx="98814" cy="540184"/>
              <a:chOff x="4737834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24" name="타원 23">
                <a:extLst>
                  <a:ext uri="{FF2B5EF4-FFF2-40B4-BE49-F238E27FC236}">
                    <a16:creationId xmlns:a16="http://schemas.microsoft.com/office/drawing/2014/main" id="{4868AFD1-E6DD-DE51-BEF7-CCE29F655830}"/>
                  </a:ext>
                </a:extLst>
              </p:cNvPr>
              <p:cNvSpPr/>
              <p:nvPr/>
            </p:nvSpPr>
            <p:spPr>
              <a:xfrm>
                <a:off x="47378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5" name="타원 24">
                <a:extLst>
                  <a:ext uri="{FF2B5EF4-FFF2-40B4-BE49-F238E27FC236}">
                    <a16:creationId xmlns:a16="http://schemas.microsoft.com/office/drawing/2014/main" id="{F60C533B-5BFB-1DA6-EE7F-34CE9FBDC83A}"/>
                  </a:ext>
                </a:extLst>
              </p:cNvPr>
              <p:cNvSpPr/>
              <p:nvPr/>
            </p:nvSpPr>
            <p:spPr>
              <a:xfrm>
                <a:off x="4738263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48B04541-225A-D78B-248B-B7FD4E3B9AEC}"/>
              </a:ext>
            </a:extLst>
          </p:cNvPr>
          <p:cNvGrpSpPr/>
          <p:nvPr/>
        </p:nvGrpSpPr>
        <p:grpSpPr>
          <a:xfrm rot="5400000">
            <a:off x="7672749" y="3892807"/>
            <a:ext cx="98810" cy="589697"/>
            <a:chOff x="4737838" y="5022064"/>
            <a:chExt cx="98810" cy="589697"/>
          </a:xfrm>
        </p:grpSpPr>
        <p:sp>
          <p:nvSpPr>
            <p:cNvPr id="29" name="타원 28">
              <a:extLst>
                <a:ext uri="{FF2B5EF4-FFF2-40B4-BE49-F238E27FC236}">
                  <a16:creationId xmlns:a16="http://schemas.microsoft.com/office/drawing/2014/main" id="{5245FD54-ACF2-1979-1A7F-1C1B1DB1CE83}"/>
                </a:ext>
              </a:extLst>
            </p:cNvPr>
            <p:cNvSpPr/>
            <p:nvPr/>
          </p:nvSpPr>
          <p:spPr>
            <a:xfrm>
              <a:off x="4737838" y="5022064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30" name="타원 29">
              <a:extLst>
                <a:ext uri="{FF2B5EF4-FFF2-40B4-BE49-F238E27FC236}">
                  <a16:creationId xmlns:a16="http://schemas.microsoft.com/office/drawing/2014/main" id="{24FFFDC4-1AA3-C16B-2D0E-A48396612B68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142B6396-FA4A-B074-C0B5-BD8C497326DC}"/>
              </a:ext>
            </a:extLst>
          </p:cNvPr>
          <p:cNvSpPr/>
          <p:nvPr/>
        </p:nvSpPr>
        <p:spPr>
          <a:xfrm flipV="1">
            <a:off x="8708817" y="2636517"/>
            <a:ext cx="98385" cy="91233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D851CCD-9926-6940-3D1E-2097E712ED35}"/>
              </a:ext>
            </a:extLst>
          </p:cNvPr>
          <p:cNvSpPr txBox="1"/>
          <p:nvPr/>
        </p:nvSpPr>
        <p:spPr>
          <a:xfrm>
            <a:off x="5763569" y="6441664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highlight>
                  <a:srgbClr val="FFFF00"/>
                </a:highlight>
              </a:rPr>
              <a:t>우물은 두가지 </a:t>
            </a:r>
            <a:r>
              <a:rPr lang="ko-KR" altLang="en-US" sz="1000" dirty="0" err="1">
                <a:highlight>
                  <a:srgbClr val="FFFF00"/>
                </a:highlight>
              </a:rPr>
              <a:t>타입중</a:t>
            </a:r>
            <a:r>
              <a:rPr lang="ko-KR" altLang="en-US" sz="1000" dirty="0">
                <a:highlight>
                  <a:srgbClr val="FFFF00"/>
                </a:highlight>
              </a:rPr>
              <a:t> 선택 가능합니다</a:t>
            </a:r>
            <a:r>
              <a:rPr lang="en-US" altLang="ko-KR" sz="1000" dirty="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1000" dirty="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1000" dirty="0">
                <a:highlight>
                  <a:srgbClr val="FFFF00"/>
                </a:highlight>
              </a:rPr>
              <a:t>. </a:t>
            </a:r>
            <a:endParaRPr lang="ko-KR" altLang="en-US" sz="1000" dirty="0">
              <a:highlight>
                <a:srgbClr val="FFFF00"/>
              </a:highlight>
            </a:endParaRPr>
          </a:p>
        </p:txBody>
      </p: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4F46154A-F1C6-3EE9-E623-D3B106856F5A}"/>
              </a:ext>
            </a:extLst>
          </p:cNvPr>
          <p:cNvCxnSpPr>
            <a:cxnSpLocks/>
          </p:cNvCxnSpPr>
          <p:nvPr/>
        </p:nvCxnSpPr>
        <p:spPr>
          <a:xfrm flipV="1">
            <a:off x="6027561" y="5865258"/>
            <a:ext cx="0" cy="6073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AF0C1A0D-6FE9-438C-12E1-625E12E12A5E}"/>
              </a:ext>
            </a:extLst>
          </p:cNvPr>
          <p:cNvSpPr txBox="1"/>
          <p:nvPr/>
        </p:nvSpPr>
        <p:spPr>
          <a:xfrm>
            <a:off x="3657449" y="6312344"/>
            <a:ext cx="222937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 err="1">
                <a:highlight>
                  <a:srgbClr val="FFFF00"/>
                </a:highlight>
              </a:rPr>
              <a:t>실링팬</a:t>
            </a:r>
            <a:r>
              <a:rPr lang="ko-KR" altLang="en-US" sz="1000" b="1" dirty="0">
                <a:highlight>
                  <a:srgbClr val="FFFF00"/>
                </a:highlight>
              </a:rPr>
              <a:t> </a:t>
            </a:r>
            <a:r>
              <a:rPr lang="ko-KR" altLang="en-US" sz="1000" b="1" dirty="0" err="1">
                <a:highlight>
                  <a:srgbClr val="FFFF00"/>
                </a:highlight>
              </a:rPr>
              <a:t>루씨에어</a:t>
            </a:r>
            <a:endParaRPr lang="en-US" altLang="ko-KR" sz="1000" b="1" dirty="0">
              <a:highlight>
                <a:srgbClr val="FFFF00"/>
              </a:highlight>
            </a:endParaRPr>
          </a:p>
          <a:p>
            <a:r>
              <a:rPr lang="ko-KR" altLang="en-US" sz="1000" b="1" dirty="0">
                <a:highlight>
                  <a:srgbClr val="FFFF00"/>
                </a:highlight>
              </a:rPr>
              <a:t>설치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>
                <a:highlight>
                  <a:srgbClr val="FFFF00"/>
                </a:highlight>
              </a:rPr>
              <a:t>보강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>
                <a:highlight>
                  <a:srgbClr val="FFFF00"/>
                </a:highlight>
              </a:rPr>
              <a:t>우물 천장 안 실크 도배</a:t>
            </a:r>
            <a:br>
              <a:rPr lang="en-US" altLang="ko-KR" sz="1000" b="1" dirty="0">
                <a:highlight>
                  <a:srgbClr val="FFFF00"/>
                </a:highlight>
              </a:rPr>
            </a:br>
            <a:r>
              <a:rPr lang="ko-KR" altLang="en-US" sz="1000" b="1" dirty="0">
                <a:highlight>
                  <a:srgbClr val="FFFF00"/>
                </a:highlight>
              </a:rPr>
              <a:t>우물조명 </a:t>
            </a:r>
            <a:r>
              <a:rPr lang="en-US" altLang="ko-KR" sz="1000" b="1" dirty="0">
                <a:highlight>
                  <a:srgbClr val="FFFF00"/>
                </a:highlight>
              </a:rPr>
              <a:t>2</a:t>
            </a:r>
            <a:r>
              <a:rPr lang="ko-KR" altLang="en-US" sz="1000" b="1" dirty="0">
                <a:highlight>
                  <a:srgbClr val="FFFF00"/>
                </a:highlight>
              </a:rPr>
              <a:t>줄 </a:t>
            </a:r>
            <a:r>
              <a:rPr lang="ko-KR" altLang="en-US" sz="1000" b="1" dirty="0" err="1">
                <a:highlight>
                  <a:srgbClr val="FFFF00"/>
                </a:highlight>
              </a:rPr>
              <a:t>전구색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 err="1">
                <a:highlight>
                  <a:srgbClr val="FFFF00"/>
                </a:highlight>
              </a:rPr>
              <a:t>주백색</a:t>
            </a:r>
            <a:endParaRPr lang="en-US" altLang="ko-KR" sz="1000" b="1" dirty="0">
              <a:highlight>
                <a:srgbClr val="FFFF00"/>
              </a:highlight>
            </a:endParaRPr>
          </a:p>
        </p:txBody>
      </p:sp>
      <p:sp>
        <p:nvSpPr>
          <p:cNvPr id="35" name="TextBox 13">
            <a:extLst>
              <a:ext uri="{FF2B5EF4-FFF2-40B4-BE49-F238E27FC236}">
                <a16:creationId xmlns:a16="http://schemas.microsoft.com/office/drawing/2014/main" id="{6C29CB61-FC88-F9AF-BDED-8E7428283D21}"/>
              </a:ext>
            </a:extLst>
          </p:cNvPr>
          <p:cNvSpPr txBox="1"/>
          <p:nvPr/>
        </p:nvSpPr>
        <p:spPr>
          <a:xfrm>
            <a:off x="152584" y="824417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dirty="0"/>
              <a:t>욕실 </a:t>
            </a:r>
            <a:r>
              <a:rPr lang="ko-KR" altLang="en-US" sz="800" b="1" dirty="0" err="1"/>
              <a:t>휴젠트여부에</a:t>
            </a:r>
            <a:r>
              <a:rPr lang="ko-KR" altLang="en-US" sz="800" b="1" dirty="0"/>
              <a:t> 대하여</a:t>
            </a:r>
            <a:endParaRPr lang="en-US" altLang="ko-KR" sz="800" b="1" dirty="0"/>
          </a:p>
          <a:p>
            <a:r>
              <a:rPr lang="ko-KR" altLang="en-US" sz="800" b="1" dirty="0"/>
              <a:t>기사분이 현장에서 파악하여</a:t>
            </a:r>
            <a:endParaRPr lang="en-US" altLang="ko-KR" sz="800" b="1" dirty="0"/>
          </a:p>
          <a:p>
            <a:r>
              <a:rPr lang="ko-KR" altLang="en-US" sz="800" b="1" dirty="0"/>
              <a:t>센서위치를 적용해드립니다</a:t>
            </a:r>
            <a:r>
              <a:rPr lang="en-US" altLang="ko-KR" sz="800" b="1" dirty="0"/>
              <a:t>.</a:t>
            </a:r>
            <a:endParaRPr lang="ko-KR" altLang="en-US" sz="800" b="1" dirty="0"/>
          </a:p>
        </p:txBody>
      </p: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B9CB8365-9DA5-3B3C-BEB6-BED67AF2DB5B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6DD7A89E-EBFC-E84A-EBE5-19EFE8448725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8" name="타원 37">
              <a:extLst>
                <a:ext uri="{FF2B5EF4-FFF2-40B4-BE49-F238E27FC236}">
                  <a16:creationId xmlns:a16="http://schemas.microsoft.com/office/drawing/2014/main" id="{ECDBAD47-6D3F-4615-ED3D-229DF0F6244D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4ABE3C07-7CC7-F1A7-2153-F3A52CBD8591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0" name="TextBox 11">
              <a:extLst>
                <a:ext uri="{FF2B5EF4-FFF2-40B4-BE49-F238E27FC236}">
                  <a16:creationId xmlns:a16="http://schemas.microsoft.com/office/drawing/2014/main" id="{08826372-ED96-6011-F082-6E87D504FDCA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간접조명 </a:t>
              </a:r>
              <a:r>
                <a:rPr lang="en-US" altLang="ko-KR" sz="700" dirty="0"/>
                <a:t>A 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간접조명 센서 </a:t>
              </a:r>
              <a:r>
                <a:rPr lang="en-US" altLang="ko-KR" sz="700" dirty="0"/>
                <a:t>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우물천장간접조명 및 커튼박수 추가</a:t>
              </a:r>
              <a:r>
                <a:rPr lang="en-US" altLang="ko-KR" sz="700" dirty="0"/>
                <a:t>(</a:t>
              </a:r>
              <a:r>
                <a:rPr lang="ko-KR" altLang="en-US" sz="700" dirty="0"/>
                <a:t>별도 추가</a:t>
              </a:r>
              <a:r>
                <a:rPr lang="en-US" altLang="ko-KR" sz="700" dirty="0"/>
                <a:t>)</a:t>
              </a:r>
            </a:p>
            <a:p>
              <a:endParaRPr lang="en-US" altLang="ko-KR" sz="700" dirty="0"/>
            </a:p>
          </p:txBody>
        </p:sp>
      </p:grp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542B740F-B6A0-7453-A64A-E7158C522118}"/>
              </a:ext>
            </a:extLst>
          </p:cNvPr>
          <p:cNvSpPr/>
          <p:nvPr/>
        </p:nvSpPr>
        <p:spPr>
          <a:xfrm rot="10800000" flipV="1">
            <a:off x="9676905" y="3457532"/>
            <a:ext cx="98385" cy="804906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E11230D9-4632-D7AB-C29C-0AAC003E9D7E}"/>
              </a:ext>
            </a:extLst>
          </p:cNvPr>
          <p:cNvGrpSpPr/>
          <p:nvPr/>
        </p:nvGrpSpPr>
        <p:grpSpPr>
          <a:xfrm>
            <a:off x="6585676" y="4555829"/>
            <a:ext cx="98891" cy="1331233"/>
            <a:chOff x="4737834" y="4900127"/>
            <a:chExt cx="98891" cy="1331233"/>
          </a:xfrm>
        </p:grpSpPr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26D83E14-EBCA-8780-00E3-B70B003A31C2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7A68BD5B-F10B-366A-E4E2-AAF7FFCEE9D0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6D9EEEF2-F34F-5B23-0D7F-FEEB338AE4DC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D38F0C50-F5E1-A2C3-0213-9CB907252645}"/>
              </a:ext>
            </a:extLst>
          </p:cNvPr>
          <p:cNvSpPr/>
          <p:nvPr/>
        </p:nvSpPr>
        <p:spPr>
          <a:xfrm rot="10800000" flipV="1">
            <a:off x="4249172" y="2813522"/>
            <a:ext cx="98385" cy="73533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88391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4C3BEE-DD14-03AB-C919-66093C2ED7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6471242-FC9F-DF3F-3D0C-10D13F9DAC2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317165" y="1207358"/>
            <a:ext cx="7601535" cy="512239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CC5A66F3-9D30-9757-C0C6-393EC419B506}"/>
                  </a:ext>
                </a:extLst>
              </p:cNvPr>
              <p:cNvSpPr txBox="1"/>
              <p:nvPr/>
            </p:nvSpPr>
            <p:spPr>
              <a:xfrm>
                <a:off x="10159039" y="1071060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 dirty="0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CC5A66F3-9D30-9757-C0C6-393EC419B5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9039" y="1071060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TextBox 47">
            <a:extLst>
              <a:ext uri="{FF2B5EF4-FFF2-40B4-BE49-F238E27FC236}">
                <a16:creationId xmlns:a16="http://schemas.microsoft.com/office/drawing/2014/main" id="{75B82A79-87D2-30AB-2CE4-E4D780517692}"/>
              </a:ext>
            </a:extLst>
          </p:cNvPr>
          <p:cNvSpPr txBox="1"/>
          <p:nvPr/>
        </p:nvSpPr>
        <p:spPr>
          <a:xfrm>
            <a:off x="1871588" y="35071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/>
              <a:t>84A1</a:t>
            </a:r>
            <a:r>
              <a:rPr lang="ko-KR" altLang="en-US" sz="2000" b="1" dirty="0"/>
              <a:t>타입 간접</a:t>
            </a:r>
            <a:r>
              <a:rPr lang="en-US" altLang="ko-KR" sz="2000" b="1" dirty="0"/>
              <a:t>A /</a:t>
            </a:r>
            <a:r>
              <a:rPr lang="ko-KR" altLang="en-US" sz="2000" b="1" dirty="0"/>
              <a:t>간접</a:t>
            </a:r>
            <a:r>
              <a:rPr lang="en-US" altLang="ko-KR" sz="2000" b="1" dirty="0"/>
              <a:t> </a:t>
            </a:r>
            <a:r>
              <a:rPr lang="ko-KR" altLang="en-US" sz="2000" b="1" dirty="0"/>
              <a:t>센서 </a:t>
            </a:r>
            <a:r>
              <a:rPr lang="en-US" altLang="ko-KR" sz="2000" b="1" dirty="0"/>
              <a:t>SET</a:t>
            </a: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957AF560-C66E-B01C-7520-E7848F30FA5B}"/>
              </a:ext>
            </a:extLst>
          </p:cNvPr>
          <p:cNvSpPr/>
          <p:nvPr/>
        </p:nvSpPr>
        <p:spPr>
          <a:xfrm rot="5400000">
            <a:off x="5491578" y="5196157"/>
            <a:ext cx="102820" cy="191299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2" name="사각형: 둥근 모서리 51">
            <a:extLst>
              <a:ext uri="{FF2B5EF4-FFF2-40B4-BE49-F238E27FC236}">
                <a16:creationId xmlns:a16="http://schemas.microsoft.com/office/drawing/2014/main" id="{E51CEA0F-CEAD-C508-0FFE-189BBFC5A6C5}"/>
              </a:ext>
            </a:extLst>
          </p:cNvPr>
          <p:cNvSpPr/>
          <p:nvPr/>
        </p:nvSpPr>
        <p:spPr>
          <a:xfrm>
            <a:off x="4909706" y="4577840"/>
            <a:ext cx="1238568" cy="1250900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3" name="사각형: 둥근 모서리 52">
            <a:extLst>
              <a:ext uri="{FF2B5EF4-FFF2-40B4-BE49-F238E27FC236}">
                <a16:creationId xmlns:a16="http://schemas.microsoft.com/office/drawing/2014/main" id="{148D92FD-9C57-E5E5-BB47-FEAF5467DEB3}"/>
              </a:ext>
            </a:extLst>
          </p:cNvPr>
          <p:cNvSpPr/>
          <p:nvPr/>
        </p:nvSpPr>
        <p:spPr>
          <a:xfrm>
            <a:off x="5078643" y="4729927"/>
            <a:ext cx="907746" cy="952009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2FD4D7D-3AEC-3C9D-6F2F-CF3E8F7B9485}"/>
              </a:ext>
            </a:extLst>
          </p:cNvPr>
          <p:cNvSpPr txBox="1"/>
          <p:nvPr/>
        </p:nvSpPr>
        <p:spPr>
          <a:xfrm>
            <a:off x="4663354" y="3934597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/>
              <a:t>전자식스위치</a:t>
            </a:r>
            <a:r>
              <a:rPr lang="en-US" altLang="ko-KR" sz="1000" b="1" dirty="0"/>
              <a:t>+</a:t>
            </a:r>
            <a:r>
              <a:rPr lang="ko-KR" altLang="en-US" sz="1000" b="1" dirty="0"/>
              <a:t>리모컨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53B2F5D-3B83-14F6-7623-AA0C76496E65}"/>
              </a:ext>
            </a:extLst>
          </p:cNvPr>
          <p:cNvSpPr txBox="1"/>
          <p:nvPr/>
        </p:nvSpPr>
        <p:spPr>
          <a:xfrm>
            <a:off x="91345" y="1307452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FF0000"/>
                </a:solidFill>
              </a:rPr>
              <a:t>**</a:t>
            </a:r>
            <a:r>
              <a:rPr lang="ko-KR" altLang="en-US" sz="800" dirty="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dirty="0" err="1">
                <a:solidFill>
                  <a:srgbClr val="FF0000"/>
                </a:solidFill>
              </a:rPr>
              <a:t>타공이</a:t>
            </a:r>
            <a:r>
              <a:rPr lang="ko-KR" altLang="en-US" sz="800" dirty="0">
                <a:solidFill>
                  <a:srgbClr val="FF0000"/>
                </a:solidFill>
              </a:rPr>
              <a:t> 필요할 수 </a:t>
            </a:r>
            <a:endParaRPr lang="en-US" altLang="ko-KR" sz="800" dirty="0">
              <a:solidFill>
                <a:srgbClr val="FF0000"/>
              </a:solidFill>
            </a:endParaRPr>
          </a:p>
          <a:p>
            <a:r>
              <a:rPr lang="ko-KR" altLang="en-US" sz="800" dirty="0">
                <a:solidFill>
                  <a:srgbClr val="FF0000"/>
                </a:solidFill>
              </a:rPr>
              <a:t>있으며</a:t>
            </a:r>
            <a:r>
              <a:rPr lang="en-US" altLang="ko-KR" sz="800" dirty="0">
                <a:solidFill>
                  <a:srgbClr val="FF0000"/>
                </a:solidFill>
              </a:rPr>
              <a:t> </a:t>
            </a:r>
            <a:r>
              <a:rPr lang="ko-KR" altLang="en-US" sz="800" dirty="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 dirty="0">
              <a:solidFill>
                <a:srgbClr val="FF0000"/>
              </a:solidFill>
            </a:endParaRPr>
          </a:p>
        </p:txBody>
      </p: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A87E475B-CA3E-1E91-FE3C-795C10CF9F67}"/>
              </a:ext>
            </a:extLst>
          </p:cNvPr>
          <p:cNvGrpSpPr/>
          <p:nvPr/>
        </p:nvGrpSpPr>
        <p:grpSpPr>
          <a:xfrm>
            <a:off x="4435827" y="4524078"/>
            <a:ext cx="98891" cy="1331233"/>
            <a:chOff x="4737834" y="4900127"/>
            <a:chExt cx="98891" cy="1331233"/>
          </a:xfrm>
        </p:grpSpPr>
        <p:sp>
          <p:nvSpPr>
            <p:cNvPr id="58" name="타원 57">
              <a:extLst>
                <a:ext uri="{FF2B5EF4-FFF2-40B4-BE49-F238E27FC236}">
                  <a16:creationId xmlns:a16="http://schemas.microsoft.com/office/drawing/2014/main" id="{FE89BCFC-2BA1-7F8B-6022-7AB41DE3592B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59" name="타원 58">
              <a:extLst>
                <a:ext uri="{FF2B5EF4-FFF2-40B4-BE49-F238E27FC236}">
                  <a16:creationId xmlns:a16="http://schemas.microsoft.com/office/drawing/2014/main" id="{194190F7-D35D-E5FC-A2A8-A34CF59217D1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60" name="타원 59">
              <a:extLst>
                <a:ext uri="{FF2B5EF4-FFF2-40B4-BE49-F238E27FC236}">
                  <a16:creationId xmlns:a16="http://schemas.microsoft.com/office/drawing/2014/main" id="{5E584C0C-5572-F537-BF5D-DB97A857A6EA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72" name="그룹 71">
            <a:extLst>
              <a:ext uri="{FF2B5EF4-FFF2-40B4-BE49-F238E27FC236}">
                <a16:creationId xmlns:a16="http://schemas.microsoft.com/office/drawing/2014/main" id="{C394656B-DDAC-9915-FC76-C9567F660EC9}"/>
              </a:ext>
            </a:extLst>
          </p:cNvPr>
          <p:cNvGrpSpPr/>
          <p:nvPr/>
        </p:nvGrpSpPr>
        <p:grpSpPr>
          <a:xfrm rot="5400000">
            <a:off x="7672749" y="3892807"/>
            <a:ext cx="98810" cy="589697"/>
            <a:chOff x="4737838" y="5022064"/>
            <a:chExt cx="98810" cy="589697"/>
          </a:xfrm>
        </p:grpSpPr>
        <p:sp>
          <p:nvSpPr>
            <p:cNvPr id="73" name="타원 72">
              <a:extLst>
                <a:ext uri="{FF2B5EF4-FFF2-40B4-BE49-F238E27FC236}">
                  <a16:creationId xmlns:a16="http://schemas.microsoft.com/office/drawing/2014/main" id="{14941AA9-A955-586C-A042-C502A79598A1}"/>
                </a:ext>
              </a:extLst>
            </p:cNvPr>
            <p:cNvSpPr/>
            <p:nvPr/>
          </p:nvSpPr>
          <p:spPr>
            <a:xfrm>
              <a:off x="4737838" y="5022064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74" name="타원 73">
              <a:extLst>
                <a:ext uri="{FF2B5EF4-FFF2-40B4-BE49-F238E27FC236}">
                  <a16:creationId xmlns:a16="http://schemas.microsoft.com/office/drawing/2014/main" id="{E14A1F4A-6457-5CC0-879F-23A689CC4C01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73376C93-B28B-8F0B-7BE0-AA38B370EE31}"/>
              </a:ext>
            </a:extLst>
          </p:cNvPr>
          <p:cNvSpPr/>
          <p:nvPr/>
        </p:nvSpPr>
        <p:spPr>
          <a:xfrm flipV="1">
            <a:off x="8699377" y="2625593"/>
            <a:ext cx="98385" cy="91233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53931600-014F-BEE6-9795-11115600B716}"/>
              </a:ext>
            </a:extLst>
          </p:cNvPr>
          <p:cNvSpPr txBox="1"/>
          <p:nvPr/>
        </p:nvSpPr>
        <p:spPr>
          <a:xfrm>
            <a:off x="4405554" y="6441664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highlight>
                  <a:srgbClr val="FFFF00"/>
                </a:highlight>
              </a:rPr>
              <a:t>우물은 두가지 </a:t>
            </a:r>
            <a:r>
              <a:rPr lang="ko-KR" altLang="en-US" sz="1000" dirty="0" err="1">
                <a:highlight>
                  <a:srgbClr val="FFFF00"/>
                </a:highlight>
              </a:rPr>
              <a:t>타입중</a:t>
            </a:r>
            <a:r>
              <a:rPr lang="ko-KR" altLang="en-US" sz="1000" dirty="0">
                <a:highlight>
                  <a:srgbClr val="FFFF00"/>
                </a:highlight>
              </a:rPr>
              <a:t> 선택 가능합니다</a:t>
            </a:r>
            <a:r>
              <a:rPr lang="en-US" altLang="ko-KR" sz="1000" dirty="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1000" dirty="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1000" dirty="0">
                <a:highlight>
                  <a:srgbClr val="FFFF00"/>
                </a:highlight>
              </a:rPr>
              <a:t>. </a:t>
            </a:r>
            <a:endParaRPr lang="ko-KR" altLang="en-US" sz="1000" dirty="0">
              <a:highlight>
                <a:srgbClr val="FFFF00"/>
              </a:highlight>
            </a:endParaRPr>
          </a:p>
        </p:txBody>
      </p:sp>
      <p:cxnSp>
        <p:nvCxnSpPr>
          <p:cNvPr id="77" name="직선 화살표 연결선 76">
            <a:extLst>
              <a:ext uri="{FF2B5EF4-FFF2-40B4-BE49-F238E27FC236}">
                <a16:creationId xmlns:a16="http://schemas.microsoft.com/office/drawing/2014/main" id="{7257C655-4889-94E3-3733-788F55F24BA0}"/>
              </a:ext>
            </a:extLst>
          </p:cNvPr>
          <p:cNvCxnSpPr>
            <a:cxnSpLocks/>
          </p:cNvCxnSpPr>
          <p:nvPr/>
        </p:nvCxnSpPr>
        <p:spPr>
          <a:xfrm flipV="1">
            <a:off x="6008511" y="5836683"/>
            <a:ext cx="0" cy="6073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TextBox 13">
            <a:extLst>
              <a:ext uri="{FF2B5EF4-FFF2-40B4-BE49-F238E27FC236}">
                <a16:creationId xmlns:a16="http://schemas.microsoft.com/office/drawing/2014/main" id="{848994E2-F6E3-0E65-9E1C-ABA36C8CD373}"/>
              </a:ext>
            </a:extLst>
          </p:cNvPr>
          <p:cNvSpPr txBox="1"/>
          <p:nvPr/>
        </p:nvSpPr>
        <p:spPr>
          <a:xfrm>
            <a:off x="152584" y="824417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dirty="0"/>
              <a:t>욕실 </a:t>
            </a:r>
            <a:r>
              <a:rPr lang="ko-KR" altLang="en-US" sz="800" b="1" dirty="0" err="1"/>
              <a:t>휴젠트여부에</a:t>
            </a:r>
            <a:r>
              <a:rPr lang="ko-KR" altLang="en-US" sz="800" b="1" dirty="0"/>
              <a:t> 대하여</a:t>
            </a:r>
            <a:endParaRPr lang="en-US" altLang="ko-KR" sz="800" b="1" dirty="0"/>
          </a:p>
          <a:p>
            <a:r>
              <a:rPr lang="ko-KR" altLang="en-US" sz="800" b="1" dirty="0"/>
              <a:t>기사분이 현장에서 파악하여</a:t>
            </a:r>
            <a:endParaRPr lang="en-US" altLang="ko-KR" sz="800" b="1" dirty="0"/>
          </a:p>
          <a:p>
            <a:r>
              <a:rPr lang="ko-KR" altLang="en-US" sz="800" b="1" dirty="0"/>
              <a:t>센서위치를 적용해드립니다</a:t>
            </a:r>
            <a:r>
              <a:rPr lang="en-US" altLang="ko-KR" sz="800" b="1" dirty="0"/>
              <a:t>.</a:t>
            </a:r>
            <a:endParaRPr lang="ko-KR" altLang="en-US" sz="800" b="1" dirty="0"/>
          </a:p>
        </p:txBody>
      </p:sp>
      <p:grpSp>
        <p:nvGrpSpPr>
          <p:cNvPr id="80" name="그룹 79">
            <a:extLst>
              <a:ext uri="{FF2B5EF4-FFF2-40B4-BE49-F238E27FC236}">
                <a16:creationId xmlns:a16="http://schemas.microsoft.com/office/drawing/2014/main" id="{35F3FBC0-BBC5-AE1D-8272-D68111F0A851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81" name="타원 80">
              <a:extLst>
                <a:ext uri="{FF2B5EF4-FFF2-40B4-BE49-F238E27FC236}">
                  <a16:creationId xmlns:a16="http://schemas.microsoft.com/office/drawing/2014/main" id="{2F7A96B1-A007-1995-CDF0-95F2FC79E68F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2" name="타원 81">
              <a:extLst>
                <a:ext uri="{FF2B5EF4-FFF2-40B4-BE49-F238E27FC236}">
                  <a16:creationId xmlns:a16="http://schemas.microsoft.com/office/drawing/2014/main" id="{F175A6B2-ADFE-D2DC-2786-698B036BC8BF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3" name="타원 82">
              <a:extLst>
                <a:ext uri="{FF2B5EF4-FFF2-40B4-BE49-F238E27FC236}">
                  <a16:creationId xmlns:a16="http://schemas.microsoft.com/office/drawing/2014/main" id="{AE1CE3AF-F77A-BF48-0D8F-A6784FDBA525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4" name="TextBox 11">
              <a:extLst>
                <a:ext uri="{FF2B5EF4-FFF2-40B4-BE49-F238E27FC236}">
                  <a16:creationId xmlns:a16="http://schemas.microsoft.com/office/drawing/2014/main" id="{D4B91B1E-2D78-746E-A406-83F5C1B7CE55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간접조명 </a:t>
              </a:r>
              <a:r>
                <a:rPr lang="en-US" altLang="ko-KR" sz="700" dirty="0"/>
                <a:t>A 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간접조명 센서 </a:t>
              </a:r>
              <a:r>
                <a:rPr lang="en-US" altLang="ko-KR" sz="700" dirty="0"/>
                <a:t>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우물천장간접조명 및 커튼박수 추가</a:t>
              </a:r>
              <a:r>
                <a:rPr lang="en-US" altLang="ko-KR" sz="700" dirty="0"/>
                <a:t>(</a:t>
              </a:r>
              <a:r>
                <a:rPr lang="ko-KR" altLang="en-US" sz="700" dirty="0"/>
                <a:t>별도 추가</a:t>
              </a:r>
              <a:r>
                <a:rPr lang="en-US" altLang="ko-KR" sz="700" dirty="0"/>
                <a:t>)</a:t>
              </a:r>
            </a:p>
            <a:p>
              <a:endParaRPr lang="en-US" altLang="ko-KR" sz="700" dirty="0"/>
            </a:p>
          </p:txBody>
        </p:sp>
      </p:grp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3F3A25C3-B15A-A48D-157C-E601F3A81EE0}"/>
              </a:ext>
            </a:extLst>
          </p:cNvPr>
          <p:cNvSpPr/>
          <p:nvPr/>
        </p:nvSpPr>
        <p:spPr>
          <a:xfrm rot="10800000" flipV="1">
            <a:off x="9662617" y="3457532"/>
            <a:ext cx="98385" cy="804906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86" name="그룹 85">
            <a:extLst>
              <a:ext uri="{FF2B5EF4-FFF2-40B4-BE49-F238E27FC236}">
                <a16:creationId xmlns:a16="http://schemas.microsoft.com/office/drawing/2014/main" id="{5F0184FD-C34D-C1CE-8F04-53AC05E7A396}"/>
              </a:ext>
            </a:extLst>
          </p:cNvPr>
          <p:cNvGrpSpPr/>
          <p:nvPr/>
        </p:nvGrpSpPr>
        <p:grpSpPr>
          <a:xfrm>
            <a:off x="6566626" y="4527254"/>
            <a:ext cx="98891" cy="1331233"/>
            <a:chOff x="4737834" y="4900127"/>
            <a:chExt cx="98891" cy="1331233"/>
          </a:xfrm>
        </p:grpSpPr>
        <p:sp>
          <p:nvSpPr>
            <p:cNvPr id="87" name="타원 86">
              <a:extLst>
                <a:ext uri="{FF2B5EF4-FFF2-40B4-BE49-F238E27FC236}">
                  <a16:creationId xmlns:a16="http://schemas.microsoft.com/office/drawing/2014/main" id="{FA05D891-939E-A348-40E6-DFC0D763D59E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88" name="타원 87">
              <a:extLst>
                <a:ext uri="{FF2B5EF4-FFF2-40B4-BE49-F238E27FC236}">
                  <a16:creationId xmlns:a16="http://schemas.microsoft.com/office/drawing/2014/main" id="{CD104B11-3251-5145-5442-BFB39E550772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9" name="타원 88">
              <a:extLst>
                <a:ext uri="{FF2B5EF4-FFF2-40B4-BE49-F238E27FC236}">
                  <a16:creationId xmlns:a16="http://schemas.microsoft.com/office/drawing/2014/main" id="{91BA57CB-344A-F0A7-5B98-31A2219708DE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7BD7D0BC-856C-EE60-6615-62AD4014C18D}"/>
              </a:ext>
            </a:extLst>
          </p:cNvPr>
          <p:cNvSpPr/>
          <p:nvPr/>
        </p:nvSpPr>
        <p:spPr>
          <a:xfrm rot="10800000" flipV="1">
            <a:off x="2437040" y="2252662"/>
            <a:ext cx="98385" cy="709306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74872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DF80F5-7032-81EA-4893-792ED3DE45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CA3F1A2-74CA-2453-3045-F834D37AC7A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317165" y="1207358"/>
            <a:ext cx="7601535" cy="512239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FCDDB4C2-E9E2-D52E-9104-7CE965CFBFA3}"/>
                  </a:ext>
                </a:extLst>
              </p:cNvPr>
              <p:cNvSpPr txBox="1"/>
              <p:nvPr/>
            </p:nvSpPr>
            <p:spPr>
              <a:xfrm>
                <a:off x="10159039" y="1071060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 dirty="0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FCDDB4C2-E9E2-D52E-9104-7CE965CFBF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9039" y="1071060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TextBox 47">
            <a:extLst>
              <a:ext uri="{FF2B5EF4-FFF2-40B4-BE49-F238E27FC236}">
                <a16:creationId xmlns:a16="http://schemas.microsoft.com/office/drawing/2014/main" id="{8B8C09C6-55CC-ECEC-C6F7-60359F3CF6A9}"/>
              </a:ext>
            </a:extLst>
          </p:cNvPr>
          <p:cNvSpPr txBox="1"/>
          <p:nvPr/>
        </p:nvSpPr>
        <p:spPr>
          <a:xfrm>
            <a:off x="1871588" y="35071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/>
              <a:t>84A1</a:t>
            </a:r>
            <a:r>
              <a:rPr lang="ko-KR" altLang="en-US" sz="2000" b="1" dirty="0"/>
              <a:t>타입 간접 프리미엄 </a:t>
            </a:r>
            <a:r>
              <a:rPr lang="en-US" altLang="ko-KR" sz="2000" b="1" dirty="0"/>
              <a:t>SET</a:t>
            </a: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D9AC33D2-7001-4743-5A80-2F67F35DAFF5}"/>
              </a:ext>
            </a:extLst>
          </p:cNvPr>
          <p:cNvSpPr/>
          <p:nvPr/>
        </p:nvSpPr>
        <p:spPr>
          <a:xfrm>
            <a:off x="3257549" y="5397090"/>
            <a:ext cx="1081409" cy="10326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794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C3BC97F-D919-6991-13AF-E6C648F59624}"/>
              </a:ext>
            </a:extLst>
          </p:cNvPr>
          <p:cNvSpPr txBox="1"/>
          <p:nvPr/>
        </p:nvSpPr>
        <p:spPr>
          <a:xfrm>
            <a:off x="2710434" y="4579787"/>
            <a:ext cx="13235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 err="1"/>
              <a:t>무선리모컨</a:t>
            </a:r>
            <a:endParaRPr lang="en-US" altLang="ko-KR" sz="1000" b="1" dirty="0"/>
          </a:p>
          <a:p>
            <a:pPr algn="ctr"/>
            <a:r>
              <a:rPr lang="en-US" altLang="ko-KR" sz="1000" b="1" dirty="0"/>
              <a:t>1</a:t>
            </a:r>
            <a:r>
              <a:rPr lang="ko-KR" altLang="en-US" sz="1000" b="1" dirty="0"/>
              <a:t>구</a:t>
            </a:r>
            <a:r>
              <a:rPr lang="en-US" altLang="ko-KR" sz="1000" b="1" dirty="0"/>
              <a:t>(3</a:t>
            </a:r>
            <a:r>
              <a:rPr lang="ko-KR" altLang="en-US" sz="1000" b="1" dirty="0"/>
              <a:t>채널</a:t>
            </a:r>
            <a:r>
              <a:rPr lang="en-US" altLang="ko-KR" sz="1000" b="1" dirty="0"/>
              <a:t>)</a:t>
            </a:r>
            <a:endParaRPr lang="ko-KR" altLang="en-US" sz="1000" b="1" dirty="0"/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92242336-EA3F-2BAC-CB56-48F53850FCD1}"/>
              </a:ext>
            </a:extLst>
          </p:cNvPr>
          <p:cNvSpPr/>
          <p:nvPr/>
        </p:nvSpPr>
        <p:spPr>
          <a:xfrm rot="5400000">
            <a:off x="5491578" y="5196157"/>
            <a:ext cx="102820" cy="191299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2" name="사각형: 둥근 모서리 51">
            <a:extLst>
              <a:ext uri="{FF2B5EF4-FFF2-40B4-BE49-F238E27FC236}">
                <a16:creationId xmlns:a16="http://schemas.microsoft.com/office/drawing/2014/main" id="{E3AFF244-3758-7E13-5C08-83DAE02CFBB0}"/>
              </a:ext>
            </a:extLst>
          </p:cNvPr>
          <p:cNvSpPr/>
          <p:nvPr/>
        </p:nvSpPr>
        <p:spPr>
          <a:xfrm>
            <a:off x="4909706" y="4577840"/>
            <a:ext cx="1238568" cy="1250900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3" name="사각형: 둥근 모서리 52">
            <a:extLst>
              <a:ext uri="{FF2B5EF4-FFF2-40B4-BE49-F238E27FC236}">
                <a16:creationId xmlns:a16="http://schemas.microsoft.com/office/drawing/2014/main" id="{E484CFFC-0EDF-2708-E85C-F86AD1810695}"/>
              </a:ext>
            </a:extLst>
          </p:cNvPr>
          <p:cNvSpPr/>
          <p:nvPr/>
        </p:nvSpPr>
        <p:spPr>
          <a:xfrm>
            <a:off x="5078643" y="4729927"/>
            <a:ext cx="907746" cy="952009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5F68E0D-CD51-98E5-9FC5-160EF12EF064}"/>
              </a:ext>
            </a:extLst>
          </p:cNvPr>
          <p:cNvSpPr txBox="1"/>
          <p:nvPr/>
        </p:nvSpPr>
        <p:spPr>
          <a:xfrm>
            <a:off x="4663354" y="3934597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/>
              <a:t>전자식스위치</a:t>
            </a:r>
            <a:r>
              <a:rPr lang="en-US" altLang="ko-KR" sz="1000" b="1" dirty="0"/>
              <a:t>+</a:t>
            </a:r>
            <a:r>
              <a:rPr lang="ko-KR" altLang="en-US" sz="1000" b="1" dirty="0"/>
              <a:t>리모컨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5152710-3EF1-D168-E5EF-1F4A21CB7652}"/>
              </a:ext>
            </a:extLst>
          </p:cNvPr>
          <p:cNvSpPr txBox="1"/>
          <p:nvPr/>
        </p:nvSpPr>
        <p:spPr>
          <a:xfrm>
            <a:off x="91345" y="1307452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FF0000"/>
                </a:solidFill>
              </a:rPr>
              <a:t>**</a:t>
            </a:r>
            <a:r>
              <a:rPr lang="ko-KR" altLang="en-US" sz="800" dirty="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dirty="0" err="1">
                <a:solidFill>
                  <a:srgbClr val="FF0000"/>
                </a:solidFill>
              </a:rPr>
              <a:t>타공이</a:t>
            </a:r>
            <a:r>
              <a:rPr lang="ko-KR" altLang="en-US" sz="800" dirty="0">
                <a:solidFill>
                  <a:srgbClr val="FF0000"/>
                </a:solidFill>
              </a:rPr>
              <a:t> 필요할 수 </a:t>
            </a:r>
            <a:endParaRPr lang="en-US" altLang="ko-KR" sz="800" dirty="0">
              <a:solidFill>
                <a:srgbClr val="FF0000"/>
              </a:solidFill>
            </a:endParaRPr>
          </a:p>
          <a:p>
            <a:r>
              <a:rPr lang="ko-KR" altLang="en-US" sz="800" dirty="0">
                <a:solidFill>
                  <a:srgbClr val="FF0000"/>
                </a:solidFill>
              </a:rPr>
              <a:t>있으며</a:t>
            </a:r>
            <a:r>
              <a:rPr lang="en-US" altLang="ko-KR" sz="800" dirty="0">
                <a:solidFill>
                  <a:srgbClr val="FF0000"/>
                </a:solidFill>
              </a:rPr>
              <a:t> </a:t>
            </a:r>
            <a:r>
              <a:rPr lang="ko-KR" altLang="en-US" sz="800" dirty="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 dirty="0">
              <a:solidFill>
                <a:srgbClr val="FF0000"/>
              </a:solidFill>
            </a:endParaRPr>
          </a:p>
        </p:txBody>
      </p: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455292EC-A8EF-24B2-E243-4A5D4EC96102}"/>
              </a:ext>
            </a:extLst>
          </p:cNvPr>
          <p:cNvGrpSpPr/>
          <p:nvPr/>
        </p:nvGrpSpPr>
        <p:grpSpPr>
          <a:xfrm>
            <a:off x="4435827" y="4524078"/>
            <a:ext cx="98891" cy="1331233"/>
            <a:chOff x="4737834" y="4900127"/>
            <a:chExt cx="98891" cy="1331233"/>
          </a:xfrm>
        </p:grpSpPr>
        <p:sp>
          <p:nvSpPr>
            <p:cNvPr id="58" name="타원 57">
              <a:extLst>
                <a:ext uri="{FF2B5EF4-FFF2-40B4-BE49-F238E27FC236}">
                  <a16:creationId xmlns:a16="http://schemas.microsoft.com/office/drawing/2014/main" id="{8B97206D-CC7C-BC44-9403-2FA3858AFF22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59" name="타원 58">
              <a:extLst>
                <a:ext uri="{FF2B5EF4-FFF2-40B4-BE49-F238E27FC236}">
                  <a16:creationId xmlns:a16="http://schemas.microsoft.com/office/drawing/2014/main" id="{123B3EEF-2412-91C8-2EFF-1E2A8C2028EC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60" name="타원 59">
              <a:extLst>
                <a:ext uri="{FF2B5EF4-FFF2-40B4-BE49-F238E27FC236}">
                  <a16:creationId xmlns:a16="http://schemas.microsoft.com/office/drawing/2014/main" id="{0013085F-A5E7-F765-EC1C-76D1D7E55B1A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61" name="그룹 60">
            <a:extLst>
              <a:ext uri="{FF2B5EF4-FFF2-40B4-BE49-F238E27FC236}">
                <a16:creationId xmlns:a16="http://schemas.microsoft.com/office/drawing/2014/main" id="{F61D3350-F782-A4F3-0AD6-1FD0F0D448D8}"/>
              </a:ext>
            </a:extLst>
          </p:cNvPr>
          <p:cNvGrpSpPr/>
          <p:nvPr/>
        </p:nvGrpSpPr>
        <p:grpSpPr>
          <a:xfrm>
            <a:off x="4211636" y="4405944"/>
            <a:ext cx="98814" cy="665595"/>
            <a:chOff x="4737834" y="5000139"/>
            <a:chExt cx="98814" cy="665595"/>
          </a:xfrm>
          <a:solidFill>
            <a:srgbClr val="00B0F0"/>
          </a:solidFill>
        </p:grpSpPr>
        <p:sp>
          <p:nvSpPr>
            <p:cNvPr id="62" name="타원 61">
              <a:extLst>
                <a:ext uri="{FF2B5EF4-FFF2-40B4-BE49-F238E27FC236}">
                  <a16:creationId xmlns:a16="http://schemas.microsoft.com/office/drawing/2014/main" id="{C9FF1AD7-73AF-084D-925A-1866BEA70322}"/>
                </a:ext>
              </a:extLst>
            </p:cNvPr>
            <p:cNvSpPr/>
            <p:nvPr/>
          </p:nvSpPr>
          <p:spPr>
            <a:xfrm>
              <a:off x="4737834" y="5000139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63" name="타원 62">
              <a:extLst>
                <a:ext uri="{FF2B5EF4-FFF2-40B4-BE49-F238E27FC236}">
                  <a16:creationId xmlns:a16="http://schemas.microsoft.com/office/drawing/2014/main" id="{D9B3640F-F092-BD57-8A40-C4C92C44BA1F}"/>
                </a:ext>
              </a:extLst>
            </p:cNvPr>
            <p:cNvSpPr/>
            <p:nvPr/>
          </p:nvSpPr>
          <p:spPr>
            <a:xfrm>
              <a:off x="4738263" y="5567349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64" name="그룹 63">
            <a:extLst>
              <a:ext uri="{FF2B5EF4-FFF2-40B4-BE49-F238E27FC236}">
                <a16:creationId xmlns:a16="http://schemas.microsoft.com/office/drawing/2014/main" id="{B8600E02-C2C2-7A0C-ACBF-AA1528E95C51}"/>
              </a:ext>
            </a:extLst>
          </p:cNvPr>
          <p:cNvGrpSpPr/>
          <p:nvPr/>
        </p:nvGrpSpPr>
        <p:grpSpPr>
          <a:xfrm>
            <a:off x="8166649" y="2828859"/>
            <a:ext cx="468013" cy="542991"/>
            <a:chOff x="9191246" y="3797098"/>
            <a:chExt cx="468013" cy="542991"/>
          </a:xfrm>
          <a:solidFill>
            <a:srgbClr val="CC0000"/>
          </a:solidFill>
        </p:grpSpPr>
        <p:grpSp>
          <p:nvGrpSpPr>
            <p:cNvPr id="65" name="그룹 64">
              <a:extLst>
                <a:ext uri="{FF2B5EF4-FFF2-40B4-BE49-F238E27FC236}">
                  <a16:creationId xmlns:a16="http://schemas.microsoft.com/office/drawing/2014/main" id="{517CD0C4-EC92-7C27-F955-8D75FBEE8319}"/>
                </a:ext>
              </a:extLst>
            </p:cNvPr>
            <p:cNvGrpSpPr/>
            <p:nvPr/>
          </p:nvGrpSpPr>
          <p:grpSpPr>
            <a:xfrm>
              <a:off x="9560445" y="3799905"/>
              <a:ext cx="98814" cy="540184"/>
              <a:chOff x="4674334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70" name="타원 69">
                <a:extLst>
                  <a:ext uri="{FF2B5EF4-FFF2-40B4-BE49-F238E27FC236}">
                    <a16:creationId xmlns:a16="http://schemas.microsoft.com/office/drawing/2014/main" id="{89741019-B00A-5513-E55E-138B4AD6C16E}"/>
                  </a:ext>
                </a:extLst>
              </p:cNvPr>
              <p:cNvSpPr/>
              <p:nvPr/>
            </p:nvSpPr>
            <p:spPr>
              <a:xfrm>
                <a:off x="46743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1" name="타원 70">
                <a:extLst>
                  <a:ext uri="{FF2B5EF4-FFF2-40B4-BE49-F238E27FC236}">
                    <a16:creationId xmlns:a16="http://schemas.microsoft.com/office/drawing/2014/main" id="{C645ABD6-DF2C-231C-6563-5D46EBCD2844}"/>
                  </a:ext>
                </a:extLst>
              </p:cNvPr>
              <p:cNvSpPr/>
              <p:nvPr/>
            </p:nvSpPr>
            <p:spPr>
              <a:xfrm>
                <a:off x="4674763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66" name="별: 꼭짓점 7개 65">
              <a:extLst>
                <a:ext uri="{FF2B5EF4-FFF2-40B4-BE49-F238E27FC236}">
                  <a16:creationId xmlns:a16="http://schemas.microsoft.com/office/drawing/2014/main" id="{B24672BB-E28D-7564-AEEE-36112EA11DED}"/>
                </a:ext>
              </a:extLst>
            </p:cNvPr>
            <p:cNvSpPr/>
            <p:nvPr/>
          </p:nvSpPr>
          <p:spPr>
            <a:xfrm rot="5400000">
              <a:off x="9314937" y="3932172"/>
              <a:ext cx="244351" cy="235659"/>
            </a:xfrm>
            <a:prstGeom prst="star7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86" b="1" dirty="0">
                <a:ln w="22225">
                  <a:solidFill>
                    <a:srgbClr val="FFFF00"/>
                  </a:solidFill>
                  <a:prstDash val="solid"/>
                </a:ln>
                <a:solidFill>
                  <a:srgbClr val="C00000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</a:endParaRPr>
            </a:p>
          </p:txBody>
        </p:sp>
        <p:grpSp>
          <p:nvGrpSpPr>
            <p:cNvPr id="67" name="그룹 66">
              <a:extLst>
                <a:ext uri="{FF2B5EF4-FFF2-40B4-BE49-F238E27FC236}">
                  <a16:creationId xmlns:a16="http://schemas.microsoft.com/office/drawing/2014/main" id="{875DF514-7A58-2FC0-3315-60E6054C0A9C}"/>
                </a:ext>
              </a:extLst>
            </p:cNvPr>
            <p:cNvGrpSpPr/>
            <p:nvPr/>
          </p:nvGrpSpPr>
          <p:grpSpPr>
            <a:xfrm>
              <a:off x="9191246" y="3797098"/>
              <a:ext cx="98814" cy="540184"/>
              <a:chOff x="4737834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68" name="타원 67">
                <a:extLst>
                  <a:ext uri="{FF2B5EF4-FFF2-40B4-BE49-F238E27FC236}">
                    <a16:creationId xmlns:a16="http://schemas.microsoft.com/office/drawing/2014/main" id="{15CF1863-6D56-769B-9AFA-47A9C7B0771E}"/>
                  </a:ext>
                </a:extLst>
              </p:cNvPr>
              <p:cNvSpPr/>
              <p:nvPr/>
            </p:nvSpPr>
            <p:spPr>
              <a:xfrm>
                <a:off x="47378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9" name="타원 68">
                <a:extLst>
                  <a:ext uri="{FF2B5EF4-FFF2-40B4-BE49-F238E27FC236}">
                    <a16:creationId xmlns:a16="http://schemas.microsoft.com/office/drawing/2014/main" id="{09E8F142-4796-B18E-67F2-54C9CB8B0247}"/>
                  </a:ext>
                </a:extLst>
              </p:cNvPr>
              <p:cNvSpPr/>
              <p:nvPr/>
            </p:nvSpPr>
            <p:spPr>
              <a:xfrm>
                <a:off x="4738263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72" name="그룹 71">
            <a:extLst>
              <a:ext uri="{FF2B5EF4-FFF2-40B4-BE49-F238E27FC236}">
                <a16:creationId xmlns:a16="http://schemas.microsoft.com/office/drawing/2014/main" id="{F87DB99D-6769-4F12-8B57-BA955B27C62F}"/>
              </a:ext>
            </a:extLst>
          </p:cNvPr>
          <p:cNvGrpSpPr/>
          <p:nvPr/>
        </p:nvGrpSpPr>
        <p:grpSpPr>
          <a:xfrm rot="5400000">
            <a:off x="7672749" y="3892807"/>
            <a:ext cx="98810" cy="589697"/>
            <a:chOff x="4737838" y="5022064"/>
            <a:chExt cx="98810" cy="589697"/>
          </a:xfrm>
        </p:grpSpPr>
        <p:sp>
          <p:nvSpPr>
            <p:cNvPr id="73" name="타원 72">
              <a:extLst>
                <a:ext uri="{FF2B5EF4-FFF2-40B4-BE49-F238E27FC236}">
                  <a16:creationId xmlns:a16="http://schemas.microsoft.com/office/drawing/2014/main" id="{731DDCA5-194C-2E9D-D72A-DC2C073ACFF9}"/>
                </a:ext>
              </a:extLst>
            </p:cNvPr>
            <p:cNvSpPr/>
            <p:nvPr/>
          </p:nvSpPr>
          <p:spPr>
            <a:xfrm>
              <a:off x="4737838" y="5022064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74" name="타원 73">
              <a:extLst>
                <a:ext uri="{FF2B5EF4-FFF2-40B4-BE49-F238E27FC236}">
                  <a16:creationId xmlns:a16="http://schemas.microsoft.com/office/drawing/2014/main" id="{3BA7CD5D-EAAC-512C-CDB2-4220513D3D28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1BD1E044-1476-2C6F-E012-1F28B7351C5B}"/>
              </a:ext>
            </a:extLst>
          </p:cNvPr>
          <p:cNvSpPr/>
          <p:nvPr/>
        </p:nvSpPr>
        <p:spPr>
          <a:xfrm flipV="1">
            <a:off x="8699377" y="2625593"/>
            <a:ext cx="98385" cy="91233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192E0FD5-67FE-75E3-901B-4BBDE8118548}"/>
              </a:ext>
            </a:extLst>
          </p:cNvPr>
          <p:cNvSpPr txBox="1"/>
          <p:nvPr/>
        </p:nvSpPr>
        <p:spPr>
          <a:xfrm>
            <a:off x="4405554" y="6441664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highlight>
                  <a:srgbClr val="FFFF00"/>
                </a:highlight>
              </a:rPr>
              <a:t>우물은 두가지 </a:t>
            </a:r>
            <a:r>
              <a:rPr lang="ko-KR" altLang="en-US" sz="1000" dirty="0" err="1">
                <a:highlight>
                  <a:srgbClr val="FFFF00"/>
                </a:highlight>
              </a:rPr>
              <a:t>타입중</a:t>
            </a:r>
            <a:r>
              <a:rPr lang="ko-KR" altLang="en-US" sz="1000" dirty="0">
                <a:highlight>
                  <a:srgbClr val="FFFF00"/>
                </a:highlight>
              </a:rPr>
              <a:t> 선택 가능합니다</a:t>
            </a:r>
            <a:r>
              <a:rPr lang="en-US" altLang="ko-KR" sz="1000" dirty="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1000" dirty="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1000" dirty="0">
                <a:highlight>
                  <a:srgbClr val="FFFF00"/>
                </a:highlight>
              </a:rPr>
              <a:t>. </a:t>
            </a:r>
            <a:endParaRPr lang="ko-KR" altLang="en-US" sz="1000" dirty="0">
              <a:highlight>
                <a:srgbClr val="FFFF00"/>
              </a:highlight>
            </a:endParaRPr>
          </a:p>
        </p:txBody>
      </p:sp>
      <p:cxnSp>
        <p:nvCxnSpPr>
          <p:cNvPr id="77" name="직선 화살표 연결선 76">
            <a:extLst>
              <a:ext uri="{FF2B5EF4-FFF2-40B4-BE49-F238E27FC236}">
                <a16:creationId xmlns:a16="http://schemas.microsoft.com/office/drawing/2014/main" id="{8F370178-92FF-D1C1-4AFC-91883ACAD121}"/>
              </a:ext>
            </a:extLst>
          </p:cNvPr>
          <p:cNvCxnSpPr>
            <a:cxnSpLocks/>
          </p:cNvCxnSpPr>
          <p:nvPr/>
        </p:nvCxnSpPr>
        <p:spPr>
          <a:xfrm flipV="1">
            <a:off x="6008511" y="5836683"/>
            <a:ext cx="0" cy="6073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TextBox 13">
            <a:extLst>
              <a:ext uri="{FF2B5EF4-FFF2-40B4-BE49-F238E27FC236}">
                <a16:creationId xmlns:a16="http://schemas.microsoft.com/office/drawing/2014/main" id="{FEF9A298-CD1A-6062-BE66-A2D2B25E7186}"/>
              </a:ext>
            </a:extLst>
          </p:cNvPr>
          <p:cNvSpPr txBox="1"/>
          <p:nvPr/>
        </p:nvSpPr>
        <p:spPr>
          <a:xfrm>
            <a:off x="152584" y="824417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dirty="0"/>
              <a:t>욕실 </a:t>
            </a:r>
            <a:r>
              <a:rPr lang="ko-KR" altLang="en-US" sz="800" b="1" dirty="0" err="1"/>
              <a:t>휴젠트여부에</a:t>
            </a:r>
            <a:r>
              <a:rPr lang="ko-KR" altLang="en-US" sz="800" b="1" dirty="0"/>
              <a:t> 대하여</a:t>
            </a:r>
            <a:endParaRPr lang="en-US" altLang="ko-KR" sz="800" b="1" dirty="0"/>
          </a:p>
          <a:p>
            <a:r>
              <a:rPr lang="ko-KR" altLang="en-US" sz="800" b="1" dirty="0"/>
              <a:t>기사분이 현장에서 파악하여</a:t>
            </a:r>
            <a:endParaRPr lang="en-US" altLang="ko-KR" sz="800" b="1" dirty="0"/>
          </a:p>
          <a:p>
            <a:r>
              <a:rPr lang="ko-KR" altLang="en-US" sz="800" b="1" dirty="0"/>
              <a:t>센서위치를 적용해드립니다</a:t>
            </a:r>
            <a:r>
              <a:rPr lang="en-US" altLang="ko-KR" sz="800" b="1" dirty="0"/>
              <a:t>.</a:t>
            </a:r>
            <a:endParaRPr lang="ko-KR" altLang="en-US" sz="800" b="1" dirty="0"/>
          </a:p>
        </p:txBody>
      </p:sp>
      <p:grpSp>
        <p:nvGrpSpPr>
          <p:cNvPr id="80" name="그룹 79">
            <a:extLst>
              <a:ext uri="{FF2B5EF4-FFF2-40B4-BE49-F238E27FC236}">
                <a16:creationId xmlns:a16="http://schemas.microsoft.com/office/drawing/2014/main" id="{A7AC7E73-0E3B-409C-C478-ADA9A5E4B194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81" name="타원 80">
              <a:extLst>
                <a:ext uri="{FF2B5EF4-FFF2-40B4-BE49-F238E27FC236}">
                  <a16:creationId xmlns:a16="http://schemas.microsoft.com/office/drawing/2014/main" id="{F30DFBB4-B170-AF75-E4CB-2118D509AB51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2" name="타원 81">
              <a:extLst>
                <a:ext uri="{FF2B5EF4-FFF2-40B4-BE49-F238E27FC236}">
                  <a16:creationId xmlns:a16="http://schemas.microsoft.com/office/drawing/2014/main" id="{80FFE85F-F7B0-D53C-FDC2-92CFDFB6393A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3" name="타원 82">
              <a:extLst>
                <a:ext uri="{FF2B5EF4-FFF2-40B4-BE49-F238E27FC236}">
                  <a16:creationId xmlns:a16="http://schemas.microsoft.com/office/drawing/2014/main" id="{0280F408-3451-6C59-6466-DD66ED0D9657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4" name="TextBox 11">
              <a:extLst>
                <a:ext uri="{FF2B5EF4-FFF2-40B4-BE49-F238E27FC236}">
                  <a16:creationId xmlns:a16="http://schemas.microsoft.com/office/drawing/2014/main" id="{A38E1DDD-632E-CAC2-3153-27972CD1785E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간접조명 </a:t>
              </a:r>
              <a:r>
                <a:rPr lang="en-US" altLang="ko-KR" sz="700" dirty="0"/>
                <a:t>A 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간접조명 센서 </a:t>
              </a:r>
              <a:r>
                <a:rPr lang="en-US" altLang="ko-KR" sz="700" dirty="0"/>
                <a:t>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우물천장간접조명 및 커튼박수 추가</a:t>
              </a:r>
              <a:r>
                <a:rPr lang="en-US" altLang="ko-KR" sz="700" dirty="0"/>
                <a:t>(</a:t>
              </a:r>
              <a:r>
                <a:rPr lang="ko-KR" altLang="en-US" sz="700" dirty="0"/>
                <a:t>별도 추가</a:t>
              </a:r>
              <a:r>
                <a:rPr lang="en-US" altLang="ko-KR" sz="700" dirty="0"/>
                <a:t>)</a:t>
              </a:r>
            </a:p>
            <a:p>
              <a:endParaRPr lang="en-US" altLang="ko-KR" sz="700" dirty="0"/>
            </a:p>
          </p:txBody>
        </p:sp>
      </p:grp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1683655F-C5CB-DC9B-2012-BA3BDE2EF984}"/>
              </a:ext>
            </a:extLst>
          </p:cNvPr>
          <p:cNvSpPr/>
          <p:nvPr/>
        </p:nvSpPr>
        <p:spPr>
          <a:xfrm rot="10800000" flipV="1">
            <a:off x="9662617" y="3457532"/>
            <a:ext cx="98385" cy="804906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86" name="그룹 85">
            <a:extLst>
              <a:ext uri="{FF2B5EF4-FFF2-40B4-BE49-F238E27FC236}">
                <a16:creationId xmlns:a16="http://schemas.microsoft.com/office/drawing/2014/main" id="{54CE0BB3-BA3D-24C9-ECA5-C10EA9D526C5}"/>
              </a:ext>
            </a:extLst>
          </p:cNvPr>
          <p:cNvGrpSpPr/>
          <p:nvPr/>
        </p:nvGrpSpPr>
        <p:grpSpPr>
          <a:xfrm>
            <a:off x="6566626" y="4527254"/>
            <a:ext cx="98891" cy="1331233"/>
            <a:chOff x="4737834" y="4900127"/>
            <a:chExt cx="98891" cy="1331233"/>
          </a:xfrm>
        </p:grpSpPr>
        <p:sp>
          <p:nvSpPr>
            <p:cNvPr id="87" name="타원 86">
              <a:extLst>
                <a:ext uri="{FF2B5EF4-FFF2-40B4-BE49-F238E27FC236}">
                  <a16:creationId xmlns:a16="http://schemas.microsoft.com/office/drawing/2014/main" id="{2251AD2B-100C-7552-5F93-C58E596BCD16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88" name="타원 87">
              <a:extLst>
                <a:ext uri="{FF2B5EF4-FFF2-40B4-BE49-F238E27FC236}">
                  <a16:creationId xmlns:a16="http://schemas.microsoft.com/office/drawing/2014/main" id="{8DC58FF1-E087-610D-1BCF-8A7E0EA93A41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9" name="타원 88">
              <a:extLst>
                <a:ext uri="{FF2B5EF4-FFF2-40B4-BE49-F238E27FC236}">
                  <a16:creationId xmlns:a16="http://schemas.microsoft.com/office/drawing/2014/main" id="{9A114CD8-31E8-F11C-1CD6-FD42CFDFEFEC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4A3224D7-6625-F2F9-75FC-6AE826731831}"/>
              </a:ext>
            </a:extLst>
          </p:cNvPr>
          <p:cNvSpPr/>
          <p:nvPr/>
        </p:nvSpPr>
        <p:spPr>
          <a:xfrm rot="10800000" flipV="1">
            <a:off x="2437040" y="2252662"/>
            <a:ext cx="98385" cy="709306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92526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9DAC12-AE65-38EE-C531-3A9770C6AD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8782388-E0C7-BF7F-7B55-02B657A600A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317165" y="1207358"/>
            <a:ext cx="7601535" cy="512239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8381DA27-71F2-518B-D431-49F1E2EF4FA3}"/>
                  </a:ext>
                </a:extLst>
              </p:cNvPr>
              <p:cNvSpPr txBox="1"/>
              <p:nvPr/>
            </p:nvSpPr>
            <p:spPr>
              <a:xfrm>
                <a:off x="10159039" y="1071060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 dirty="0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8381DA27-71F2-518B-D431-49F1E2EF4F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9039" y="1071060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TextBox 47">
            <a:extLst>
              <a:ext uri="{FF2B5EF4-FFF2-40B4-BE49-F238E27FC236}">
                <a16:creationId xmlns:a16="http://schemas.microsoft.com/office/drawing/2014/main" id="{298CAB81-FC8C-C71C-8E31-26097149260C}"/>
              </a:ext>
            </a:extLst>
          </p:cNvPr>
          <p:cNvSpPr txBox="1"/>
          <p:nvPr/>
        </p:nvSpPr>
        <p:spPr>
          <a:xfrm>
            <a:off x="1871588" y="35071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/>
              <a:t>84A1</a:t>
            </a:r>
            <a:r>
              <a:rPr lang="ko-KR" altLang="en-US" sz="2000" b="1" dirty="0"/>
              <a:t>타입 간접 프리미엄 </a:t>
            </a:r>
            <a:r>
              <a:rPr lang="en-US" altLang="ko-KR" sz="2000" b="1" dirty="0"/>
              <a:t>SET + </a:t>
            </a:r>
            <a:r>
              <a:rPr lang="ko-KR" altLang="en-US" sz="2000" b="1" dirty="0" err="1"/>
              <a:t>실링팬</a:t>
            </a:r>
            <a:r>
              <a:rPr lang="ko-KR" altLang="en-US" sz="2000" b="1" dirty="0"/>
              <a:t> 우물두줄</a:t>
            </a:r>
            <a:endParaRPr lang="en-US" altLang="ko-KR" sz="2000" b="1" dirty="0"/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F561C602-AF99-C1C8-7018-9AFEC2E4C4B1}"/>
              </a:ext>
            </a:extLst>
          </p:cNvPr>
          <p:cNvSpPr/>
          <p:nvPr/>
        </p:nvSpPr>
        <p:spPr>
          <a:xfrm>
            <a:off x="3257549" y="5397090"/>
            <a:ext cx="1081409" cy="10326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794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5CBCF7D-ED39-91E8-9253-88872AA04AE6}"/>
              </a:ext>
            </a:extLst>
          </p:cNvPr>
          <p:cNvSpPr txBox="1"/>
          <p:nvPr/>
        </p:nvSpPr>
        <p:spPr>
          <a:xfrm>
            <a:off x="2710434" y="4579787"/>
            <a:ext cx="13235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 err="1"/>
              <a:t>무선리모컨</a:t>
            </a:r>
            <a:endParaRPr lang="en-US" altLang="ko-KR" sz="1000" b="1" dirty="0"/>
          </a:p>
          <a:p>
            <a:pPr algn="ctr"/>
            <a:r>
              <a:rPr lang="en-US" altLang="ko-KR" sz="1000" b="1" dirty="0"/>
              <a:t>1</a:t>
            </a:r>
            <a:r>
              <a:rPr lang="ko-KR" altLang="en-US" sz="1000" b="1" dirty="0"/>
              <a:t>구</a:t>
            </a:r>
            <a:r>
              <a:rPr lang="en-US" altLang="ko-KR" sz="1000" b="1" dirty="0"/>
              <a:t>(3</a:t>
            </a:r>
            <a:r>
              <a:rPr lang="ko-KR" altLang="en-US" sz="1000" b="1" dirty="0"/>
              <a:t>채널</a:t>
            </a:r>
            <a:r>
              <a:rPr lang="en-US" altLang="ko-KR" sz="1000" b="1" dirty="0"/>
              <a:t>)</a:t>
            </a:r>
            <a:endParaRPr lang="ko-KR" altLang="en-US" sz="1000" b="1" dirty="0"/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1C6C491C-D276-4648-9B2D-7396FC24283B}"/>
              </a:ext>
            </a:extLst>
          </p:cNvPr>
          <p:cNvSpPr/>
          <p:nvPr/>
        </p:nvSpPr>
        <p:spPr>
          <a:xfrm rot="5400000">
            <a:off x="5491578" y="5196157"/>
            <a:ext cx="102820" cy="191299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2" name="사각형: 둥근 모서리 51">
            <a:extLst>
              <a:ext uri="{FF2B5EF4-FFF2-40B4-BE49-F238E27FC236}">
                <a16:creationId xmlns:a16="http://schemas.microsoft.com/office/drawing/2014/main" id="{BF1C98DA-E65B-2033-EF08-9AF5085D775A}"/>
              </a:ext>
            </a:extLst>
          </p:cNvPr>
          <p:cNvSpPr/>
          <p:nvPr/>
        </p:nvSpPr>
        <p:spPr>
          <a:xfrm>
            <a:off x="4909706" y="4577840"/>
            <a:ext cx="1238568" cy="1250900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3" name="사각형: 둥근 모서리 52">
            <a:extLst>
              <a:ext uri="{FF2B5EF4-FFF2-40B4-BE49-F238E27FC236}">
                <a16:creationId xmlns:a16="http://schemas.microsoft.com/office/drawing/2014/main" id="{F9ADBA44-55EC-0C61-7F7F-A00E805AF22E}"/>
              </a:ext>
            </a:extLst>
          </p:cNvPr>
          <p:cNvSpPr/>
          <p:nvPr/>
        </p:nvSpPr>
        <p:spPr>
          <a:xfrm>
            <a:off x="5078643" y="4729927"/>
            <a:ext cx="907746" cy="952009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FDB947F-A8F0-9060-38ED-8E08AF22889A}"/>
              </a:ext>
            </a:extLst>
          </p:cNvPr>
          <p:cNvSpPr txBox="1"/>
          <p:nvPr/>
        </p:nvSpPr>
        <p:spPr>
          <a:xfrm>
            <a:off x="4663354" y="3934597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/>
              <a:t>전자식스위치</a:t>
            </a:r>
            <a:r>
              <a:rPr lang="en-US" altLang="ko-KR" sz="1000" b="1" dirty="0"/>
              <a:t>+</a:t>
            </a:r>
            <a:r>
              <a:rPr lang="ko-KR" altLang="en-US" sz="1000" b="1" dirty="0"/>
              <a:t>리모컨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7CBF61E-095D-ACE0-878A-BF7A08DA12ED}"/>
              </a:ext>
            </a:extLst>
          </p:cNvPr>
          <p:cNvSpPr txBox="1"/>
          <p:nvPr/>
        </p:nvSpPr>
        <p:spPr>
          <a:xfrm>
            <a:off x="91345" y="1307452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FF0000"/>
                </a:solidFill>
              </a:rPr>
              <a:t>**</a:t>
            </a:r>
            <a:r>
              <a:rPr lang="ko-KR" altLang="en-US" sz="800" dirty="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dirty="0" err="1">
                <a:solidFill>
                  <a:srgbClr val="FF0000"/>
                </a:solidFill>
              </a:rPr>
              <a:t>타공이</a:t>
            </a:r>
            <a:r>
              <a:rPr lang="ko-KR" altLang="en-US" sz="800" dirty="0">
                <a:solidFill>
                  <a:srgbClr val="FF0000"/>
                </a:solidFill>
              </a:rPr>
              <a:t> 필요할 수 </a:t>
            </a:r>
            <a:endParaRPr lang="en-US" altLang="ko-KR" sz="800" dirty="0">
              <a:solidFill>
                <a:srgbClr val="FF0000"/>
              </a:solidFill>
            </a:endParaRPr>
          </a:p>
          <a:p>
            <a:r>
              <a:rPr lang="ko-KR" altLang="en-US" sz="800" dirty="0">
                <a:solidFill>
                  <a:srgbClr val="FF0000"/>
                </a:solidFill>
              </a:rPr>
              <a:t>있으며</a:t>
            </a:r>
            <a:r>
              <a:rPr lang="en-US" altLang="ko-KR" sz="800" dirty="0">
                <a:solidFill>
                  <a:srgbClr val="FF0000"/>
                </a:solidFill>
              </a:rPr>
              <a:t> </a:t>
            </a:r>
            <a:r>
              <a:rPr lang="ko-KR" altLang="en-US" sz="800" dirty="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 dirty="0">
              <a:solidFill>
                <a:srgbClr val="FF0000"/>
              </a:solidFill>
            </a:endParaRPr>
          </a:p>
        </p:txBody>
      </p:sp>
      <p:sp>
        <p:nvSpPr>
          <p:cNvPr id="56" name="별: 꼭짓점 4개 55">
            <a:extLst>
              <a:ext uri="{FF2B5EF4-FFF2-40B4-BE49-F238E27FC236}">
                <a16:creationId xmlns:a16="http://schemas.microsoft.com/office/drawing/2014/main" id="{C866FED6-7158-71DC-DD82-A65C62296E44}"/>
              </a:ext>
            </a:extLst>
          </p:cNvPr>
          <p:cNvSpPr/>
          <p:nvPr/>
        </p:nvSpPr>
        <p:spPr>
          <a:xfrm>
            <a:off x="5258071" y="4913255"/>
            <a:ext cx="557315" cy="559233"/>
          </a:xfrm>
          <a:prstGeom prst="star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45">
              <a:solidFill>
                <a:schemeClr val="tx1"/>
              </a:solidFill>
            </a:endParaRPr>
          </a:p>
        </p:txBody>
      </p: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6996F60A-B48F-257F-1F24-74CA690E8DF7}"/>
              </a:ext>
            </a:extLst>
          </p:cNvPr>
          <p:cNvGrpSpPr/>
          <p:nvPr/>
        </p:nvGrpSpPr>
        <p:grpSpPr>
          <a:xfrm>
            <a:off x="4435827" y="4524078"/>
            <a:ext cx="98891" cy="1331233"/>
            <a:chOff x="4737834" y="4900127"/>
            <a:chExt cx="98891" cy="1331233"/>
          </a:xfrm>
        </p:grpSpPr>
        <p:sp>
          <p:nvSpPr>
            <p:cNvPr id="58" name="타원 57">
              <a:extLst>
                <a:ext uri="{FF2B5EF4-FFF2-40B4-BE49-F238E27FC236}">
                  <a16:creationId xmlns:a16="http://schemas.microsoft.com/office/drawing/2014/main" id="{55FB44B6-346E-6F59-A07D-3B7B0CD44555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59" name="타원 58">
              <a:extLst>
                <a:ext uri="{FF2B5EF4-FFF2-40B4-BE49-F238E27FC236}">
                  <a16:creationId xmlns:a16="http://schemas.microsoft.com/office/drawing/2014/main" id="{C9F213B7-E31C-E23F-7A12-E3AE79056D2C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60" name="타원 59">
              <a:extLst>
                <a:ext uri="{FF2B5EF4-FFF2-40B4-BE49-F238E27FC236}">
                  <a16:creationId xmlns:a16="http://schemas.microsoft.com/office/drawing/2014/main" id="{E1819C51-A786-7BCA-3740-777BED7FB3E8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61" name="그룹 60">
            <a:extLst>
              <a:ext uri="{FF2B5EF4-FFF2-40B4-BE49-F238E27FC236}">
                <a16:creationId xmlns:a16="http://schemas.microsoft.com/office/drawing/2014/main" id="{F106A2B2-9A47-A84C-71B7-FE5224C66ADC}"/>
              </a:ext>
            </a:extLst>
          </p:cNvPr>
          <p:cNvGrpSpPr/>
          <p:nvPr/>
        </p:nvGrpSpPr>
        <p:grpSpPr>
          <a:xfrm>
            <a:off x="4211636" y="4405944"/>
            <a:ext cx="98814" cy="665595"/>
            <a:chOff x="4737834" y="5000139"/>
            <a:chExt cx="98814" cy="665595"/>
          </a:xfrm>
          <a:solidFill>
            <a:srgbClr val="00B0F0"/>
          </a:solidFill>
        </p:grpSpPr>
        <p:sp>
          <p:nvSpPr>
            <p:cNvPr id="62" name="타원 61">
              <a:extLst>
                <a:ext uri="{FF2B5EF4-FFF2-40B4-BE49-F238E27FC236}">
                  <a16:creationId xmlns:a16="http://schemas.microsoft.com/office/drawing/2014/main" id="{112E2AEB-B53D-0E48-0633-1D8BF501719F}"/>
                </a:ext>
              </a:extLst>
            </p:cNvPr>
            <p:cNvSpPr/>
            <p:nvPr/>
          </p:nvSpPr>
          <p:spPr>
            <a:xfrm>
              <a:off x="4737834" y="5000139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63" name="타원 62">
              <a:extLst>
                <a:ext uri="{FF2B5EF4-FFF2-40B4-BE49-F238E27FC236}">
                  <a16:creationId xmlns:a16="http://schemas.microsoft.com/office/drawing/2014/main" id="{A0C5F612-41C8-05AB-282A-68B1D91DDD96}"/>
                </a:ext>
              </a:extLst>
            </p:cNvPr>
            <p:cNvSpPr/>
            <p:nvPr/>
          </p:nvSpPr>
          <p:spPr>
            <a:xfrm>
              <a:off x="4738263" y="5567349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64" name="그룹 63">
            <a:extLst>
              <a:ext uri="{FF2B5EF4-FFF2-40B4-BE49-F238E27FC236}">
                <a16:creationId xmlns:a16="http://schemas.microsoft.com/office/drawing/2014/main" id="{C397227D-B7C3-122B-6101-80C17B081D17}"/>
              </a:ext>
            </a:extLst>
          </p:cNvPr>
          <p:cNvGrpSpPr/>
          <p:nvPr/>
        </p:nvGrpSpPr>
        <p:grpSpPr>
          <a:xfrm>
            <a:off x="8166649" y="2828859"/>
            <a:ext cx="468013" cy="542991"/>
            <a:chOff x="9191246" y="3797098"/>
            <a:chExt cx="468013" cy="542991"/>
          </a:xfrm>
          <a:solidFill>
            <a:srgbClr val="CC0000"/>
          </a:solidFill>
        </p:grpSpPr>
        <p:grpSp>
          <p:nvGrpSpPr>
            <p:cNvPr id="65" name="그룹 64">
              <a:extLst>
                <a:ext uri="{FF2B5EF4-FFF2-40B4-BE49-F238E27FC236}">
                  <a16:creationId xmlns:a16="http://schemas.microsoft.com/office/drawing/2014/main" id="{668036BD-6A92-4D0A-74C5-007C5EC0C07B}"/>
                </a:ext>
              </a:extLst>
            </p:cNvPr>
            <p:cNvGrpSpPr/>
            <p:nvPr/>
          </p:nvGrpSpPr>
          <p:grpSpPr>
            <a:xfrm>
              <a:off x="9560445" y="3799905"/>
              <a:ext cx="98814" cy="540184"/>
              <a:chOff x="4674334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70" name="타원 69">
                <a:extLst>
                  <a:ext uri="{FF2B5EF4-FFF2-40B4-BE49-F238E27FC236}">
                    <a16:creationId xmlns:a16="http://schemas.microsoft.com/office/drawing/2014/main" id="{6536B08A-7CF2-53D4-7D32-3985B8C2200F}"/>
                  </a:ext>
                </a:extLst>
              </p:cNvPr>
              <p:cNvSpPr/>
              <p:nvPr/>
            </p:nvSpPr>
            <p:spPr>
              <a:xfrm>
                <a:off x="46743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1" name="타원 70">
                <a:extLst>
                  <a:ext uri="{FF2B5EF4-FFF2-40B4-BE49-F238E27FC236}">
                    <a16:creationId xmlns:a16="http://schemas.microsoft.com/office/drawing/2014/main" id="{4A1EF0BD-7E39-7437-6EDA-B7B20973F98A}"/>
                  </a:ext>
                </a:extLst>
              </p:cNvPr>
              <p:cNvSpPr/>
              <p:nvPr/>
            </p:nvSpPr>
            <p:spPr>
              <a:xfrm>
                <a:off x="4674763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66" name="별: 꼭짓점 7개 65">
              <a:extLst>
                <a:ext uri="{FF2B5EF4-FFF2-40B4-BE49-F238E27FC236}">
                  <a16:creationId xmlns:a16="http://schemas.microsoft.com/office/drawing/2014/main" id="{08284978-772A-200E-C940-99B3AB386448}"/>
                </a:ext>
              </a:extLst>
            </p:cNvPr>
            <p:cNvSpPr/>
            <p:nvPr/>
          </p:nvSpPr>
          <p:spPr>
            <a:xfrm rot="5400000">
              <a:off x="9314937" y="3932172"/>
              <a:ext cx="244351" cy="235659"/>
            </a:xfrm>
            <a:prstGeom prst="star7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86" b="1" dirty="0">
                <a:ln w="22225">
                  <a:solidFill>
                    <a:srgbClr val="FFFF00"/>
                  </a:solidFill>
                  <a:prstDash val="solid"/>
                </a:ln>
                <a:solidFill>
                  <a:srgbClr val="C00000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</a:endParaRPr>
            </a:p>
          </p:txBody>
        </p:sp>
        <p:grpSp>
          <p:nvGrpSpPr>
            <p:cNvPr id="67" name="그룹 66">
              <a:extLst>
                <a:ext uri="{FF2B5EF4-FFF2-40B4-BE49-F238E27FC236}">
                  <a16:creationId xmlns:a16="http://schemas.microsoft.com/office/drawing/2014/main" id="{DB8CFBBA-6EB0-F277-E49A-C93C28C8CBCA}"/>
                </a:ext>
              </a:extLst>
            </p:cNvPr>
            <p:cNvGrpSpPr/>
            <p:nvPr/>
          </p:nvGrpSpPr>
          <p:grpSpPr>
            <a:xfrm>
              <a:off x="9191246" y="3797098"/>
              <a:ext cx="98814" cy="540184"/>
              <a:chOff x="4737834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68" name="타원 67">
                <a:extLst>
                  <a:ext uri="{FF2B5EF4-FFF2-40B4-BE49-F238E27FC236}">
                    <a16:creationId xmlns:a16="http://schemas.microsoft.com/office/drawing/2014/main" id="{B20525D5-B84F-4BA7-926F-E17E3C201268}"/>
                  </a:ext>
                </a:extLst>
              </p:cNvPr>
              <p:cNvSpPr/>
              <p:nvPr/>
            </p:nvSpPr>
            <p:spPr>
              <a:xfrm>
                <a:off x="47378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9" name="타원 68">
                <a:extLst>
                  <a:ext uri="{FF2B5EF4-FFF2-40B4-BE49-F238E27FC236}">
                    <a16:creationId xmlns:a16="http://schemas.microsoft.com/office/drawing/2014/main" id="{F76B574E-9CF0-9F5C-8110-9EF526FB85A8}"/>
                  </a:ext>
                </a:extLst>
              </p:cNvPr>
              <p:cNvSpPr/>
              <p:nvPr/>
            </p:nvSpPr>
            <p:spPr>
              <a:xfrm>
                <a:off x="4738263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72" name="그룹 71">
            <a:extLst>
              <a:ext uri="{FF2B5EF4-FFF2-40B4-BE49-F238E27FC236}">
                <a16:creationId xmlns:a16="http://schemas.microsoft.com/office/drawing/2014/main" id="{CEB04A7A-A532-7AAC-DF3C-561F5F3F7DEE}"/>
              </a:ext>
            </a:extLst>
          </p:cNvPr>
          <p:cNvGrpSpPr/>
          <p:nvPr/>
        </p:nvGrpSpPr>
        <p:grpSpPr>
          <a:xfrm rot="5400000">
            <a:off x="7672749" y="3892807"/>
            <a:ext cx="98810" cy="589697"/>
            <a:chOff x="4737838" y="5022064"/>
            <a:chExt cx="98810" cy="589697"/>
          </a:xfrm>
        </p:grpSpPr>
        <p:sp>
          <p:nvSpPr>
            <p:cNvPr id="73" name="타원 72">
              <a:extLst>
                <a:ext uri="{FF2B5EF4-FFF2-40B4-BE49-F238E27FC236}">
                  <a16:creationId xmlns:a16="http://schemas.microsoft.com/office/drawing/2014/main" id="{6ECC0276-598C-E572-C1E2-6EF2750B96B5}"/>
                </a:ext>
              </a:extLst>
            </p:cNvPr>
            <p:cNvSpPr/>
            <p:nvPr/>
          </p:nvSpPr>
          <p:spPr>
            <a:xfrm>
              <a:off x="4737838" y="5022064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74" name="타원 73">
              <a:extLst>
                <a:ext uri="{FF2B5EF4-FFF2-40B4-BE49-F238E27FC236}">
                  <a16:creationId xmlns:a16="http://schemas.microsoft.com/office/drawing/2014/main" id="{781207A4-F94B-DF66-FBF3-990BA1867645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15D0CB0B-073C-8FC9-32FC-F539EF09582A}"/>
              </a:ext>
            </a:extLst>
          </p:cNvPr>
          <p:cNvSpPr/>
          <p:nvPr/>
        </p:nvSpPr>
        <p:spPr>
          <a:xfrm flipV="1">
            <a:off x="8699377" y="2625593"/>
            <a:ext cx="98385" cy="91233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06226E7F-07F0-4696-C0FA-DDB9EAC77218}"/>
              </a:ext>
            </a:extLst>
          </p:cNvPr>
          <p:cNvSpPr txBox="1"/>
          <p:nvPr/>
        </p:nvSpPr>
        <p:spPr>
          <a:xfrm>
            <a:off x="5763569" y="6441664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highlight>
                  <a:srgbClr val="FFFF00"/>
                </a:highlight>
              </a:rPr>
              <a:t>우물은 두가지 </a:t>
            </a:r>
            <a:r>
              <a:rPr lang="ko-KR" altLang="en-US" sz="1000" dirty="0" err="1">
                <a:highlight>
                  <a:srgbClr val="FFFF00"/>
                </a:highlight>
              </a:rPr>
              <a:t>타입중</a:t>
            </a:r>
            <a:r>
              <a:rPr lang="ko-KR" altLang="en-US" sz="1000" dirty="0">
                <a:highlight>
                  <a:srgbClr val="FFFF00"/>
                </a:highlight>
              </a:rPr>
              <a:t> 선택 가능합니다</a:t>
            </a:r>
            <a:r>
              <a:rPr lang="en-US" altLang="ko-KR" sz="1000" dirty="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1000" dirty="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1000" dirty="0">
                <a:highlight>
                  <a:srgbClr val="FFFF00"/>
                </a:highlight>
              </a:rPr>
              <a:t>. </a:t>
            </a:r>
            <a:endParaRPr lang="ko-KR" altLang="en-US" sz="1000" dirty="0">
              <a:highlight>
                <a:srgbClr val="FFFF00"/>
              </a:highlight>
            </a:endParaRPr>
          </a:p>
        </p:txBody>
      </p:sp>
      <p:cxnSp>
        <p:nvCxnSpPr>
          <p:cNvPr id="77" name="직선 화살표 연결선 76">
            <a:extLst>
              <a:ext uri="{FF2B5EF4-FFF2-40B4-BE49-F238E27FC236}">
                <a16:creationId xmlns:a16="http://schemas.microsoft.com/office/drawing/2014/main" id="{CBF5DFB2-4BBD-2387-2DA5-47427E58A44E}"/>
              </a:ext>
            </a:extLst>
          </p:cNvPr>
          <p:cNvCxnSpPr>
            <a:cxnSpLocks/>
          </p:cNvCxnSpPr>
          <p:nvPr/>
        </p:nvCxnSpPr>
        <p:spPr>
          <a:xfrm flipV="1">
            <a:off x="6008511" y="5836683"/>
            <a:ext cx="0" cy="6073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132F2FE4-375C-7C37-8F42-B2E02103389D}"/>
              </a:ext>
            </a:extLst>
          </p:cNvPr>
          <p:cNvSpPr txBox="1"/>
          <p:nvPr/>
        </p:nvSpPr>
        <p:spPr>
          <a:xfrm>
            <a:off x="3657449" y="6312344"/>
            <a:ext cx="222937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 err="1">
                <a:highlight>
                  <a:srgbClr val="FFFF00"/>
                </a:highlight>
              </a:rPr>
              <a:t>실링팬</a:t>
            </a:r>
            <a:r>
              <a:rPr lang="ko-KR" altLang="en-US" sz="1000" b="1" dirty="0">
                <a:highlight>
                  <a:srgbClr val="FFFF00"/>
                </a:highlight>
              </a:rPr>
              <a:t> </a:t>
            </a:r>
            <a:r>
              <a:rPr lang="ko-KR" altLang="en-US" sz="1000" b="1" dirty="0" err="1">
                <a:highlight>
                  <a:srgbClr val="FFFF00"/>
                </a:highlight>
              </a:rPr>
              <a:t>루씨에어</a:t>
            </a:r>
            <a:endParaRPr lang="en-US" altLang="ko-KR" sz="1000" b="1" dirty="0">
              <a:highlight>
                <a:srgbClr val="FFFF00"/>
              </a:highlight>
            </a:endParaRPr>
          </a:p>
          <a:p>
            <a:r>
              <a:rPr lang="ko-KR" altLang="en-US" sz="1000" b="1" dirty="0">
                <a:highlight>
                  <a:srgbClr val="FFFF00"/>
                </a:highlight>
              </a:rPr>
              <a:t>설치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>
                <a:highlight>
                  <a:srgbClr val="FFFF00"/>
                </a:highlight>
              </a:rPr>
              <a:t>보강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>
                <a:highlight>
                  <a:srgbClr val="FFFF00"/>
                </a:highlight>
              </a:rPr>
              <a:t>우물 천장 안 실크 도배</a:t>
            </a:r>
            <a:br>
              <a:rPr lang="en-US" altLang="ko-KR" sz="1000" b="1" dirty="0">
                <a:highlight>
                  <a:srgbClr val="FFFF00"/>
                </a:highlight>
              </a:rPr>
            </a:br>
            <a:r>
              <a:rPr lang="ko-KR" altLang="en-US" sz="1000" b="1" dirty="0">
                <a:highlight>
                  <a:srgbClr val="FFFF00"/>
                </a:highlight>
              </a:rPr>
              <a:t>우물조명 </a:t>
            </a:r>
            <a:r>
              <a:rPr lang="en-US" altLang="ko-KR" sz="1000" b="1" dirty="0">
                <a:highlight>
                  <a:srgbClr val="FFFF00"/>
                </a:highlight>
              </a:rPr>
              <a:t>2</a:t>
            </a:r>
            <a:r>
              <a:rPr lang="ko-KR" altLang="en-US" sz="1000" b="1" dirty="0">
                <a:highlight>
                  <a:srgbClr val="FFFF00"/>
                </a:highlight>
              </a:rPr>
              <a:t>줄 </a:t>
            </a:r>
            <a:r>
              <a:rPr lang="ko-KR" altLang="en-US" sz="1000" b="1" dirty="0" err="1">
                <a:highlight>
                  <a:srgbClr val="FFFF00"/>
                </a:highlight>
              </a:rPr>
              <a:t>전구색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 err="1">
                <a:highlight>
                  <a:srgbClr val="FFFF00"/>
                </a:highlight>
              </a:rPr>
              <a:t>주백색</a:t>
            </a:r>
            <a:endParaRPr lang="en-US" altLang="ko-KR" sz="1000" b="1" dirty="0">
              <a:highlight>
                <a:srgbClr val="FFFF00"/>
              </a:highlight>
            </a:endParaRPr>
          </a:p>
        </p:txBody>
      </p:sp>
      <p:sp>
        <p:nvSpPr>
          <p:cNvPr id="79" name="TextBox 13">
            <a:extLst>
              <a:ext uri="{FF2B5EF4-FFF2-40B4-BE49-F238E27FC236}">
                <a16:creationId xmlns:a16="http://schemas.microsoft.com/office/drawing/2014/main" id="{E112E61F-329C-3683-9536-800F1F5DADBF}"/>
              </a:ext>
            </a:extLst>
          </p:cNvPr>
          <p:cNvSpPr txBox="1"/>
          <p:nvPr/>
        </p:nvSpPr>
        <p:spPr>
          <a:xfrm>
            <a:off x="152584" y="824417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dirty="0"/>
              <a:t>욕실 </a:t>
            </a:r>
            <a:r>
              <a:rPr lang="ko-KR" altLang="en-US" sz="800" b="1" dirty="0" err="1"/>
              <a:t>휴젠트여부에</a:t>
            </a:r>
            <a:r>
              <a:rPr lang="ko-KR" altLang="en-US" sz="800" b="1" dirty="0"/>
              <a:t> 대하여</a:t>
            </a:r>
            <a:endParaRPr lang="en-US" altLang="ko-KR" sz="800" b="1" dirty="0"/>
          </a:p>
          <a:p>
            <a:r>
              <a:rPr lang="ko-KR" altLang="en-US" sz="800" b="1" dirty="0"/>
              <a:t>기사분이 현장에서 파악하여</a:t>
            </a:r>
            <a:endParaRPr lang="en-US" altLang="ko-KR" sz="800" b="1" dirty="0"/>
          </a:p>
          <a:p>
            <a:r>
              <a:rPr lang="ko-KR" altLang="en-US" sz="800" b="1" dirty="0"/>
              <a:t>센서위치를 적용해드립니다</a:t>
            </a:r>
            <a:r>
              <a:rPr lang="en-US" altLang="ko-KR" sz="800" b="1" dirty="0"/>
              <a:t>.</a:t>
            </a:r>
            <a:endParaRPr lang="ko-KR" altLang="en-US" sz="800" b="1" dirty="0"/>
          </a:p>
        </p:txBody>
      </p:sp>
      <p:grpSp>
        <p:nvGrpSpPr>
          <p:cNvPr id="80" name="그룹 79">
            <a:extLst>
              <a:ext uri="{FF2B5EF4-FFF2-40B4-BE49-F238E27FC236}">
                <a16:creationId xmlns:a16="http://schemas.microsoft.com/office/drawing/2014/main" id="{6D884074-E1EA-98C8-633B-E73D86666454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81" name="타원 80">
              <a:extLst>
                <a:ext uri="{FF2B5EF4-FFF2-40B4-BE49-F238E27FC236}">
                  <a16:creationId xmlns:a16="http://schemas.microsoft.com/office/drawing/2014/main" id="{3FADC187-2435-A68B-24E6-0242875A3F10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2" name="타원 81">
              <a:extLst>
                <a:ext uri="{FF2B5EF4-FFF2-40B4-BE49-F238E27FC236}">
                  <a16:creationId xmlns:a16="http://schemas.microsoft.com/office/drawing/2014/main" id="{22EFA251-937E-7C0C-B10A-1450670391FB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3" name="타원 82">
              <a:extLst>
                <a:ext uri="{FF2B5EF4-FFF2-40B4-BE49-F238E27FC236}">
                  <a16:creationId xmlns:a16="http://schemas.microsoft.com/office/drawing/2014/main" id="{DE86504F-B851-A5DE-3E83-1C0196F478C5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4" name="TextBox 11">
              <a:extLst>
                <a:ext uri="{FF2B5EF4-FFF2-40B4-BE49-F238E27FC236}">
                  <a16:creationId xmlns:a16="http://schemas.microsoft.com/office/drawing/2014/main" id="{A9EFC659-55F6-A77F-C6E1-DB6F6CDAC829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간접조명 </a:t>
              </a:r>
              <a:r>
                <a:rPr lang="en-US" altLang="ko-KR" sz="700" dirty="0"/>
                <a:t>A 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간접조명 센서 </a:t>
              </a:r>
              <a:r>
                <a:rPr lang="en-US" altLang="ko-KR" sz="700" dirty="0"/>
                <a:t>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우물천장간접조명 및 커튼박수 추가</a:t>
              </a:r>
              <a:r>
                <a:rPr lang="en-US" altLang="ko-KR" sz="700" dirty="0"/>
                <a:t>(</a:t>
              </a:r>
              <a:r>
                <a:rPr lang="ko-KR" altLang="en-US" sz="700" dirty="0"/>
                <a:t>별도 추가</a:t>
              </a:r>
              <a:r>
                <a:rPr lang="en-US" altLang="ko-KR" sz="700" dirty="0"/>
                <a:t>)</a:t>
              </a:r>
            </a:p>
            <a:p>
              <a:endParaRPr lang="en-US" altLang="ko-KR" sz="700" dirty="0"/>
            </a:p>
          </p:txBody>
        </p:sp>
      </p:grp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BB1A0E02-A7F4-0D5B-DCD3-9135F857A35E}"/>
              </a:ext>
            </a:extLst>
          </p:cNvPr>
          <p:cNvSpPr/>
          <p:nvPr/>
        </p:nvSpPr>
        <p:spPr>
          <a:xfrm rot="10800000" flipV="1">
            <a:off x="9662617" y="3457532"/>
            <a:ext cx="98385" cy="804906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86" name="그룹 85">
            <a:extLst>
              <a:ext uri="{FF2B5EF4-FFF2-40B4-BE49-F238E27FC236}">
                <a16:creationId xmlns:a16="http://schemas.microsoft.com/office/drawing/2014/main" id="{31FD6E6C-AF23-FEAF-B555-E656D5A50AE9}"/>
              </a:ext>
            </a:extLst>
          </p:cNvPr>
          <p:cNvGrpSpPr/>
          <p:nvPr/>
        </p:nvGrpSpPr>
        <p:grpSpPr>
          <a:xfrm>
            <a:off x="6566626" y="4527254"/>
            <a:ext cx="98891" cy="1331233"/>
            <a:chOff x="4737834" y="4900127"/>
            <a:chExt cx="98891" cy="1331233"/>
          </a:xfrm>
        </p:grpSpPr>
        <p:sp>
          <p:nvSpPr>
            <p:cNvPr id="87" name="타원 86">
              <a:extLst>
                <a:ext uri="{FF2B5EF4-FFF2-40B4-BE49-F238E27FC236}">
                  <a16:creationId xmlns:a16="http://schemas.microsoft.com/office/drawing/2014/main" id="{26BE7944-62A0-AC22-AF0D-BEB947D03E5A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88" name="타원 87">
              <a:extLst>
                <a:ext uri="{FF2B5EF4-FFF2-40B4-BE49-F238E27FC236}">
                  <a16:creationId xmlns:a16="http://schemas.microsoft.com/office/drawing/2014/main" id="{CDDE9962-979B-6CFB-9999-39206064EFF4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9" name="타원 88">
              <a:extLst>
                <a:ext uri="{FF2B5EF4-FFF2-40B4-BE49-F238E27FC236}">
                  <a16:creationId xmlns:a16="http://schemas.microsoft.com/office/drawing/2014/main" id="{A3EDA283-031B-E2F1-A11B-1F740A5BC16C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E883F86D-28E7-3678-D160-E88C1D122962}"/>
              </a:ext>
            </a:extLst>
          </p:cNvPr>
          <p:cNvSpPr/>
          <p:nvPr/>
        </p:nvSpPr>
        <p:spPr>
          <a:xfrm rot="10800000" flipV="1">
            <a:off x="2437040" y="2252662"/>
            <a:ext cx="98385" cy="709306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52055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9DAC12-AE65-38EE-C531-3A9770C6AD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8782388-E0C7-BF7F-7B55-02B657A600A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317165" y="1207358"/>
            <a:ext cx="7601535" cy="512239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8381DA27-71F2-518B-D431-49F1E2EF4FA3}"/>
                  </a:ext>
                </a:extLst>
              </p:cNvPr>
              <p:cNvSpPr txBox="1"/>
              <p:nvPr/>
            </p:nvSpPr>
            <p:spPr>
              <a:xfrm>
                <a:off x="10159039" y="1071060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 dirty="0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8381DA27-71F2-518B-D431-49F1E2EF4F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9039" y="1071060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TextBox 47">
            <a:extLst>
              <a:ext uri="{FF2B5EF4-FFF2-40B4-BE49-F238E27FC236}">
                <a16:creationId xmlns:a16="http://schemas.microsoft.com/office/drawing/2014/main" id="{298CAB81-FC8C-C71C-8E31-26097149260C}"/>
              </a:ext>
            </a:extLst>
          </p:cNvPr>
          <p:cNvSpPr txBox="1"/>
          <p:nvPr/>
        </p:nvSpPr>
        <p:spPr>
          <a:xfrm>
            <a:off x="1871588" y="35071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/>
              <a:t>84A1</a:t>
            </a:r>
            <a:r>
              <a:rPr lang="ko-KR" altLang="en-US" sz="2000" b="1" dirty="0"/>
              <a:t>타입 간접 프리미엄 </a:t>
            </a:r>
            <a:r>
              <a:rPr lang="en-US" altLang="ko-KR" sz="2000" b="1" dirty="0"/>
              <a:t>SET + </a:t>
            </a:r>
            <a:r>
              <a:rPr lang="ko-KR" altLang="en-US" sz="2000" b="1" dirty="0" err="1"/>
              <a:t>실링팬</a:t>
            </a:r>
            <a:r>
              <a:rPr lang="ko-KR" altLang="en-US" sz="2000" b="1" dirty="0"/>
              <a:t> 우물두줄</a:t>
            </a:r>
            <a:endParaRPr lang="en-US" altLang="ko-KR" sz="2000" b="1" dirty="0"/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1C6C491C-D276-4648-9B2D-7396FC24283B}"/>
              </a:ext>
            </a:extLst>
          </p:cNvPr>
          <p:cNvSpPr/>
          <p:nvPr/>
        </p:nvSpPr>
        <p:spPr>
          <a:xfrm rot="5400000">
            <a:off x="5491578" y="5196157"/>
            <a:ext cx="102820" cy="191299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2" name="사각형: 둥근 모서리 51">
            <a:extLst>
              <a:ext uri="{FF2B5EF4-FFF2-40B4-BE49-F238E27FC236}">
                <a16:creationId xmlns:a16="http://schemas.microsoft.com/office/drawing/2014/main" id="{BF1C98DA-E65B-2033-EF08-9AF5085D775A}"/>
              </a:ext>
            </a:extLst>
          </p:cNvPr>
          <p:cNvSpPr/>
          <p:nvPr/>
        </p:nvSpPr>
        <p:spPr>
          <a:xfrm>
            <a:off x="4909706" y="4577840"/>
            <a:ext cx="1238568" cy="1250900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FDB947F-A8F0-9060-38ED-8E08AF22889A}"/>
              </a:ext>
            </a:extLst>
          </p:cNvPr>
          <p:cNvSpPr txBox="1"/>
          <p:nvPr/>
        </p:nvSpPr>
        <p:spPr>
          <a:xfrm>
            <a:off x="4663354" y="3934597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/>
              <a:t>전자식스위치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7CBF61E-095D-ACE0-878A-BF7A08DA12ED}"/>
              </a:ext>
            </a:extLst>
          </p:cNvPr>
          <p:cNvSpPr txBox="1"/>
          <p:nvPr/>
        </p:nvSpPr>
        <p:spPr>
          <a:xfrm>
            <a:off x="91345" y="1307452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FF0000"/>
                </a:solidFill>
              </a:rPr>
              <a:t>**</a:t>
            </a:r>
            <a:r>
              <a:rPr lang="ko-KR" altLang="en-US" sz="800" dirty="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dirty="0" err="1">
                <a:solidFill>
                  <a:srgbClr val="FF0000"/>
                </a:solidFill>
              </a:rPr>
              <a:t>타공이</a:t>
            </a:r>
            <a:r>
              <a:rPr lang="ko-KR" altLang="en-US" sz="800" dirty="0">
                <a:solidFill>
                  <a:srgbClr val="FF0000"/>
                </a:solidFill>
              </a:rPr>
              <a:t> 필요할 수 </a:t>
            </a:r>
            <a:endParaRPr lang="en-US" altLang="ko-KR" sz="800" dirty="0">
              <a:solidFill>
                <a:srgbClr val="FF0000"/>
              </a:solidFill>
            </a:endParaRPr>
          </a:p>
          <a:p>
            <a:r>
              <a:rPr lang="ko-KR" altLang="en-US" sz="800" dirty="0">
                <a:solidFill>
                  <a:srgbClr val="FF0000"/>
                </a:solidFill>
              </a:rPr>
              <a:t>있으며</a:t>
            </a:r>
            <a:r>
              <a:rPr lang="en-US" altLang="ko-KR" sz="800" dirty="0">
                <a:solidFill>
                  <a:srgbClr val="FF0000"/>
                </a:solidFill>
              </a:rPr>
              <a:t> </a:t>
            </a:r>
            <a:r>
              <a:rPr lang="ko-KR" altLang="en-US" sz="800" dirty="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 dirty="0">
              <a:solidFill>
                <a:srgbClr val="FF0000"/>
              </a:solidFill>
            </a:endParaRPr>
          </a:p>
        </p:txBody>
      </p:sp>
      <p:sp>
        <p:nvSpPr>
          <p:cNvPr id="56" name="별: 꼭짓점 4개 55">
            <a:extLst>
              <a:ext uri="{FF2B5EF4-FFF2-40B4-BE49-F238E27FC236}">
                <a16:creationId xmlns:a16="http://schemas.microsoft.com/office/drawing/2014/main" id="{C866FED6-7158-71DC-DD82-A65C62296E44}"/>
              </a:ext>
            </a:extLst>
          </p:cNvPr>
          <p:cNvSpPr/>
          <p:nvPr/>
        </p:nvSpPr>
        <p:spPr>
          <a:xfrm>
            <a:off x="5258071" y="4913255"/>
            <a:ext cx="557315" cy="559233"/>
          </a:xfrm>
          <a:prstGeom prst="star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45">
              <a:solidFill>
                <a:schemeClr val="tx1"/>
              </a:solidFill>
            </a:endParaRPr>
          </a:p>
        </p:txBody>
      </p: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6996F60A-B48F-257F-1F24-74CA690E8DF7}"/>
              </a:ext>
            </a:extLst>
          </p:cNvPr>
          <p:cNvGrpSpPr/>
          <p:nvPr/>
        </p:nvGrpSpPr>
        <p:grpSpPr>
          <a:xfrm>
            <a:off x="4435827" y="4524078"/>
            <a:ext cx="98891" cy="1331233"/>
            <a:chOff x="4737834" y="4900127"/>
            <a:chExt cx="98891" cy="1331233"/>
          </a:xfrm>
        </p:grpSpPr>
        <p:sp>
          <p:nvSpPr>
            <p:cNvPr id="58" name="타원 57">
              <a:extLst>
                <a:ext uri="{FF2B5EF4-FFF2-40B4-BE49-F238E27FC236}">
                  <a16:creationId xmlns:a16="http://schemas.microsoft.com/office/drawing/2014/main" id="{55FB44B6-346E-6F59-A07D-3B7B0CD44555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59" name="타원 58">
              <a:extLst>
                <a:ext uri="{FF2B5EF4-FFF2-40B4-BE49-F238E27FC236}">
                  <a16:creationId xmlns:a16="http://schemas.microsoft.com/office/drawing/2014/main" id="{C9F213B7-E31C-E23F-7A12-E3AE79056D2C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60" name="타원 59">
              <a:extLst>
                <a:ext uri="{FF2B5EF4-FFF2-40B4-BE49-F238E27FC236}">
                  <a16:creationId xmlns:a16="http://schemas.microsoft.com/office/drawing/2014/main" id="{E1819C51-A786-7BCA-3740-777BED7FB3E8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72" name="그룹 71">
            <a:extLst>
              <a:ext uri="{FF2B5EF4-FFF2-40B4-BE49-F238E27FC236}">
                <a16:creationId xmlns:a16="http://schemas.microsoft.com/office/drawing/2014/main" id="{CEB04A7A-A532-7AAC-DF3C-561F5F3F7DEE}"/>
              </a:ext>
            </a:extLst>
          </p:cNvPr>
          <p:cNvGrpSpPr/>
          <p:nvPr/>
        </p:nvGrpSpPr>
        <p:grpSpPr>
          <a:xfrm rot="5400000">
            <a:off x="7672749" y="3892807"/>
            <a:ext cx="98810" cy="589697"/>
            <a:chOff x="4737838" y="5022064"/>
            <a:chExt cx="98810" cy="589697"/>
          </a:xfrm>
        </p:grpSpPr>
        <p:sp>
          <p:nvSpPr>
            <p:cNvPr id="73" name="타원 72">
              <a:extLst>
                <a:ext uri="{FF2B5EF4-FFF2-40B4-BE49-F238E27FC236}">
                  <a16:creationId xmlns:a16="http://schemas.microsoft.com/office/drawing/2014/main" id="{6ECC0276-598C-E572-C1E2-6EF2750B96B5}"/>
                </a:ext>
              </a:extLst>
            </p:cNvPr>
            <p:cNvSpPr/>
            <p:nvPr/>
          </p:nvSpPr>
          <p:spPr>
            <a:xfrm>
              <a:off x="4737838" y="5022064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74" name="타원 73">
              <a:extLst>
                <a:ext uri="{FF2B5EF4-FFF2-40B4-BE49-F238E27FC236}">
                  <a16:creationId xmlns:a16="http://schemas.microsoft.com/office/drawing/2014/main" id="{781207A4-F94B-DF66-FBF3-990BA1867645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78" name="TextBox 77">
            <a:extLst>
              <a:ext uri="{FF2B5EF4-FFF2-40B4-BE49-F238E27FC236}">
                <a16:creationId xmlns:a16="http://schemas.microsoft.com/office/drawing/2014/main" id="{132F2FE4-375C-7C37-8F42-B2E02103389D}"/>
              </a:ext>
            </a:extLst>
          </p:cNvPr>
          <p:cNvSpPr txBox="1"/>
          <p:nvPr/>
        </p:nvSpPr>
        <p:spPr>
          <a:xfrm>
            <a:off x="4414304" y="6297879"/>
            <a:ext cx="222937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 err="1">
                <a:highlight>
                  <a:srgbClr val="FFFF00"/>
                </a:highlight>
              </a:rPr>
              <a:t>실링팬</a:t>
            </a:r>
            <a:r>
              <a:rPr lang="ko-KR" altLang="en-US" sz="1000" b="1" dirty="0">
                <a:highlight>
                  <a:srgbClr val="FFFF00"/>
                </a:highlight>
              </a:rPr>
              <a:t> </a:t>
            </a:r>
            <a:r>
              <a:rPr lang="ko-KR" altLang="en-US" sz="1000" b="1" dirty="0" err="1">
                <a:highlight>
                  <a:srgbClr val="FFFF00"/>
                </a:highlight>
              </a:rPr>
              <a:t>루씨에어</a:t>
            </a:r>
            <a:endParaRPr lang="en-US" altLang="ko-KR" sz="1000" b="1" dirty="0">
              <a:highlight>
                <a:srgbClr val="FFFF00"/>
              </a:highlight>
            </a:endParaRPr>
          </a:p>
          <a:p>
            <a:r>
              <a:rPr lang="ko-KR" altLang="en-US" sz="1000" b="1" dirty="0">
                <a:highlight>
                  <a:srgbClr val="FFFF00"/>
                </a:highlight>
              </a:rPr>
              <a:t>설치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>
                <a:highlight>
                  <a:srgbClr val="FFFF00"/>
                </a:highlight>
              </a:rPr>
              <a:t>보강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>
                <a:highlight>
                  <a:srgbClr val="FFFF00"/>
                </a:highlight>
              </a:rPr>
              <a:t>우물 천장 안 실크 도배</a:t>
            </a:r>
            <a:br>
              <a:rPr lang="en-US" altLang="ko-KR" sz="1000" b="1" dirty="0">
                <a:highlight>
                  <a:srgbClr val="FFFF00"/>
                </a:highlight>
              </a:rPr>
            </a:br>
            <a:r>
              <a:rPr lang="ko-KR" altLang="en-US" sz="1000" b="1" dirty="0">
                <a:highlight>
                  <a:srgbClr val="FFFF00"/>
                </a:highlight>
              </a:rPr>
              <a:t>우물조명 </a:t>
            </a:r>
            <a:r>
              <a:rPr lang="en-US" altLang="ko-KR" sz="1000" b="1" dirty="0">
                <a:highlight>
                  <a:srgbClr val="FFFF00"/>
                </a:highlight>
              </a:rPr>
              <a:t>2</a:t>
            </a:r>
            <a:r>
              <a:rPr lang="ko-KR" altLang="en-US" sz="1000" b="1" dirty="0">
                <a:highlight>
                  <a:srgbClr val="FFFF00"/>
                </a:highlight>
              </a:rPr>
              <a:t>줄 </a:t>
            </a:r>
            <a:r>
              <a:rPr lang="ko-KR" altLang="en-US" sz="1000" b="1" dirty="0" err="1">
                <a:highlight>
                  <a:srgbClr val="FFFF00"/>
                </a:highlight>
              </a:rPr>
              <a:t>전구색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 err="1">
                <a:highlight>
                  <a:srgbClr val="FFFF00"/>
                </a:highlight>
              </a:rPr>
              <a:t>주백색</a:t>
            </a:r>
            <a:endParaRPr lang="en-US" altLang="ko-KR" sz="1000" b="1" dirty="0">
              <a:highlight>
                <a:srgbClr val="FFFF00"/>
              </a:highlight>
            </a:endParaRPr>
          </a:p>
        </p:txBody>
      </p:sp>
      <p:sp>
        <p:nvSpPr>
          <p:cNvPr id="79" name="TextBox 13">
            <a:extLst>
              <a:ext uri="{FF2B5EF4-FFF2-40B4-BE49-F238E27FC236}">
                <a16:creationId xmlns:a16="http://schemas.microsoft.com/office/drawing/2014/main" id="{E112E61F-329C-3683-9536-800F1F5DADBF}"/>
              </a:ext>
            </a:extLst>
          </p:cNvPr>
          <p:cNvSpPr txBox="1"/>
          <p:nvPr/>
        </p:nvSpPr>
        <p:spPr>
          <a:xfrm>
            <a:off x="152584" y="824417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dirty="0"/>
              <a:t>욕실 </a:t>
            </a:r>
            <a:r>
              <a:rPr lang="ko-KR" altLang="en-US" sz="800" b="1" dirty="0" err="1"/>
              <a:t>휴젠트여부에</a:t>
            </a:r>
            <a:r>
              <a:rPr lang="ko-KR" altLang="en-US" sz="800" b="1" dirty="0"/>
              <a:t> 대하여</a:t>
            </a:r>
            <a:endParaRPr lang="en-US" altLang="ko-KR" sz="800" b="1" dirty="0"/>
          </a:p>
          <a:p>
            <a:r>
              <a:rPr lang="ko-KR" altLang="en-US" sz="800" b="1" dirty="0"/>
              <a:t>기사분이 현장에서 파악하여</a:t>
            </a:r>
            <a:endParaRPr lang="en-US" altLang="ko-KR" sz="800" b="1" dirty="0"/>
          </a:p>
          <a:p>
            <a:r>
              <a:rPr lang="ko-KR" altLang="en-US" sz="800" b="1" dirty="0"/>
              <a:t>센서위치를 적용해드립니다</a:t>
            </a:r>
            <a:r>
              <a:rPr lang="en-US" altLang="ko-KR" sz="800" b="1" dirty="0"/>
              <a:t>.</a:t>
            </a:r>
            <a:endParaRPr lang="ko-KR" altLang="en-US" sz="800" b="1" dirty="0"/>
          </a:p>
        </p:txBody>
      </p:sp>
      <p:grpSp>
        <p:nvGrpSpPr>
          <p:cNvPr id="80" name="그룹 79">
            <a:extLst>
              <a:ext uri="{FF2B5EF4-FFF2-40B4-BE49-F238E27FC236}">
                <a16:creationId xmlns:a16="http://schemas.microsoft.com/office/drawing/2014/main" id="{6D884074-E1EA-98C8-633B-E73D86666454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81" name="타원 80">
              <a:extLst>
                <a:ext uri="{FF2B5EF4-FFF2-40B4-BE49-F238E27FC236}">
                  <a16:creationId xmlns:a16="http://schemas.microsoft.com/office/drawing/2014/main" id="{3FADC187-2435-A68B-24E6-0242875A3F10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2" name="타원 81">
              <a:extLst>
                <a:ext uri="{FF2B5EF4-FFF2-40B4-BE49-F238E27FC236}">
                  <a16:creationId xmlns:a16="http://schemas.microsoft.com/office/drawing/2014/main" id="{22EFA251-937E-7C0C-B10A-1450670391FB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3" name="타원 82">
              <a:extLst>
                <a:ext uri="{FF2B5EF4-FFF2-40B4-BE49-F238E27FC236}">
                  <a16:creationId xmlns:a16="http://schemas.microsoft.com/office/drawing/2014/main" id="{DE86504F-B851-A5DE-3E83-1C0196F478C5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4" name="TextBox 11">
              <a:extLst>
                <a:ext uri="{FF2B5EF4-FFF2-40B4-BE49-F238E27FC236}">
                  <a16:creationId xmlns:a16="http://schemas.microsoft.com/office/drawing/2014/main" id="{A9EFC659-55F6-A77F-C6E1-DB6F6CDAC829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간접조명 </a:t>
              </a:r>
              <a:r>
                <a:rPr lang="en-US" altLang="ko-KR" sz="700" dirty="0"/>
                <a:t>A 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간접조명 센서 </a:t>
              </a:r>
              <a:r>
                <a:rPr lang="en-US" altLang="ko-KR" sz="700" dirty="0"/>
                <a:t>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우물천장간접조명 및 커튼박수 추가</a:t>
              </a:r>
              <a:r>
                <a:rPr lang="en-US" altLang="ko-KR" sz="700" dirty="0"/>
                <a:t>(</a:t>
              </a:r>
              <a:r>
                <a:rPr lang="ko-KR" altLang="en-US" sz="700" dirty="0"/>
                <a:t>별도 추가</a:t>
              </a:r>
              <a:r>
                <a:rPr lang="en-US" altLang="ko-KR" sz="700" dirty="0"/>
                <a:t>)</a:t>
              </a:r>
            </a:p>
            <a:p>
              <a:endParaRPr lang="en-US" altLang="ko-KR" sz="700" dirty="0"/>
            </a:p>
          </p:txBody>
        </p:sp>
      </p:grpSp>
      <p:grpSp>
        <p:nvGrpSpPr>
          <p:cNvPr id="86" name="그룹 85">
            <a:extLst>
              <a:ext uri="{FF2B5EF4-FFF2-40B4-BE49-F238E27FC236}">
                <a16:creationId xmlns:a16="http://schemas.microsoft.com/office/drawing/2014/main" id="{31FD6E6C-AF23-FEAF-B555-E656D5A50AE9}"/>
              </a:ext>
            </a:extLst>
          </p:cNvPr>
          <p:cNvGrpSpPr/>
          <p:nvPr/>
        </p:nvGrpSpPr>
        <p:grpSpPr>
          <a:xfrm>
            <a:off x="6566626" y="4527254"/>
            <a:ext cx="98891" cy="1331233"/>
            <a:chOff x="4737834" y="4900127"/>
            <a:chExt cx="98891" cy="1331233"/>
          </a:xfrm>
        </p:grpSpPr>
        <p:sp>
          <p:nvSpPr>
            <p:cNvPr id="87" name="타원 86">
              <a:extLst>
                <a:ext uri="{FF2B5EF4-FFF2-40B4-BE49-F238E27FC236}">
                  <a16:creationId xmlns:a16="http://schemas.microsoft.com/office/drawing/2014/main" id="{26BE7944-62A0-AC22-AF0D-BEB947D03E5A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88" name="타원 87">
              <a:extLst>
                <a:ext uri="{FF2B5EF4-FFF2-40B4-BE49-F238E27FC236}">
                  <a16:creationId xmlns:a16="http://schemas.microsoft.com/office/drawing/2014/main" id="{CDDE9962-979B-6CFB-9999-39206064EFF4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9" name="타원 88">
              <a:extLst>
                <a:ext uri="{FF2B5EF4-FFF2-40B4-BE49-F238E27FC236}">
                  <a16:creationId xmlns:a16="http://schemas.microsoft.com/office/drawing/2014/main" id="{A3EDA283-031B-E2F1-A11B-1F740A5BC16C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pic>
        <p:nvPicPr>
          <p:cNvPr id="4" name="그림 3">
            <a:extLst>
              <a:ext uri="{FF2B5EF4-FFF2-40B4-BE49-F238E27FC236}">
                <a16:creationId xmlns:a16="http://schemas.microsoft.com/office/drawing/2014/main" id="{B3C7ADFA-ABCE-A380-7282-179177DEAB5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320" b="-1"/>
          <a:stretch>
            <a:fillRect/>
          </a:stretch>
        </p:blipFill>
        <p:spPr>
          <a:xfrm>
            <a:off x="9874835" y="4699247"/>
            <a:ext cx="2236971" cy="1554480"/>
          </a:xfrm>
          <a:prstGeom prst="rect">
            <a:avLst/>
          </a:prstGeom>
        </p:spPr>
      </p:pic>
      <p:pic>
        <p:nvPicPr>
          <p:cNvPr id="6" name="그림 5" descr="텍스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3384B1C-E334-AAEA-A3C0-058C27BB431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862" y="2725733"/>
            <a:ext cx="1778731" cy="1466673"/>
          </a:xfrm>
          <a:prstGeom prst="rect">
            <a:avLst/>
          </a:prstGeom>
        </p:spPr>
      </p:pic>
      <p:pic>
        <p:nvPicPr>
          <p:cNvPr id="8" name="그림 7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18C4CD8F-4809-1567-8063-2413F24655D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02" t="3086" r="4707" b="11674"/>
          <a:stretch>
            <a:fillRect/>
          </a:stretch>
        </p:blipFill>
        <p:spPr>
          <a:xfrm>
            <a:off x="328080" y="4637843"/>
            <a:ext cx="1619250" cy="1530350"/>
          </a:xfrm>
          <a:prstGeom prst="rect">
            <a:avLst/>
          </a:prstGeom>
        </p:spPr>
      </p:pic>
      <p:grpSp>
        <p:nvGrpSpPr>
          <p:cNvPr id="16" name="그룹 15">
            <a:extLst>
              <a:ext uri="{FF2B5EF4-FFF2-40B4-BE49-F238E27FC236}">
                <a16:creationId xmlns:a16="http://schemas.microsoft.com/office/drawing/2014/main" id="{689E4608-4073-8006-8239-79FEC6A635A9}"/>
              </a:ext>
            </a:extLst>
          </p:cNvPr>
          <p:cNvGrpSpPr/>
          <p:nvPr/>
        </p:nvGrpSpPr>
        <p:grpSpPr>
          <a:xfrm>
            <a:off x="4856243" y="2567383"/>
            <a:ext cx="906384" cy="902734"/>
            <a:chOff x="4856243" y="2567383"/>
            <a:chExt cx="906384" cy="902734"/>
          </a:xfrm>
        </p:grpSpPr>
        <p:grpSp>
          <p:nvGrpSpPr>
            <p:cNvPr id="9" name="그룹 8">
              <a:extLst>
                <a:ext uri="{FF2B5EF4-FFF2-40B4-BE49-F238E27FC236}">
                  <a16:creationId xmlns:a16="http://schemas.microsoft.com/office/drawing/2014/main" id="{808C1650-07BA-1F0A-D398-742D59615CCB}"/>
                </a:ext>
              </a:extLst>
            </p:cNvPr>
            <p:cNvGrpSpPr/>
            <p:nvPr/>
          </p:nvGrpSpPr>
          <p:grpSpPr>
            <a:xfrm>
              <a:off x="4856243" y="2567383"/>
              <a:ext cx="906384" cy="902734"/>
              <a:chOff x="368879" y="158710"/>
              <a:chExt cx="906384" cy="902734"/>
            </a:xfrm>
          </p:grpSpPr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268D021-F133-F1FF-4BDF-41DCDDFAABB8}"/>
                  </a:ext>
                </a:extLst>
              </p:cNvPr>
              <p:cNvSpPr txBox="1"/>
              <p:nvPr/>
            </p:nvSpPr>
            <p:spPr>
              <a:xfrm>
                <a:off x="486316" y="523035"/>
                <a:ext cx="788947" cy="18466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600" b="1" dirty="0"/>
                  <a:t>서비스 조명 </a:t>
                </a:r>
                <a:r>
                  <a:rPr lang="en-US" altLang="ko-KR" sz="600" b="1" dirty="0"/>
                  <a:t>3EA</a:t>
                </a:r>
                <a:endParaRPr lang="ko-KR" altLang="en-US" sz="600" b="1" dirty="0"/>
              </a:p>
            </p:txBody>
          </p:sp>
          <p:grpSp>
            <p:nvGrpSpPr>
              <p:cNvPr id="11" name="그룹 10">
                <a:extLst>
                  <a:ext uri="{FF2B5EF4-FFF2-40B4-BE49-F238E27FC236}">
                    <a16:creationId xmlns:a16="http://schemas.microsoft.com/office/drawing/2014/main" id="{87AEDDC2-D7FD-E360-2A3D-C76CC91D7D8B}"/>
                  </a:ext>
                </a:extLst>
              </p:cNvPr>
              <p:cNvGrpSpPr/>
              <p:nvPr/>
            </p:nvGrpSpPr>
            <p:grpSpPr>
              <a:xfrm>
                <a:off x="368879" y="158710"/>
                <a:ext cx="98447" cy="902734"/>
                <a:chOff x="4737833" y="4726404"/>
                <a:chExt cx="98447" cy="902734"/>
              </a:xfrm>
              <a:solidFill>
                <a:srgbClr val="FF00FF"/>
              </a:solidFill>
            </p:grpSpPr>
            <p:sp>
              <p:nvSpPr>
                <p:cNvPr id="12" name="타원 11">
                  <a:extLst>
                    <a:ext uri="{FF2B5EF4-FFF2-40B4-BE49-F238E27FC236}">
                      <a16:creationId xmlns:a16="http://schemas.microsoft.com/office/drawing/2014/main" id="{4F0B9C1C-49F6-360B-270E-201CB85CBE17}"/>
                    </a:ext>
                  </a:extLst>
                </p:cNvPr>
                <p:cNvSpPr/>
                <p:nvPr/>
              </p:nvSpPr>
              <p:spPr>
                <a:xfrm>
                  <a:off x="4737833" y="4726404"/>
                  <a:ext cx="98385" cy="98385"/>
                </a:xfrm>
                <a:prstGeom prst="ellipse">
                  <a:avLst/>
                </a:prstGeom>
                <a:grp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6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3" name="타원 12">
                  <a:extLst>
                    <a:ext uri="{FF2B5EF4-FFF2-40B4-BE49-F238E27FC236}">
                      <a16:creationId xmlns:a16="http://schemas.microsoft.com/office/drawing/2014/main" id="{6C6911AE-FFFB-4D63-DC29-EA3299D450B1}"/>
                    </a:ext>
                  </a:extLst>
                </p:cNvPr>
                <p:cNvSpPr/>
                <p:nvPr/>
              </p:nvSpPr>
              <p:spPr>
                <a:xfrm>
                  <a:off x="4737895" y="5530753"/>
                  <a:ext cx="98385" cy="98385"/>
                </a:xfrm>
                <a:prstGeom prst="ellipse">
                  <a:avLst/>
                </a:prstGeom>
                <a:grp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600">
                    <a:solidFill>
                      <a:schemeClr val="tx1"/>
                    </a:solidFill>
                  </a:endParaRPr>
                </a:p>
              </p:txBody>
            </p:sp>
          </p:grpSp>
        </p:grp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E89662CA-FB52-6E53-D176-C8A6C96E1929}"/>
                </a:ext>
              </a:extLst>
            </p:cNvPr>
            <p:cNvSpPr/>
            <p:nvPr/>
          </p:nvSpPr>
          <p:spPr>
            <a:xfrm>
              <a:off x="4856243" y="2974849"/>
              <a:ext cx="98385" cy="98385"/>
            </a:xfrm>
            <a:prstGeom prst="ellipse">
              <a:avLst/>
            </a:prstGeom>
            <a:solidFill>
              <a:srgbClr val="FF00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600">
                <a:solidFill>
                  <a:schemeClr val="tx1"/>
                </a:solidFill>
              </a:endParaRPr>
            </a:p>
          </p:txBody>
        </p:sp>
      </p:grp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09B051CE-56EB-DD85-FE39-34798031356F}"/>
              </a:ext>
            </a:extLst>
          </p:cNvPr>
          <p:cNvSpPr/>
          <p:nvPr/>
        </p:nvSpPr>
        <p:spPr>
          <a:xfrm>
            <a:off x="5100206" y="4739765"/>
            <a:ext cx="866785" cy="914467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03785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8EBEAD-9D28-DB16-6B77-136EFE55E6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A19D83A-534D-A280-CB4D-CAFD9BB0D07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950642" y="1160095"/>
            <a:ext cx="6314008" cy="521732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2E1BB6BE-56D2-CAC5-4386-14B243949188}"/>
                  </a:ext>
                </a:extLst>
              </p:cNvPr>
              <p:cNvSpPr txBox="1"/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𝑩𝒎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 dirty="0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2E1BB6BE-56D2-CAC5-4386-14B2439491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TextBox 47">
            <a:extLst>
              <a:ext uri="{FF2B5EF4-FFF2-40B4-BE49-F238E27FC236}">
                <a16:creationId xmlns:a16="http://schemas.microsoft.com/office/drawing/2014/main" id="{3642042D-C41F-9EEF-9C3C-78273AF1B692}"/>
              </a:ext>
            </a:extLst>
          </p:cNvPr>
          <p:cNvSpPr txBox="1"/>
          <p:nvPr/>
        </p:nvSpPr>
        <p:spPr>
          <a:xfrm>
            <a:off x="1870318" y="35325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/>
              <a:t>84B</a:t>
            </a:r>
            <a:r>
              <a:rPr lang="ko-KR" altLang="en-US" sz="2000" b="1" dirty="0"/>
              <a:t>타입 간접</a:t>
            </a:r>
            <a:r>
              <a:rPr lang="en-US" altLang="ko-KR" sz="2000" b="1" dirty="0"/>
              <a:t>A /</a:t>
            </a:r>
            <a:r>
              <a:rPr lang="ko-KR" altLang="en-US" sz="2000" b="1" dirty="0"/>
              <a:t>간접</a:t>
            </a:r>
            <a:r>
              <a:rPr lang="en-US" altLang="ko-KR" sz="2000" b="1" dirty="0"/>
              <a:t> </a:t>
            </a:r>
            <a:r>
              <a:rPr lang="ko-KR" altLang="en-US" sz="2000" b="1" dirty="0"/>
              <a:t>센서 </a:t>
            </a:r>
            <a:r>
              <a:rPr lang="en-US" altLang="ko-KR" sz="2000" b="1" dirty="0"/>
              <a:t>SET</a:t>
            </a: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782679ED-BE6B-B762-167D-29AFF7E63226}"/>
              </a:ext>
            </a:extLst>
          </p:cNvPr>
          <p:cNvSpPr/>
          <p:nvPr/>
        </p:nvSpPr>
        <p:spPr>
          <a:xfrm rot="5400000">
            <a:off x="6433814" y="5292081"/>
            <a:ext cx="102820" cy="178732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2" name="사각형: 둥근 모서리 51">
            <a:extLst>
              <a:ext uri="{FF2B5EF4-FFF2-40B4-BE49-F238E27FC236}">
                <a16:creationId xmlns:a16="http://schemas.microsoft.com/office/drawing/2014/main" id="{5482A5B0-68E9-1CB0-C398-9679B4E58930}"/>
              </a:ext>
            </a:extLst>
          </p:cNvPr>
          <p:cNvSpPr/>
          <p:nvPr/>
        </p:nvSpPr>
        <p:spPr>
          <a:xfrm>
            <a:off x="5999979" y="4980053"/>
            <a:ext cx="1001252" cy="1011221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3" name="사각형: 둥근 모서리 52">
            <a:extLst>
              <a:ext uri="{FF2B5EF4-FFF2-40B4-BE49-F238E27FC236}">
                <a16:creationId xmlns:a16="http://schemas.microsoft.com/office/drawing/2014/main" id="{5C038F02-DB82-D8D5-BD67-29E0590D3356}"/>
              </a:ext>
            </a:extLst>
          </p:cNvPr>
          <p:cNvSpPr/>
          <p:nvPr/>
        </p:nvSpPr>
        <p:spPr>
          <a:xfrm>
            <a:off x="6132242" y="5102771"/>
            <a:ext cx="733817" cy="769599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0B8E10E-0103-FE0F-1CFE-E6E7F18DCC72}"/>
              </a:ext>
            </a:extLst>
          </p:cNvPr>
          <p:cNvSpPr txBox="1"/>
          <p:nvPr/>
        </p:nvSpPr>
        <p:spPr>
          <a:xfrm>
            <a:off x="5591420" y="4471708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/>
              <a:t>전자식스위치</a:t>
            </a:r>
            <a:r>
              <a:rPr lang="en-US" altLang="ko-KR" sz="1000" b="1" dirty="0"/>
              <a:t>+</a:t>
            </a:r>
            <a:r>
              <a:rPr lang="ko-KR" altLang="en-US" sz="1000" b="1" dirty="0"/>
              <a:t>리모컨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AE4BB89-82C4-2183-B314-9405A17FF545}"/>
              </a:ext>
            </a:extLst>
          </p:cNvPr>
          <p:cNvSpPr txBox="1"/>
          <p:nvPr/>
        </p:nvSpPr>
        <p:spPr>
          <a:xfrm>
            <a:off x="114314" y="1289778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FF0000"/>
                </a:solidFill>
              </a:rPr>
              <a:t>**</a:t>
            </a:r>
            <a:r>
              <a:rPr lang="ko-KR" altLang="en-US" sz="800" dirty="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dirty="0" err="1">
                <a:solidFill>
                  <a:srgbClr val="FF0000"/>
                </a:solidFill>
              </a:rPr>
              <a:t>타공이</a:t>
            </a:r>
            <a:r>
              <a:rPr lang="ko-KR" altLang="en-US" sz="800" dirty="0">
                <a:solidFill>
                  <a:srgbClr val="FF0000"/>
                </a:solidFill>
              </a:rPr>
              <a:t> 필요할 수 </a:t>
            </a:r>
            <a:endParaRPr lang="en-US" altLang="ko-KR" sz="800" dirty="0">
              <a:solidFill>
                <a:srgbClr val="FF0000"/>
              </a:solidFill>
            </a:endParaRPr>
          </a:p>
          <a:p>
            <a:r>
              <a:rPr lang="ko-KR" altLang="en-US" sz="800" dirty="0">
                <a:solidFill>
                  <a:srgbClr val="FF0000"/>
                </a:solidFill>
              </a:rPr>
              <a:t>있으며</a:t>
            </a:r>
            <a:r>
              <a:rPr lang="en-US" altLang="ko-KR" sz="800" dirty="0">
                <a:solidFill>
                  <a:srgbClr val="FF0000"/>
                </a:solidFill>
              </a:rPr>
              <a:t> </a:t>
            </a:r>
            <a:r>
              <a:rPr lang="ko-KR" altLang="en-US" sz="800" dirty="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 dirty="0">
              <a:solidFill>
                <a:srgbClr val="FF0000"/>
              </a:solidFill>
            </a:endParaRPr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92D57135-3CA4-4935-B329-E5150639517B}"/>
              </a:ext>
            </a:extLst>
          </p:cNvPr>
          <p:cNvSpPr/>
          <p:nvPr/>
        </p:nvSpPr>
        <p:spPr>
          <a:xfrm flipV="1">
            <a:off x="3075709" y="4162715"/>
            <a:ext cx="98384" cy="59978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69" name="그룹 68">
            <a:extLst>
              <a:ext uri="{FF2B5EF4-FFF2-40B4-BE49-F238E27FC236}">
                <a16:creationId xmlns:a16="http://schemas.microsoft.com/office/drawing/2014/main" id="{39968FAB-4625-82D5-55C0-58CCFEF95E20}"/>
              </a:ext>
            </a:extLst>
          </p:cNvPr>
          <p:cNvGrpSpPr/>
          <p:nvPr/>
        </p:nvGrpSpPr>
        <p:grpSpPr>
          <a:xfrm rot="5400000">
            <a:off x="4588886" y="4425253"/>
            <a:ext cx="99451" cy="545492"/>
            <a:chOff x="5324822" y="4538198"/>
            <a:chExt cx="99451" cy="545492"/>
          </a:xfrm>
        </p:grpSpPr>
        <p:sp>
          <p:nvSpPr>
            <p:cNvPr id="70" name="타원 69">
              <a:extLst>
                <a:ext uri="{FF2B5EF4-FFF2-40B4-BE49-F238E27FC236}">
                  <a16:creationId xmlns:a16="http://schemas.microsoft.com/office/drawing/2014/main" id="{502C2A01-E5D9-AEEE-C476-FFCE6EC3CED7}"/>
                </a:ext>
              </a:extLst>
            </p:cNvPr>
            <p:cNvSpPr/>
            <p:nvPr/>
          </p:nvSpPr>
          <p:spPr>
            <a:xfrm>
              <a:off x="5325888" y="453819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71" name="타원 70">
              <a:extLst>
                <a:ext uri="{FF2B5EF4-FFF2-40B4-BE49-F238E27FC236}">
                  <a16:creationId xmlns:a16="http://schemas.microsoft.com/office/drawing/2014/main" id="{2257383F-89C0-BA97-F308-6F45FAAFF58C}"/>
                </a:ext>
              </a:extLst>
            </p:cNvPr>
            <p:cNvSpPr/>
            <p:nvPr/>
          </p:nvSpPr>
          <p:spPr>
            <a:xfrm>
              <a:off x="5324822" y="498530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DA122D08-8284-5E5A-A8FD-AFC28D80E066}"/>
              </a:ext>
            </a:extLst>
          </p:cNvPr>
          <p:cNvSpPr/>
          <p:nvPr/>
        </p:nvSpPr>
        <p:spPr>
          <a:xfrm flipV="1">
            <a:off x="3830245" y="3503306"/>
            <a:ext cx="98385" cy="70674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CA262634-0972-6A66-28D7-39A99AD4050C}"/>
              </a:ext>
            </a:extLst>
          </p:cNvPr>
          <p:cNvSpPr txBox="1"/>
          <p:nvPr/>
        </p:nvSpPr>
        <p:spPr>
          <a:xfrm>
            <a:off x="5304447" y="6439961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highlight>
                  <a:srgbClr val="FFFF00"/>
                </a:highlight>
              </a:rPr>
              <a:t>우물은 두가지 </a:t>
            </a:r>
            <a:r>
              <a:rPr lang="ko-KR" altLang="en-US" sz="1000" dirty="0" err="1">
                <a:highlight>
                  <a:srgbClr val="FFFF00"/>
                </a:highlight>
              </a:rPr>
              <a:t>타입중</a:t>
            </a:r>
            <a:r>
              <a:rPr lang="ko-KR" altLang="en-US" sz="1000" dirty="0">
                <a:highlight>
                  <a:srgbClr val="FFFF00"/>
                </a:highlight>
              </a:rPr>
              <a:t> 선택 가능합니다</a:t>
            </a:r>
            <a:r>
              <a:rPr lang="en-US" altLang="ko-KR" sz="1000" dirty="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1000" dirty="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1000" dirty="0">
                <a:highlight>
                  <a:srgbClr val="FFFF00"/>
                </a:highlight>
              </a:rPr>
              <a:t>. </a:t>
            </a:r>
            <a:endParaRPr lang="ko-KR" altLang="en-US" sz="1000" dirty="0">
              <a:highlight>
                <a:srgbClr val="FFFF00"/>
              </a:highlight>
            </a:endParaRPr>
          </a:p>
        </p:txBody>
      </p:sp>
      <p:cxnSp>
        <p:nvCxnSpPr>
          <p:cNvPr id="74" name="직선 화살표 연결선 73">
            <a:extLst>
              <a:ext uri="{FF2B5EF4-FFF2-40B4-BE49-F238E27FC236}">
                <a16:creationId xmlns:a16="http://schemas.microsoft.com/office/drawing/2014/main" id="{6EB6BC94-A0ED-D4C9-3D76-D77033726CE5}"/>
              </a:ext>
            </a:extLst>
          </p:cNvPr>
          <p:cNvCxnSpPr>
            <a:cxnSpLocks/>
          </p:cNvCxnSpPr>
          <p:nvPr/>
        </p:nvCxnSpPr>
        <p:spPr>
          <a:xfrm flipV="1">
            <a:off x="6682257" y="5983909"/>
            <a:ext cx="15354" cy="49314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TextBox 13">
            <a:extLst>
              <a:ext uri="{FF2B5EF4-FFF2-40B4-BE49-F238E27FC236}">
                <a16:creationId xmlns:a16="http://schemas.microsoft.com/office/drawing/2014/main" id="{A825023A-1BCA-250B-7A57-3177963AFE7E}"/>
              </a:ext>
            </a:extLst>
          </p:cNvPr>
          <p:cNvSpPr txBox="1"/>
          <p:nvPr/>
        </p:nvSpPr>
        <p:spPr>
          <a:xfrm>
            <a:off x="156354" y="793753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dirty="0"/>
              <a:t>욕실 </a:t>
            </a:r>
            <a:r>
              <a:rPr lang="ko-KR" altLang="en-US" sz="800" b="1" dirty="0" err="1"/>
              <a:t>휴젠트여부에</a:t>
            </a:r>
            <a:r>
              <a:rPr lang="ko-KR" altLang="en-US" sz="800" b="1" dirty="0"/>
              <a:t> 대하여</a:t>
            </a:r>
            <a:endParaRPr lang="en-US" altLang="ko-KR" sz="800" b="1" dirty="0"/>
          </a:p>
          <a:p>
            <a:r>
              <a:rPr lang="ko-KR" altLang="en-US" sz="800" b="1" dirty="0"/>
              <a:t>기사분이 현장에서 파악하여</a:t>
            </a:r>
            <a:endParaRPr lang="en-US" altLang="ko-KR" sz="800" b="1" dirty="0"/>
          </a:p>
          <a:p>
            <a:r>
              <a:rPr lang="ko-KR" altLang="en-US" sz="800" b="1" dirty="0"/>
              <a:t>센서위치를 적용해드립니다</a:t>
            </a:r>
            <a:r>
              <a:rPr lang="en-US" altLang="ko-KR" sz="800" b="1" dirty="0"/>
              <a:t>.</a:t>
            </a:r>
            <a:endParaRPr lang="ko-KR" altLang="en-US" sz="800" b="1" dirty="0"/>
          </a:p>
        </p:txBody>
      </p:sp>
      <p:grpSp>
        <p:nvGrpSpPr>
          <p:cNvPr id="77" name="그룹 76">
            <a:extLst>
              <a:ext uri="{FF2B5EF4-FFF2-40B4-BE49-F238E27FC236}">
                <a16:creationId xmlns:a16="http://schemas.microsoft.com/office/drawing/2014/main" id="{04D4B4F7-211F-CB0A-D90D-902D0348C8B3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78" name="타원 77">
              <a:extLst>
                <a:ext uri="{FF2B5EF4-FFF2-40B4-BE49-F238E27FC236}">
                  <a16:creationId xmlns:a16="http://schemas.microsoft.com/office/drawing/2014/main" id="{5CABFB29-6621-7F57-CB90-4BF04EF168F0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79" name="타원 78">
              <a:extLst>
                <a:ext uri="{FF2B5EF4-FFF2-40B4-BE49-F238E27FC236}">
                  <a16:creationId xmlns:a16="http://schemas.microsoft.com/office/drawing/2014/main" id="{99A0510F-8A4C-A72D-4C30-B85346512DAC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0" name="타원 79">
              <a:extLst>
                <a:ext uri="{FF2B5EF4-FFF2-40B4-BE49-F238E27FC236}">
                  <a16:creationId xmlns:a16="http://schemas.microsoft.com/office/drawing/2014/main" id="{90E0018C-2214-2904-4115-FFD9D3CF2AB0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1" name="TextBox 11">
              <a:extLst>
                <a:ext uri="{FF2B5EF4-FFF2-40B4-BE49-F238E27FC236}">
                  <a16:creationId xmlns:a16="http://schemas.microsoft.com/office/drawing/2014/main" id="{5E1A0CB7-EE6C-E50B-3E7B-85E7E6CA39AE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간접조명 </a:t>
              </a:r>
              <a:r>
                <a:rPr lang="en-US" altLang="ko-KR" sz="700" dirty="0"/>
                <a:t>A 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간접조명 센서 </a:t>
              </a:r>
              <a:r>
                <a:rPr lang="en-US" altLang="ko-KR" sz="700" dirty="0"/>
                <a:t>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우물천장간접조명 및 커튼박수 추가</a:t>
              </a:r>
              <a:r>
                <a:rPr lang="en-US" altLang="ko-KR" sz="700" dirty="0"/>
                <a:t>(</a:t>
              </a:r>
              <a:r>
                <a:rPr lang="ko-KR" altLang="en-US" sz="700" dirty="0"/>
                <a:t>별도 추가</a:t>
              </a:r>
              <a:r>
                <a:rPr lang="en-US" altLang="ko-KR" sz="700" dirty="0"/>
                <a:t>)</a:t>
              </a:r>
            </a:p>
            <a:p>
              <a:endParaRPr lang="en-US" altLang="ko-KR" sz="700" dirty="0"/>
            </a:p>
          </p:txBody>
        </p:sp>
      </p:grp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3CC611A8-CE4F-E6AA-4B23-53F303A2B62E}"/>
              </a:ext>
            </a:extLst>
          </p:cNvPr>
          <p:cNvSpPr/>
          <p:nvPr/>
        </p:nvSpPr>
        <p:spPr>
          <a:xfrm rot="10800000" flipV="1">
            <a:off x="9003988" y="3688168"/>
            <a:ext cx="98385" cy="52664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83" name="그룹 82">
            <a:extLst>
              <a:ext uri="{FF2B5EF4-FFF2-40B4-BE49-F238E27FC236}">
                <a16:creationId xmlns:a16="http://schemas.microsoft.com/office/drawing/2014/main" id="{EC7B049A-10C6-4253-3F3D-4E5F90207A4D}"/>
              </a:ext>
            </a:extLst>
          </p:cNvPr>
          <p:cNvGrpSpPr/>
          <p:nvPr/>
        </p:nvGrpSpPr>
        <p:grpSpPr>
          <a:xfrm>
            <a:off x="5461959" y="4989049"/>
            <a:ext cx="100923" cy="1055008"/>
            <a:chOff x="4735802" y="4865202"/>
            <a:chExt cx="100923" cy="1055008"/>
          </a:xfrm>
        </p:grpSpPr>
        <p:sp>
          <p:nvSpPr>
            <p:cNvPr id="84" name="타원 83">
              <a:extLst>
                <a:ext uri="{FF2B5EF4-FFF2-40B4-BE49-F238E27FC236}">
                  <a16:creationId xmlns:a16="http://schemas.microsoft.com/office/drawing/2014/main" id="{6488DF2B-3C96-15C9-B2CE-6C25175EE5EC}"/>
                </a:ext>
              </a:extLst>
            </p:cNvPr>
            <p:cNvSpPr/>
            <p:nvPr/>
          </p:nvSpPr>
          <p:spPr>
            <a:xfrm>
              <a:off x="4737834" y="48652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85" name="타원 84">
              <a:extLst>
                <a:ext uri="{FF2B5EF4-FFF2-40B4-BE49-F238E27FC236}">
                  <a16:creationId xmlns:a16="http://schemas.microsoft.com/office/drawing/2014/main" id="{D179708F-E311-8903-0389-292EDC9F7DD7}"/>
                </a:ext>
              </a:extLst>
            </p:cNvPr>
            <p:cNvSpPr/>
            <p:nvPr/>
          </p:nvSpPr>
          <p:spPr>
            <a:xfrm>
              <a:off x="4735802" y="534201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6" name="타원 85">
              <a:extLst>
                <a:ext uri="{FF2B5EF4-FFF2-40B4-BE49-F238E27FC236}">
                  <a16:creationId xmlns:a16="http://schemas.microsoft.com/office/drawing/2014/main" id="{3622D0C1-1DB6-6CC9-1269-F90F869609EA}"/>
                </a:ext>
              </a:extLst>
            </p:cNvPr>
            <p:cNvSpPr/>
            <p:nvPr/>
          </p:nvSpPr>
          <p:spPr>
            <a:xfrm>
              <a:off x="4738340" y="58218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87" name="그룹 86">
            <a:extLst>
              <a:ext uri="{FF2B5EF4-FFF2-40B4-BE49-F238E27FC236}">
                <a16:creationId xmlns:a16="http://schemas.microsoft.com/office/drawing/2014/main" id="{152E1C62-E9A3-8302-4487-03BF919ABE98}"/>
              </a:ext>
            </a:extLst>
          </p:cNvPr>
          <p:cNvGrpSpPr/>
          <p:nvPr/>
        </p:nvGrpSpPr>
        <p:grpSpPr>
          <a:xfrm>
            <a:off x="7406457" y="4943123"/>
            <a:ext cx="100923" cy="1055008"/>
            <a:chOff x="4735802" y="4865202"/>
            <a:chExt cx="100923" cy="1055008"/>
          </a:xfrm>
        </p:grpSpPr>
        <p:sp>
          <p:nvSpPr>
            <p:cNvPr id="88" name="타원 87">
              <a:extLst>
                <a:ext uri="{FF2B5EF4-FFF2-40B4-BE49-F238E27FC236}">
                  <a16:creationId xmlns:a16="http://schemas.microsoft.com/office/drawing/2014/main" id="{2D80D36E-2D96-EFA8-4D82-DFAED7DB4EA2}"/>
                </a:ext>
              </a:extLst>
            </p:cNvPr>
            <p:cNvSpPr/>
            <p:nvPr/>
          </p:nvSpPr>
          <p:spPr>
            <a:xfrm>
              <a:off x="4737834" y="48652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89" name="타원 88">
              <a:extLst>
                <a:ext uri="{FF2B5EF4-FFF2-40B4-BE49-F238E27FC236}">
                  <a16:creationId xmlns:a16="http://schemas.microsoft.com/office/drawing/2014/main" id="{8B82FE41-016B-08D8-5955-CF6FA75F73F9}"/>
                </a:ext>
              </a:extLst>
            </p:cNvPr>
            <p:cNvSpPr/>
            <p:nvPr/>
          </p:nvSpPr>
          <p:spPr>
            <a:xfrm>
              <a:off x="4735802" y="534201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90" name="타원 89">
              <a:extLst>
                <a:ext uri="{FF2B5EF4-FFF2-40B4-BE49-F238E27FC236}">
                  <a16:creationId xmlns:a16="http://schemas.microsoft.com/office/drawing/2014/main" id="{B7EB3279-3634-E484-03A3-6D910A2F4FAE}"/>
                </a:ext>
              </a:extLst>
            </p:cNvPr>
            <p:cNvSpPr/>
            <p:nvPr/>
          </p:nvSpPr>
          <p:spPr>
            <a:xfrm>
              <a:off x="4738340" y="58218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954809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76BDEF-6299-6018-043B-6295715694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F179FDC-B526-1BE7-FD54-0F7E73761A8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950642" y="1160095"/>
            <a:ext cx="6314008" cy="521732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E67EF588-7EB7-1AB2-75F9-66D370EB1860}"/>
                  </a:ext>
                </a:extLst>
              </p:cNvPr>
              <p:cNvSpPr txBox="1"/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𝑩𝒎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 dirty="0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E67EF588-7EB7-1AB2-75F9-66D370EB18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TextBox 47">
            <a:extLst>
              <a:ext uri="{FF2B5EF4-FFF2-40B4-BE49-F238E27FC236}">
                <a16:creationId xmlns:a16="http://schemas.microsoft.com/office/drawing/2014/main" id="{D36E6B27-7605-1A81-48C8-C96303FC1F5F}"/>
              </a:ext>
            </a:extLst>
          </p:cNvPr>
          <p:cNvSpPr txBox="1"/>
          <p:nvPr/>
        </p:nvSpPr>
        <p:spPr>
          <a:xfrm>
            <a:off x="1870318" y="35325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/>
              <a:t>84B</a:t>
            </a:r>
            <a:r>
              <a:rPr lang="ko-KR" altLang="en-US" sz="2000" b="1" dirty="0"/>
              <a:t>타입 간접 프리미엄 </a:t>
            </a:r>
            <a:r>
              <a:rPr lang="en-US" altLang="ko-KR" sz="2000" b="1" dirty="0"/>
              <a:t>SET</a:t>
            </a: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A1F3C0A3-E645-C004-7C9D-4139693A97AF}"/>
              </a:ext>
            </a:extLst>
          </p:cNvPr>
          <p:cNvSpPr/>
          <p:nvPr/>
        </p:nvSpPr>
        <p:spPr>
          <a:xfrm>
            <a:off x="7636235" y="5637757"/>
            <a:ext cx="771958" cy="10326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794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FCACA9A-86D4-0442-8003-892D2572CAF7}"/>
              </a:ext>
            </a:extLst>
          </p:cNvPr>
          <p:cNvSpPr txBox="1"/>
          <p:nvPr/>
        </p:nvSpPr>
        <p:spPr>
          <a:xfrm>
            <a:off x="7707429" y="5019829"/>
            <a:ext cx="13235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 err="1"/>
              <a:t>무선리모컨</a:t>
            </a:r>
            <a:endParaRPr lang="en-US" altLang="ko-KR" sz="1000" b="1" dirty="0"/>
          </a:p>
          <a:p>
            <a:pPr algn="ctr"/>
            <a:r>
              <a:rPr lang="en-US" altLang="ko-KR" sz="1000" b="1" dirty="0"/>
              <a:t>1</a:t>
            </a:r>
            <a:r>
              <a:rPr lang="ko-KR" altLang="en-US" sz="1000" b="1" dirty="0"/>
              <a:t>구</a:t>
            </a:r>
            <a:r>
              <a:rPr lang="en-US" altLang="ko-KR" sz="1000" b="1" dirty="0"/>
              <a:t>(3</a:t>
            </a:r>
            <a:r>
              <a:rPr lang="ko-KR" altLang="en-US" sz="1000" b="1" dirty="0"/>
              <a:t>채널</a:t>
            </a:r>
            <a:r>
              <a:rPr lang="en-US" altLang="ko-KR" sz="1000" b="1" dirty="0"/>
              <a:t>)</a:t>
            </a:r>
            <a:endParaRPr lang="ko-KR" altLang="en-US" sz="1000" b="1" dirty="0"/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FC48DADD-45D9-CCE7-F2ED-E3499C05ABDB}"/>
              </a:ext>
            </a:extLst>
          </p:cNvPr>
          <p:cNvSpPr/>
          <p:nvPr/>
        </p:nvSpPr>
        <p:spPr>
          <a:xfrm rot="5400000">
            <a:off x="6433814" y="5292081"/>
            <a:ext cx="102820" cy="178732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2" name="사각형: 둥근 모서리 51">
            <a:extLst>
              <a:ext uri="{FF2B5EF4-FFF2-40B4-BE49-F238E27FC236}">
                <a16:creationId xmlns:a16="http://schemas.microsoft.com/office/drawing/2014/main" id="{4A987359-2B16-A5AD-25E7-3A819A3931D9}"/>
              </a:ext>
            </a:extLst>
          </p:cNvPr>
          <p:cNvSpPr/>
          <p:nvPr/>
        </p:nvSpPr>
        <p:spPr>
          <a:xfrm>
            <a:off x="5999979" y="4980053"/>
            <a:ext cx="1001252" cy="1011221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3" name="사각형: 둥근 모서리 52">
            <a:extLst>
              <a:ext uri="{FF2B5EF4-FFF2-40B4-BE49-F238E27FC236}">
                <a16:creationId xmlns:a16="http://schemas.microsoft.com/office/drawing/2014/main" id="{1138B43A-64E1-03BC-BDC7-E59B4178F6CB}"/>
              </a:ext>
            </a:extLst>
          </p:cNvPr>
          <p:cNvSpPr/>
          <p:nvPr/>
        </p:nvSpPr>
        <p:spPr>
          <a:xfrm>
            <a:off x="6132242" y="5102771"/>
            <a:ext cx="733817" cy="769599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3B92818-4E78-796D-21DF-FFA663ADEF6D}"/>
              </a:ext>
            </a:extLst>
          </p:cNvPr>
          <p:cNvSpPr txBox="1"/>
          <p:nvPr/>
        </p:nvSpPr>
        <p:spPr>
          <a:xfrm>
            <a:off x="5591420" y="4471708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/>
              <a:t>전자식스위치</a:t>
            </a:r>
            <a:r>
              <a:rPr lang="en-US" altLang="ko-KR" sz="1000" b="1" dirty="0"/>
              <a:t>+</a:t>
            </a:r>
            <a:r>
              <a:rPr lang="ko-KR" altLang="en-US" sz="1000" b="1" dirty="0"/>
              <a:t>리모컨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0339EF0-0576-639B-26B9-B79E9B486EB0}"/>
              </a:ext>
            </a:extLst>
          </p:cNvPr>
          <p:cNvSpPr txBox="1"/>
          <p:nvPr/>
        </p:nvSpPr>
        <p:spPr>
          <a:xfrm>
            <a:off x="114314" y="1289778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FF0000"/>
                </a:solidFill>
              </a:rPr>
              <a:t>**</a:t>
            </a:r>
            <a:r>
              <a:rPr lang="ko-KR" altLang="en-US" sz="800" dirty="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dirty="0" err="1">
                <a:solidFill>
                  <a:srgbClr val="FF0000"/>
                </a:solidFill>
              </a:rPr>
              <a:t>타공이</a:t>
            </a:r>
            <a:r>
              <a:rPr lang="ko-KR" altLang="en-US" sz="800" dirty="0">
                <a:solidFill>
                  <a:srgbClr val="FF0000"/>
                </a:solidFill>
              </a:rPr>
              <a:t> 필요할 수 </a:t>
            </a:r>
            <a:endParaRPr lang="en-US" altLang="ko-KR" sz="800" dirty="0">
              <a:solidFill>
                <a:srgbClr val="FF0000"/>
              </a:solidFill>
            </a:endParaRPr>
          </a:p>
          <a:p>
            <a:r>
              <a:rPr lang="ko-KR" altLang="en-US" sz="800" dirty="0">
                <a:solidFill>
                  <a:srgbClr val="FF0000"/>
                </a:solidFill>
              </a:rPr>
              <a:t>있으며</a:t>
            </a:r>
            <a:r>
              <a:rPr lang="en-US" altLang="ko-KR" sz="800" dirty="0">
                <a:solidFill>
                  <a:srgbClr val="FF0000"/>
                </a:solidFill>
              </a:rPr>
              <a:t> </a:t>
            </a:r>
            <a:r>
              <a:rPr lang="ko-KR" altLang="en-US" sz="800" dirty="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 dirty="0">
              <a:solidFill>
                <a:srgbClr val="FF0000"/>
              </a:solidFill>
            </a:endParaRPr>
          </a:p>
        </p:txBody>
      </p: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266CBFAB-EE1D-F5C1-B928-00EFBF5F4B30}"/>
              </a:ext>
            </a:extLst>
          </p:cNvPr>
          <p:cNvGrpSpPr/>
          <p:nvPr/>
        </p:nvGrpSpPr>
        <p:grpSpPr>
          <a:xfrm>
            <a:off x="7627535" y="4785987"/>
            <a:ext cx="98814" cy="602893"/>
            <a:chOff x="4737834" y="4900127"/>
            <a:chExt cx="98814" cy="602893"/>
          </a:xfrm>
          <a:solidFill>
            <a:srgbClr val="00B0F0"/>
          </a:solidFill>
        </p:grpSpPr>
        <p:sp>
          <p:nvSpPr>
            <p:cNvPr id="58" name="타원 57">
              <a:extLst>
                <a:ext uri="{FF2B5EF4-FFF2-40B4-BE49-F238E27FC236}">
                  <a16:creationId xmlns:a16="http://schemas.microsoft.com/office/drawing/2014/main" id="{4C5EAFEF-969A-3424-8DA9-1054AC18007D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59" name="타원 58">
              <a:extLst>
                <a:ext uri="{FF2B5EF4-FFF2-40B4-BE49-F238E27FC236}">
                  <a16:creationId xmlns:a16="http://schemas.microsoft.com/office/drawing/2014/main" id="{B2EE7A94-A59D-9737-86A2-42C8128085B1}"/>
                </a:ext>
              </a:extLst>
            </p:cNvPr>
            <p:cNvSpPr/>
            <p:nvPr/>
          </p:nvSpPr>
          <p:spPr>
            <a:xfrm>
              <a:off x="4738263" y="5404635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60" name="그룹 59">
            <a:extLst>
              <a:ext uri="{FF2B5EF4-FFF2-40B4-BE49-F238E27FC236}">
                <a16:creationId xmlns:a16="http://schemas.microsoft.com/office/drawing/2014/main" id="{772F5F29-72B7-1C4F-F411-C8DB3E07B92B}"/>
              </a:ext>
            </a:extLst>
          </p:cNvPr>
          <p:cNvGrpSpPr/>
          <p:nvPr/>
        </p:nvGrpSpPr>
        <p:grpSpPr>
          <a:xfrm>
            <a:off x="3960539" y="3647849"/>
            <a:ext cx="393400" cy="497746"/>
            <a:chOff x="9191246" y="3797098"/>
            <a:chExt cx="393400" cy="497746"/>
          </a:xfrm>
          <a:solidFill>
            <a:srgbClr val="CC0000"/>
          </a:solidFill>
        </p:grpSpPr>
        <p:grpSp>
          <p:nvGrpSpPr>
            <p:cNvPr id="61" name="그룹 60">
              <a:extLst>
                <a:ext uri="{FF2B5EF4-FFF2-40B4-BE49-F238E27FC236}">
                  <a16:creationId xmlns:a16="http://schemas.microsoft.com/office/drawing/2014/main" id="{2DBD63D2-ACBF-589E-0A27-1870BE846319}"/>
                </a:ext>
              </a:extLst>
            </p:cNvPr>
            <p:cNvGrpSpPr/>
            <p:nvPr/>
          </p:nvGrpSpPr>
          <p:grpSpPr>
            <a:xfrm>
              <a:off x="9485832" y="3799905"/>
              <a:ext cx="98814" cy="494939"/>
              <a:chOff x="4599721" y="4900127"/>
              <a:chExt cx="98814" cy="494939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66" name="타원 65">
                <a:extLst>
                  <a:ext uri="{FF2B5EF4-FFF2-40B4-BE49-F238E27FC236}">
                    <a16:creationId xmlns:a16="http://schemas.microsoft.com/office/drawing/2014/main" id="{08862CFB-4AAB-88DB-FC59-EDA847012491}"/>
                  </a:ext>
                </a:extLst>
              </p:cNvPr>
              <p:cNvSpPr/>
              <p:nvPr/>
            </p:nvSpPr>
            <p:spPr>
              <a:xfrm>
                <a:off x="4599721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7" name="타원 66">
                <a:extLst>
                  <a:ext uri="{FF2B5EF4-FFF2-40B4-BE49-F238E27FC236}">
                    <a16:creationId xmlns:a16="http://schemas.microsoft.com/office/drawing/2014/main" id="{77589E7A-B7BE-F809-B5B8-29BD4BCB50C5}"/>
                  </a:ext>
                </a:extLst>
              </p:cNvPr>
              <p:cNvSpPr/>
              <p:nvPr/>
            </p:nvSpPr>
            <p:spPr>
              <a:xfrm>
                <a:off x="4600150" y="5296681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62" name="별: 꼭짓점 7개 61">
              <a:extLst>
                <a:ext uri="{FF2B5EF4-FFF2-40B4-BE49-F238E27FC236}">
                  <a16:creationId xmlns:a16="http://schemas.microsoft.com/office/drawing/2014/main" id="{24586C86-FF8D-79E6-E07F-1A7EDA692491}"/>
                </a:ext>
              </a:extLst>
            </p:cNvPr>
            <p:cNvSpPr/>
            <p:nvPr/>
          </p:nvSpPr>
          <p:spPr>
            <a:xfrm rot="5400000">
              <a:off x="9263291" y="3929059"/>
              <a:ext cx="244351" cy="235659"/>
            </a:xfrm>
            <a:prstGeom prst="star7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86" b="1" dirty="0">
                <a:ln w="22225">
                  <a:solidFill>
                    <a:srgbClr val="FFFF00"/>
                  </a:solidFill>
                  <a:prstDash val="solid"/>
                </a:ln>
                <a:solidFill>
                  <a:srgbClr val="C00000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</a:endParaRPr>
            </a:p>
          </p:txBody>
        </p:sp>
        <p:grpSp>
          <p:nvGrpSpPr>
            <p:cNvPr id="63" name="그룹 62">
              <a:extLst>
                <a:ext uri="{FF2B5EF4-FFF2-40B4-BE49-F238E27FC236}">
                  <a16:creationId xmlns:a16="http://schemas.microsoft.com/office/drawing/2014/main" id="{88874164-0661-E122-C3EC-0633D6C80799}"/>
                </a:ext>
              </a:extLst>
            </p:cNvPr>
            <p:cNvGrpSpPr/>
            <p:nvPr/>
          </p:nvGrpSpPr>
          <p:grpSpPr>
            <a:xfrm>
              <a:off x="9191246" y="3797098"/>
              <a:ext cx="98814" cy="494939"/>
              <a:chOff x="4737834" y="4900127"/>
              <a:chExt cx="98814" cy="494939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64" name="타원 63">
                <a:extLst>
                  <a:ext uri="{FF2B5EF4-FFF2-40B4-BE49-F238E27FC236}">
                    <a16:creationId xmlns:a16="http://schemas.microsoft.com/office/drawing/2014/main" id="{C3DCA0D1-229F-E719-B265-C4E677B86819}"/>
                  </a:ext>
                </a:extLst>
              </p:cNvPr>
              <p:cNvSpPr/>
              <p:nvPr/>
            </p:nvSpPr>
            <p:spPr>
              <a:xfrm>
                <a:off x="47378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5" name="타원 64">
                <a:extLst>
                  <a:ext uri="{FF2B5EF4-FFF2-40B4-BE49-F238E27FC236}">
                    <a16:creationId xmlns:a16="http://schemas.microsoft.com/office/drawing/2014/main" id="{829107A9-ACA5-7453-63C5-5021AAB390F1}"/>
                  </a:ext>
                </a:extLst>
              </p:cNvPr>
              <p:cNvSpPr/>
              <p:nvPr/>
            </p:nvSpPr>
            <p:spPr>
              <a:xfrm>
                <a:off x="4738263" y="5296681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3383374F-D126-767E-8E99-FD637D471DC0}"/>
              </a:ext>
            </a:extLst>
          </p:cNvPr>
          <p:cNvSpPr/>
          <p:nvPr/>
        </p:nvSpPr>
        <p:spPr>
          <a:xfrm flipV="1">
            <a:off x="3075709" y="4162715"/>
            <a:ext cx="98384" cy="59978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69" name="그룹 68">
            <a:extLst>
              <a:ext uri="{FF2B5EF4-FFF2-40B4-BE49-F238E27FC236}">
                <a16:creationId xmlns:a16="http://schemas.microsoft.com/office/drawing/2014/main" id="{06EE6AE7-1400-461E-0C2D-6F9EB5473B38}"/>
              </a:ext>
            </a:extLst>
          </p:cNvPr>
          <p:cNvGrpSpPr/>
          <p:nvPr/>
        </p:nvGrpSpPr>
        <p:grpSpPr>
          <a:xfrm rot="5400000">
            <a:off x="4588886" y="4425253"/>
            <a:ext cx="99451" cy="545492"/>
            <a:chOff x="5324822" y="4538198"/>
            <a:chExt cx="99451" cy="545492"/>
          </a:xfrm>
        </p:grpSpPr>
        <p:sp>
          <p:nvSpPr>
            <p:cNvPr id="70" name="타원 69">
              <a:extLst>
                <a:ext uri="{FF2B5EF4-FFF2-40B4-BE49-F238E27FC236}">
                  <a16:creationId xmlns:a16="http://schemas.microsoft.com/office/drawing/2014/main" id="{9BA5294B-FF29-E2EB-71E5-0377F3AE7649}"/>
                </a:ext>
              </a:extLst>
            </p:cNvPr>
            <p:cNvSpPr/>
            <p:nvPr/>
          </p:nvSpPr>
          <p:spPr>
            <a:xfrm>
              <a:off x="5325888" y="453819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71" name="타원 70">
              <a:extLst>
                <a:ext uri="{FF2B5EF4-FFF2-40B4-BE49-F238E27FC236}">
                  <a16:creationId xmlns:a16="http://schemas.microsoft.com/office/drawing/2014/main" id="{A3434FD1-9EA6-4A36-B82D-D3CA81C219BA}"/>
                </a:ext>
              </a:extLst>
            </p:cNvPr>
            <p:cNvSpPr/>
            <p:nvPr/>
          </p:nvSpPr>
          <p:spPr>
            <a:xfrm>
              <a:off x="5324822" y="498530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CBC29C43-AE27-6EB8-2ABC-E6FD6274DB95}"/>
              </a:ext>
            </a:extLst>
          </p:cNvPr>
          <p:cNvSpPr/>
          <p:nvPr/>
        </p:nvSpPr>
        <p:spPr>
          <a:xfrm flipV="1">
            <a:off x="3830245" y="3503306"/>
            <a:ext cx="98385" cy="70674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170D1DFA-B317-D2C2-B120-6560E9031F8D}"/>
              </a:ext>
            </a:extLst>
          </p:cNvPr>
          <p:cNvSpPr txBox="1"/>
          <p:nvPr/>
        </p:nvSpPr>
        <p:spPr>
          <a:xfrm>
            <a:off x="5304447" y="6439961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highlight>
                  <a:srgbClr val="FFFF00"/>
                </a:highlight>
              </a:rPr>
              <a:t>우물은 두가지 </a:t>
            </a:r>
            <a:r>
              <a:rPr lang="ko-KR" altLang="en-US" sz="1000" dirty="0" err="1">
                <a:highlight>
                  <a:srgbClr val="FFFF00"/>
                </a:highlight>
              </a:rPr>
              <a:t>타입중</a:t>
            </a:r>
            <a:r>
              <a:rPr lang="ko-KR" altLang="en-US" sz="1000" dirty="0">
                <a:highlight>
                  <a:srgbClr val="FFFF00"/>
                </a:highlight>
              </a:rPr>
              <a:t> 선택 가능합니다</a:t>
            </a:r>
            <a:r>
              <a:rPr lang="en-US" altLang="ko-KR" sz="1000" dirty="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1000" dirty="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1000" dirty="0">
                <a:highlight>
                  <a:srgbClr val="FFFF00"/>
                </a:highlight>
              </a:rPr>
              <a:t>. </a:t>
            </a:r>
            <a:endParaRPr lang="ko-KR" altLang="en-US" sz="1000" dirty="0">
              <a:highlight>
                <a:srgbClr val="FFFF00"/>
              </a:highlight>
            </a:endParaRPr>
          </a:p>
        </p:txBody>
      </p:sp>
      <p:cxnSp>
        <p:nvCxnSpPr>
          <p:cNvPr id="74" name="직선 화살표 연결선 73">
            <a:extLst>
              <a:ext uri="{FF2B5EF4-FFF2-40B4-BE49-F238E27FC236}">
                <a16:creationId xmlns:a16="http://schemas.microsoft.com/office/drawing/2014/main" id="{8071DED0-75E4-7B31-B99F-47E5D9FE8B3C}"/>
              </a:ext>
            </a:extLst>
          </p:cNvPr>
          <p:cNvCxnSpPr>
            <a:cxnSpLocks/>
          </p:cNvCxnSpPr>
          <p:nvPr/>
        </p:nvCxnSpPr>
        <p:spPr>
          <a:xfrm flipV="1">
            <a:off x="6682257" y="5983909"/>
            <a:ext cx="15354" cy="49314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TextBox 13">
            <a:extLst>
              <a:ext uri="{FF2B5EF4-FFF2-40B4-BE49-F238E27FC236}">
                <a16:creationId xmlns:a16="http://schemas.microsoft.com/office/drawing/2014/main" id="{7407A8B7-9F3E-1C10-2630-40306602CEDC}"/>
              </a:ext>
            </a:extLst>
          </p:cNvPr>
          <p:cNvSpPr txBox="1"/>
          <p:nvPr/>
        </p:nvSpPr>
        <p:spPr>
          <a:xfrm>
            <a:off x="156354" y="793753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dirty="0"/>
              <a:t>욕실 </a:t>
            </a:r>
            <a:r>
              <a:rPr lang="ko-KR" altLang="en-US" sz="800" b="1" dirty="0" err="1"/>
              <a:t>휴젠트여부에</a:t>
            </a:r>
            <a:r>
              <a:rPr lang="ko-KR" altLang="en-US" sz="800" b="1" dirty="0"/>
              <a:t> 대하여</a:t>
            </a:r>
            <a:endParaRPr lang="en-US" altLang="ko-KR" sz="800" b="1" dirty="0"/>
          </a:p>
          <a:p>
            <a:r>
              <a:rPr lang="ko-KR" altLang="en-US" sz="800" b="1" dirty="0"/>
              <a:t>기사분이 현장에서 파악하여</a:t>
            </a:r>
            <a:endParaRPr lang="en-US" altLang="ko-KR" sz="800" b="1" dirty="0"/>
          </a:p>
          <a:p>
            <a:r>
              <a:rPr lang="ko-KR" altLang="en-US" sz="800" b="1" dirty="0"/>
              <a:t>센서위치를 적용해드립니다</a:t>
            </a:r>
            <a:r>
              <a:rPr lang="en-US" altLang="ko-KR" sz="800" b="1" dirty="0"/>
              <a:t>.</a:t>
            </a:r>
            <a:endParaRPr lang="ko-KR" altLang="en-US" sz="800" b="1" dirty="0"/>
          </a:p>
        </p:txBody>
      </p:sp>
      <p:grpSp>
        <p:nvGrpSpPr>
          <p:cNvPr id="77" name="그룹 76">
            <a:extLst>
              <a:ext uri="{FF2B5EF4-FFF2-40B4-BE49-F238E27FC236}">
                <a16:creationId xmlns:a16="http://schemas.microsoft.com/office/drawing/2014/main" id="{BB0C2252-036D-789E-D76F-E7E7597FD7D0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78" name="타원 77">
              <a:extLst>
                <a:ext uri="{FF2B5EF4-FFF2-40B4-BE49-F238E27FC236}">
                  <a16:creationId xmlns:a16="http://schemas.microsoft.com/office/drawing/2014/main" id="{CB72D342-FBC5-368A-D613-362A7290B307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79" name="타원 78">
              <a:extLst>
                <a:ext uri="{FF2B5EF4-FFF2-40B4-BE49-F238E27FC236}">
                  <a16:creationId xmlns:a16="http://schemas.microsoft.com/office/drawing/2014/main" id="{5A5E4903-057C-237F-15F4-207DD76017B5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0" name="타원 79">
              <a:extLst>
                <a:ext uri="{FF2B5EF4-FFF2-40B4-BE49-F238E27FC236}">
                  <a16:creationId xmlns:a16="http://schemas.microsoft.com/office/drawing/2014/main" id="{12AD57B0-D816-2E6D-D4A4-3AFB393AB35C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1" name="TextBox 11">
              <a:extLst>
                <a:ext uri="{FF2B5EF4-FFF2-40B4-BE49-F238E27FC236}">
                  <a16:creationId xmlns:a16="http://schemas.microsoft.com/office/drawing/2014/main" id="{7A145B8D-0E7A-C445-84C8-4E1C6AF21FE0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간접조명 </a:t>
              </a:r>
              <a:r>
                <a:rPr lang="en-US" altLang="ko-KR" sz="700" dirty="0"/>
                <a:t>A 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간접조명 센서 </a:t>
              </a:r>
              <a:r>
                <a:rPr lang="en-US" altLang="ko-KR" sz="700" dirty="0"/>
                <a:t>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우물천장간접조명 및 커튼박수 추가</a:t>
              </a:r>
              <a:r>
                <a:rPr lang="en-US" altLang="ko-KR" sz="700" dirty="0"/>
                <a:t>(</a:t>
              </a:r>
              <a:r>
                <a:rPr lang="ko-KR" altLang="en-US" sz="700" dirty="0"/>
                <a:t>별도 추가</a:t>
              </a:r>
              <a:r>
                <a:rPr lang="en-US" altLang="ko-KR" sz="700" dirty="0"/>
                <a:t>)</a:t>
              </a:r>
            </a:p>
            <a:p>
              <a:endParaRPr lang="en-US" altLang="ko-KR" sz="700" dirty="0"/>
            </a:p>
          </p:txBody>
        </p:sp>
      </p:grp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ABDDFFF6-CF10-0B43-9CE8-DE227758AFFD}"/>
              </a:ext>
            </a:extLst>
          </p:cNvPr>
          <p:cNvSpPr/>
          <p:nvPr/>
        </p:nvSpPr>
        <p:spPr>
          <a:xfrm rot="10800000" flipV="1">
            <a:off x="9003988" y="3688168"/>
            <a:ext cx="98385" cy="52664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83" name="그룹 82">
            <a:extLst>
              <a:ext uri="{FF2B5EF4-FFF2-40B4-BE49-F238E27FC236}">
                <a16:creationId xmlns:a16="http://schemas.microsoft.com/office/drawing/2014/main" id="{1BA18C06-A325-8158-0CBA-D6A52B7B0C10}"/>
              </a:ext>
            </a:extLst>
          </p:cNvPr>
          <p:cNvGrpSpPr/>
          <p:nvPr/>
        </p:nvGrpSpPr>
        <p:grpSpPr>
          <a:xfrm>
            <a:off x="5461959" y="4989049"/>
            <a:ext cx="100923" cy="1055008"/>
            <a:chOff x="4735802" y="4865202"/>
            <a:chExt cx="100923" cy="1055008"/>
          </a:xfrm>
        </p:grpSpPr>
        <p:sp>
          <p:nvSpPr>
            <p:cNvPr id="84" name="타원 83">
              <a:extLst>
                <a:ext uri="{FF2B5EF4-FFF2-40B4-BE49-F238E27FC236}">
                  <a16:creationId xmlns:a16="http://schemas.microsoft.com/office/drawing/2014/main" id="{C718DC4A-4D70-3DC5-5382-8C13BD9ED48D}"/>
                </a:ext>
              </a:extLst>
            </p:cNvPr>
            <p:cNvSpPr/>
            <p:nvPr/>
          </p:nvSpPr>
          <p:spPr>
            <a:xfrm>
              <a:off x="4737834" y="48652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85" name="타원 84">
              <a:extLst>
                <a:ext uri="{FF2B5EF4-FFF2-40B4-BE49-F238E27FC236}">
                  <a16:creationId xmlns:a16="http://schemas.microsoft.com/office/drawing/2014/main" id="{C3C741CB-225A-FC55-6982-2456D3418899}"/>
                </a:ext>
              </a:extLst>
            </p:cNvPr>
            <p:cNvSpPr/>
            <p:nvPr/>
          </p:nvSpPr>
          <p:spPr>
            <a:xfrm>
              <a:off x="4735802" y="534201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6" name="타원 85">
              <a:extLst>
                <a:ext uri="{FF2B5EF4-FFF2-40B4-BE49-F238E27FC236}">
                  <a16:creationId xmlns:a16="http://schemas.microsoft.com/office/drawing/2014/main" id="{C5992927-6784-5B99-670E-86B5223CF251}"/>
                </a:ext>
              </a:extLst>
            </p:cNvPr>
            <p:cNvSpPr/>
            <p:nvPr/>
          </p:nvSpPr>
          <p:spPr>
            <a:xfrm>
              <a:off x="4738340" y="58218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87" name="그룹 86">
            <a:extLst>
              <a:ext uri="{FF2B5EF4-FFF2-40B4-BE49-F238E27FC236}">
                <a16:creationId xmlns:a16="http://schemas.microsoft.com/office/drawing/2014/main" id="{45F9AB2F-CFCA-9543-3361-82535F9F8A39}"/>
              </a:ext>
            </a:extLst>
          </p:cNvPr>
          <p:cNvGrpSpPr/>
          <p:nvPr/>
        </p:nvGrpSpPr>
        <p:grpSpPr>
          <a:xfrm>
            <a:off x="7406457" y="4943123"/>
            <a:ext cx="100923" cy="1055008"/>
            <a:chOff x="4735802" y="4865202"/>
            <a:chExt cx="100923" cy="1055008"/>
          </a:xfrm>
        </p:grpSpPr>
        <p:sp>
          <p:nvSpPr>
            <p:cNvPr id="88" name="타원 87">
              <a:extLst>
                <a:ext uri="{FF2B5EF4-FFF2-40B4-BE49-F238E27FC236}">
                  <a16:creationId xmlns:a16="http://schemas.microsoft.com/office/drawing/2014/main" id="{77F92108-A453-9D2E-3D7A-A872B4C19547}"/>
                </a:ext>
              </a:extLst>
            </p:cNvPr>
            <p:cNvSpPr/>
            <p:nvPr/>
          </p:nvSpPr>
          <p:spPr>
            <a:xfrm>
              <a:off x="4737834" y="48652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89" name="타원 88">
              <a:extLst>
                <a:ext uri="{FF2B5EF4-FFF2-40B4-BE49-F238E27FC236}">
                  <a16:creationId xmlns:a16="http://schemas.microsoft.com/office/drawing/2014/main" id="{B62B36FE-7A60-2277-4CA2-02603087298D}"/>
                </a:ext>
              </a:extLst>
            </p:cNvPr>
            <p:cNvSpPr/>
            <p:nvPr/>
          </p:nvSpPr>
          <p:spPr>
            <a:xfrm>
              <a:off x="4735802" y="534201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90" name="타원 89">
              <a:extLst>
                <a:ext uri="{FF2B5EF4-FFF2-40B4-BE49-F238E27FC236}">
                  <a16:creationId xmlns:a16="http://schemas.microsoft.com/office/drawing/2014/main" id="{8FE9FD69-8637-1695-E08D-5297E7950FDF}"/>
                </a:ext>
              </a:extLst>
            </p:cNvPr>
            <p:cNvSpPr/>
            <p:nvPr/>
          </p:nvSpPr>
          <p:spPr>
            <a:xfrm>
              <a:off x="4738340" y="58218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393337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3AFAAF-2D79-D315-638A-74ECA5BE07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F3B6BA7-A171-D1EF-F32E-3A281E596C9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950642" y="1160095"/>
            <a:ext cx="6314008" cy="521732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C9C45B41-D104-7D8F-567E-FD852AA04C4B}"/>
                  </a:ext>
                </a:extLst>
              </p:cNvPr>
              <p:cNvSpPr txBox="1"/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𝑩𝒎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 dirty="0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C9C45B41-D104-7D8F-567E-FD852AA04C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TextBox 47">
            <a:extLst>
              <a:ext uri="{FF2B5EF4-FFF2-40B4-BE49-F238E27FC236}">
                <a16:creationId xmlns:a16="http://schemas.microsoft.com/office/drawing/2014/main" id="{0867A132-C055-2755-6106-3B48A8FEFC66}"/>
              </a:ext>
            </a:extLst>
          </p:cNvPr>
          <p:cNvSpPr txBox="1"/>
          <p:nvPr/>
        </p:nvSpPr>
        <p:spPr>
          <a:xfrm>
            <a:off x="1870318" y="35325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/>
              <a:t>84B</a:t>
            </a:r>
            <a:r>
              <a:rPr lang="ko-KR" altLang="en-US" sz="2000" b="1" dirty="0"/>
              <a:t>타입 간접 프리미엄 </a:t>
            </a:r>
            <a:r>
              <a:rPr lang="en-US" altLang="ko-KR" sz="2000" b="1" dirty="0"/>
              <a:t>SET + </a:t>
            </a:r>
            <a:r>
              <a:rPr lang="ko-KR" altLang="en-US" sz="2000" b="1" dirty="0" err="1"/>
              <a:t>실링팬</a:t>
            </a:r>
            <a:r>
              <a:rPr lang="ko-KR" altLang="en-US" sz="2000" b="1" dirty="0"/>
              <a:t> 우물두줄</a:t>
            </a:r>
            <a:endParaRPr lang="en-US" altLang="ko-KR" sz="2000" b="1" dirty="0"/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8CAAF408-C7ED-52E8-9889-47D99600BDD5}"/>
              </a:ext>
            </a:extLst>
          </p:cNvPr>
          <p:cNvSpPr/>
          <p:nvPr/>
        </p:nvSpPr>
        <p:spPr>
          <a:xfrm>
            <a:off x="7636235" y="5637757"/>
            <a:ext cx="771958" cy="10326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794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771E14D-9448-7BB2-F328-E64DBD3DC4C5}"/>
              </a:ext>
            </a:extLst>
          </p:cNvPr>
          <p:cNvSpPr txBox="1"/>
          <p:nvPr/>
        </p:nvSpPr>
        <p:spPr>
          <a:xfrm>
            <a:off x="7707429" y="5019829"/>
            <a:ext cx="13235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 err="1"/>
              <a:t>무선리모컨</a:t>
            </a:r>
            <a:endParaRPr lang="en-US" altLang="ko-KR" sz="1000" b="1" dirty="0"/>
          </a:p>
          <a:p>
            <a:pPr algn="ctr"/>
            <a:r>
              <a:rPr lang="en-US" altLang="ko-KR" sz="1000" b="1" dirty="0"/>
              <a:t>1</a:t>
            </a:r>
            <a:r>
              <a:rPr lang="ko-KR" altLang="en-US" sz="1000" b="1" dirty="0"/>
              <a:t>구</a:t>
            </a:r>
            <a:r>
              <a:rPr lang="en-US" altLang="ko-KR" sz="1000" b="1" dirty="0"/>
              <a:t>(3</a:t>
            </a:r>
            <a:r>
              <a:rPr lang="ko-KR" altLang="en-US" sz="1000" b="1" dirty="0"/>
              <a:t>채널</a:t>
            </a:r>
            <a:r>
              <a:rPr lang="en-US" altLang="ko-KR" sz="1000" b="1" dirty="0"/>
              <a:t>)</a:t>
            </a:r>
            <a:endParaRPr lang="ko-KR" altLang="en-US" sz="1000" b="1" dirty="0"/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C1792583-8D26-5E6D-B22A-877759AEBB4C}"/>
              </a:ext>
            </a:extLst>
          </p:cNvPr>
          <p:cNvSpPr/>
          <p:nvPr/>
        </p:nvSpPr>
        <p:spPr>
          <a:xfrm rot="5400000">
            <a:off x="6433814" y="5292081"/>
            <a:ext cx="102820" cy="178732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2" name="사각형: 둥근 모서리 51">
            <a:extLst>
              <a:ext uri="{FF2B5EF4-FFF2-40B4-BE49-F238E27FC236}">
                <a16:creationId xmlns:a16="http://schemas.microsoft.com/office/drawing/2014/main" id="{650C5AD0-F1FD-E51B-1AF3-BD3320882B28}"/>
              </a:ext>
            </a:extLst>
          </p:cNvPr>
          <p:cNvSpPr/>
          <p:nvPr/>
        </p:nvSpPr>
        <p:spPr>
          <a:xfrm>
            <a:off x="5999979" y="4980053"/>
            <a:ext cx="1001252" cy="1011221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3" name="사각형: 둥근 모서리 52">
            <a:extLst>
              <a:ext uri="{FF2B5EF4-FFF2-40B4-BE49-F238E27FC236}">
                <a16:creationId xmlns:a16="http://schemas.microsoft.com/office/drawing/2014/main" id="{0A55D840-CF16-9FF6-4701-59B91E1CACB1}"/>
              </a:ext>
            </a:extLst>
          </p:cNvPr>
          <p:cNvSpPr/>
          <p:nvPr/>
        </p:nvSpPr>
        <p:spPr>
          <a:xfrm>
            <a:off x="6132242" y="5102771"/>
            <a:ext cx="733817" cy="769599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C15539A-4F0B-5A0D-DB54-013638679DE7}"/>
              </a:ext>
            </a:extLst>
          </p:cNvPr>
          <p:cNvSpPr txBox="1"/>
          <p:nvPr/>
        </p:nvSpPr>
        <p:spPr>
          <a:xfrm>
            <a:off x="5591420" y="4471708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/>
              <a:t>전자식스위치</a:t>
            </a:r>
            <a:r>
              <a:rPr lang="en-US" altLang="ko-KR" sz="1000" b="1" dirty="0"/>
              <a:t>+</a:t>
            </a:r>
            <a:r>
              <a:rPr lang="ko-KR" altLang="en-US" sz="1000" b="1" dirty="0"/>
              <a:t>리모컨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595A07E-D9B9-37A0-3344-99BD011F7DAE}"/>
              </a:ext>
            </a:extLst>
          </p:cNvPr>
          <p:cNvSpPr txBox="1"/>
          <p:nvPr/>
        </p:nvSpPr>
        <p:spPr>
          <a:xfrm>
            <a:off x="114314" y="1289778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FF0000"/>
                </a:solidFill>
              </a:rPr>
              <a:t>**</a:t>
            </a:r>
            <a:r>
              <a:rPr lang="ko-KR" altLang="en-US" sz="800" dirty="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dirty="0" err="1">
                <a:solidFill>
                  <a:srgbClr val="FF0000"/>
                </a:solidFill>
              </a:rPr>
              <a:t>타공이</a:t>
            </a:r>
            <a:r>
              <a:rPr lang="ko-KR" altLang="en-US" sz="800" dirty="0">
                <a:solidFill>
                  <a:srgbClr val="FF0000"/>
                </a:solidFill>
              </a:rPr>
              <a:t> 필요할 수 </a:t>
            </a:r>
            <a:endParaRPr lang="en-US" altLang="ko-KR" sz="800" dirty="0">
              <a:solidFill>
                <a:srgbClr val="FF0000"/>
              </a:solidFill>
            </a:endParaRPr>
          </a:p>
          <a:p>
            <a:r>
              <a:rPr lang="ko-KR" altLang="en-US" sz="800" dirty="0">
                <a:solidFill>
                  <a:srgbClr val="FF0000"/>
                </a:solidFill>
              </a:rPr>
              <a:t>있으며</a:t>
            </a:r>
            <a:r>
              <a:rPr lang="en-US" altLang="ko-KR" sz="800" dirty="0">
                <a:solidFill>
                  <a:srgbClr val="FF0000"/>
                </a:solidFill>
              </a:rPr>
              <a:t> </a:t>
            </a:r>
            <a:r>
              <a:rPr lang="ko-KR" altLang="en-US" sz="800" dirty="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 dirty="0">
              <a:solidFill>
                <a:srgbClr val="FF0000"/>
              </a:solidFill>
            </a:endParaRPr>
          </a:p>
        </p:txBody>
      </p:sp>
      <p:sp>
        <p:nvSpPr>
          <p:cNvPr id="56" name="별: 꼭짓점 4개 55">
            <a:extLst>
              <a:ext uri="{FF2B5EF4-FFF2-40B4-BE49-F238E27FC236}">
                <a16:creationId xmlns:a16="http://schemas.microsoft.com/office/drawing/2014/main" id="{ED2E31A3-1371-0BEE-6534-DC8417294723}"/>
              </a:ext>
            </a:extLst>
          </p:cNvPr>
          <p:cNvSpPr/>
          <p:nvPr/>
        </p:nvSpPr>
        <p:spPr>
          <a:xfrm>
            <a:off x="6216094" y="5204116"/>
            <a:ext cx="557315" cy="559233"/>
          </a:xfrm>
          <a:prstGeom prst="star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45">
              <a:solidFill>
                <a:schemeClr val="tx1"/>
              </a:solidFill>
            </a:endParaRPr>
          </a:p>
        </p:txBody>
      </p: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B2FF1C4E-4CBE-EDD1-91B5-D17EAAA66099}"/>
              </a:ext>
            </a:extLst>
          </p:cNvPr>
          <p:cNvGrpSpPr/>
          <p:nvPr/>
        </p:nvGrpSpPr>
        <p:grpSpPr>
          <a:xfrm>
            <a:off x="7627535" y="4785987"/>
            <a:ext cx="98814" cy="602893"/>
            <a:chOff x="4737834" y="4900127"/>
            <a:chExt cx="98814" cy="602893"/>
          </a:xfrm>
          <a:solidFill>
            <a:srgbClr val="00B0F0"/>
          </a:solidFill>
        </p:grpSpPr>
        <p:sp>
          <p:nvSpPr>
            <p:cNvPr id="58" name="타원 57">
              <a:extLst>
                <a:ext uri="{FF2B5EF4-FFF2-40B4-BE49-F238E27FC236}">
                  <a16:creationId xmlns:a16="http://schemas.microsoft.com/office/drawing/2014/main" id="{FA4D7724-6046-8D3E-DF17-F751CE124C0C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59" name="타원 58">
              <a:extLst>
                <a:ext uri="{FF2B5EF4-FFF2-40B4-BE49-F238E27FC236}">
                  <a16:creationId xmlns:a16="http://schemas.microsoft.com/office/drawing/2014/main" id="{8B0262C5-8000-A4E6-AF5D-0CBE1956FE2C}"/>
                </a:ext>
              </a:extLst>
            </p:cNvPr>
            <p:cNvSpPr/>
            <p:nvPr/>
          </p:nvSpPr>
          <p:spPr>
            <a:xfrm>
              <a:off x="4738263" y="5404635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60" name="그룹 59">
            <a:extLst>
              <a:ext uri="{FF2B5EF4-FFF2-40B4-BE49-F238E27FC236}">
                <a16:creationId xmlns:a16="http://schemas.microsoft.com/office/drawing/2014/main" id="{D4170326-F303-2546-1A94-4BB0C5136F79}"/>
              </a:ext>
            </a:extLst>
          </p:cNvPr>
          <p:cNvGrpSpPr/>
          <p:nvPr/>
        </p:nvGrpSpPr>
        <p:grpSpPr>
          <a:xfrm>
            <a:off x="3960539" y="3647849"/>
            <a:ext cx="393400" cy="497746"/>
            <a:chOff x="9191246" y="3797098"/>
            <a:chExt cx="393400" cy="497746"/>
          </a:xfrm>
          <a:solidFill>
            <a:srgbClr val="CC0000"/>
          </a:solidFill>
        </p:grpSpPr>
        <p:grpSp>
          <p:nvGrpSpPr>
            <p:cNvPr id="61" name="그룹 60">
              <a:extLst>
                <a:ext uri="{FF2B5EF4-FFF2-40B4-BE49-F238E27FC236}">
                  <a16:creationId xmlns:a16="http://schemas.microsoft.com/office/drawing/2014/main" id="{443C0034-59CC-E787-801A-020B22513B84}"/>
                </a:ext>
              </a:extLst>
            </p:cNvPr>
            <p:cNvGrpSpPr/>
            <p:nvPr/>
          </p:nvGrpSpPr>
          <p:grpSpPr>
            <a:xfrm>
              <a:off x="9485832" y="3799905"/>
              <a:ext cx="98814" cy="494939"/>
              <a:chOff x="4599721" y="4900127"/>
              <a:chExt cx="98814" cy="494939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66" name="타원 65">
                <a:extLst>
                  <a:ext uri="{FF2B5EF4-FFF2-40B4-BE49-F238E27FC236}">
                    <a16:creationId xmlns:a16="http://schemas.microsoft.com/office/drawing/2014/main" id="{21D1A693-5D6E-D655-BBE1-C1DD2D316F09}"/>
                  </a:ext>
                </a:extLst>
              </p:cNvPr>
              <p:cNvSpPr/>
              <p:nvPr/>
            </p:nvSpPr>
            <p:spPr>
              <a:xfrm>
                <a:off x="4599721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7" name="타원 66">
                <a:extLst>
                  <a:ext uri="{FF2B5EF4-FFF2-40B4-BE49-F238E27FC236}">
                    <a16:creationId xmlns:a16="http://schemas.microsoft.com/office/drawing/2014/main" id="{092073A9-CAD2-026F-6249-41D27B42C8B7}"/>
                  </a:ext>
                </a:extLst>
              </p:cNvPr>
              <p:cNvSpPr/>
              <p:nvPr/>
            </p:nvSpPr>
            <p:spPr>
              <a:xfrm>
                <a:off x="4600150" y="5296681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62" name="별: 꼭짓점 7개 61">
              <a:extLst>
                <a:ext uri="{FF2B5EF4-FFF2-40B4-BE49-F238E27FC236}">
                  <a16:creationId xmlns:a16="http://schemas.microsoft.com/office/drawing/2014/main" id="{2F6340ED-F80F-9CBA-B8F6-A4630E5B3388}"/>
                </a:ext>
              </a:extLst>
            </p:cNvPr>
            <p:cNvSpPr/>
            <p:nvPr/>
          </p:nvSpPr>
          <p:spPr>
            <a:xfrm rot="5400000">
              <a:off x="9263291" y="3929059"/>
              <a:ext cx="244351" cy="235659"/>
            </a:xfrm>
            <a:prstGeom prst="star7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86" b="1" dirty="0">
                <a:ln w="22225">
                  <a:solidFill>
                    <a:srgbClr val="FFFF00"/>
                  </a:solidFill>
                  <a:prstDash val="solid"/>
                </a:ln>
                <a:solidFill>
                  <a:srgbClr val="C00000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</a:endParaRPr>
            </a:p>
          </p:txBody>
        </p:sp>
        <p:grpSp>
          <p:nvGrpSpPr>
            <p:cNvPr id="63" name="그룹 62">
              <a:extLst>
                <a:ext uri="{FF2B5EF4-FFF2-40B4-BE49-F238E27FC236}">
                  <a16:creationId xmlns:a16="http://schemas.microsoft.com/office/drawing/2014/main" id="{551A6BC3-4BD3-DC01-C235-47B3B25B9A87}"/>
                </a:ext>
              </a:extLst>
            </p:cNvPr>
            <p:cNvGrpSpPr/>
            <p:nvPr/>
          </p:nvGrpSpPr>
          <p:grpSpPr>
            <a:xfrm>
              <a:off x="9191246" y="3797098"/>
              <a:ext cx="98814" cy="494939"/>
              <a:chOff x="4737834" y="4900127"/>
              <a:chExt cx="98814" cy="494939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64" name="타원 63">
                <a:extLst>
                  <a:ext uri="{FF2B5EF4-FFF2-40B4-BE49-F238E27FC236}">
                    <a16:creationId xmlns:a16="http://schemas.microsoft.com/office/drawing/2014/main" id="{E8A8DCB1-471C-FB62-4167-FE214C65052A}"/>
                  </a:ext>
                </a:extLst>
              </p:cNvPr>
              <p:cNvSpPr/>
              <p:nvPr/>
            </p:nvSpPr>
            <p:spPr>
              <a:xfrm>
                <a:off x="47378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5" name="타원 64">
                <a:extLst>
                  <a:ext uri="{FF2B5EF4-FFF2-40B4-BE49-F238E27FC236}">
                    <a16:creationId xmlns:a16="http://schemas.microsoft.com/office/drawing/2014/main" id="{22812DF8-48FC-2264-81C2-D01765D1F7D7}"/>
                  </a:ext>
                </a:extLst>
              </p:cNvPr>
              <p:cNvSpPr/>
              <p:nvPr/>
            </p:nvSpPr>
            <p:spPr>
              <a:xfrm>
                <a:off x="4738263" y="5296681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112630FB-5E50-13F5-7C8D-55E1BB5BAA8A}"/>
              </a:ext>
            </a:extLst>
          </p:cNvPr>
          <p:cNvSpPr/>
          <p:nvPr/>
        </p:nvSpPr>
        <p:spPr>
          <a:xfrm flipV="1">
            <a:off x="3075709" y="4162715"/>
            <a:ext cx="98384" cy="59978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69" name="그룹 68">
            <a:extLst>
              <a:ext uri="{FF2B5EF4-FFF2-40B4-BE49-F238E27FC236}">
                <a16:creationId xmlns:a16="http://schemas.microsoft.com/office/drawing/2014/main" id="{57EE39F4-0B5B-5F42-C667-8295777F3DC5}"/>
              </a:ext>
            </a:extLst>
          </p:cNvPr>
          <p:cNvGrpSpPr/>
          <p:nvPr/>
        </p:nvGrpSpPr>
        <p:grpSpPr>
          <a:xfrm rot="5400000">
            <a:off x="4588886" y="4425253"/>
            <a:ext cx="99451" cy="545492"/>
            <a:chOff x="5324822" y="4538198"/>
            <a:chExt cx="99451" cy="545492"/>
          </a:xfrm>
        </p:grpSpPr>
        <p:sp>
          <p:nvSpPr>
            <p:cNvPr id="70" name="타원 69">
              <a:extLst>
                <a:ext uri="{FF2B5EF4-FFF2-40B4-BE49-F238E27FC236}">
                  <a16:creationId xmlns:a16="http://schemas.microsoft.com/office/drawing/2014/main" id="{40167834-78C2-99E5-6447-ABC3EE077B6B}"/>
                </a:ext>
              </a:extLst>
            </p:cNvPr>
            <p:cNvSpPr/>
            <p:nvPr/>
          </p:nvSpPr>
          <p:spPr>
            <a:xfrm>
              <a:off x="5325888" y="453819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71" name="타원 70">
              <a:extLst>
                <a:ext uri="{FF2B5EF4-FFF2-40B4-BE49-F238E27FC236}">
                  <a16:creationId xmlns:a16="http://schemas.microsoft.com/office/drawing/2014/main" id="{F267D619-7643-6FF1-E8E4-9EE3F0B0F2EE}"/>
                </a:ext>
              </a:extLst>
            </p:cNvPr>
            <p:cNvSpPr/>
            <p:nvPr/>
          </p:nvSpPr>
          <p:spPr>
            <a:xfrm>
              <a:off x="5324822" y="498530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52D8B229-6D88-51E9-E4C1-10A5384A6C39}"/>
              </a:ext>
            </a:extLst>
          </p:cNvPr>
          <p:cNvSpPr/>
          <p:nvPr/>
        </p:nvSpPr>
        <p:spPr>
          <a:xfrm flipV="1">
            <a:off x="3830245" y="3503306"/>
            <a:ext cx="98385" cy="70674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D578363F-7F00-9BE3-497F-C2FA414438D9}"/>
              </a:ext>
            </a:extLst>
          </p:cNvPr>
          <p:cNvSpPr txBox="1"/>
          <p:nvPr/>
        </p:nvSpPr>
        <p:spPr>
          <a:xfrm>
            <a:off x="6466497" y="6439961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highlight>
                  <a:srgbClr val="FFFF00"/>
                </a:highlight>
              </a:rPr>
              <a:t>우물은 두가지 </a:t>
            </a:r>
            <a:r>
              <a:rPr lang="ko-KR" altLang="en-US" sz="1000" dirty="0" err="1">
                <a:highlight>
                  <a:srgbClr val="FFFF00"/>
                </a:highlight>
              </a:rPr>
              <a:t>타입중</a:t>
            </a:r>
            <a:r>
              <a:rPr lang="ko-KR" altLang="en-US" sz="1000" dirty="0">
                <a:highlight>
                  <a:srgbClr val="FFFF00"/>
                </a:highlight>
              </a:rPr>
              <a:t> 선택 가능합니다</a:t>
            </a:r>
            <a:r>
              <a:rPr lang="en-US" altLang="ko-KR" sz="1000" dirty="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1000" dirty="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1000" dirty="0">
                <a:highlight>
                  <a:srgbClr val="FFFF00"/>
                </a:highlight>
              </a:rPr>
              <a:t>. </a:t>
            </a:r>
            <a:endParaRPr lang="ko-KR" altLang="en-US" sz="1000" dirty="0">
              <a:highlight>
                <a:srgbClr val="FFFF00"/>
              </a:highlight>
            </a:endParaRPr>
          </a:p>
        </p:txBody>
      </p:sp>
      <p:cxnSp>
        <p:nvCxnSpPr>
          <p:cNvPr id="74" name="직선 화살표 연결선 73">
            <a:extLst>
              <a:ext uri="{FF2B5EF4-FFF2-40B4-BE49-F238E27FC236}">
                <a16:creationId xmlns:a16="http://schemas.microsoft.com/office/drawing/2014/main" id="{2F173907-8A0A-5553-759D-C9F66551B4BA}"/>
              </a:ext>
            </a:extLst>
          </p:cNvPr>
          <p:cNvCxnSpPr>
            <a:cxnSpLocks/>
          </p:cNvCxnSpPr>
          <p:nvPr/>
        </p:nvCxnSpPr>
        <p:spPr>
          <a:xfrm flipV="1">
            <a:off x="6682257" y="5983909"/>
            <a:ext cx="15354" cy="49314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5DD46E2E-B805-1ECD-7915-09B0665BB4CF}"/>
              </a:ext>
            </a:extLst>
          </p:cNvPr>
          <p:cNvSpPr txBox="1"/>
          <p:nvPr/>
        </p:nvSpPr>
        <p:spPr>
          <a:xfrm>
            <a:off x="4395794" y="6315176"/>
            <a:ext cx="222937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 err="1">
                <a:highlight>
                  <a:srgbClr val="FFFF00"/>
                </a:highlight>
              </a:rPr>
              <a:t>실링팬</a:t>
            </a:r>
            <a:r>
              <a:rPr lang="ko-KR" altLang="en-US" sz="1000" b="1" dirty="0">
                <a:highlight>
                  <a:srgbClr val="FFFF00"/>
                </a:highlight>
              </a:rPr>
              <a:t> </a:t>
            </a:r>
            <a:r>
              <a:rPr lang="ko-KR" altLang="en-US" sz="1000" b="1" dirty="0" err="1">
                <a:highlight>
                  <a:srgbClr val="FFFF00"/>
                </a:highlight>
              </a:rPr>
              <a:t>루씨에어</a:t>
            </a:r>
            <a:endParaRPr lang="en-US" altLang="ko-KR" sz="1000" b="1" dirty="0">
              <a:highlight>
                <a:srgbClr val="FFFF00"/>
              </a:highlight>
            </a:endParaRPr>
          </a:p>
          <a:p>
            <a:r>
              <a:rPr lang="ko-KR" altLang="en-US" sz="1000" b="1" dirty="0">
                <a:highlight>
                  <a:srgbClr val="FFFF00"/>
                </a:highlight>
              </a:rPr>
              <a:t>설치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>
                <a:highlight>
                  <a:srgbClr val="FFFF00"/>
                </a:highlight>
              </a:rPr>
              <a:t>보강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>
                <a:highlight>
                  <a:srgbClr val="FFFF00"/>
                </a:highlight>
              </a:rPr>
              <a:t>우물 천장 안 실크 도배</a:t>
            </a:r>
            <a:br>
              <a:rPr lang="en-US" altLang="ko-KR" sz="1000" b="1" dirty="0">
                <a:highlight>
                  <a:srgbClr val="FFFF00"/>
                </a:highlight>
              </a:rPr>
            </a:br>
            <a:r>
              <a:rPr lang="ko-KR" altLang="en-US" sz="1000" b="1" dirty="0">
                <a:highlight>
                  <a:srgbClr val="FFFF00"/>
                </a:highlight>
              </a:rPr>
              <a:t>우물조명 </a:t>
            </a:r>
            <a:r>
              <a:rPr lang="en-US" altLang="ko-KR" sz="1000" b="1" dirty="0">
                <a:highlight>
                  <a:srgbClr val="FFFF00"/>
                </a:highlight>
              </a:rPr>
              <a:t>2</a:t>
            </a:r>
            <a:r>
              <a:rPr lang="ko-KR" altLang="en-US" sz="1000" b="1" dirty="0">
                <a:highlight>
                  <a:srgbClr val="FFFF00"/>
                </a:highlight>
              </a:rPr>
              <a:t>줄 </a:t>
            </a:r>
            <a:r>
              <a:rPr lang="ko-KR" altLang="en-US" sz="1000" b="1" dirty="0" err="1">
                <a:highlight>
                  <a:srgbClr val="FFFF00"/>
                </a:highlight>
              </a:rPr>
              <a:t>전구색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 err="1">
                <a:highlight>
                  <a:srgbClr val="FFFF00"/>
                </a:highlight>
              </a:rPr>
              <a:t>주백색</a:t>
            </a:r>
            <a:endParaRPr lang="en-US" altLang="ko-KR" sz="1000" b="1" dirty="0">
              <a:highlight>
                <a:srgbClr val="FFFF00"/>
              </a:highlight>
            </a:endParaRPr>
          </a:p>
        </p:txBody>
      </p:sp>
      <p:sp>
        <p:nvSpPr>
          <p:cNvPr id="76" name="TextBox 13">
            <a:extLst>
              <a:ext uri="{FF2B5EF4-FFF2-40B4-BE49-F238E27FC236}">
                <a16:creationId xmlns:a16="http://schemas.microsoft.com/office/drawing/2014/main" id="{33373FA8-9C88-F678-58E0-3CD2E5F4562C}"/>
              </a:ext>
            </a:extLst>
          </p:cNvPr>
          <p:cNvSpPr txBox="1"/>
          <p:nvPr/>
        </p:nvSpPr>
        <p:spPr>
          <a:xfrm>
            <a:off x="156354" y="793753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dirty="0"/>
              <a:t>욕실 </a:t>
            </a:r>
            <a:r>
              <a:rPr lang="ko-KR" altLang="en-US" sz="800" b="1" dirty="0" err="1"/>
              <a:t>휴젠트여부에</a:t>
            </a:r>
            <a:r>
              <a:rPr lang="ko-KR" altLang="en-US" sz="800" b="1" dirty="0"/>
              <a:t> 대하여</a:t>
            </a:r>
            <a:endParaRPr lang="en-US" altLang="ko-KR" sz="800" b="1" dirty="0"/>
          </a:p>
          <a:p>
            <a:r>
              <a:rPr lang="ko-KR" altLang="en-US" sz="800" b="1" dirty="0"/>
              <a:t>기사분이 현장에서 파악하여</a:t>
            </a:r>
            <a:endParaRPr lang="en-US" altLang="ko-KR" sz="800" b="1" dirty="0"/>
          </a:p>
          <a:p>
            <a:r>
              <a:rPr lang="ko-KR" altLang="en-US" sz="800" b="1" dirty="0"/>
              <a:t>센서위치를 적용해드립니다</a:t>
            </a:r>
            <a:r>
              <a:rPr lang="en-US" altLang="ko-KR" sz="800" b="1" dirty="0"/>
              <a:t>.</a:t>
            </a:r>
            <a:endParaRPr lang="ko-KR" altLang="en-US" sz="800" b="1" dirty="0"/>
          </a:p>
        </p:txBody>
      </p:sp>
      <p:grpSp>
        <p:nvGrpSpPr>
          <p:cNvPr id="77" name="그룹 76">
            <a:extLst>
              <a:ext uri="{FF2B5EF4-FFF2-40B4-BE49-F238E27FC236}">
                <a16:creationId xmlns:a16="http://schemas.microsoft.com/office/drawing/2014/main" id="{F189BA88-EBA1-8230-04EF-076B237BBA7E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78" name="타원 77">
              <a:extLst>
                <a:ext uri="{FF2B5EF4-FFF2-40B4-BE49-F238E27FC236}">
                  <a16:creationId xmlns:a16="http://schemas.microsoft.com/office/drawing/2014/main" id="{5CAD349D-98F1-3A89-D427-2E8E63ED3F89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79" name="타원 78">
              <a:extLst>
                <a:ext uri="{FF2B5EF4-FFF2-40B4-BE49-F238E27FC236}">
                  <a16:creationId xmlns:a16="http://schemas.microsoft.com/office/drawing/2014/main" id="{35ED406F-E94E-64CE-E853-FFD255BBB2D3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0" name="타원 79">
              <a:extLst>
                <a:ext uri="{FF2B5EF4-FFF2-40B4-BE49-F238E27FC236}">
                  <a16:creationId xmlns:a16="http://schemas.microsoft.com/office/drawing/2014/main" id="{6671FB04-8845-8669-EE19-CCD5125096BA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1" name="TextBox 11">
              <a:extLst>
                <a:ext uri="{FF2B5EF4-FFF2-40B4-BE49-F238E27FC236}">
                  <a16:creationId xmlns:a16="http://schemas.microsoft.com/office/drawing/2014/main" id="{57040FDC-91F6-9EC2-984E-EC8189C5171B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간접조명 </a:t>
              </a:r>
              <a:r>
                <a:rPr lang="en-US" altLang="ko-KR" sz="700" dirty="0"/>
                <a:t>A 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간접조명 센서 </a:t>
              </a:r>
              <a:r>
                <a:rPr lang="en-US" altLang="ko-KR" sz="700" dirty="0"/>
                <a:t>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우물천장간접조명 및 커튼박수 추가</a:t>
              </a:r>
              <a:r>
                <a:rPr lang="en-US" altLang="ko-KR" sz="700" dirty="0"/>
                <a:t>(</a:t>
              </a:r>
              <a:r>
                <a:rPr lang="ko-KR" altLang="en-US" sz="700" dirty="0"/>
                <a:t>별도 추가</a:t>
              </a:r>
              <a:r>
                <a:rPr lang="en-US" altLang="ko-KR" sz="700" dirty="0"/>
                <a:t>)</a:t>
              </a:r>
            </a:p>
            <a:p>
              <a:endParaRPr lang="en-US" altLang="ko-KR" sz="700" dirty="0"/>
            </a:p>
          </p:txBody>
        </p:sp>
      </p:grp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ECDF2477-BC58-B9E4-775A-6E93D4B208B5}"/>
              </a:ext>
            </a:extLst>
          </p:cNvPr>
          <p:cNvSpPr/>
          <p:nvPr/>
        </p:nvSpPr>
        <p:spPr>
          <a:xfrm rot="10800000" flipV="1">
            <a:off x="9003988" y="3688168"/>
            <a:ext cx="98385" cy="52664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83" name="그룹 82">
            <a:extLst>
              <a:ext uri="{FF2B5EF4-FFF2-40B4-BE49-F238E27FC236}">
                <a16:creationId xmlns:a16="http://schemas.microsoft.com/office/drawing/2014/main" id="{1F71F902-08A5-E3C0-A8E9-5742C8EA56F8}"/>
              </a:ext>
            </a:extLst>
          </p:cNvPr>
          <p:cNvGrpSpPr/>
          <p:nvPr/>
        </p:nvGrpSpPr>
        <p:grpSpPr>
          <a:xfrm>
            <a:off x="5461959" y="4989049"/>
            <a:ext cx="100923" cy="1055008"/>
            <a:chOff x="4735802" y="4865202"/>
            <a:chExt cx="100923" cy="1055008"/>
          </a:xfrm>
        </p:grpSpPr>
        <p:sp>
          <p:nvSpPr>
            <p:cNvPr id="84" name="타원 83">
              <a:extLst>
                <a:ext uri="{FF2B5EF4-FFF2-40B4-BE49-F238E27FC236}">
                  <a16:creationId xmlns:a16="http://schemas.microsoft.com/office/drawing/2014/main" id="{7A97E48E-AD83-25B5-5E38-E84EC56C922A}"/>
                </a:ext>
              </a:extLst>
            </p:cNvPr>
            <p:cNvSpPr/>
            <p:nvPr/>
          </p:nvSpPr>
          <p:spPr>
            <a:xfrm>
              <a:off x="4737834" y="48652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85" name="타원 84">
              <a:extLst>
                <a:ext uri="{FF2B5EF4-FFF2-40B4-BE49-F238E27FC236}">
                  <a16:creationId xmlns:a16="http://schemas.microsoft.com/office/drawing/2014/main" id="{9C70481D-6C8A-2766-289C-495990E7F7B8}"/>
                </a:ext>
              </a:extLst>
            </p:cNvPr>
            <p:cNvSpPr/>
            <p:nvPr/>
          </p:nvSpPr>
          <p:spPr>
            <a:xfrm>
              <a:off x="4735802" y="534201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6" name="타원 85">
              <a:extLst>
                <a:ext uri="{FF2B5EF4-FFF2-40B4-BE49-F238E27FC236}">
                  <a16:creationId xmlns:a16="http://schemas.microsoft.com/office/drawing/2014/main" id="{B6124F11-DE10-2535-60D2-C37B3C3136C1}"/>
                </a:ext>
              </a:extLst>
            </p:cNvPr>
            <p:cNvSpPr/>
            <p:nvPr/>
          </p:nvSpPr>
          <p:spPr>
            <a:xfrm>
              <a:off x="4738340" y="58218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87" name="그룹 86">
            <a:extLst>
              <a:ext uri="{FF2B5EF4-FFF2-40B4-BE49-F238E27FC236}">
                <a16:creationId xmlns:a16="http://schemas.microsoft.com/office/drawing/2014/main" id="{ABE4D673-34FB-86C4-EF78-42F1D523AE9C}"/>
              </a:ext>
            </a:extLst>
          </p:cNvPr>
          <p:cNvGrpSpPr/>
          <p:nvPr/>
        </p:nvGrpSpPr>
        <p:grpSpPr>
          <a:xfrm>
            <a:off x="7406457" y="4943123"/>
            <a:ext cx="100923" cy="1055008"/>
            <a:chOff x="4735802" y="4865202"/>
            <a:chExt cx="100923" cy="1055008"/>
          </a:xfrm>
        </p:grpSpPr>
        <p:sp>
          <p:nvSpPr>
            <p:cNvPr id="88" name="타원 87">
              <a:extLst>
                <a:ext uri="{FF2B5EF4-FFF2-40B4-BE49-F238E27FC236}">
                  <a16:creationId xmlns:a16="http://schemas.microsoft.com/office/drawing/2014/main" id="{E4617CC5-9F35-D7C7-E21F-46023F5087F5}"/>
                </a:ext>
              </a:extLst>
            </p:cNvPr>
            <p:cNvSpPr/>
            <p:nvPr/>
          </p:nvSpPr>
          <p:spPr>
            <a:xfrm>
              <a:off x="4737834" y="48652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89" name="타원 88">
              <a:extLst>
                <a:ext uri="{FF2B5EF4-FFF2-40B4-BE49-F238E27FC236}">
                  <a16:creationId xmlns:a16="http://schemas.microsoft.com/office/drawing/2014/main" id="{DF13BF94-83F2-11F5-16A0-D53B39FDF627}"/>
                </a:ext>
              </a:extLst>
            </p:cNvPr>
            <p:cNvSpPr/>
            <p:nvPr/>
          </p:nvSpPr>
          <p:spPr>
            <a:xfrm>
              <a:off x="4735802" y="534201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90" name="타원 89">
              <a:extLst>
                <a:ext uri="{FF2B5EF4-FFF2-40B4-BE49-F238E27FC236}">
                  <a16:creationId xmlns:a16="http://schemas.microsoft.com/office/drawing/2014/main" id="{7AD3130D-E7EE-65F1-9C8E-6258E19738A9}"/>
                </a:ext>
              </a:extLst>
            </p:cNvPr>
            <p:cNvSpPr/>
            <p:nvPr/>
          </p:nvSpPr>
          <p:spPr>
            <a:xfrm>
              <a:off x="4738340" y="58218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4436623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8EBEAD-9D28-DB16-6B77-136EFE55E6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A19D83A-534D-A280-CB4D-CAFD9BB0D07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950642" y="1160095"/>
            <a:ext cx="6314008" cy="521732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2E1BB6BE-56D2-CAC5-4386-14B243949188}"/>
                  </a:ext>
                </a:extLst>
              </p:cNvPr>
              <p:cNvSpPr txBox="1"/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𝑩𝒎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 dirty="0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2E1BB6BE-56D2-CAC5-4386-14B2439491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TextBox 47">
            <a:extLst>
              <a:ext uri="{FF2B5EF4-FFF2-40B4-BE49-F238E27FC236}">
                <a16:creationId xmlns:a16="http://schemas.microsoft.com/office/drawing/2014/main" id="{3642042D-C41F-9EEF-9C3C-78273AF1B692}"/>
              </a:ext>
            </a:extLst>
          </p:cNvPr>
          <p:cNvSpPr txBox="1"/>
          <p:nvPr/>
        </p:nvSpPr>
        <p:spPr>
          <a:xfrm>
            <a:off x="1870318" y="35325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/>
              <a:t>84B</a:t>
            </a:r>
            <a:r>
              <a:rPr lang="ko-KR" altLang="en-US" sz="2000" b="1" dirty="0"/>
              <a:t>타입 간접</a:t>
            </a:r>
            <a:r>
              <a:rPr lang="en-US" altLang="ko-KR" sz="2000" b="1" dirty="0"/>
              <a:t>A /</a:t>
            </a:r>
            <a:r>
              <a:rPr lang="ko-KR" altLang="en-US" sz="2000" b="1" dirty="0"/>
              <a:t>간접</a:t>
            </a:r>
            <a:r>
              <a:rPr lang="en-US" altLang="ko-KR" sz="2000" b="1" dirty="0"/>
              <a:t> </a:t>
            </a:r>
            <a:r>
              <a:rPr lang="ko-KR" altLang="en-US" sz="2000" b="1" dirty="0"/>
              <a:t>센서 </a:t>
            </a:r>
            <a:r>
              <a:rPr lang="en-US" altLang="ko-KR" sz="2000" b="1" dirty="0"/>
              <a:t>SET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0B8E10E-0103-FE0F-1CFE-E6E7F18DCC72}"/>
              </a:ext>
            </a:extLst>
          </p:cNvPr>
          <p:cNvSpPr txBox="1"/>
          <p:nvPr/>
        </p:nvSpPr>
        <p:spPr>
          <a:xfrm>
            <a:off x="5591420" y="4471708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/>
              <a:t>텀블러스위치 </a:t>
            </a:r>
            <a:r>
              <a:rPr lang="en-US" altLang="ko-KR" sz="1000" b="1" dirty="0"/>
              <a:t>3</a:t>
            </a:r>
            <a:r>
              <a:rPr lang="ko-KR" altLang="en-US" sz="1000" b="1" dirty="0"/>
              <a:t>구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AE4BB89-82C4-2183-B314-9405A17FF545}"/>
              </a:ext>
            </a:extLst>
          </p:cNvPr>
          <p:cNvSpPr txBox="1"/>
          <p:nvPr/>
        </p:nvSpPr>
        <p:spPr>
          <a:xfrm>
            <a:off x="114314" y="1289778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FF0000"/>
                </a:solidFill>
              </a:rPr>
              <a:t>**</a:t>
            </a:r>
            <a:r>
              <a:rPr lang="ko-KR" altLang="en-US" sz="800" dirty="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dirty="0" err="1">
                <a:solidFill>
                  <a:srgbClr val="FF0000"/>
                </a:solidFill>
              </a:rPr>
              <a:t>타공이</a:t>
            </a:r>
            <a:r>
              <a:rPr lang="ko-KR" altLang="en-US" sz="800" dirty="0">
                <a:solidFill>
                  <a:srgbClr val="FF0000"/>
                </a:solidFill>
              </a:rPr>
              <a:t> 필요할 수 </a:t>
            </a:r>
            <a:endParaRPr lang="en-US" altLang="ko-KR" sz="800" dirty="0">
              <a:solidFill>
                <a:srgbClr val="FF0000"/>
              </a:solidFill>
            </a:endParaRPr>
          </a:p>
          <a:p>
            <a:r>
              <a:rPr lang="ko-KR" altLang="en-US" sz="800" dirty="0">
                <a:solidFill>
                  <a:srgbClr val="FF0000"/>
                </a:solidFill>
              </a:rPr>
              <a:t>있으며</a:t>
            </a:r>
            <a:r>
              <a:rPr lang="en-US" altLang="ko-KR" sz="800" dirty="0">
                <a:solidFill>
                  <a:srgbClr val="FF0000"/>
                </a:solidFill>
              </a:rPr>
              <a:t> </a:t>
            </a:r>
            <a:r>
              <a:rPr lang="ko-KR" altLang="en-US" sz="800" dirty="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 dirty="0">
              <a:solidFill>
                <a:srgbClr val="FF0000"/>
              </a:solidFill>
            </a:endParaRPr>
          </a:p>
        </p:txBody>
      </p:sp>
      <p:sp>
        <p:nvSpPr>
          <p:cNvPr id="76" name="TextBox 13">
            <a:extLst>
              <a:ext uri="{FF2B5EF4-FFF2-40B4-BE49-F238E27FC236}">
                <a16:creationId xmlns:a16="http://schemas.microsoft.com/office/drawing/2014/main" id="{A825023A-1BCA-250B-7A57-3177963AFE7E}"/>
              </a:ext>
            </a:extLst>
          </p:cNvPr>
          <p:cNvSpPr txBox="1"/>
          <p:nvPr/>
        </p:nvSpPr>
        <p:spPr>
          <a:xfrm>
            <a:off x="156354" y="793753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dirty="0"/>
              <a:t>욕실 </a:t>
            </a:r>
            <a:r>
              <a:rPr lang="ko-KR" altLang="en-US" sz="800" b="1" dirty="0" err="1"/>
              <a:t>휴젠트여부에</a:t>
            </a:r>
            <a:r>
              <a:rPr lang="ko-KR" altLang="en-US" sz="800" b="1" dirty="0"/>
              <a:t> 대하여</a:t>
            </a:r>
            <a:endParaRPr lang="en-US" altLang="ko-KR" sz="800" b="1" dirty="0"/>
          </a:p>
          <a:p>
            <a:r>
              <a:rPr lang="ko-KR" altLang="en-US" sz="800" b="1" dirty="0"/>
              <a:t>기사분이 현장에서 파악하여</a:t>
            </a:r>
            <a:endParaRPr lang="en-US" altLang="ko-KR" sz="800" b="1" dirty="0"/>
          </a:p>
          <a:p>
            <a:r>
              <a:rPr lang="ko-KR" altLang="en-US" sz="800" b="1" dirty="0"/>
              <a:t>센서위치를 적용해드립니다</a:t>
            </a:r>
            <a:r>
              <a:rPr lang="en-US" altLang="ko-KR" sz="800" b="1" dirty="0"/>
              <a:t>.</a:t>
            </a:r>
            <a:endParaRPr lang="ko-KR" altLang="en-US" sz="800" b="1" dirty="0"/>
          </a:p>
        </p:txBody>
      </p:sp>
      <p:grpSp>
        <p:nvGrpSpPr>
          <p:cNvPr id="77" name="그룹 76">
            <a:extLst>
              <a:ext uri="{FF2B5EF4-FFF2-40B4-BE49-F238E27FC236}">
                <a16:creationId xmlns:a16="http://schemas.microsoft.com/office/drawing/2014/main" id="{04D4B4F7-211F-CB0A-D90D-902D0348C8B3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78" name="타원 77">
              <a:extLst>
                <a:ext uri="{FF2B5EF4-FFF2-40B4-BE49-F238E27FC236}">
                  <a16:creationId xmlns:a16="http://schemas.microsoft.com/office/drawing/2014/main" id="{5CABFB29-6621-7F57-CB90-4BF04EF168F0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79" name="타원 78">
              <a:extLst>
                <a:ext uri="{FF2B5EF4-FFF2-40B4-BE49-F238E27FC236}">
                  <a16:creationId xmlns:a16="http://schemas.microsoft.com/office/drawing/2014/main" id="{99A0510F-8A4C-A72D-4C30-B85346512DAC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0" name="타원 79">
              <a:extLst>
                <a:ext uri="{FF2B5EF4-FFF2-40B4-BE49-F238E27FC236}">
                  <a16:creationId xmlns:a16="http://schemas.microsoft.com/office/drawing/2014/main" id="{90E0018C-2214-2904-4115-FFD9D3CF2AB0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1" name="TextBox 11">
              <a:extLst>
                <a:ext uri="{FF2B5EF4-FFF2-40B4-BE49-F238E27FC236}">
                  <a16:creationId xmlns:a16="http://schemas.microsoft.com/office/drawing/2014/main" id="{5E1A0CB7-EE6C-E50B-3E7B-85E7E6CA39AE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간접조명 </a:t>
              </a:r>
              <a:r>
                <a:rPr lang="en-US" altLang="ko-KR" sz="700" dirty="0"/>
                <a:t>A 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간접조명 센서 </a:t>
              </a:r>
              <a:r>
                <a:rPr lang="en-US" altLang="ko-KR" sz="700" dirty="0"/>
                <a:t>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우물천장간접조명 및 커튼박수 추가</a:t>
              </a:r>
              <a:r>
                <a:rPr lang="en-US" altLang="ko-KR" sz="700" dirty="0"/>
                <a:t>(</a:t>
              </a:r>
              <a:r>
                <a:rPr lang="ko-KR" altLang="en-US" sz="700" dirty="0"/>
                <a:t>별도 추가</a:t>
              </a:r>
              <a:r>
                <a:rPr lang="en-US" altLang="ko-KR" sz="700" dirty="0"/>
                <a:t>)</a:t>
              </a:r>
            </a:p>
            <a:p>
              <a:endParaRPr lang="en-US" altLang="ko-KR" sz="700" dirty="0"/>
            </a:p>
          </p:txBody>
        </p:sp>
      </p:grpSp>
      <p:grpSp>
        <p:nvGrpSpPr>
          <p:cNvPr id="83" name="그룹 82">
            <a:extLst>
              <a:ext uri="{FF2B5EF4-FFF2-40B4-BE49-F238E27FC236}">
                <a16:creationId xmlns:a16="http://schemas.microsoft.com/office/drawing/2014/main" id="{EC7B049A-10C6-4253-3F3D-4E5F90207A4D}"/>
              </a:ext>
            </a:extLst>
          </p:cNvPr>
          <p:cNvGrpSpPr/>
          <p:nvPr/>
        </p:nvGrpSpPr>
        <p:grpSpPr>
          <a:xfrm>
            <a:off x="5461959" y="4989049"/>
            <a:ext cx="100923" cy="1055008"/>
            <a:chOff x="4735802" y="4865202"/>
            <a:chExt cx="100923" cy="1055008"/>
          </a:xfrm>
          <a:solidFill>
            <a:srgbClr val="00B050"/>
          </a:solidFill>
        </p:grpSpPr>
        <p:sp>
          <p:nvSpPr>
            <p:cNvPr id="84" name="타원 83">
              <a:extLst>
                <a:ext uri="{FF2B5EF4-FFF2-40B4-BE49-F238E27FC236}">
                  <a16:creationId xmlns:a16="http://schemas.microsoft.com/office/drawing/2014/main" id="{6488DF2B-3C96-15C9-B2CE-6C25175EE5EC}"/>
                </a:ext>
              </a:extLst>
            </p:cNvPr>
            <p:cNvSpPr/>
            <p:nvPr/>
          </p:nvSpPr>
          <p:spPr>
            <a:xfrm>
              <a:off x="4737834" y="4865202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85" name="타원 84">
              <a:extLst>
                <a:ext uri="{FF2B5EF4-FFF2-40B4-BE49-F238E27FC236}">
                  <a16:creationId xmlns:a16="http://schemas.microsoft.com/office/drawing/2014/main" id="{D179708F-E311-8903-0389-292EDC9F7DD7}"/>
                </a:ext>
              </a:extLst>
            </p:cNvPr>
            <p:cNvSpPr/>
            <p:nvPr/>
          </p:nvSpPr>
          <p:spPr>
            <a:xfrm>
              <a:off x="4735802" y="5342018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6" name="타원 85">
              <a:extLst>
                <a:ext uri="{FF2B5EF4-FFF2-40B4-BE49-F238E27FC236}">
                  <a16:creationId xmlns:a16="http://schemas.microsoft.com/office/drawing/2014/main" id="{3622D0C1-1DB6-6CC9-1269-F90F869609EA}"/>
                </a:ext>
              </a:extLst>
            </p:cNvPr>
            <p:cNvSpPr/>
            <p:nvPr/>
          </p:nvSpPr>
          <p:spPr>
            <a:xfrm>
              <a:off x="4738340" y="5821825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87" name="그룹 86">
            <a:extLst>
              <a:ext uri="{FF2B5EF4-FFF2-40B4-BE49-F238E27FC236}">
                <a16:creationId xmlns:a16="http://schemas.microsoft.com/office/drawing/2014/main" id="{152E1C62-E9A3-8302-4487-03BF919ABE98}"/>
              </a:ext>
            </a:extLst>
          </p:cNvPr>
          <p:cNvGrpSpPr/>
          <p:nvPr/>
        </p:nvGrpSpPr>
        <p:grpSpPr>
          <a:xfrm>
            <a:off x="7406457" y="4943123"/>
            <a:ext cx="100923" cy="1055008"/>
            <a:chOff x="4735802" y="4865202"/>
            <a:chExt cx="100923" cy="1055008"/>
          </a:xfrm>
          <a:solidFill>
            <a:srgbClr val="00B050"/>
          </a:solidFill>
        </p:grpSpPr>
        <p:sp>
          <p:nvSpPr>
            <p:cNvPr id="88" name="타원 87">
              <a:extLst>
                <a:ext uri="{FF2B5EF4-FFF2-40B4-BE49-F238E27FC236}">
                  <a16:creationId xmlns:a16="http://schemas.microsoft.com/office/drawing/2014/main" id="{2D80D36E-2D96-EFA8-4D82-DFAED7DB4EA2}"/>
                </a:ext>
              </a:extLst>
            </p:cNvPr>
            <p:cNvSpPr/>
            <p:nvPr/>
          </p:nvSpPr>
          <p:spPr>
            <a:xfrm>
              <a:off x="4737834" y="4865202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89" name="타원 88">
              <a:extLst>
                <a:ext uri="{FF2B5EF4-FFF2-40B4-BE49-F238E27FC236}">
                  <a16:creationId xmlns:a16="http://schemas.microsoft.com/office/drawing/2014/main" id="{8B82FE41-016B-08D8-5955-CF6FA75F73F9}"/>
                </a:ext>
              </a:extLst>
            </p:cNvPr>
            <p:cNvSpPr/>
            <p:nvPr/>
          </p:nvSpPr>
          <p:spPr>
            <a:xfrm>
              <a:off x="4735802" y="5342018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90" name="타원 89">
              <a:extLst>
                <a:ext uri="{FF2B5EF4-FFF2-40B4-BE49-F238E27FC236}">
                  <a16:creationId xmlns:a16="http://schemas.microsoft.com/office/drawing/2014/main" id="{B7EB3279-3634-E484-03A3-6D910A2F4FAE}"/>
                </a:ext>
              </a:extLst>
            </p:cNvPr>
            <p:cNvSpPr/>
            <p:nvPr/>
          </p:nvSpPr>
          <p:spPr>
            <a:xfrm>
              <a:off x="4738340" y="5821825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0C8A3230-815E-DE89-96AA-E66C97FD0075}"/>
              </a:ext>
            </a:extLst>
          </p:cNvPr>
          <p:cNvGrpSpPr/>
          <p:nvPr/>
        </p:nvGrpSpPr>
        <p:grpSpPr>
          <a:xfrm>
            <a:off x="4669172" y="4317896"/>
            <a:ext cx="764953" cy="256157"/>
            <a:chOff x="1981437" y="808980"/>
            <a:chExt cx="764953" cy="256157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FD6ED278-D6C2-7080-A65A-D439B247C844}"/>
                </a:ext>
              </a:extLst>
            </p:cNvPr>
            <p:cNvSpPr txBox="1"/>
            <p:nvPr/>
          </p:nvSpPr>
          <p:spPr>
            <a:xfrm>
              <a:off x="1981437" y="880471"/>
              <a:ext cx="764953" cy="18466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ko-KR" altLang="en-US" sz="600" b="1" dirty="0"/>
                <a:t>서비스 조명 </a:t>
              </a:r>
              <a:r>
                <a:rPr lang="en-US" altLang="ko-KR" sz="600" b="1" dirty="0"/>
                <a:t>2EA</a:t>
              </a:r>
              <a:endParaRPr lang="ko-KR" altLang="en-US" sz="600" b="1" dirty="0"/>
            </a:p>
          </p:txBody>
        </p:sp>
        <p:grpSp>
          <p:nvGrpSpPr>
            <p:cNvPr id="5" name="그룹 4">
              <a:extLst>
                <a:ext uri="{FF2B5EF4-FFF2-40B4-BE49-F238E27FC236}">
                  <a16:creationId xmlns:a16="http://schemas.microsoft.com/office/drawing/2014/main" id="{4CEB25F7-392D-AB71-DC09-BB46F3F61FE2}"/>
                </a:ext>
              </a:extLst>
            </p:cNvPr>
            <p:cNvGrpSpPr/>
            <p:nvPr/>
          </p:nvGrpSpPr>
          <p:grpSpPr>
            <a:xfrm rot="5400000">
              <a:off x="2314488" y="559720"/>
              <a:ext cx="98814" cy="597334"/>
              <a:chOff x="4737834" y="5014427"/>
              <a:chExt cx="98814" cy="597334"/>
            </a:xfrm>
            <a:solidFill>
              <a:srgbClr val="FF00FF"/>
            </a:solidFill>
          </p:grpSpPr>
          <p:sp>
            <p:nvSpPr>
              <p:cNvPr id="6" name="타원 5">
                <a:extLst>
                  <a:ext uri="{FF2B5EF4-FFF2-40B4-BE49-F238E27FC236}">
                    <a16:creationId xmlns:a16="http://schemas.microsoft.com/office/drawing/2014/main" id="{61C5128B-1D99-F347-4706-471388D2EB49}"/>
                  </a:ext>
                </a:extLst>
              </p:cNvPr>
              <p:cNvSpPr/>
              <p:nvPr/>
            </p:nvSpPr>
            <p:spPr>
              <a:xfrm>
                <a:off x="4737834" y="5014427"/>
                <a:ext cx="98385" cy="98385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" name="타원 6">
                <a:extLst>
                  <a:ext uri="{FF2B5EF4-FFF2-40B4-BE49-F238E27FC236}">
                    <a16:creationId xmlns:a16="http://schemas.microsoft.com/office/drawing/2014/main" id="{BEE6C6A9-6889-062A-285C-D839481B55DC}"/>
                  </a:ext>
                </a:extLst>
              </p:cNvPr>
              <p:cNvSpPr/>
              <p:nvPr/>
            </p:nvSpPr>
            <p:spPr>
              <a:xfrm>
                <a:off x="4738263" y="5513376"/>
                <a:ext cx="98385" cy="98385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pic>
        <p:nvPicPr>
          <p:cNvPr id="9" name="그림 8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CE35F246-AB2E-693F-4529-798A74E6DAC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819" y="3928647"/>
            <a:ext cx="2317574" cy="2317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82029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8EBEAD-9D28-DB16-6B77-136EFE55E6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A19D83A-534D-A280-CB4D-CAFD9BB0D07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950642" y="1160095"/>
            <a:ext cx="6314008" cy="521732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2E1BB6BE-56D2-CAC5-4386-14B243949188}"/>
                  </a:ext>
                </a:extLst>
              </p:cNvPr>
              <p:cNvSpPr txBox="1"/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𝑩𝒎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 dirty="0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2E1BB6BE-56D2-CAC5-4386-14B2439491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TextBox 47">
            <a:extLst>
              <a:ext uri="{FF2B5EF4-FFF2-40B4-BE49-F238E27FC236}">
                <a16:creationId xmlns:a16="http://schemas.microsoft.com/office/drawing/2014/main" id="{3642042D-C41F-9EEF-9C3C-78273AF1B692}"/>
              </a:ext>
            </a:extLst>
          </p:cNvPr>
          <p:cNvSpPr txBox="1"/>
          <p:nvPr/>
        </p:nvSpPr>
        <p:spPr>
          <a:xfrm>
            <a:off x="1870318" y="35325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/>
              <a:t>84B</a:t>
            </a:r>
            <a:r>
              <a:rPr lang="ko-KR" altLang="en-US" sz="2000" b="1" dirty="0"/>
              <a:t>타입 간접</a:t>
            </a:r>
            <a:r>
              <a:rPr lang="en-US" altLang="ko-KR" sz="2000" b="1" dirty="0"/>
              <a:t>A /</a:t>
            </a:r>
            <a:r>
              <a:rPr lang="ko-KR" altLang="en-US" sz="2000" b="1" dirty="0"/>
              <a:t>간접</a:t>
            </a:r>
            <a:r>
              <a:rPr lang="en-US" altLang="ko-KR" sz="2000" b="1" dirty="0"/>
              <a:t> </a:t>
            </a:r>
            <a:r>
              <a:rPr lang="ko-KR" altLang="en-US" sz="2000" b="1" dirty="0"/>
              <a:t>센서 </a:t>
            </a:r>
            <a:r>
              <a:rPr lang="en-US" altLang="ko-KR" sz="2000" b="1" dirty="0"/>
              <a:t>SET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0B8E10E-0103-FE0F-1CFE-E6E7F18DCC72}"/>
              </a:ext>
            </a:extLst>
          </p:cNvPr>
          <p:cNvSpPr txBox="1"/>
          <p:nvPr/>
        </p:nvSpPr>
        <p:spPr>
          <a:xfrm>
            <a:off x="5591420" y="4471708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/>
              <a:t>텀블러스위치 </a:t>
            </a:r>
            <a:r>
              <a:rPr lang="en-US" altLang="ko-KR" sz="1000" b="1" dirty="0"/>
              <a:t>3</a:t>
            </a:r>
            <a:r>
              <a:rPr lang="ko-KR" altLang="en-US" sz="1000" b="1" dirty="0"/>
              <a:t>구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AE4BB89-82C4-2183-B314-9405A17FF545}"/>
              </a:ext>
            </a:extLst>
          </p:cNvPr>
          <p:cNvSpPr txBox="1"/>
          <p:nvPr/>
        </p:nvSpPr>
        <p:spPr>
          <a:xfrm>
            <a:off x="114314" y="1289778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FF0000"/>
                </a:solidFill>
              </a:rPr>
              <a:t>**</a:t>
            </a:r>
            <a:r>
              <a:rPr lang="ko-KR" altLang="en-US" sz="800" dirty="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dirty="0" err="1">
                <a:solidFill>
                  <a:srgbClr val="FF0000"/>
                </a:solidFill>
              </a:rPr>
              <a:t>타공이</a:t>
            </a:r>
            <a:r>
              <a:rPr lang="ko-KR" altLang="en-US" sz="800" dirty="0">
                <a:solidFill>
                  <a:srgbClr val="FF0000"/>
                </a:solidFill>
              </a:rPr>
              <a:t> 필요할 수 </a:t>
            </a:r>
            <a:endParaRPr lang="en-US" altLang="ko-KR" sz="800" dirty="0">
              <a:solidFill>
                <a:srgbClr val="FF0000"/>
              </a:solidFill>
            </a:endParaRPr>
          </a:p>
          <a:p>
            <a:r>
              <a:rPr lang="ko-KR" altLang="en-US" sz="800" dirty="0">
                <a:solidFill>
                  <a:srgbClr val="FF0000"/>
                </a:solidFill>
              </a:rPr>
              <a:t>있으며</a:t>
            </a:r>
            <a:r>
              <a:rPr lang="en-US" altLang="ko-KR" sz="800" dirty="0">
                <a:solidFill>
                  <a:srgbClr val="FF0000"/>
                </a:solidFill>
              </a:rPr>
              <a:t> </a:t>
            </a:r>
            <a:r>
              <a:rPr lang="ko-KR" altLang="en-US" sz="800" dirty="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 dirty="0">
              <a:solidFill>
                <a:srgbClr val="FF0000"/>
              </a:solidFill>
            </a:endParaRPr>
          </a:p>
        </p:txBody>
      </p:sp>
      <p:sp>
        <p:nvSpPr>
          <p:cNvPr id="76" name="TextBox 13">
            <a:extLst>
              <a:ext uri="{FF2B5EF4-FFF2-40B4-BE49-F238E27FC236}">
                <a16:creationId xmlns:a16="http://schemas.microsoft.com/office/drawing/2014/main" id="{A825023A-1BCA-250B-7A57-3177963AFE7E}"/>
              </a:ext>
            </a:extLst>
          </p:cNvPr>
          <p:cNvSpPr txBox="1"/>
          <p:nvPr/>
        </p:nvSpPr>
        <p:spPr>
          <a:xfrm>
            <a:off x="156354" y="793753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dirty="0"/>
              <a:t>욕실 </a:t>
            </a:r>
            <a:r>
              <a:rPr lang="ko-KR" altLang="en-US" sz="800" b="1" dirty="0" err="1"/>
              <a:t>휴젠트여부에</a:t>
            </a:r>
            <a:r>
              <a:rPr lang="ko-KR" altLang="en-US" sz="800" b="1" dirty="0"/>
              <a:t> 대하여</a:t>
            </a:r>
            <a:endParaRPr lang="en-US" altLang="ko-KR" sz="800" b="1" dirty="0"/>
          </a:p>
          <a:p>
            <a:r>
              <a:rPr lang="ko-KR" altLang="en-US" sz="800" b="1" dirty="0"/>
              <a:t>기사분이 현장에서 파악하여</a:t>
            </a:r>
            <a:endParaRPr lang="en-US" altLang="ko-KR" sz="800" b="1" dirty="0"/>
          </a:p>
          <a:p>
            <a:r>
              <a:rPr lang="ko-KR" altLang="en-US" sz="800" b="1" dirty="0"/>
              <a:t>센서위치를 적용해드립니다</a:t>
            </a:r>
            <a:r>
              <a:rPr lang="en-US" altLang="ko-KR" sz="800" b="1" dirty="0"/>
              <a:t>.</a:t>
            </a:r>
            <a:endParaRPr lang="ko-KR" altLang="en-US" sz="800" b="1" dirty="0"/>
          </a:p>
        </p:txBody>
      </p:sp>
      <p:grpSp>
        <p:nvGrpSpPr>
          <p:cNvPr id="77" name="그룹 76">
            <a:extLst>
              <a:ext uri="{FF2B5EF4-FFF2-40B4-BE49-F238E27FC236}">
                <a16:creationId xmlns:a16="http://schemas.microsoft.com/office/drawing/2014/main" id="{04D4B4F7-211F-CB0A-D90D-902D0348C8B3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78" name="타원 77">
              <a:extLst>
                <a:ext uri="{FF2B5EF4-FFF2-40B4-BE49-F238E27FC236}">
                  <a16:creationId xmlns:a16="http://schemas.microsoft.com/office/drawing/2014/main" id="{5CABFB29-6621-7F57-CB90-4BF04EF168F0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79" name="타원 78">
              <a:extLst>
                <a:ext uri="{FF2B5EF4-FFF2-40B4-BE49-F238E27FC236}">
                  <a16:creationId xmlns:a16="http://schemas.microsoft.com/office/drawing/2014/main" id="{99A0510F-8A4C-A72D-4C30-B85346512DAC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0" name="타원 79">
              <a:extLst>
                <a:ext uri="{FF2B5EF4-FFF2-40B4-BE49-F238E27FC236}">
                  <a16:creationId xmlns:a16="http://schemas.microsoft.com/office/drawing/2014/main" id="{90E0018C-2214-2904-4115-FFD9D3CF2AB0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1" name="TextBox 11">
              <a:extLst>
                <a:ext uri="{FF2B5EF4-FFF2-40B4-BE49-F238E27FC236}">
                  <a16:creationId xmlns:a16="http://schemas.microsoft.com/office/drawing/2014/main" id="{5E1A0CB7-EE6C-E50B-3E7B-85E7E6CA39AE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간접조명 </a:t>
              </a:r>
              <a:r>
                <a:rPr lang="en-US" altLang="ko-KR" sz="700" dirty="0"/>
                <a:t>A 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간접조명 센서 </a:t>
              </a:r>
              <a:r>
                <a:rPr lang="en-US" altLang="ko-KR" sz="700" dirty="0"/>
                <a:t>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우물천장간접조명 및 커튼박수 추가</a:t>
              </a:r>
              <a:r>
                <a:rPr lang="en-US" altLang="ko-KR" sz="700" dirty="0"/>
                <a:t>(</a:t>
              </a:r>
              <a:r>
                <a:rPr lang="ko-KR" altLang="en-US" sz="700" dirty="0"/>
                <a:t>별도 추가</a:t>
              </a:r>
              <a:r>
                <a:rPr lang="en-US" altLang="ko-KR" sz="700" dirty="0"/>
                <a:t>)</a:t>
              </a:r>
            </a:p>
            <a:p>
              <a:endParaRPr lang="en-US" altLang="ko-KR" sz="700" dirty="0"/>
            </a:p>
          </p:txBody>
        </p:sp>
      </p:grpSp>
      <p:grpSp>
        <p:nvGrpSpPr>
          <p:cNvPr id="83" name="그룹 82">
            <a:extLst>
              <a:ext uri="{FF2B5EF4-FFF2-40B4-BE49-F238E27FC236}">
                <a16:creationId xmlns:a16="http://schemas.microsoft.com/office/drawing/2014/main" id="{EC7B049A-10C6-4253-3F3D-4E5F90207A4D}"/>
              </a:ext>
            </a:extLst>
          </p:cNvPr>
          <p:cNvGrpSpPr/>
          <p:nvPr/>
        </p:nvGrpSpPr>
        <p:grpSpPr>
          <a:xfrm>
            <a:off x="5461959" y="4989049"/>
            <a:ext cx="100923" cy="1055008"/>
            <a:chOff x="4735802" y="4865202"/>
            <a:chExt cx="100923" cy="1055008"/>
          </a:xfrm>
          <a:solidFill>
            <a:srgbClr val="00B050"/>
          </a:solidFill>
        </p:grpSpPr>
        <p:sp>
          <p:nvSpPr>
            <p:cNvPr id="84" name="타원 83">
              <a:extLst>
                <a:ext uri="{FF2B5EF4-FFF2-40B4-BE49-F238E27FC236}">
                  <a16:creationId xmlns:a16="http://schemas.microsoft.com/office/drawing/2014/main" id="{6488DF2B-3C96-15C9-B2CE-6C25175EE5EC}"/>
                </a:ext>
              </a:extLst>
            </p:cNvPr>
            <p:cNvSpPr/>
            <p:nvPr/>
          </p:nvSpPr>
          <p:spPr>
            <a:xfrm>
              <a:off x="4737834" y="4865202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85" name="타원 84">
              <a:extLst>
                <a:ext uri="{FF2B5EF4-FFF2-40B4-BE49-F238E27FC236}">
                  <a16:creationId xmlns:a16="http://schemas.microsoft.com/office/drawing/2014/main" id="{D179708F-E311-8903-0389-292EDC9F7DD7}"/>
                </a:ext>
              </a:extLst>
            </p:cNvPr>
            <p:cNvSpPr/>
            <p:nvPr/>
          </p:nvSpPr>
          <p:spPr>
            <a:xfrm>
              <a:off x="4735802" y="5342018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6" name="타원 85">
              <a:extLst>
                <a:ext uri="{FF2B5EF4-FFF2-40B4-BE49-F238E27FC236}">
                  <a16:creationId xmlns:a16="http://schemas.microsoft.com/office/drawing/2014/main" id="{3622D0C1-1DB6-6CC9-1269-F90F869609EA}"/>
                </a:ext>
              </a:extLst>
            </p:cNvPr>
            <p:cNvSpPr/>
            <p:nvPr/>
          </p:nvSpPr>
          <p:spPr>
            <a:xfrm>
              <a:off x="4738340" y="5821825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0C8A3230-815E-DE89-96AA-E66C97FD0075}"/>
              </a:ext>
            </a:extLst>
          </p:cNvPr>
          <p:cNvGrpSpPr/>
          <p:nvPr/>
        </p:nvGrpSpPr>
        <p:grpSpPr>
          <a:xfrm>
            <a:off x="4669172" y="4317896"/>
            <a:ext cx="764953" cy="256157"/>
            <a:chOff x="1981437" y="808980"/>
            <a:chExt cx="764953" cy="256157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FD6ED278-D6C2-7080-A65A-D439B247C844}"/>
                </a:ext>
              </a:extLst>
            </p:cNvPr>
            <p:cNvSpPr txBox="1"/>
            <p:nvPr/>
          </p:nvSpPr>
          <p:spPr>
            <a:xfrm>
              <a:off x="1981437" y="880471"/>
              <a:ext cx="764953" cy="18466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ko-KR" altLang="en-US" sz="600" b="1" dirty="0"/>
                <a:t>서비스 조명 </a:t>
              </a:r>
              <a:r>
                <a:rPr lang="en-US" altLang="ko-KR" sz="600" b="1" dirty="0"/>
                <a:t>2EA</a:t>
              </a:r>
              <a:endParaRPr lang="ko-KR" altLang="en-US" sz="600" b="1" dirty="0"/>
            </a:p>
          </p:txBody>
        </p:sp>
        <p:grpSp>
          <p:nvGrpSpPr>
            <p:cNvPr id="5" name="그룹 4">
              <a:extLst>
                <a:ext uri="{FF2B5EF4-FFF2-40B4-BE49-F238E27FC236}">
                  <a16:creationId xmlns:a16="http://schemas.microsoft.com/office/drawing/2014/main" id="{4CEB25F7-392D-AB71-DC09-BB46F3F61FE2}"/>
                </a:ext>
              </a:extLst>
            </p:cNvPr>
            <p:cNvGrpSpPr/>
            <p:nvPr/>
          </p:nvGrpSpPr>
          <p:grpSpPr>
            <a:xfrm rot="5400000">
              <a:off x="2314488" y="559720"/>
              <a:ext cx="98814" cy="597334"/>
              <a:chOff x="4737834" y="5014427"/>
              <a:chExt cx="98814" cy="597334"/>
            </a:xfrm>
            <a:solidFill>
              <a:srgbClr val="FF00FF"/>
            </a:solidFill>
          </p:grpSpPr>
          <p:sp>
            <p:nvSpPr>
              <p:cNvPr id="6" name="타원 5">
                <a:extLst>
                  <a:ext uri="{FF2B5EF4-FFF2-40B4-BE49-F238E27FC236}">
                    <a16:creationId xmlns:a16="http://schemas.microsoft.com/office/drawing/2014/main" id="{61C5128B-1D99-F347-4706-471388D2EB49}"/>
                  </a:ext>
                </a:extLst>
              </p:cNvPr>
              <p:cNvSpPr/>
              <p:nvPr/>
            </p:nvSpPr>
            <p:spPr>
              <a:xfrm>
                <a:off x="4737834" y="5014427"/>
                <a:ext cx="98385" cy="98385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" name="타원 6">
                <a:extLst>
                  <a:ext uri="{FF2B5EF4-FFF2-40B4-BE49-F238E27FC236}">
                    <a16:creationId xmlns:a16="http://schemas.microsoft.com/office/drawing/2014/main" id="{BEE6C6A9-6889-062A-285C-D839481B55DC}"/>
                  </a:ext>
                </a:extLst>
              </p:cNvPr>
              <p:cNvSpPr/>
              <p:nvPr/>
            </p:nvSpPr>
            <p:spPr>
              <a:xfrm>
                <a:off x="4738263" y="5513376"/>
                <a:ext cx="98385" cy="98385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pic>
        <p:nvPicPr>
          <p:cNvPr id="9" name="그림 8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CE35F246-AB2E-693F-4529-798A74E6DAC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819" y="3928647"/>
            <a:ext cx="2317574" cy="2317574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DEA6D4C0-F18C-9D7F-988B-DAA792A5F1D0}"/>
              </a:ext>
            </a:extLst>
          </p:cNvPr>
          <p:cNvSpPr/>
          <p:nvPr/>
        </p:nvSpPr>
        <p:spPr>
          <a:xfrm rot="5400000">
            <a:off x="6433814" y="5292081"/>
            <a:ext cx="102820" cy="1787323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1E8A30B-16A0-0B63-73A4-287094FDFDDB}"/>
              </a:ext>
            </a:extLst>
          </p:cNvPr>
          <p:cNvSpPr/>
          <p:nvPr/>
        </p:nvSpPr>
        <p:spPr>
          <a:xfrm flipV="1">
            <a:off x="3060469" y="4162715"/>
            <a:ext cx="98384" cy="59978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4499181-0FAD-9DCB-79F1-9AAF83209F7F}"/>
              </a:ext>
            </a:extLst>
          </p:cNvPr>
          <p:cNvSpPr/>
          <p:nvPr/>
        </p:nvSpPr>
        <p:spPr>
          <a:xfrm rot="10800000" flipV="1">
            <a:off x="9003988" y="3688168"/>
            <a:ext cx="98385" cy="52664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774886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3AFAAF-2D79-D315-638A-74ECA5BE07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F3B6BA7-A171-D1EF-F32E-3A281E596C9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950642" y="1160095"/>
            <a:ext cx="6314008" cy="521732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C9C45B41-D104-7D8F-567E-FD852AA04C4B}"/>
                  </a:ext>
                </a:extLst>
              </p:cNvPr>
              <p:cNvSpPr txBox="1"/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𝑩𝒎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 dirty="0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C9C45B41-D104-7D8F-567E-FD852AA04C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TextBox 47">
            <a:extLst>
              <a:ext uri="{FF2B5EF4-FFF2-40B4-BE49-F238E27FC236}">
                <a16:creationId xmlns:a16="http://schemas.microsoft.com/office/drawing/2014/main" id="{0867A132-C055-2755-6106-3B48A8FEFC66}"/>
              </a:ext>
            </a:extLst>
          </p:cNvPr>
          <p:cNvSpPr txBox="1"/>
          <p:nvPr/>
        </p:nvSpPr>
        <p:spPr>
          <a:xfrm>
            <a:off x="1870318" y="35325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/>
              <a:t>84B</a:t>
            </a:r>
            <a:r>
              <a:rPr lang="ko-KR" altLang="en-US" sz="2000" b="1" dirty="0"/>
              <a:t>타입 간접 프리미엄 </a:t>
            </a:r>
            <a:r>
              <a:rPr lang="en-US" altLang="ko-KR" sz="2000" b="1" dirty="0"/>
              <a:t>SET + </a:t>
            </a:r>
            <a:r>
              <a:rPr lang="ko-KR" altLang="en-US" sz="2000" b="1" dirty="0" err="1"/>
              <a:t>실링팬</a:t>
            </a:r>
            <a:r>
              <a:rPr lang="ko-KR" altLang="en-US" sz="2000" b="1" dirty="0"/>
              <a:t> 우물두줄</a:t>
            </a:r>
            <a:endParaRPr lang="en-US" altLang="ko-KR" sz="2000" b="1" dirty="0"/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C1792583-8D26-5E6D-B22A-877759AEBB4C}"/>
              </a:ext>
            </a:extLst>
          </p:cNvPr>
          <p:cNvSpPr/>
          <p:nvPr/>
        </p:nvSpPr>
        <p:spPr>
          <a:xfrm rot="5400000">
            <a:off x="6433814" y="5292081"/>
            <a:ext cx="102820" cy="178732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2" name="사각형: 둥근 모서리 51">
            <a:extLst>
              <a:ext uri="{FF2B5EF4-FFF2-40B4-BE49-F238E27FC236}">
                <a16:creationId xmlns:a16="http://schemas.microsoft.com/office/drawing/2014/main" id="{650C5AD0-F1FD-E51B-1AF3-BD3320882B28}"/>
              </a:ext>
            </a:extLst>
          </p:cNvPr>
          <p:cNvSpPr/>
          <p:nvPr/>
        </p:nvSpPr>
        <p:spPr>
          <a:xfrm>
            <a:off x="5999979" y="4980053"/>
            <a:ext cx="1001252" cy="1011221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C15539A-4F0B-5A0D-DB54-013638679DE7}"/>
              </a:ext>
            </a:extLst>
          </p:cNvPr>
          <p:cNvSpPr txBox="1"/>
          <p:nvPr/>
        </p:nvSpPr>
        <p:spPr>
          <a:xfrm>
            <a:off x="5591420" y="4471708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/>
              <a:t>전자식스위치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595A07E-D9B9-37A0-3344-99BD011F7DAE}"/>
              </a:ext>
            </a:extLst>
          </p:cNvPr>
          <p:cNvSpPr txBox="1"/>
          <p:nvPr/>
        </p:nvSpPr>
        <p:spPr>
          <a:xfrm>
            <a:off x="166864" y="832276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FF0000"/>
                </a:solidFill>
              </a:rPr>
              <a:t>**</a:t>
            </a:r>
            <a:r>
              <a:rPr lang="ko-KR" altLang="en-US" sz="800" dirty="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dirty="0" err="1">
                <a:solidFill>
                  <a:srgbClr val="FF0000"/>
                </a:solidFill>
              </a:rPr>
              <a:t>타공이</a:t>
            </a:r>
            <a:r>
              <a:rPr lang="ko-KR" altLang="en-US" sz="800" dirty="0">
                <a:solidFill>
                  <a:srgbClr val="FF0000"/>
                </a:solidFill>
              </a:rPr>
              <a:t> 필요할 수 </a:t>
            </a:r>
            <a:endParaRPr lang="en-US" altLang="ko-KR" sz="800" dirty="0">
              <a:solidFill>
                <a:srgbClr val="FF0000"/>
              </a:solidFill>
            </a:endParaRPr>
          </a:p>
          <a:p>
            <a:r>
              <a:rPr lang="ko-KR" altLang="en-US" sz="800" dirty="0">
                <a:solidFill>
                  <a:srgbClr val="FF0000"/>
                </a:solidFill>
              </a:rPr>
              <a:t>있으며</a:t>
            </a:r>
            <a:r>
              <a:rPr lang="en-US" altLang="ko-KR" sz="800" dirty="0">
                <a:solidFill>
                  <a:srgbClr val="FF0000"/>
                </a:solidFill>
              </a:rPr>
              <a:t> </a:t>
            </a:r>
            <a:r>
              <a:rPr lang="ko-KR" altLang="en-US" sz="800" dirty="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 dirty="0">
              <a:solidFill>
                <a:srgbClr val="FF0000"/>
              </a:solidFill>
            </a:endParaRPr>
          </a:p>
        </p:txBody>
      </p:sp>
      <p:sp>
        <p:nvSpPr>
          <p:cNvPr id="56" name="별: 꼭짓점 4개 55">
            <a:extLst>
              <a:ext uri="{FF2B5EF4-FFF2-40B4-BE49-F238E27FC236}">
                <a16:creationId xmlns:a16="http://schemas.microsoft.com/office/drawing/2014/main" id="{ED2E31A3-1371-0BEE-6534-DC8417294723}"/>
              </a:ext>
            </a:extLst>
          </p:cNvPr>
          <p:cNvSpPr/>
          <p:nvPr/>
        </p:nvSpPr>
        <p:spPr>
          <a:xfrm>
            <a:off x="6216094" y="5204116"/>
            <a:ext cx="557315" cy="559233"/>
          </a:xfrm>
          <a:prstGeom prst="star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45">
              <a:solidFill>
                <a:schemeClr val="tx1"/>
              </a:solidFill>
            </a:endParaRPr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112630FB-5E50-13F5-7C8D-55E1BB5BAA8A}"/>
              </a:ext>
            </a:extLst>
          </p:cNvPr>
          <p:cNvSpPr/>
          <p:nvPr/>
        </p:nvSpPr>
        <p:spPr>
          <a:xfrm flipV="1">
            <a:off x="3075709" y="4162715"/>
            <a:ext cx="98384" cy="59978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69" name="그룹 68">
            <a:extLst>
              <a:ext uri="{FF2B5EF4-FFF2-40B4-BE49-F238E27FC236}">
                <a16:creationId xmlns:a16="http://schemas.microsoft.com/office/drawing/2014/main" id="{57EE39F4-0B5B-5F42-C667-8295777F3DC5}"/>
              </a:ext>
            </a:extLst>
          </p:cNvPr>
          <p:cNvGrpSpPr/>
          <p:nvPr/>
        </p:nvGrpSpPr>
        <p:grpSpPr>
          <a:xfrm rot="5400000">
            <a:off x="4588886" y="4425253"/>
            <a:ext cx="99451" cy="545492"/>
            <a:chOff x="5324822" y="4538198"/>
            <a:chExt cx="99451" cy="545492"/>
          </a:xfrm>
        </p:grpSpPr>
        <p:sp>
          <p:nvSpPr>
            <p:cNvPr id="70" name="타원 69">
              <a:extLst>
                <a:ext uri="{FF2B5EF4-FFF2-40B4-BE49-F238E27FC236}">
                  <a16:creationId xmlns:a16="http://schemas.microsoft.com/office/drawing/2014/main" id="{40167834-78C2-99E5-6447-ABC3EE077B6B}"/>
                </a:ext>
              </a:extLst>
            </p:cNvPr>
            <p:cNvSpPr/>
            <p:nvPr/>
          </p:nvSpPr>
          <p:spPr>
            <a:xfrm>
              <a:off x="5325888" y="453819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71" name="타원 70">
              <a:extLst>
                <a:ext uri="{FF2B5EF4-FFF2-40B4-BE49-F238E27FC236}">
                  <a16:creationId xmlns:a16="http://schemas.microsoft.com/office/drawing/2014/main" id="{F267D619-7643-6FF1-E8E4-9EE3F0B0F2EE}"/>
                </a:ext>
              </a:extLst>
            </p:cNvPr>
            <p:cNvSpPr/>
            <p:nvPr/>
          </p:nvSpPr>
          <p:spPr>
            <a:xfrm>
              <a:off x="5324822" y="498530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75" name="TextBox 74">
            <a:extLst>
              <a:ext uri="{FF2B5EF4-FFF2-40B4-BE49-F238E27FC236}">
                <a16:creationId xmlns:a16="http://schemas.microsoft.com/office/drawing/2014/main" id="{5DD46E2E-B805-1ECD-7915-09B0665BB4CF}"/>
              </a:ext>
            </a:extLst>
          </p:cNvPr>
          <p:cNvSpPr txBox="1"/>
          <p:nvPr/>
        </p:nvSpPr>
        <p:spPr>
          <a:xfrm>
            <a:off x="5275470" y="6302371"/>
            <a:ext cx="222937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 err="1">
                <a:highlight>
                  <a:srgbClr val="FFFF00"/>
                </a:highlight>
              </a:rPr>
              <a:t>실링팬</a:t>
            </a:r>
            <a:r>
              <a:rPr lang="ko-KR" altLang="en-US" sz="1000" b="1" dirty="0">
                <a:highlight>
                  <a:srgbClr val="FFFF00"/>
                </a:highlight>
              </a:rPr>
              <a:t> </a:t>
            </a:r>
            <a:r>
              <a:rPr lang="ko-KR" altLang="en-US" sz="1000" b="1" dirty="0" err="1">
                <a:highlight>
                  <a:srgbClr val="FFFF00"/>
                </a:highlight>
              </a:rPr>
              <a:t>루씨에어</a:t>
            </a:r>
            <a:r>
              <a:rPr lang="en-US" altLang="ko-KR" sz="1000" b="1" dirty="0">
                <a:highlight>
                  <a:srgbClr val="FFFF00"/>
                </a:highlight>
              </a:rPr>
              <a:t>-</a:t>
            </a:r>
            <a:r>
              <a:rPr lang="ko-KR" altLang="en-US" sz="1000" b="1" dirty="0" err="1">
                <a:highlight>
                  <a:srgbClr val="FFFF00"/>
                </a:highlight>
              </a:rPr>
              <a:t>코타라</a:t>
            </a:r>
            <a:endParaRPr lang="en-US" altLang="ko-KR" sz="1000" b="1" dirty="0">
              <a:highlight>
                <a:srgbClr val="FFFF00"/>
              </a:highlight>
            </a:endParaRPr>
          </a:p>
          <a:p>
            <a:r>
              <a:rPr lang="ko-KR" altLang="en-US" sz="1000" b="1" dirty="0">
                <a:highlight>
                  <a:srgbClr val="FFFF00"/>
                </a:highlight>
              </a:rPr>
              <a:t>설치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>
                <a:highlight>
                  <a:srgbClr val="FFFF00"/>
                </a:highlight>
              </a:rPr>
              <a:t>보강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>
                <a:highlight>
                  <a:srgbClr val="FFFF00"/>
                </a:highlight>
              </a:rPr>
              <a:t>우물 천장 안 실크 도배</a:t>
            </a:r>
            <a:br>
              <a:rPr lang="en-US" altLang="ko-KR" sz="1000" b="1" dirty="0">
                <a:highlight>
                  <a:srgbClr val="FFFF00"/>
                </a:highlight>
              </a:rPr>
            </a:br>
            <a:r>
              <a:rPr lang="ko-KR" altLang="en-US" sz="1000" b="1" dirty="0">
                <a:highlight>
                  <a:srgbClr val="FFFF00"/>
                </a:highlight>
              </a:rPr>
              <a:t>우물조명 </a:t>
            </a:r>
            <a:r>
              <a:rPr lang="en-US" altLang="ko-KR" sz="1000" b="1" dirty="0">
                <a:highlight>
                  <a:srgbClr val="FFFF00"/>
                </a:highlight>
              </a:rPr>
              <a:t>2</a:t>
            </a:r>
            <a:r>
              <a:rPr lang="ko-KR" altLang="en-US" sz="1000" b="1" dirty="0">
                <a:highlight>
                  <a:srgbClr val="FFFF00"/>
                </a:highlight>
              </a:rPr>
              <a:t>줄 </a:t>
            </a:r>
            <a:r>
              <a:rPr lang="ko-KR" altLang="en-US" sz="1000" b="1" dirty="0" err="1">
                <a:highlight>
                  <a:srgbClr val="FFFF00"/>
                </a:highlight>
              </a:rPr>
              <a:t>전구색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 err="1">
                <a:highlight>
                  <a:srgbClr val="FFFF00"/>
                </a:highlight>
              </a:rPr>
              <a:t>주백색</a:t>
            </a:r>
            <a:endParaRPr lang="en-US" altLang="ko-KR" sz="1000" b="1" dirty="0">
              <a:highlight>
                <a:srgbClr val="FFFF00"/>
              </a:highlight>
            </a:endParaRPr>
          </a:p>
        </p:txBody>
      </p:sp>
      <p:grpSp>
        <p:nvGrpSpPr>
          <p:cNvPr id="77" name="그룹 76">
            <a:extLst>
              <a:ext uri="{FF2B5EF4-FFF2-40B4-BE49-F238E27FC236}">
                <a16:creationId xmlns:a16="http://schemas.microsoft.com/office/drawing/2014/main" id="{F189BA88-EBA1-8230-04EF-076B237BBA7E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78" name="타원 77">
              <a:extLst>
                <a:ext uri="{FF2B5EF4-FFF2-40B4-BE49-F238E27FC236}">
                  <a16:creationId xmlns:a16="http://schemas.microsoft.com/office/drawing/2014/main" id="{5CAD349D-98F1-3A89-D427-2E8E63ED3F89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79" name="타원 78">
              <a:extLst>
                <a:ext uri="{FF2B5EF4-FFF2-40B4-BE49-F238E27FC236}">
                  <a16:creationId xmlns:a16="http://schemas.microsoft.com/office/drawing/2014/main" id="{35ED406F-E94E-64CE-E853-FFD255BBB2D3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0" name="타원 79">
              <a:extLst>
                <a:ext uri="{FF2B5EF4-FFF2-40B4-BE49-F238E27FC236}">
                  <a16:creationId xmlns:a16="http://schemas.microsoft.com/office/drawing/2014/main" id="{6671FB04-8845-8669-EE19-CCD5125096BA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1" name="TextBox 11">
              <a:extLst>
                <a:ext uri="{FF2B5EF4-FFF2-40B4-BE49-F238E27FC236}">
                  <a16:creationId xmlns:a16="http://schemas.microsoft.com/office/drawing/2014/main" id="{57040FDC-91F6-9EC2-984E-EC8189C5171B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간접조명 </a:t>
              </a:r>
              <a:r>
                <a:rPr lang="en-US" altLang="ko-KR" sz="700" dirty="0"/>
                <a:t>A 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간접조명 센서 </a:t>
              </a:r>
              <a:r>
                <a:rPr lang="en-US" altLang="ko-KR" sz="700" dirty="0"/>
                <a:t>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우물천장간접조명 및 커튼박수 추가</a:t>
              </a:r>
              <a:r>
                <a:rPr lang="en-US" altLang="ko-KR" sz="700" dirty="0"/>
                <a:t>(</a:t>
              </a:r>
              <a:r>
                <a:rPr lang="ko-KR" altLang="en-US" sz="700" dirty="0"/>
                <a:t>별도 추가</a:t>
              </a:r>
              <a:r>
                <a:rPr lang="en-US" altLang="ko-KR" sz="700" dirty="0"/>
                <a:t>)</a:t>
              </a:r>
            </a:p>
            <a:p>
              <a:endParaRPr lang="en-US" altLang="ko-KR" sz="700" dirty="0"/>
            </a:p>
          </p:txBody>
        </p:sp>
      </p:grp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ECDF2477-BC58-B9E4-775A-6E93D4B208B5}"/>
              </a:ext>
            </a:extLst>
          </p:cNvPr>
          <p:cNvSpPr/>
          <p:nvPr/>
        </p:nvSpPr>
        <p:spPr>
          <a:xfrm rot="10800000" flipV="1">
            <a:off x="9003988" y="3688168"/>
            <a:ext cx="98385" cy="52664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83" name="그룹 82">
            <a:extLst>
              <a:ext uri="{FF2B5EF4-FFF2-40B4-BE49-F238E27FC236}">
                <a16:creationId xmlns:a16="http://schemas.microsoft.com/office/drawing/2014/main" id="{1F71F902-08A5-E3C0-A8E9-5742C8EA56F8}"/>
              </a:ext>
            </a:extLst>
          </p:cNvPr>
          <p:cNvGrpSpPr/>
          <p:nvPr/>
        </p:nvGrpSpPr>
        <p:grpSpPr>
          <a:xfrm>
            <a:off x="5461959" y="4989049"/>
            <a:ext cx="100923" cy="1055008"/>
            <a:chOff x="4735802" y="4865202"/>
            <a:chExt cx="100923" cy="1055008"/>
          </a:xfrm>
        </p:grpSpPr>
        <p:sp>
          <p:nvSpPr>
            <p:cNvPr id="84" name="타원 83">
              <a:extLst>
                <a:ext uri="{FF2B5EF4-FFF2-40B4-BE49-F238E27FC236}">
                  <a16:creationId xmlns:a16="http://schemas.microsoft.com/office/drawing/2014/main" id="{7A97E48E-AD83-25B5-5E38-E84EC56C922A}"/>
                </a:ext>
              </a:extLst>
            </p:cNvPr>
            <p:cNvSpPr/>
            <p:nvPr/>
          </p:nvSpPr>
          <p:spPr>
            <a:xfrm>
              <a:off x="4737834" y="48652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85" name="타원 84">
              <a:extLst>
                <a:ext uri="{FF2B5EF4-FFF2-40B4-BE49-F238E27FC236}">
                  <a16:creationId xmlns:a16="http://schemas.microsoft.com/office/drawing/2014/main" id="{9C70481D-6C8A-2766-289C-495990E7F7B8}"/>
                </a:ext>
              </a:extLst>
            </p:cNvPr>
            <p:cNvSpPr/>
            <p:nvPr/>
          </p:nvSpPr>
          <p:spPr>
            <a:xfrm>
              <a:off x="4735802" y="534201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6" name="타원 85">
              <a:extLst>
                <a:ext uri="{FF2B5EF4-FFF2-40B4-BE49-F238E27FC236}">
                  <a16:creationId xmlns:a16="http://schemas.microsoft.com/office/drawing/2014/main" id="{B6124F11-DE10-2535-60D2-C37B3C3136C1}"/>
                </a:ext>
              </a:extLst>
            </p:cNvPr>
            <p:cNvSpPr/>
            <p:nvPr/>
          </p:nvSpPr>
          <p:spPr>
            <a:xfrm>
              <a:off x="4738340" y="58218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87" name="그룹 86">
            <a:extLst>
              <a:ext uri="{FF2B5EF4-FFF2-40B4-BE49-F238E27FC236}">
                <a16:creationId xmlns:a16="http://schemas.microsoft.com/office/drawing/2014/main" id="{ABE4D673-34FB-86C4-EF78-42F1D523AE9C}"/>
              </a:ext>
            </a:extLst>
          </p:cNvPr>
          <p:cNvGrpSpPr/>
          <p:nvPr/>
        </p:nvGrpSpPr>
        <p:grpSpPr>
          <a:xfrm>
            <a:off x="7406457" y="4943123"/>
            <a:ext cx="100923" cy="1055008"/>
            <a:chOff x="4735802" y="4865202"/>
            <a:chExt cx="100923" cy="1055008"/>
          </a:xfrm>
        </p:grpSpPr>
        <p:sp>
          <p:nvSpPr>
            <p:cNvPr id="88" name="타원 87">
              <a:extLst>
                <a:ext uri="{FF2B5EF4-FFF2-40B4-BE49-F238E27FC236}">
                  <a16:creationId xmlns:a16="http://schemas.microsoft.com/office/drawing/2014/main" id="{E4617CC5-9F35-D7C7-E21F-46023F5087F5}"/>
                </a:ext>
              </a:extLst>
            </p:cNvPr>
            <p:cNvSpPr/>
            <p:nvPr/>
          </p:nvSpPr>
          <p:spPr>
            <a:xfrm>
              <a:off x="4737834" y="48652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89" name="타원 88">
              <a:extLst>
                <a:ext uri="{FF2B5EF4-FFF2-40B4-BE49-F238E27FC236}">
                  <a16:creationId xmlns:a16="http://schemas.microsoft.com/office/drawing/2014/main" id="{DF13BF94-83F2-11F5-16A0-D53B39FDF627}"/>
                </a:ext>
              </a:extLst>
            </p:cNvPr>
            <p:cNvSpPr/>
            <p:nvPr/>
          </p:nvSpPr>
          <p:spPr>
            <a:xfrm>
              <a:off x="4735802" y="534201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90" name="타원 89">
              <a:extLst>
                <a:ext uri="{FF2B5EF4-FFF2-40B4-BE49-F238E27FC236}">
                  <a16:creationId xmlns:a16="http://schemas.microsoft.com/office/drawing/2014/main" id="{7AD3130D-E7EE-65F1-9C8E-6258E19738A9}"/>
                </a:ext>
              </a:extLst>
            </p:cNvPr>
            <p:cNvSpPr/>
            <p:nvPr/>
          </p:nvSpPr>
          <p:spPr>
            <a:xfrm>
              <a:off x="4738340" y="58218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44F96F94-2F66-429D-A4E4-AC97674C27B5}"/>
              </a:ext>
            </a:extLst>
          </p:cNvPr>
          <p:cNvSpPr/>
          <p:nvPr/>
        </p:nvSpPr>
        <p:spPr>
          <a:xfrm>
            <a:off x="6142854" y="5103878"/>
            <a:ext cx="712743" cy="767293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9CE11F5-E617-FF14-57E1-60C107BE84F5}"/>
              </a:ext>
            </a:extLst>
          </p:cNvPr>
          <p:cNvSpPr/>
          <p:nvPr/>
        </p:nvSpPr>
        <p:spPr>
          <a:xfrm>
            <a:off x="3310295" y="6134332"/>
            <a:ext cx="771958" cy="10326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794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6690F7A-62FD-964B-4ACA-4143B324B5D6}"/>
              </a:ext>
            </a:extLst>
          </p:cNvPr>
          <p:cNvSpPr txBox="1"/>
          <p:nvPr/>
        </p:nvSpPr>
        <p:spPr>
          <a:xfrm>
            <a:off x="3167211" y="4845469"/>
            <a:ext cx="10012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 err="1"/>
              <a:t>무선리모컨</a:t>
            </a:r>
            <a:endParaRPr lang="en-US" altLang="ko-KR" sz="1000" b="1" dirty="0"/>
          </a:p>
          <a:p>
            <a:pPr algn="ctr"/>
            <a:r>
              <a:rPr lang="en-US" altLang="ko-KR" sz="1000" b="1" dirty="0"/>
              <a:t>1</a:t>
            </a:r>
            <a:r>
              <a:rPr lang="ko-KR" altLang="en-US" sz="1000" b="1" dirty="0"/>
              <a:t>구</a:t>
            </a:r>
            <a:r>
              <a:rPr lang="en-US" altLang="ko-KR" sz="1000" b="1" dirty="0"/>
              <a:t>(3</a:t>
            </a:r>
            <a:r>
              <a:rPr lang="ko-KR" altLang="en-US" sz="1000" b="1" dirty="0"/>
              <a:t>채널</a:t>
            </a:r>
            <a:r>
              <a:rPr lang="en-US" altLang="ko-KR" sz="1000" b="1" dirty="0"/>
              <a:t>)</a:t>
            </a:r>
            <a:endParaRPr lang="ko-KR" altLang="en-US" sz="10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A55D125-8E67-527A-99AC-DAE6CC85965B}"/>
              </a:ext>
            </a:extLst>
          </p:cNvPr>
          <p:cNvSpPr txBox="1"/>
          <p:nvPr/>
        </p:nvSpPr>
        <p:spPr>
          <a:xfrm>
            <a:off x="2830295" y="6315843"/>
            <a:ext cx="222937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 err="1">
                <a:highlight>
                  <a:srgbClr val="FFFF00"/>
                </a:highlight>
              </a:rPr>
              <a:t>실링팬</a:t>
            </a:r>
            <a:r>
              <a:rPr lang="ko-KR" altLang="en-US" sz="1000" b="1" dirty="0">
                <a:highlight>
                  <a:srgbClr val="FFFF00"/>
                </a:highlight>
              </a:rPr>
              <a:t> </a:t>
            </a:r>
            <a:r>
              <a:rPr lang="ko-KR" altLang="en-US" sz="1000" b="1" dirty="0" err="1">
                <a:highlight>
                  <a:srgbClr val="FFFF00"/>
                </a:highlight>
              </a:rPr>
              <a:t>루씨에어</a:t>
            </a:r>
            <a:endParaRPr lang="en-US" altLang="ko-KR" sz="1000" b="1" dirty="0">
              <a:highlight>
                <a:srgbClr val="FFFF00"/>
              </a:highlight>
            </a:endParaRPr>
          </a:p>
          <a:p>
            <a:r>
              <a:rPr lang="ko-KR" altLang="en-US" sz="1000" b="1" dirty="0">
                <a:highlight>
                  <a:srgbClr val="FFFF00"/>
                </a:highlight>
              </a:rPr>
              <a:t>설치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>
                <a:highlight>
                  <a:srgbClr val="FFFF00"/>
                </a:highlight>
              </a:rPr>
              <a:t>보강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>
                <a:highlight>
                  <a:srgbClr val="FFFF00"/>
                </a:highlight>
              </a:rPr>
              <a:t> 천장 실크 도배</a:t>
            </a:r>
            <a:br>
              <a:rPr lang="en-US" altLang="ko-KR" sz="1000" b="1" dirty="0">
                <a:highlight>
                  <a:srgbClr val="FFFF00"/>
                </a:highlight>
              </a:rPr>
            </a:br>
            <a:r>
              <a:rPr lang="en-US" altLang="ko-KR" sz="1000" b="1" dirty="0">
                <a:highlight>
                  <a:srgbClr val="FFFF00"/>
                </a:highlight>
              </a:rPr>
              <a:t>3</a:t>
            </a:r>
            <a:r>
              <a:rPr lang="ko-KR" altLang="en-US" sz="1000" b="1" dirty="0">
                <a:highlight>
                  <a:srgbClr val="FFFF00"/>
                </a:highlight>
              </a:rPr>
              <a:t>인치 </a:t>
            </a:r>
            <a:r>
              <a:rPr lang="ko-KR" altLang="en-US" sz="1000" b="1" dirty="0" err="1">
                <a:highlight>
                  <a:srgbClr val="FFFF00"/>
                </a:highlight>
              </a:rPr>
              <a:t>매입등</a:t>
            </a:r>
            <a:r>
              <a:rPr lang="ko-KR" altLang="en-US" sz="1000" b="1" dirty="0">
                <a:highlight>
                  <a:srgbClr val="FFFF00"/>
                </a:highlight>
              </a:rPr>
              <a:t> </a:t>
            </a:r>
            <a:r>
              <a:rPr lang="en-US" altLang="ko-KR" sz="1000" b="1" dirty="0">
                <a:highlight>
                  <a:srgbClr val="FFFF00"/>
                </a:highlight>
              </a:rPr>
              <a:t>8EA </a:t>
            </a:r>
            <a:r>
              <a:rPr lang="ko-KR" altLang="en-US" sz="1000" b="1" dirty="0">
                <a:highlight>
                  <a:srgbClr val="FFFF00"/>
                </a:highlight>
              </a:rPr>
              <a:t>확산형 </a:t>
            </a:r>
            <a:r>
              <a:rPr lang="ko-KR" altLang="en-US" sz="1000" b="1" dirty="0" err="1">
                <a:highlight>
                  <a:srgbClr val="FFFF00"/>
                </a:highlight>
              </a:rPr>
              <a:t>주백색</a:t>
            </a:r>
            <a:endParaRPr lang="en-US" altLang="ko-KR" sz="1000" b="1" dirty="0">
              <a:highlight>
                <a:srgbClr val="FFFF00"/>
              </a:highlight>
            </a:endParaRP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70E33723-7F10-0F0E-F34A-83B1E5A95CB9}"/>
              </a:ext>
            </a:extLst>
          </p:cNvPr>
          <p:cNvGrpSpPr/>
          <p:nvPr/>
        </p:nvGrpSpPr>
        <p:grpSpPr>
          <a:xfrm>
            <a:off x="3310541" y="5228005"/>
            <a:ext cx="733254" cy="712618"/>
            <a:chOff x="449238" y="1945576"/>
            <a:chExt cx="733254" cy="712618"/>
          </a:xfrm>
        </p:grpSpPr>
        <p:grpSp>
          <p:nvGrpSpPr>
            <p:cNvPr id="12" name="그룹 11">
              <a:extLst>
                <a:ext uri="{FF2B5EF4-FFF2-40B4-BE49-F238E27FC236}">
                  <a16:creationId xmlns:a16="http://schemas.microsoft.com/office/drawing/2014/main" id="{B04B0030-9A98-CD6B-29FF-C2E6B0A5099D}"/>
                </a:ext>
              </a:extLst>
            </p:cNvPr>
            <p:cNvGrpSpPr/>
            <p:nvPr/>
          </p:nvGrpSpPr>
          <p:grpSpPr>
            <a:xfrm>
              <a:off x="449238" y="1954444"/>
              <a:ext cx="98814" cy="265633"/>
              <a:chOff x="270066" y="1851602"/>
              <a:chExt cx="98814" cy="265633"/>
            </a:xfrm>
            <a:solidFill>
              <a:schemeClr val="accent2">
                <a:lumMod val="60000"/>
                <a:lumOff val="40000"/>
              </a:schemeClr>
            </a:solidFill>
          </p:grpSpPr>
          <p:sp>
            <p:nvSpPr>
              <p:cNvPr id="23" name="타원 22">
                <a:extLst>
                  <a:ext uri="{FF2B5EF4-FFF2-40B4-BE49-F238E27FC236}">
                    <a16:creationId xmlns:a16="http://schemas.microsoft.com/office/drawing/2014/main" id="{28269A08-4A32-ADFA-6CF4-635901DEB59E}"/>
                  </a:ext>
                </a:extLst>
              </p:cNvPr>
              <p:cNvSpPr/>
              <p:nvPr/>
            </p:nvSpPr>
            <p:spPr>
              <a:xfrm>
                <a:off x="270495" y="2018850"/>
                <a:ext cx="98385" cy="98385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타원 23">
                <a:extLst>
                  <a:ext uri="{FF2B5EF4-FFF2-40B4-BE49-F238E27FC236}">
                    <a16:creationId xmlns:a16="http://schemas.microsoft.com/office/drawing/2014/main" id="{FFE404E2-CF34-B97E-0A3E-022DABBFB66A}"/>
                  </a:ext>
                </a:extLst>
              </p:cNvPr>
              <p:cNvSpPr/>
              <p:nvPr/>
            </p:nvSpPr>
            <p:spPr>
              <a:xfrm>
                <a:off x="270066" y="1851602"/>
                <a:ext cx="98385" cy="98385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3" name="별: 꼭짓점 4개 12">
              <a:extLst>
                <a:ext uri="{FF2B5EF4-FFF2-40B4-BE49-F238E27FC236}">
                  <a16:creationId xmlns:a16="http://schemas.microsoft.com/office/drawing/2014/main" id="{505652AC-415B-81C7-4055-DC8DE7DF9302}"/>
                </a:ext>
              </a:extLst>
            </p:cNvPr>
            <p:cNvSpPr/>
            <p:nvPr/>
          </p:nvSpPr>
          <p:spPr>
            <a:xfrm>
              <a:off x="540597" y="2021780"/>
              <a:ext cx="557315" cy="559233"/>
            </a:xfrm>
            <a:prstGeom prst="star4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45">
                <a:solidFill>
                  <a:schemeClr val="tx1"/>
                </a:solidFill>
              </a:endParaRPr>
            </a:p>
          </p:txBody>
        </p:sp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C5F743D4-E102-87D9-5D5D-0E8FA34B1782}"/>
                </a:ext>
              </a:extLst>
            </p:cNvPr>
            <p:cNvGrpSpPr/>
            <p:nvPr/>
          </p:nvGrpSpPr>
          <p:grpSpPr>
            <a:xfrm>
              <a:off x="1083678" y="1945576"/>
              <a:ext cx="98814" cy="265633"/>
              <a:chOff x="79566" y="1851602"/>
              <a:chExt cx="98814" cy="265633"/>
            </a:xfrm>
            <a:solidFill>
              <a:schemeClr val="accent2">
                <a:lumMod val="60000"/>
                <a:lumOff val="40000"/>
              </a:schemeClr>
            </a:solidFill>
          </p:grpSpPr>
          <p:sp>
            <p:nvSpPr>
              <p:cNvPr id="21" name="타원 20">
                <a:extLst>
                  <a:ext uri="{FF2B5EF4-FFF2-40B4-BE49-F238E27FC236}">
                    <a16:creationId xmlns:a16="http://schemas.microsoft.com/office/drawing/2014/main" id="{6219179C-8ADF-DC7E-9CD3-5136A9302D07}"/>
                  </a:ext>
                </a:extLst>
              </p:cNvPr>
              <p:cNvSpPr/>
              <p:nvPr/>
            </p:nvSpPr>
            <p:spPr>
              <a:xfrm>
                <a:off x="79995" y="2018850"/>
                <a:ext cx="98385" cy="98385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2" name="타원 21">
                <a:extLst>
                  <a:ext uri="{FF2B5EF4-FFF2-40B4-BE49-F238E27FC236}">
                    <a16:creationId xmlns:a16="http://schemas.microsoft.com/office/drawing/2014/main" id="{703FD010-623C-9D45-F36C-C10165B9DE8C}"/>
                  </a:ext>
                </a:extLst>
              </p:cNvPr>
              <p:cNvSpPr/>
              <p:nvPr/>
            </p:nvSpPr>
            <p:spPr>
              <a:xfrm>
                <a:off x="79566" y="1851602"/>
                <a:ext cx="98385" cy="98385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5" name="그룹 14">
              <a:extLst>
                <a:ext uri="{FF2B5EF4-FFF2-40B4-BE49-F238E27FC236}">
                  <a16:creationId xmlns:a16="http://schemas.microsoft.com/office/drawing/2014/main" id="{741E5A87-6623-0D56-2137-937C23C8A4AC}"/>
                </a:ext>
              </a:extLst>
            </p:cNvPr>
            <p:cNvGrpSpPr/>
            <p:nvPr/>
          </p:nvGrpSpPr>
          <p:grpSpPr>
            <a:xfrm>
              <a:off x="449238" y="2399558"/>
              <a:ext cx="98385" cy="258636"/>
              <a:chOff x="270066" y="1667542"/>
              <a:chExt cx="98385" cy="258636"/>
            </a:xfrm>
            <a:solidFill>
              <a:schemeClr val="accent2">
                <a:lumMod val="60000"/>
                <a:lumOff val="40000"/>
              </a:schemeClr>
            </a:solidFill>
          </p:grpSpPr>
          <p:sp>
            <p:nvSpPr>
              <p:cNvPr id="19" name="타원 18">
                <a:extLst>
                  <a:ext uri="{FF2B5EF4-FFF2-40B4-BE49-F238E27FC236}">
                    <a16:creationId xmlns:a16="http://schemas.microsoft.com/office/drawing/2014/main" id="{7D16B078-5910-9830-BD39-954DAB25928A}"/>
                  </a:ext>
                </a:extLst>
              </p:cNvPr>
              <p:cNvSpPr/>
              <p:nvPr/>
            </p:nvSpPr>
            <p:spPr>
              <a:xfrm>
                <a:off x="270066" y="1667542"/>
                <a:ext cx="98385" cy="98385"/>
              </a:xfrm>
              <a:prstGeom prst="ellipse">
                <a:avLst/>
              </a:prstGeom>
              <a:solidFill>
                <a:srgbClr val="00B0F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타원 19">
                <a:extLst>
                  <a:ext uri="{FF2B5EF4-FFF2-40B4-BE49-F238E27FC236}">
                    <a16:creationId xmlns:a16="http://schemas.microsoft.com/office/drawing/2014/main" id="{6AC55D29-FA5C-3601-4C43-B5A5B888493E}"/>
                  </a:ext>
                </a:extLst>
              </p:cNvPr>
              <p:cNvSpPr/>
              <p:nvPr/>
            </p:nvSpPr>
            <p:spPr>
              <a:xfrm>
                <a:off x="270066" y="1827793"/>
                <a:ext cx="98385" cy="98385"/>
              </a:xfrm>
              <a:prstGeom prst="ellipse">
                <a:avLst/>
              </a:prstGeom>
              <a:solidFill>
                <a:srgbClr val="00B0F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6" name="그룹 15">
              <a:extLst>
                <a:ext uri="{FF2B5EF4-FFF2-40B4-BE49-F238E27FC236}">
                  <a16:creationId xmlns:a16="http://schemas.microsoft.com/office/drawing/2014/main" id="{9B0E2B73-A75E-0EE7-79B8-1F3672C0631A}"/>
                </a:ext>
              </a:extLst>
            </p:cNvPr>
            <p:cNvGrpSpPr/>
            <p:nvPr/>
          </p:nvGrpSpPr>
          <p:grpSpPr>
            <a:xfrm>
              <a:off x="1083678" y="2393130"/>
              <a:ext cx="98385" cy="258636"/>
              <a:chOff x="79566" y="1667542"/>
              <a:chExt cx="98385" cy="258636"/>
            </a:xfrm>
            <a:solidFill>
              <a:schemeClr val="accent2">
                <a:lumMod val="60000"/>
                <a:lumOff val="40000"/>
              </a:schemeClr>
            </a:solidFill>
          </p:grpSpPr>
          <p:sp>
            <p:nvSpPr>
              <p:cNvPr id="17" name="타원 16">
                <a:extLst>
                  <a:ext uri="{FF2B5EF4-FFF2-40B4-BE49-F238E27FC236}">
                    <a16:creationId xmlns:a16="http://schemas.microsoft.com/office/drawing/2014/main" id="{F4E7CACF-30B8-49FA-4932-FD96AF895D0C}"/>
                  </a:ext>
                </a:extLst>
              </p:cNvPr>
              <p:cNvSpPr/>
              <p:nvPr/>
            </p:nvSpPr>
            <p:spPr>
              <a:xfrm>
                <a:off x="79566" y="1667542"/>
                <a:ext cx="98385" cy="98385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" name="타원 17">
                <a:extLst>
                  <a:ext uri="{FF2B5EF4-FFF2-40B4-BE49-F238E27FC236}">
                    <a16:creationId xmlns:a16="http://schemas.microsoft.com/office/drawing/2014/main" id="{AEC9A5E3-414D-6E91-FACE-D17A4DD37512}"/>
                  </a:ext>
                </a:extLst>
              </p:cNvPr>
              <p:cNvSpPr/>
              <p:nvPr/>
            </p:nvSpPr>
            <p:spPr>
              <a:xfrm>
                <a:off x="79566" y="1827793"/>
                <a:ext cx="98385" cy="98385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52804BAC-771B-BB57-B4F8-369577CB0E00}"/>
              </a:ext>
            </a:extLst>
          </p:cNvPr>
          <p:cNvGrpSpPr/>
          <p:nvPr/>
        </p:nvGrpSpPr>
        <p:grpSpPr>
          <a:xfrm>
            <a:off x="9528225" y="3390621"/>
            <a:ext cx="2153752" cy="1204197"/>
            <a:chOff x="149488" y="3169907"/>
            <a:chExt cx="2153752" cy="1204197"/>
          </a:xfrm>
        </p:grpSpPr>
        <p:pic>
          <p:nvPicPr>
            <p:cNvPr id="26" name="그림 25">
              <a:extLst>
                <a:ext uri="{FF2B5EF4-FFF2-40B4-BE49-F238E27FC236}">
                  <a16:creationId xmlns:a16="http://schemas.microsoft.com/office/drawing/2014/main" id="{736C976E-D389-6601-9979-621324330BA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49488" y="3169907"/>
              <a:ext cx="2153752" cy="1203311"/>
            </a:xfrm>
            <a:prstGeom prst="rect">
              <a:avLst/>
            </a:prstGeom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6976E8E1-C212-4A02-6569-744BE229D673}"/>
                </a:ext>
              </a:extLst>
            </p:cNvPr>
            <p:cNvSpPr txBox="1">
              <a:spLocks/>
            </p:cNvSpPr>
            <p:nvPr/>
          </p:nvSpPr>
          <p:spPr>
            <a:xfrm>
              <a:off x="243433" y="4066327"/>
              <a:ext cx="72327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 b="1" dirty="0" err="1"/>
                <a:t>코타라</a:t>
              </a:r>
              <a:endParaRPr lang="ko-KR" altLang="en-US" sz="1400" b="1" dirty="0"/>
            </a:p>
          </p:txBody>
        </p:sp>
      </p:grpSp>
      <p:pic>
        <p:nvPicPr>
          <p:cNvPr id="31" name="그림 30" descr="텍스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ED1569E-39B2-5FAC-51BB-2CC30FC5382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113" y="2960373"/>
            <a:ext cx="1778731" cy="1466673"/>
          </a:xfrm>
          <a:prstGeom prst="rect">
            <a:avLst/>
          </a:prstGeom>
        </p:spPr>
      </p:pic>
      <p:pic>
        <p:nvPicPr>
          <p:cNvPr id="33" name="그림 32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C41A4885-9930-9CA9-17A2-28E23F998EA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02" t="3086" r="4707" b="11674"/>
          <a:stretch>
            <a:fillRect/>
          </a:stretch>
        </p:blipFill>
        <p:spPr>
          <a:xfrm>
            <a:off x="705864" y="4772021"/>
            <a:ext cx="1619250" cy="1530350"/>
          </a:xfrm>
          <a:prstGeom prst="rect">
            <a:avLst/>
          </a:prstGeom>
        </p:spPr>
      </p:pic>
      <p:grpSp>
        <p:nvGrpSpPr>
          <p:cNvPr id="34" name="그룹 33">
            <a:extLst>
              <a:ext uri="{FF2B5EF4-FFF2-40B4-BE49-F238E27FC236}">
                <a16:creationId xmlns:a16="http://schemas.microsoft.com/office/drawing/2014/main" id="{86A237DD-D69F-9624-6508-0B94726550B2}"/>
              </a:ext>
            </a:extLst>
          </p:cNvPr>
          <p:cNvGrpSpPr/>
          <p:nvPr/>
        </p:nvGrpSpPr>
        <p:grpSpPr>
          <a:xfrm>
            <a:off x="6443209" y="3493196"/>
            <a:ext cx="771438" cy="620194"/>
            <a:chOff x="-283352" y="332433"/>
            <a:chExt cx="771438" cy="620194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2CFC363B-43E1-605A-3C75-8AE1C9682418}"/>
                </a:ext>
              </a:extLst>
            </p:cNvPr>
            <p:cNvSpPr txBox="1"/>
            <p:nvPr/>
          </p:nvSpPr>
          <p:spPr>
            <a:xfrm>
              <a:off x="-283352" y="540430"/>
              <a:ext cx="771438" cy="18466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ko-KR" altLang="en-US" sz="600" b="1" dirty="0"/>
                <a:t>서비스 조명 </a:t>
              </a:r>
              <a:r>
                <a:rPr lang="en-US" altLang="ko-KR" sz="600" b="1" dirty="0"/>
                <a:t>2EA</a:t>
              </a:r>
              <a:endParaRPr lang="ko-KR" altLang="en-US" sz="600" b="1" dirty="0"/>
            </a:p>
          </p:txBody>
        </p:sp>
        <p:grpSp>
          <p:nvGrpSpPr>
            <p:cNvPr id="36" name="그룹 35">
              <a:extLst>
                <a:ext uri="{FF2B5EF4-FFF2-40B4-BE49-F238E27FC236}">
                  <a16:creationId xmlns:a16="http://schemas.microsoft.com/office/drawing/2014/main" id="{A8FCC205-5C54-D3DD-7ECA-052239B89C10}"/>
                </a:ext>
              </a:extLst>
            </p:cNvPr>
            <p:cNvGrpSpPr/>
            <p:nvPr/>
          </p:nvGrpSpPr>
          <p:grpSpPr>
            <a:xfrm>
              <a:off x="368880" y="332433"/>
              <a:ext cx="98814" cy="620194"/>
              <a:chOff x="4737834" y="4900127"/>
              <a:chExt cx="98814" cy="620194"/>
            </a:xfrm>
            <a:solidFill>
              <a:srgbClr val="FF00FF"/>
            </a:solidFill>
          </p:grpSpPr>
          <p:sp>
            <p:nvSpPr>
              <p:cNvPr id="37" name="타원 36">
                <a:extLst>
                  <a:ext uri="{FF2B5EF4-FFF2-40B4-BE49-F238E27FC236}">
                    <a16:creationId xmlns:a16="http://schemas.microsoft.com/office/drawing/2014/main" id="{5278BD33-056F-2D5D-7EE1-201A50AAF45D}"/>
                  </a:ext>
                </a:extLst>
              </p:cNvPr>
              <p:cNvSpPr/>
              <p:nvPr/>
            </p:nvSpPr>
            <p:spPr>
              <a:xfrm>
                <a:off x="4737834" y="4900127"/>
                <a:ext cx="98385" cy="98385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타원 37">
                <a:extLst>
                  <a:ext uri="{FF2B5EF4-FFF2-40B4-BE49-F238E27FC236}">
                    <a16:creationId xmlns:a16="http://schemas.microsoft.com/office/drawing/2014/main" id="{73C81883-A83C-3050-7D02-9868BFED5FC3}"/>
                  </a:ext>
                </a:extLst>
              </p:cNvPr>
              <p:cNvSpPr/>
              <p:nvPr/>
            </p:nvSpPr>
            <p:spPr>
              <a:xfrm>
                <a:off x="4738263" y="5421936"/>
                <a:ext cx="98385" cy="98385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600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96" name="그룹 95">
            <a:extLst>
              <a:ext uri="{FF2B5EF4-FFF2-40B4-BE49-F238E27FC236}">
                <a16:creationId xmlns:a16="http://schemas.microsoft.com/office/drawing/2014/main" id="{9E1DEBC3-CE7C-23E4-53E3-E651F42CA036}"/>
              </a:ext>
            </a:extLst>
          </p:cNvPr>
          <p:cNvGrpSpPr/>
          <p:nvPr/>
        </p:nvGrpSpPr>
        <p:grpSpPr>
          <a:xfrm rot="5400000">
            <a:off x="4985891" y="2145012"/>
            <a:ext cx="434559" cy="1785757"/>
            <a:chOff x="5122634" y="4714862"/>
            <a:chExt cx="434559" cy="1785757"/>
          </a:xfrm>
        </p:grpSpPr>
        <p:sp>
          <p:nvSpPr>
            <p:cNvPr id="97" name="직사각형 96">
              <a:extLst>
                <a:ext uri="{FF2B5EF4-FFF2-40B4-BE49-F238E27FC236}">
                  <a16:creationId xmlns:a16="http://schemas.microsoft.com/office/drawing/2014/main" id="{0D35A20E-AFD2-F4AE-E27A-A948C4F7A8A5}"/>
                </a:ext>
              </a:extLst>
            </p:cNvPr>
            <p:cNvSpPr/>
            <p:nvPr/>
          </p:nvSpPr>
          <p:spPr>
            <a:xfrm rot="16200000" flipV="1">
              <a:off x="5317054" y="4520442"/>
              <a:ext cx="45719" cy="434559"/>
            </a:xfrm>
            <a:prstGeom prst="rect">
              <a:avLst/>
            </a:prstGeom>
            <a:solidFill>
              <a:srgbClr val="FF00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8B383AA4-9620-11B0-394D-ED49EC3A35E8}"/>
                </a:ext>
              </a:extLst>
            </p:cNvPr>
            <p:cNvSpPr txBox="1"/>
            <p:nvPr/>
          </p:nvSpPr>
          <p:spPr>
            <a:xfrm rot="16200000">
              <a:off x="4607905" y="5733422"/>
              <a:ext cx="1303562" cy="230832"/>
            </a:xfrm>
            <a:prstGeom prst="rect">
              <a:avLst/>
            </a:prstGeom>
            <a:solidFill>
              <a:srgbClr val="FFC000"/>
            </a:solidFill>
          </p:spPr>
          <p:txBody>
            <a:bodyPr wrap="none" rtlCol="0">
              <a:spAutoFit/>
            </a:bodyPr>
            <a:lstStyle/>
            <a:p>
              <a:r>
                <a:rPr lang="ko-KR" altLang="en-US" sz="900" b="1" dirty="0"/>
                <a:t>싱크대 </a:t>
              </a:r>
              <a:r>
                <a:rPr lang="ko-KR" altLang="en-US" sz="900" b="1" dirty="0" err="1"/>
                <a:t>간접등</a:t>
              </a:r>
              <a:r>
                <a:rPr lang="ko-KR" altLang="en-US" sz="900" b="1" dirty="0"/>
                <a:t> 서비스</a:t>
              </a:r>
            </a:p>
          </p:txBody>
        </p:sp>
        <p:cxnSp>
          <p:nvCxnSpPr>
            <p:cNvPr id="99" name="직선 화살표 연결선 98">
              <a:extLst>
                <a:ext uri="{FF2B5EF4-FFF2-40B4-BE49-F238E27FC236}">
                  <a16:creationId xmlns:a16="http://schemas.microsoft.com/office/drawing/2014/main" id="{0F952B55-C6FC-3953-1579-F9117A414169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5015369" y="4978819"/>
              <a:ext cx="43647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7" name="그림 6">
            <a:extLst>
              <a:ext uri="{FF2B5EF4-FFF2-40B4-BE49-F238E27FC236}">
                <a16:creationId xmlns:a16="http://schemas.microsoft.com/office/drawing/2014/main" id="{0C51D166-9E22-E766-67F3-8952724815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93448" y="4980053"/>
            <a:ext cx="1577641" cy="1480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271113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3AFAAF-2D79-D315-638A-74ECA5BE07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F3B6BA7-A171-D1EF-F32E-3A281E596C9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950642" y="1160095"/>
            <a:ext cx="6314008" cy="521732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C9C45B41-D104-7D8F-567E-FD852AA04C4B}"/>
                  </a:ext>
                </a:extLst>
              </p:cNvPr>
              <p:cNvSpPr txBox="1"/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𝑩𝒎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 dirty="0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C9C45B41-D104-7D8F-567E-FD852AA04C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" name="직사각형 50">
            <a:extLst>
              <a:ext uri="{FF2B5EF4-FFF2-40B4-BE49-F238E27FC236}">
                <a16:creationId xmlns:a16="http://schemas.microsoft.com/office/drawing/2014/main" id="{C1792583-8D26-5E6D-B22A-877759AEBB4C}"/>
              </a:ext>
            </a:extLst>
          </p:cNvPr>
          <p:cNvSpPr/>
          <p:nvPr/>
        </p:nvSpPr>
        <p:spPr>
          <a:xfrm rot="5400000">
            <a:off x="6433814" y="5292081"/>
            <a:ext cx="102820" cy="178732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2" name="사각형: 둥근 모서리 51">
            <a:extLst>
              <a:ext uri="{FF2B5EF4-FFF2-40B4-BE49-F238E27FC236}">
                <a16:creationId xmlns:a16="http://schemas.microsoft.com/office/drawing/2014/main" id="{650C5AD0-F1FD-E51B-1AF3-BD3320882B28}"/>
              </a:ext>
            </a:extLst>
          </p:cNvPr>
          <p:cNvSpPr/>
          <p:nvPr/>
        </p:nvSpPr>
        <p:spPr>
          <a:xfrm>
            <a:off x="5999979" y="4980053"/>
            <a:ext cx="1001252" cy="1011221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595A07E-D9B9-37A0-3344-99BD011F7DAE}"/>
              </a:ext>
            </a:extLst>
          </p:cNvPr>
          <p:cNvSpPr txBox="1"/>
          <p:nvPr/>
        </p:nvSpPr>
        <p:spPr>
          <a:xfrm>
            <a:off x="114314" y="1289778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FF0000"/>
                </a:solidFill>
              </a:rPr>
              <a:t>**</a:t>
            </a:r>
            <a:r>
              <a:rPr lang="ko-KR" altLang="en-US" sz="800" dirty="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dirty="0" err="1">
                <a:solidFill>
                  <a:srgbClr val="FF0000"/>
                </a:solidFill>
              </a:rPr>
              <a:t>타공이</a:t>
            </a:r>
            <a:r>
              <a:rPr lang="ko-KR" altLang="en-US" sz="800" dirty="0">
                <a:solidFill>
                  <a:srgbClr val="FF0000"/>
                </a:solidFill>
              </a:rPr>
              <a:t> 필요할 수 </a:t>
            </a:r>
            <a:endParaRPr lang="en-US" altLang="ko-KR" sz="800" dirty="0">
              <a:solidFill>
                <a:srgbClr val="FF0000"/>
              </a:solidFill>
            </a:endParaRPr>
          </a:p>
          <a:p>
            <a:r>
              <a:rPr lang="ko-KR" altLang="en-US" sz="800" dirty="0">
                <a:solidFill>
                  <a:srgbClr val="FF0000"/>
                </a:solidFill>
              </a:rPr>
              <a:t>있으며</a:t>
            </a:r>
            <a:r>
              <a:rPr lang="en-US" altLang="ko-KR" sz="800" dirty="0">
                <a:solidFill>
                  <a:srgbClr val="FF0000"/>
                </a:solidFill>
              </a:rPr>
              <a:t> </a:t>
            </a:r>
            <a:r>
              <a:rPr lang="ko-KR" altLang="en-US" sz="800" dirty="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 dirty="0">
              <a:solidFill>
                <a:srgbClr val="FF0000"/>
              </a:solidFill>
            </a:endParaRPr>
          </a:p>
        </p:txBody>
      </p:sp>
      <p:sp>
        <p:nvSpPr>
          <p:cNvPr id="56" name="별: 꼭짓점 4개 55">
            <a:extLst>
              <a:ext uri="{FF2B5EF4-FFF2-40B4-BE49-F238E27FC236}">
                <a16:creationId xmlns:a16="http://schemas.microsoft.com/office/drawing/2014/main" id="{ED2E31A3-1371-0BEE-6534-DC8417294723}"/>
              </a:ext>
            </a:extLst>
          </p:cNvPr>
          <p:cNvSpPr/>
          <p:nvPr/>
        </p:nvSpPr>
        <p:spPr>
          <a:xfrm>
            <a:off x="6216094" y="5204116"/>
            <a:ext cx="557315" cy="559233"/>
          </a:xfrm>
          <a:prstGeom prst="star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45">
              <a:solidFill>
                <a:schemeClr val="tx1"/>
              </a:solidFill>
            </a:endParaRPr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112630FB-5E50-13F5-7C8D-55E1BB5BAA8A}"/>
              </a:ext>
            </a:extLst>
          </p:cNvPr>
          <p:cNvSpPr/>
          <p:nvPr/>
        </p:nvSpPr>
        <p:spPr>
          <a:xfrm flipV="1">
            <a:off x="3075709" y="4162715"/>
            <a:ext cx="98384" cy="59978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69" name="그룹 68">
            <a:extLst>
              <a:ext uri="{FF2B5EF4-FFF2-40B4-BE49-F238E27FC236}">
                <a16:creationId xmlns:a16="http://schemas.microsoft.com/office/drawing/2014/main" id="{57EE39F4-0B5B-5F42-C667-8295777F3DC5}"/>
              </a:ext>
            </a:extLst>
          </p:cNvPr>
          <p:cNvGrpSpPr/>
          <p:nvPr/>
        </p:nvGrpSpPr>
        <p:grpSpPr>
          <a:xfrm rot="5400000">
            <a:off x="4588886" y="4425253"/>
            <a:ext cx="99451" cy="545492"/>
            <a:chOff x="5324822" y="4538198"/>
            <a:chExt cx="99451" cy="545492"/>
          </a:xfrm>
        </p:grpSpPr>
        <p:sp>
          <p:nvSpPr>
            <p:cNvPr id="70" name="타원 69">
              <a:extLst>
                <a:ext uri="{FF2B5EF4-FFF2-40B4-BE49-F238E27FC236}">
                  <a16:creationId xmlns:a16="http://schemas.microsoft.com/office/drawing/2014/main" id="{40167834-78C2-99E5-6447-ABC3EE077B6B}"/>
                </a:ext>
              </a:extLst>
            </p:cNvPr>
            <p:cNvSpPr/>
            <p:nvPr/>
          </p:nvSpPr>
          <p:spPr>
            <a:xfrm>
              <a:off x="5325888" y="453819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71" name="타원 70">
              <a:extLst>
                <a:ext uri="{FF2B5EF4-FFF2-40B4-BE49-F238E27FC236}">
                  <a16:creationId xmlns:a16="http://schemas.microsoft.com/office/drawing/2014/main" id="{F267D619-7643-6FF1-E8E4-9EE3F0B0F2EE}"/>
                </a:ext>
              </a:extLst>
            </p:cNvPr>
            <p:cNvSpPr/>
            <p:nvPr/>
          </p:nvSpPr>
          <p:spPr>
            <a:xfrm>
              <a:off x="5324822" y="498530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75" name="TextBox 74">
            <a:extLst>
              <a:ext uri="{FF2B5EF4-FFF2-40B4-BE49-F238E27FC236}">
                <a16:creationId xmlns:a16="http://schemas.microsoft.com/office/drawing/2014/main" id="{5DD46E2E-B805-1ECD-7915-09B0665BB4CF}"/>
              </a:ext>
            </a:extLst>
          </p:cNvPr>
          <p:cNvSpPr txBox="1"/>
          <p:nvPr/>
        </p:nvSpPr>
        <p:spPr>
          <a:xfrm>
            <a:off x="5275470" y="6302371"/>
            <a:ext cx="222937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 err="1">
                <a:highlight>
                  <a:srgbClr val="FFFF00"/>
                </a:highlight>
              </a:rPr>
              <a:t>실링팬</a:t>
            </a:r>
            <a:r>
              <a:rPr lang="ko-KR" altLang="en-US" sz="1000" b="1" dirty="0">
                <a:highlight>
                  <a:srgbClr val="FFFF00"/>
                </a:highlight>
              </a:rPr>
              <a:t> </a:t>
            </a:r>
            <a:r>
              <a:rPr lang="ko-KR" altLang="en-US" sz="1000" b="1" dirty="0" err="1">
                <a:highlight>
                  <a:srgbClr val="FFFF00"/>
                </a:highlight>
              </a:rPr>
              <a:t>루씨에어</a:t>
            </a:r>
            <a:r>
              <a:rPr lang="en-US" altLang="ko-KR" sz="1000" b="1" dirty="0">
                <a:highlight>
                  <a:srgbClr val="FFFF00"/>
                </a:highlight>
              </a:rPr>
              <a:t>-</a:t>
            </a:r>
            <a:r>
              <a:rPr lang="ko-KR" altLang="en-US" sz="1000" b="1" dirty="0" err="1">
                <a:highlight>
                  <a:srgbClr val="FFFF00"/>
                </a:highlight>
              </a:rPr>
              <a:t>코타라</a:t>
            </a:r>
            <a:endParaRPr lang="en-US" altLang="ko-KR" sz="1000" b="1" dirty="0">
              <a:highlight>
                <a:srgbClr val="FFFF00"/>
              </a:highlight>
            </a:endParaRPr>
          </a:p>
          <a:p>
            <a:r>
              <a:rPr lang="ko-KR" altLang="en-US" sz="1000" b="1" dirty="0">
                <a:highlight>
                  <a:srgbClr val="FFFF00"/>
                </a:highlight>
              </a:rPr>
              <a:t>설치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>
                <a:highlight>
                  <a:srgbClr val="FFFF00"/>
                </a:highlight>
              </a:rPr>
              <a:t>보강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>
                <a:highlight>
                  <a:srgbClr val="FFFF00"/>
                </a:highlight>
              </a:rPr>
              <a:t>우물 천장 안 실크 도배</a:t>
            </a:r>
            <a:br>
              <a:rPr lang="en-US" altLang="ko-KR" sz="1000" b="1" dirty="0">
                <a:highlight>
                  <a:srgbClr val="FFFF00"/>
                </a:highlight>
              </a:rPr>
            </a:br>
            <a:r>
              <a:rPr lang="ko-KR" altLang="en-US" sz="1000" b="1" dirty="0">
                <a:highlight>
                  <a:srgbClr val="FFFF00"/>
                </a:highlight>
              </a:rPr>
              <a:t>우물조명 </a:t>
            </a:r>
            <a:r>
              <a:rPr lang="en-US" altLang="ko-KR" sz="1000" b="1" dirty="0">
                <a:highlight>
                  <a:srgbClr val="FFFF00"/>
                </a:highlight>
              </a:rPr>
              <a:t>2</a:t>
            </a:r>
            <a:r>
              <a:rPr lang="ko-KR" altLang="en-US" sz="1000" b="1" dirty="0">
                <a:highlight>
                  <a:srgbClr val="FFFF00"/>
                </a:highlight>
              </a:rPr>
              <a:t>줄 </a:t>
            </a:r>
            <a:r>
              <a:rPr lang="ko-KR" altLang="en-US" sz="1000" b="1" dirty="0" err="1">
                <a:highlight>
                  <a:srgbClr val="FFFF00"/>
                </a:highlight>
              </a:rPr>
              <a:t>전구색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 err="1">
                <a:highlight>
                  <a:srgbClr val="FFFF00"/>
                </a:highlight>
              </a:rPr>
              <a:t>주백색</a:t>
            </a:r>
            <a:endParaRPr lang="en-US" altLang="ko-KR" sz="1000" b="1" dirty="0">
              <a:highlight>
                <a:srgbClr val="FFFF00"/>
              </a:highlight>
            </a:endParaRPr>
          </a:p>
        </p:txBody>
      </p:sp>
      <p:sp>
        <p:nvSpPr>
          <p:cNvPr id="76" name="TextBox 13">
            <a:extLst>
              <a:ext uri="{FF2B5EF4-FFF2-40B4-BE49-F238E27FC236}">
                <a16:creationId xmlns:a16="http://schemas.microsoft.com/office/drawing/2014/main" id="{33373FA8-9C88-F678-58E0-3CD2E5F4562C}"/>
              </a:ext>
            </a:extLst>
          </p:cNvPr>
          <p:cNvSpPr txBox="1"/>
          <p:nvPr/>
        </p:nvSpPr>
        <p:spPr>
          <a:xfrm>
            <a:off x="156354" y="793753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dirty="0"/>
              <a:t>욕실 </a:t>
            </a:r>
            <a:r>
              <a:rPr lang="ko-KR" altLang="en-US" sz="800" b="1" dirty="0" err="1"/>
              <a:t>휴젠트여부에</a:t>
            </a:r>
            <a:r>
              <a:rPr lang="ko-KR" altLang="en-US" sz="800" b="1" dirty="0"/>
              <a:t> 대하여</a:t>
            </a:r>
            <a:endParaRPr lang="en-US" altLang="ko-KR" sz="800" b="1" dirty="0"/>
          </a:p>
          <a:p>
            <a:r>
              <a:rPr lang="ko-KR" altLang="en-US" sz="800" b="1" dirty="0"/>
              <a:t>기사분이 현장에서 파악하여</a:t>
            </a:r>
            <a:endParaRPr lang="en-US" altLang="ko-KR" sz="800" b="1" dirty="0"/>
          </a:p>
          <a:p>
            <a:r>
              <a:rPr lang="ko-KR" altLang="en-US" sz="800" b="1" dirty="0"/>
              <a:t>센서위치를 적용해드립니다</a:t>
            </a:r>
            <a:r>
              <a:rPr lang="en-US" altLang="ko-KR" sz="800" b="1" dirty="0"/>
              <a:t>.</a:t>
            </a:r>
            <a:endParaRPr lang="ko-KR" altLang="en-US" sz="800" b="1" dirty="0"/>
          </a:p>
        </p:txBody>
      </p:sp>
      <p:grpSp>
        <p:nvGrpSpPr>
          <p:cNvPr id="77" name="그룹 76">
            <a:extLst>
              <a:ext uri="{FF2B5EF4-FFF2-40B4-BE49-F238E27FC236}">
                <a16:creationId xmlns:a16="http://schemas.microsoft.com/office/drawing/2014/main" id="{F189BA88-EBA1-8230-04EF-076B237BBA7E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78" name="타원 77">
              <a:extLst>
                <a:ext uri="{FF2B5EF4-FFF2-40B4-BE49-F238E27FC236}">
                  <a16:creationId xmlns:a16="http://schemas.microsoft.com/office/drawing/2014/main" id="{5CAD349D-98F1-3A89-D427-2E8E63ED3F89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79" name="타원 78">
              <a:extLst>
                <a:ext uri="{FF2B5EF4-FFF2-40B4-BE49-F238E27FC236}">
                  <a16:creationId xmlns:a16="http://schemas.microsoft.com/office/drawing/2014/main" id="{35ED406F-E94E-64CE-E853-FFD255BBB2D3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0" name="타원 79">
              <a:extLst>
                <a:ext uri="{FF2B5EF4-FFF2-40B4-BE49-F238E27FC236}">
                  <a16:creationId xmlns:a16="http://schemas.microsoft.com/office/drawing/2014/main" id="{6671FB04-8845-8669-EE19-CCD5125096BA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1" name="TextBox 11">
              <a:extLst>
                <a:ext uri="{FF2B5EF4-FFF2-40B4-BE49-F238E27FC236}">
                  <a16:creationId xmlns:a16="http://schemas.microsoft.com/office/drawing/2014/main" id="{57040FDC-91F6-9EC2-984E-EC8189C5171B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간접조명 </a:t>
              </a:r>
              <a:r>
                <a:rPr lang="en-US" altLang="ko-KR" sz="700" dirty="0"/>
                <a:t>A 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간접조명 센서 </a:t>
              </a:r>
              <a:r>
                <a:rPr lang="en-US" altLang="ko-KR" sz="700" dirty="0"/>
                <a:t>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우물천장간접조명 및 커튼박수 추가</a:t>
              </a:r>
              <a:r>
                <a:rPr lang="en-US" altLang="ko-KR" sz="700" dirty="0"/>
                <a:t>(</a:t>
              </a:r>
              <a:r>
                <a:rPr lang="ko-KR" altLang="en-US" sz="700" dirty="0"/>
                <a:t>별도 추가</a:t>
              </a:r>
              <a:r>
                <a:rPr lang="en-US" altLang="ko-KR" sz="700" dirty="0"/>
                <a:t>)</a:t>
              </a:r>
            </a:p>
            <a:p>
              <a:endParaRPr lang="en-US" altLang="ko-KR" sz="700" dirty="0"/>
            </a:p>
          </p:txBody>
        </p:sp>
      </p:grp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ECDF2477-BC58-B9E4-775A-6E93D4B208B5}"/>
              </a:ext>
            </a:extLst>
          </p:cNvPr>
          <p:cNvSpPr/>
          <p:nvPr/>
        </p:nvSpPr>
        <p:spPr>
          <a:xfrm rot="10800000" flipV="1">
            <a:off x="9003988" y="3688168"/>
            <a:ext cx="98385" cy="52664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83" name="그룹 82">
            <a:extLst>
              <a:ext uri="{FF2B5EF4-FFF2-40B4-BE49-F238E27FC236}">
                <a16:creationId xmlns:a16="http://schemas.microsoft.com/office/drawing/2014/main" id="{1F71F902-08A5-E3C0-A8E9-5742C8EA56F8}"/>
              </a:ext>
            </a:extLst>
          </p:cNvPr>
          <p:cNvGrpSpPr/>
          <p:nvPr/>
        </p:nvGrpSpPr>
        <p:grpSpPr>
          <a:xfrm>
            <a:off x="5461959" y="4989049"/>
            <a:ext cx="100923" cy="1055008"/>
            <a:chOff x="4735802" y="4865202"/>
            <a:chExt cx="100923" cy="1055008"/>
          </a:xfrm>
        </p:grpSpPr>
        <p:sp>
          <p:nvSpPr>
            <p:cNvPr id="84" name="타원 83">
              <a:extLst>
                <a:ext uri="{FF2B5EF4-FFF2-40B4-BE49-F238E27FC236}">
                  <a16:creationId xmlns:a16="http://schemas.microsoft.com/office/drawing/2014/main" id="{7A97E48E-AD83-25B5-5E38-E84EC56C922A}"/>
                </a:ext>
              </a:extLst>
            </p:cNvPr>
            <p:cNvSpPr/>
            <p:nvPr/>
          </p:nvSpPr>
          <p:spPr>
            <a:xfrm>
              <a:off x="4737834" y="48652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85" name="타원 84">
              <a:extLst>
                <a:ext uri="{FF2B5EF4-FFF2-40B4-BE49-F238E27FC236}">
                  <a16:creationId xmlns:a16="http://schemas.microsoft.com/office/drawing/2014/main" id="{9C70481D-6C8A-2766-289C-495990E7F7B8}"/>
                </a:ext>
              </a:extLst>
            </p:cNvPr>
            <p:cNvSpPr/>
            <p:nvPr/>
          </p:nvSpPr>
          <p:spPr>
            <a:xfrm>
              <a:off x="4735802" y="534201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6" name="타원 85">
              <a:extLst>
                <a:ext uri="{FF2B5EF4-FFF2-40B4-BE49-F238E27FC236}">
                  <a16:creationId xmlns:a16="http://schemas.microsoft.com/office/drawing/2014/main" id="{B6124F11-DE10-2535-60D2-C37B3C3136C1}"/>
                </a:ext>
              </a:extLst>
            </p:cNvPr>
            <p:cNvSpPr/>
            <p:nvPr/>
          </p:nvSpPr>
          <p:spPr>
            <a:xfrm>
              <a:off x="4738340" y="58218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87" name="그룹 86">
            <a:extLst>
              <a:ext uri="{FF2B5EF4-FFF2-40B4-BE49-F238E27FC236}">
                <a16:creationId xmlns:a16="http://schemas.microsoft.com/office/drawing/2014/main" id="{ABE4D673-34FB-86C4-EF78-42F1D523AE9C}"/>
              </a:ext>
            </a:extLst>
          </p:cNvPr>
          <p:cNvGrpSpPr/>
          <p:nvPr/>
        </p:nvGrpSpPr>
        <p:grpSpPr>
          <a:xfrm>
            <a:off x="7406457" y="4943123"/>
            <a:ext cx="100923" cy="1055008"/>
            <a:chOff x="4735802" y="4865202"/>
            <a:chExt cx="100923" cy="1055008"/>
          </a:xfrm>
        </p:grpSpPr>
        <p:sp>
          <p:nvSpPr>
            <p:cNvPr id="88" name="타원 87">
              <a:extLst>
                <a:ext uri="{FF2B5EF4-FFF2-40B4-BE49-F238E27FC236}">
                  <a16:creationId xmlns:a16="http://schemas.microsoft.com/office/drawing/2014/main" id="{E4617CC5-9F35-D7C7-E21F-46023F5087F5}"/>
                </a:ext>
              </a:extLst>
            </p:cNvPr>
            <p:cNvSpPr/>
            <p:nvPr/>
          </p:nvSpPr>
          <p:spPr>
            <a:xfrm>
              <a:off x="4737834" y="48652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89" name="타원 88">
              <a:extLst>
                <a:ext uri="{FF2B5EF4-FFF2-40B4-BE49-F238E27FC236}">
                  <a16:creationId xmlns:a16="http://schemas.microsoft.com/office/drawing/2014/main" id="{DF13BF94-83F2-11F5-16A0-D53B39FDF627}"/>
                </a:ext>
              </a:extLst>
            </p:cNvPr>
            <p:cNvSpPr/>
            <p:nvPr/>
          </p:nvSpPr>
          <p:spPr>
            <a:xfrm>
              <a:off x="4735802" y="534201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90" name="타원 89">
              <a:extLst>
                <a:ext uri="{FF2B5EF4-FFF2-40B4-BE49-F238E27FC236}">
                  <a16:creationId xmlns:a16="http://schemas.microsoft.com/office/drawing/2014/main" id="{7AD3130D-E7EE-65F1-9C8E-6258E19738A9}"/>
                </a:ext>
              </a:extLst>
            </p:cNvPr>
            <p:cNvSpPr/>
            <p:nvPr/>
          </p:nvSpPr>
          <p:spPr>
            <a:xfrm>
              <a:off x="4738340" y="58218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44F96F94-2F66-429D-A4E4-AC97674C27B5}"/>
              </a:ext>
            </a:extLst>
          </p:cNvPr>
          <p:cNvSpPr/>
          <p:nvPr/>
        </p:nvSpPr>
        <p:spPr>
          <a:xfrm>
            <a:off x="6142854" y="5103878"/>
            <a:ext cx="712743" cy="767293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pic>
        <p:nvPicPr>
          <p:cNvPr id="33" name="그림 32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C41A4885-9930-9CA9-17A2-28E23F998EA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02" t="3086" r="4707" b="11674"/>
          <a:stretch>
            <a:fillRect/>
          </a:stretch>
        </p:blipFill>
        <p:spPr>
          <a:xfrm>
            <a:off x="705864" y="4772021"/>
            <a:ext cx="1619250" cy="1530350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CCD21231-B8AA-3B68-CC3A-3F32B63BBE04}"/>
              </a:ext>
            </a:extLst>
          </p:cNvPr>
          <p:cNvSpPr/>
          <p:nvPr/>
        </p:nvSpPr>
        <p:spPr>
          <a:xfrm>
            <a:off x="7636235" y="5637757"/>
            <a:ext cx="771958" cy="10326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794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C56B10B-EA06-4A79-482B-93E360207400}"/>
              </a:ext>
            </a:extLst>
          </p:cNvPr>
          <p:cNvSpPr txBox="1"/>
          <p:nvPr/>
        </p:nvSpPr>
        <p:spPr>
          <a:xfrm>
            <a:off x="7723334" y="4454245"/>
            <a:ext cx="13235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 err="1"/>
              <a:t>무선리모컨</a:t>
            </a:r>
            <a:endParaRPr lang="en-US" altLang="ko-KR" sz="1000" b="1" dirty="0"/>
          </a:p>
          <a:p>
            <a:pPr algn="ctr"/>
            <a:r>
              <a:rPr lang="en-US" altLang="ko-KR" sz="1000" b="1" dirty="0"/>
              <a:t>1</a:t>
            </a:r>
            <a:r>
              <a:rPr lang="ko-KR" altLang="en-US" sz="1000" b="1" dirty="0"/>
              <a:t>구</a:t>
            </a:r>
            <a:r>
              <a:rPr lang="en-US" altLang="ko-KR" sz="1000" b="1" dirty="0"/>
              <a:t>(3</a:t>
            </a:r>
            <a:r>
              <a:rPr lang="ko-KR" altLang="en-US" sz="1000" b="1" dirty="0"/>
              <a:t>채널</a:t>
            </a:r>
            <a:r>
              <a:rPr lang="en-US" altLang="ko-KR" sz="1000" b="1" dirty="0"/>
              <a:t>)</a:t>
            </a:r>
            <a:endParaRPr lang="ko-KR" altLang="en-US" sz="1000" b="1" dirty="0"/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8110E687-82CD-EF31-7576-B3D6AD6289FA}"/>
              </a:ext>
            </a:extLst>
          </p:cNvPr>
          <p:cNvGrpSpPr/>
          <p:nvPr/>
        </p:nvGrpSpPr>
        <p:grpSpPr>
          <a:xfrm>
            <a:off x="7627535" y="4785987"/>
            <a:ext cx="98814" cy="602893"/>
            <a:chOff x="4737834" y="4900127"/>
            <a:chExt cx="98814" cy="602893"/>
          </a:xfrm>
          <a:solidFill>
            <a:srgbClr val="00B0F0"/>
          </a:solidFill>
        </p:grpSpPr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233DD777-0003-3533-68E0-AC2BAAED05F5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8" name="타원 27">
              <a:extLst>
                <a:ext uri="{FF2B5EF4-FFF2-40B4-BE49-F238E27FC236}">
                  <a16:creationId xmlns:a16="http://schemas.microsoft.com/office/drawing/2014/main" id="{4F7A82D6-4A27-EDE3-6A86-E5B41FF89E94}"/>
                </a:ext>
              </a:extLst>
            </p:cNvPr>
            <p:cNvSpPr/>
            <p:nvPr/>
          </p:nvSpPr>
          <p:spPr>
            <a:xfrm>
              <a:off x="4738263" y="5404635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701D6E3E-1A17-9798-91AF-C1069BA6D903}"/>
              </a:ext>
            </a:extLst>
          </p:cNvPr>
          <p:cNvSpPr txBox="1"/>
          <p:nvPr/>
        </p:nvSpPr>
        <p:spPr>
          <a:xfrm>
            <a:off x="5591420" y="4471708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/>
              <a:t>전자식스위치</a:t>
            </a:r>
            <a:r>
              <a:rPr lang="en-US" altLang="ko-KR" sz="1000" b="1" dirty="0"/>
              <a:t>+</a:t>
            </a:r>
            <a:r>
              <a:rPr lang="ko-KR" altLang="en-US" sz="1000" b="1" dirty="0"/>
              <a:t>리모컨</a:t>
            </a:r>
          </a:p>
        </p:txBody>
      </p:sp>
      <p:pic>
        <p:nvPicPr>
          <p:cNvPr id="57" name="그림 56" descr="텍스트, 스크린샷, 리모컨, 전자 기기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057BBF5-F835-810F-C903-2C5EB8914D4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720" y="3070721"/>
            <a:ext cx="1757580" cy="144560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BB25DB7-F37E-DBD1-2E6F-1BA4D6056EAC}"/>
              </a:ext>
            </a:extLst>
          </p:cNvPr>
          <p:cNvSpPr txBox="1"/>
          <p:nvPr/>
        </p:nvSpPr>
        <p:spPr>
          <a:xfrm>
            <a:off x="1870318" y="35325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/>
              <a:t>84B</a:t>
            </a:r>
            <a:r>
              <a:rPr lang="ko-KR" altLang="en-US" sz="2000" b="1" dirty="0"/>
              <a:t>타입 간접 프리미엄 </a:t>
            </a:r>
            <a:r>
              <a:rPr lang="en-US" altLang="ko-KR" sz="2000" b="1" dirty="0"/>
              <a:t>SET + </a:t>
            </a:r>
            <a:r>
              <a:rPr lang="ko-KR" altLang="en-US" sz="2000" b="1" dirty="0" err="1"/>
              <a:t>실링팬</a:t>
            </a:r>
            <a:r>
              <a:rPr lang="ko-KR" altLang="en-US" sz="2000" b="1" dirty="0"/>
              <a:t> 우물두줄</a:t>
            </a:r>
            <a:endParaRPr lang="en-US" altLang="ko-KR" sz="2000" b="1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53FFFDB8-3C55-C9EF-C4E0-18D6D32859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72129" y="4752083"/>
            <a:ext cx="1577641" cy="1480256"/>
          </a:xfrm>
          <a:prstGeom prst="rect">
            <a:avLst/>
          </a:prstGeom>
        </p:spPr>
      </p:pic>
      <p:grpSp>
        <p:nvGrpSpPr>
          <p:cNvPr id="11" name="그룹 10">
            <a:extLst>
              <a:ext uri="{FF2B5EF4-FFF2-40B4-BE49-F238E27FC236}">
                <a16:creationId xmlns:a16="http://schemas.microsoft.com/office/drawing/2014/main" id="{48E39474-6E45-4D9A-D117-A5CAA3FC27F9}"/>
              </a:ext>
            </a:extLst>
          </p:cNvPr>
          <p:cNvGrpSpPr/>
          <p:nvPr/>
        </p:nvGrpSpPr>
        <p:grpSpPr>
          <a:xfrm>
            <a:off x="9528225" y="3390621"/>
            <a:ext cx="2153752" cy="1204197"/>
            <a:chOff x="149488" y="3169907"/>
            <a:chExt cx="2153752" cy="1204197"/>
          </a:xfrm>
        </p:grpSpPr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AC3A10AE-B22D-137D-76F1-9B06D2F1482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49488" y="3169907"/>
              <a:ext cx="2153752" cy="1203311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2C765446-E8A7-832D-55D2-94A2CF2D27F6}"/>
                </a:ext>
              </a:extLst>
            </p:cNvPr>
            <p:cNvSpPr txBox="1">
              <a:spLocks/>
            </p:cNvSpPr>
            <p:nvPr/>
          </p:nvSpPr>
          <p:spPr>
            <a:xfrm>
              <a:off x="243433" y="4066327"/>
              <a:ext cx="115608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 b="1" dirty="0" err="1"/>
                <a:t>코타라</a:t>
              </a:r>
              <a:r>
                <a:rPr lang="en-US" altLang="ko-KR" sz="1400" b="1" dirty="0"/>
                <a:t>-</a:t>
              </a:r>
              <a:r>
                <a:rPr lang="ko-KR" altLang="en-US" sz="1400" b="1" dirty="0"/>
                <a:t>거실</a:t>
              </a:r>
            </a:p>
          </p:txBody>
        </p:sp>
      </p:grpSp>
      <p:sp>
        <p:nvSpPr>
          <p:cNvPr id="15" name="별: 꼭짓점 4개 14">
            <a:extLst>
              <a:ext uri="{FF2B5EF4-FFF2-40B4-BE49-F238E27FC236}">
                <a16:creationId xmlns:a16="http://schemas.microsoft.com/office/drawing/2014/main" id="{FC5EAF7D-F262-EE5E-4221-AA0079A8625D}"/>
              </a:ext>
            </a:extLst>
          </p:cNvPr>
          <p:cNvSpPr/>
          <p:nvPr/>
        </p:nvSpPr>
        <p:spPr>
          <a:xfrm>
            <a:off x="8105072" y="4884372"/>
            <a:ext cx="557315" cy="559233"/>
          </a:xfrm>
          <a:prstGeom prst="star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45">
              <a:solidFill>
                <a:schemeClr val="tx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A7F4A37-E478-CD0C-9CB1-EF527443362A}"/>
              </a:ext>
            </a:extLst>
          </p:cNvPr>
          <p:cNvSpPr txBox="1"/>
          <p:nvPr/>
        </p:nvSpPr>
        <p:spPr>
          <a:xfrm>
            <a:off x="7545459" y="5828652"/>
            <a:ext cx="22293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 err="1">
                <a:highlight>
                  <a:srgbClr val="FFFF00"/>
                </a:highlight>
              </a:rPr>
              <a:t>실링팬</a:t>
            </a:r>
            <a:r>
              <a:rPr lang="ko-KR" altLang="en-US" sz="1000" b="1" dirty="0">
                <a:highlight>
                  <a:srgbClr val="FFFF00"/>
                </a:highlight>
              </a:rPr>
              <a:t> </a:t>
            </a:r>
            <a:r>
              <a:rPr lang="ko-KR" altLang="en-US" sz="1000" b="1" dirty="0" err="1">
                <a:highlight>
                  <a:srgbClr val="FFFF00"/>
                </a:highlight>
              </a:rPr>
              <a:t>루씨에어</a:t>
            </a:r>
            <a:endParaRPr lang="en-US" altLang="ko-KR" sz="1000" b="1" dirty="0">
              <a:highlight>
                <a:srgbClr val="FFFF00"/>
              </a:highlight>
            </a:endParaRPr>
          </a:p>
          <a:p>
            <a:r>
              <a:rPr lang="ko-KR" altLang="en-US" sz="1000" b="1" dirty="0">
                <a:highlight>
                  <a:srgbClr val="FFFF00"/>
                </a:highlight>
              </a:rPr>
              <a:t>설치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>
                <a:highlight>
                  <a:srgbClr val="FFFF00"/>
                </a:highlight>
              </a:rPr>
              <a:t>보강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>
                <a:highlight>
                  <a:srgbClr val="FFFF00"/>
                </a:highlight>
              </a:rPr>
              <a:t> 천장 실크 도배</a:t>
            </a:r>
            <a:endParaRPr lang="en-US" altLang="ko-KR" sz="1000" b="1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80855590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BAB97F-32EA-A070-DD28-EC88F29C86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6A7EEC8-505D-B623-59C6-FAC5109A5E8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950642" y="1160095"/>
            <a:ext cx="6314008" cy="521732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EFA25CB8-6439-F236-694A-D7A2BCC3D3DE}"/>
                  </a:ext>
                </a:extLst>
              </p:cNvPr>
              <p:cNvSpPr txBox="1"/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𝑩𝒎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 dirty="0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C9C45B41-D104-7D8F-567E-FD852AA04C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" name="직사각형 50">
            <a:extLst>
              <a:ext uri="{FF2B5EF4-FFF2-40B4-BE49-F238E27FC236}">
                <a16:creationId xmlns:a16="http://schemas.microsoft.com/office/drawing/2014/main" id="{A3571A5E-DD53-92E0-297C-17D2C7A60CFE}"/>
              </a:ext>
            </a:extLst>
          </p:cNvPr>
          <p:cNvSpPr/>
          <p:nvPr/>
        </p:nvSpPr>
        <p:spPr>
          <a:xfrm rot="5400000">
            <a:off x="6433814" y="5292081"/>
            <a:ext cx="102820" cy="178732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2" name="사각형: 둥근 모서리 51">
            <a:extLst>
              <a:ext uri="{FF2B5EF4-FFF2-40B4-BE49-F238E27FC236}">
                <a16:creationId xmlns:a16="http://schemas.microsoft.com/office/drawing/2014/main" id="{474A11A8-5B44-4129-246F-B395988766A8}"/>
              </a:ext>
            </a:extLst>
          </p:cNvPr>
          <p:cNvSpPr/>
          <p:nvPr/>
        </p:nvSpPr>
        <p:spPr>
          <a:xfrm>
            <a:off x="5999979" y="4980053"/>
            <a:ext cx="1001252" cy="1011221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22592D2-C58D-E0AF-F411-EAC6D37F1F33}"/>
              </a:ext>
            </a:extLst>
          </p:cNvPr>
          <p:cNvSpPr txBox="1"/>
          <p:nvPr/>
        </p:nvSpPr>
        <p:spPr>
          <a:xfrm>
            <a:off x="114314" y="1289778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FF0000"/>
                </a:solidFill>
              </a:rPr>
              <a:t>**</a:t>
            </a:r>
            <a:r>
              <a:rPr lang="ko-KR" altLang="en-US" sz="800" dirty="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dirty="0" err="1">
                <a:solidFill>
                  <a:srgbClr val="FF0000"/>
                </a:solidFill>
              </a:rPr>
              <a:t>타공이</a:t>
            </a:r>
            <a:r>
              <a:rPr lang="ko-KR" altLang="en-US" sz="800" dirty="0">
                <a:solidFill>
                  <a:srgbClr val="FF0000"/>
                </a:solidFill>
              </a:rPr>
              <a:t> 필요할 수 </a:t>
            </a:r>
            <a:endParaRPr lang="en-US" altLang="ko-KR" sz="800" dirty="0">
              <a:solidFill>
                <a:srgbClr val="FF0000"/>
              </a:solidFill>
            </a:endParaRPr>
          </a:p>
          <a:p>
            <a:r>
              <a:rPr lang="ko-KR" altLang="en-US" sz="800" dirty="0">
                <a:solidFill>
                  <a:srgbClr val="FF0000"/>
                </a:solidFill>
              </a:rPr>
              <a:t>있으며</a:t>
            </a:r>
            <a:r>
              <a:rPr lang="en-US" altLang="ko-KR" sz="800" dirty="0">
                <a:solidFill>
                  <a:srgbClr val="FF0000"/>
                </a:solidFill>
              </a:rPr>
              <a:t> </a:t>
            </a:r>
            <a:r>
              <a:rPr lang="ko-KR" altLang="en-US" sz="800" dirty="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 dirty="0">
              <a:solidFill>
                <a:srgbClr val="FF0000"/>
              </a:solidFill>
            </a:endParaRPr>
          </a:p>
        </p:txBody>
      </p:sp>
      <p:sp>
        <p:nvSpPr>
          <p:cNvPr id="56" name="별: 꼭짓점 4개 55">
            <a:extLst>
              <a:ext uri="{FF2B5EF4-FFF2-40B4-BE49-F238E27FC236}">
                <a16:creationId xmlns:a16="http://schemas.microsoft.com/office/drawing/2014/main" id="{B91A1061-C1E5-6DE5-B23E-D976B02E74E5}"/>
              </a:ext>
            </a:extLst>
          </p:cNvPr>
          <p:cNvSpPr/>
          <p:nvPr/>
        </p:nvSpPr>
        <p:spPr>
          <a:xfrm>
            <a:off x="6216094" y="5204116"/>
            <a:ext cx="557315" cy="559233"/>
          </a:xfrm>
          <a:prstGeom prst="star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45">
              <a:solidFill>
                <a:schemeClr val="tx1"/>
              </a:solidFill>
            </a:endParaRPr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FC26030E-27A7-1D3C-0B8B-B2BC9A4A8E9B}"/>
              </a:ext>
            </a:extLst>
          </p:cNvPr>
          <p:cNvSpPr/>
          <p:nvPr/>
        </p:nvSpPr>
        <p:spPr>
          <a:xfrm flipV="1">
            <a:off x="3075709" y="4162715"/>
            <a:ext cx="98384" cy="59978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69" name="그룹 68">
            <a:extLst>
              <a:ext uri="{FF2B5EF4-FFF2-40B4-BE49-F238E27FC236}">
                <a16:creationId xmlns:a16="http://schemas.microsoft.com/office/drawing/2014/main" id="{64E7BD50-546C-CDA9-82D4-E4104FFB5BC4}"/>
              </a:ext>
            </a:extLst>
          </p:cNvPr>
          <p:cNvGrpSpPr/>
          <p:nvPr/>
        </p:nvGrpSpPr>
        <p:grpSpPr>
          <a:xfrm rot="5400000">
            <a:off x="4588886" y="4425253"/>
            <a:ext cx="99451" cy="545492"/>
            <a:chOff x="5324822" y="4538198"/>
            <a:chExt cx="99451" cy="545492"/>
          </a:xfrm>
        </p:grpSpPr>
        <p:sp>
          <p:nvSpPr>
            <p:cNvPr id="70" name="타원 69">
              <a:extLst>
                <a:ext uri="{FF2B5EF4-FFF2-40B4-BE49-F238E27FC236}">
                  <a16:creationId xmlns:a16="http://schemas.microsoft.com/office/drawing/2014/main" id="{112871D6-0723-5C96-EC13-5B3574175941}"/>
                </a:ext>
              </a:extLst>
            </p:cNvPr>
            <p:cNvSpPr/>
            <p:nvPr/>
          </p:nvSpPr>
          <p:spPr>
            <a:xfrm>
              <a:off x="5325888" y="453819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71" name="타원 70">
              <a:extLst>
                <a:ext uri="{FF2B5EF4-FFF2-40B4-BE49-F238E27FC236}">
                  <a16:creationId xmlns:a16="http://schemas.microsoft.com/office/drawing/2014/main" id="{19BA6EA2-61F7-2F18-6EE1-3F53D6651123}"/>
                </a:ext>
              </a:extLst>
            </p:cNvPr>
            <p:cNvSpPr/>
            <p:nvPr/>
          </p:nvSpPr>
          <p:spPr>
            <a:xfrm>
              <a:off x="5324822" y="498530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75" name="TextBox 74">
            <a:extLst>
              <a:ext uri="{FF2B5EF4-FFF2-40B4-BE49-F238E27FC236}">
                <a16:creationId xmlns:a16="http://schemas.microsoft.com/office/drawing/2014/main" id="{31CBE296-2F7A-3840-2F19-241FD54C7336}"/>
              </a:ext>
            </a:extLst>
          </p:cNvPr>
          <p:cNvSpPr txBox="1"/>
          <p:nvPr/>
        </p:nvSpPr>
        <p:spPr>
          <a:xfrm>
            <a:off x="5275470" y="6302371"/>
            <a:ext cx="222937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 err="1">
                <a:highlight>
                  <a:srgbClr val="FFFF00"/>
                </a:highlight>
              </a:rPr>
              <a:t>실링팬</a:t>
            </a:r>
            <a:r>
              <a:rPr lang="ko-KR" altLang="en-US" sz="1000" b="1" dirty="0">
                <a:highlight>
                  <a:srgbClr val="FFFF00"/>
                </a:highlight>
              </a:rPr>
              <a:t> </a:t>
            </a:r>
            <a:r>
              <a:rPr lang="ko-KR" altLang="en-US" sz="1000" b="1" dirty="0" err="1">
                <a:highlight>
                  <a:srgbClr val="FFFF00"/>
                </a:highlight>
              </a:rPr>
              <a:t>루씨에어</a:t>
            </a:r>
            <a:endParaRPr lang="en-US" altLang="ko-KR" sz="1000" b="1" dirty="0">
              <a:highlight>
                <a:srgbClr val="FFFF00"/>
              </a:highlight>
            </a:endParaRPr>
          </a:p>
          <a:p>
            <a:r>
              <a:rPr lang="ko-KR" altLang="en-US" sz="1000" b="1" dirty="0">
                <a:highlight>
                  <a:srgbClr val="FFFF00"/>
                </a:highlight>
              </a:rPr>
              <a:t>설치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>
                <a:highlight>
                  <a:srgbClr val="FFFF00"/>
                </a:highlight>
              </a:rPr>
              <a:t>보강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>
                <a:highlight>
                  <a:srgbClr val="FFFF00"/>
                </a:highlight>
              </a:rPr>
              <a:t>우물 천장 안 실크 도배</a:t>
            </a:r>
            <a:br>
              <a:rPr lang="en-US" altLang="ko-KR" sz="1000" b="1" dirty="0">
                <a:highlight>
                  <a:srgbClr val="FFFF00"/>
                </a:highlight>
              </a:rPr>
            </a:br>
            <a:r>
              <a:rPr lang="ko-KR" altLang="en-US" sz="1000" b="1" dirty="0">
                <a:highlight>
                  <a:srgbClr val="FFFF00"/>
                </a:highlight>
              </a:rPr>
              <a:t>우물조명 </a:t>
            </a:r>
            <a:r>
              <a:rPr lang="en-US" altLang="ko-KR" sz="1000" b="1" dirty="0">
                <a:highlight>
                  <a:srgbClr val="FFFF00"/>
                </a:highlight>
              </a:rPr>
              <a:t>2</a:t>
            </a:r>
            <a:r>
              <a:rPr lang="ko-KR" altLang="en-US" sz="1000" b="1" dirty="0">
                <a:highlight>
                  <a:srgbClr val="FFFF00"/>
                </a:highlight>
              </a:rPr>
              <a:t>줄 </a:t>
            </a:r>
            <a:r>
              <a:rPr lang="ko-KR" altLang="en-US" sz="1000" b="1" dirty="0" err="1">
                <a:highlight>
                  <a:srgbClr val="FFFF00"/>
                </a:highlight>
              </a:rPr>
              <a:t>전구색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 err="1">
                <a:highlight>
                  <a:srgbClr val="FFFF00"/>
                </a:highlight>
              </a:rPr>
              <a:t>주백색</a:t>
            </a:r>
            <a:endParaRPr lang="en-US" altLang="ko-KR" sz="1000" b="1" dirty="0">
              <a:highlight>
                <a:srgbClr val="FFFF00"/>
              </a:highlight>
            </a:endParaRPr>
          </a:p>
        </p:txBody>
      </p:sp>
      <p:sp>
        <p:nvSpPr>
          <p:cNvPr id="76" name="TextBox 13">
            <a:extLst>
              <a:ext uri="{FF2B5EF4-FFF2-40B4-BE49-F238E27FC236}">
                <a16:creationId xmlns:a16="http://schemas.microsoft.com/office/drawing/2014/main" id="{64C959D0-D1E3-C44A-9979-B82DDC63DB47}"/>
              </a:ext>
            </a:extLst>
          </p:cNvPr>
          <p:cNvSpPr txBox="1"/>
          <p:nvPr/>
        </p:nvSpPr>
        <p:spPr>
          <a:xfrm>
            <a:off x="156354" y="793753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dirty="0"/>
              <a:t>욕실 </a:t>
            </a:r>
            <a:r>
              <a:rPr lang="ko-KR" altLang="en-US" sz="800" b="1" dirty="0" err="1"/>
              <a:t>휴젠트여부에</a:t>
            </a:r>
            <a:r>
              <a:rPr lang="ko-KR" altLang="en-US" sz="800" b="1" dirty="0"/>
              <a:t> 대하여</a:t>
            </a:r>
            <a:endParaRPr lang="en-US" altLang="ko-KR" sz="800" b="1" dirty="0"/>
          </a:p>
          <a:p>
            <a:r>
              <a:rPr lang="ko-KR" altLang="en-US" sz="800" b="1" dirty="0"/>
              <a:t>기사분이 현장에서 파악하여</a:t>
            </a:r>
            <a:endParaRPr lang="en-US" altLang="ko-KR" sz="800" b="1" dirty="0"/>
          </a:p>
          <a:p>
            <a:r>
              <a:rPr lang="ko-KR" altLang="en-US" sz="800" b="1" dirty="0"/>
              <a:t>센서위치를 적용해드립니다</a:t>
            </a:r>
            <a:r>
              <a:rPr lang="en-US" altLang="ko-KR" sz="800" b="1" dirty="0"/>
              <a:t>.</a:t>
            </a:r>
            <a:endParaRPr lang="ko-KR" altLang="en-US" sz="800" b="1" dirty="0"/>
          </a:p>
        </p:txBody>
      </p:sp>
      <p:grpSp>
        <p:nvGrpSpPr>
          <p:cNvPr id="77" name="그룹 76">
            <a:extLst>
              <a:ext uri="{FF2B5EF4-FFF2-40B4-BE49-F238E27FC236}">
                <a16:creationId xmlns:a16="http://schemas.microsoft.com/office/drawing/2014/main" id="{7E2DAE59-850D-BAC8-6706-7F5ED78E53E3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78" name="타원 77">
              <a:extLst>
                <a:ext uri="{FF2B5EF4-FFF2-40B4-BE49-F238E27FC236}">
                  <a16:creationId xmlns:a16="http://schemas.microsoft.com/office/drawing/2014/main" id="{02896B49-A352-030E-2E3B-895BA3043BF0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79" name="타원 78">
              <a:extLst>
                <a:ext uri="{FF2B5EF4-FFF2-40B4-BE49-F238E27FC236}">
                  <a16:creationId xmlns:a16="http://schemas.microsoft.com/office/drawing/2014/main" id="{694A30BF-D2E9-D624-CDE1-103F9ED81736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0" name="타원 79">
              <a:extLst>
                <a:ext uri="{FF2B5EF4-FFF2-40B4-BE49-F238E27FC236}">
                  <a16:creationId xmlns:a16="http://schemas.microsoft.com/office/drawing/2014/main" id="{AC4BA6A1-DF78-746F-AED9-427BE12B0937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1" name="TextBox 11">
              <a:extLst>
                <a:ext uri="{FF2B5EF4-FFF2-40B4-BE49-F238E27FC236}">
                  <a16:creationId xmlns:a16="http://schemas.microsoft.com/office/drawing/2014/main" id="{22F2EDC2-6239-5242-07AE-68267B204E41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간접조명 </a:t>
              </a:r>
              <a:r>
                <a:rPr lang="en-US" altLang="ko-KR" sz="700" dirty="0"/>
                <a:t>A 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간접조명 센서 </a:t>
              </a:r>
              <a:r>
                <a:rPr lang="en-US" altLang="ko-KR" sz="700" dirty="0"/>
                <a:t>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우물천장간접조명 및 커튼박수 추가</a:t>
              </a:r>
              <a:r>
                <a:rPr lang="en-US" altLang="ko-KR" sz="700" dirty="0"/>
                <a:t>(</a:t>
              </a:r>
              <a:r>
                <a:rPr lang="ko-KR" altLang="en-US" sz="700" dirty="0"/>
                <a:t>별도 추가</a:t>
              </a:r>
              <a:r>
                <a:rPr lang="en-US" altLang="ko-KR" sz="700" dirty="0"/>
                <a:t>)</a:t>
              </a:r>
            </a:p>
            <a:p>
              <a:endParaRPr lang="en-US" altLang="ko-KR" sz="700" dirty="0"/>
            </a:p>
          </p:txBody>
        </p:sp>
      </p:grp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8595DEE4-1569-5EA0-F03A-7F5A8A7DBD6A}"/>
              </a:ext>
            </a:extLst>
          </p:cNvPr>
          <p:cNvSpPr/>
          <p:nvPr/>
        </p:nvSpPr>
        <p:spPr>
          <a:xfrm rot="10800000" flipV="1">
            <a:off x="9003988" y="3688168"/>
            <a:ext cx="98385" cy="52664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83" name="그룹 82">
            <a:extLst>
              <a:ext uri="{FF2B5EF4-FFF2-40B4-BE49-F238E27FC236}">
                <a16:creationId xmlns:a16="http://schemas.microsoft.com/office/drawing/2014/main" id="{8400C561-7D94-EFA0-9AA5-93C4B889B45A}"/>
              </a:ext>
            </a:extLst>
          </p:cNvPr>
          <p:cNvGrpSpPr/>
          <p:nvPr/>
        </p:nvGrpSpPr>
        <p:grpSpPr>
          <a:xfrm>
            <a:off x="5461959" y="4989049"/>
            <a:ext cx="100923" cy="1055008"/>
            <a:chOff x="4735802" y="4865202"/>
            <a:chExt cx="100923" cy="1055008"/>
          </a:xfrm>
        </p:grpSpPr>
        <p:sp>
          <p:nvSpPr>
            <p:cNvPr id="84" name="타원 83">
              <a:extLst>
                <a:ext uri="{FF2B5EF4-FFF2-40B4-BE49-F238E27FC236}">
                  <a16:creationId xmlns:a16="http://schemas.microsoft.com/office/drawing/2014/main" id="{20D291B1-4F53-549A-EBD3-ABA4F9673F78}"/>
                </a:ext>
              </a:extLst>
            </p:cNvPr>
            <p:cNvSpPr/>
            <p:nvPr/>
          </p:nvSpPr>
          <p:spPr>
            <a:xfrm>
              <a:off x="4737834" y="48652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85" name="타원 84">
              <a:extLst>
                <a:ext uri="{FF2B5EF4-FFF2-40B4-BE49-F238E27FC236}">
                  <a16:creationId xmlns:a16="http://schemas.microsoft.com/office/drawing/2014/main" id="{0FB8419F-F55D-E992-9735-BF9E9992FDA2}"/>
                </a:ext>
              </a:extLst>
            </p:cNvPr>
            <p:cNvSpPr/>
            <p:nvPr/>
          </p:nvSpPr>
          <p:spPr>
            <a:xfrm>
              <a:off x="4735802" y="534201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6" name="타원 85">
              <a:extLst>
                <a:ext uri="{FF2B5EF4-FFF2-40B4-BE49-F238E27FC236}">
                  <a16:creationId xmlns:a16="http://schemas.microsoft.com/office/drawing/2014/main" id="{51943768-9AC2-9555-0F0C-11F8D689F9FC}"/>
                </a:ext>
              </a:extLst>
            </p:cNvPr>
            <p:cNvSpPr/>
            <p:nvPr/>
          </p:nvSpPr>
          <p:spPr>
            <a:xfrm>
              <a:off x="4738340" y="58218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87" name="그룹 86">
            <a:extLst>
              <a:ext uri="{FF2B5EF4-FFF2-40B4-BE49-F238E27FC236}">
                <a16:creationId xmlns:a16="http://schemas.microsoft.com/office/drawing/2014/main" id="{04AEB414-E924-04E7-891C-42474C330F1D}"/>
              </a:ext>
            </a:extLst>
          </p:cNvPr>
          <p:cNvGrpSpPr/>
          <p:nvPr/>
        </p:nvGrpSpPr>
        <p:grpSpPr>
          <a:xfrm>
            <a:off x="7406457" y="4943123"/>
            <a:ext cx="100923" cy="1055008"/>
            <a:chOff x="4735802" y="4865202"/>
            <a:chExt cx="100923" cy="1055008"/>
          </a:xfrm>
        </p:grpSpPr>
        <p:sp>
          <p:nvSpPr>
            <p:cNvPr id="88" name="타원 87">
              <a:extLst>
                <a:ext uri="{FF2B5EF4-FFF2-40B4-BE49-F238E27FC236}">
                  <a16:creationId xmlns:a16="http://schemas.microsoft.com/office/drawing/2014/main" id="{8FD8D9AC-16A5-B718-A857-0C5540111A1F}"/>
                </a:ext>
              </a:extLst>
            </p:cNvPr>
            <p:cNvSpPr/>
            <p:nvPr/>
          </p:nvSpPr>
          <p:spPr>
            <a:xfrm>
              <a:off x="4737834" y="48652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89" name="타원 88">
              <a:extLst>
                <a:ext uri="{FF2B5EF4-FFF2-40B4-BE49-F238E27FC236}">
                  <a16:creationId xmlns:a16="http://schemas.microsoft.com/office/drawing/2014/main" id="{19622E98-A388-475F-5FE6-F7DAD9136D7F}"/>
                </a:ext>
              </a:extLst>
            </p:cNvPr>
            <p:cNvSpPr/>
            <p:nvPr/>
          </p:nvSpPr>
          <p:spPr>
            <a:xfrm>
              <a:off x="4735802" y="534201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90" name="타원 89">
              <a:extLst>
                <a:ext uri="{FF2B5EF4-FFF2-40B4-BE49-F238E27FC236}">
                  <a16:creationId xmlns:a16="http://schemas.microsoft.com/office/drawing/2014/main" id="{BADFD28E-C7C8-125B-9FAC-BE22602F337F}"/>
                </a:ext>
              </a:extLst>
            </p:cNvPr>
            <p:cNvSpPr/>
            <p:nvPr/>
          </p:nvSpPr>
          <p:spPr>
            <a:xfrm>
              <a:off x="4738340" y="58218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835E80D3-2D17-DC9A-EA91-D74B46532A99}"/>
              </a:ext>
            </a:extLst>
          </p:cNvPr>
          <p:cNvSpPr/>
          <p:nvPr/>
        </p:nvSpPr>
        <p:spPr>
          <a:xfrm>
            <a:off x="6142854" y="5103878"/>
            <a:ext cx="712743" cy="767293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pic>
        <p:nvPicPr>
          <p:cNvPr id="33" name="그림 32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7AE3675D-01B8-411E-D665-BC43DB856A7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02" t="3086" r="4707" b="11674"/>
          <a:stretch>
            <a:fillRect/>
          </a:stretch>
        </p:blipFill>
        <p:spPr>
          <a:xfrm>
            <a:off x="705864" y="4772021"/>
            <a:ext cx="1619250" cy="1530350"/>
          </a:xfrm>
          <a:prstGeom prst="rect">
            <a:avLst/>
          </a:prstGeom>
        </p:spPr>
      </p:pic>
      <p:grpSp>
        <p:nvGrpSpPr>
          <p:cNvPr id="34" name="그룹 33">
            <a:extLst>
              <a:ext uri="{FF2B5EF4-FFF2-40B4-BE49-F238E27FC236}">
                <a16:creationId xmlns:a16="http://schemas.microsoft.com/office/drawing/2014/main" id="{02A26F79-B133-4AFD-4523-26AF4E03CB28}"/>
              </a:ext>
            </a:extLst>
          </p:cNvPr>
          <p:cNvGrpSpPr/>
          <p:nvPr/>
        </p:nvGrpSpPr>
        <p:grpSpPr>
          <a:xfrm>
            <a:off x="6443209" y="3493196"/>
            <a:ext cx="771438" cy="620194"/>
            <a:chOff x="-283352" y="332433"/>
            <a:chExt cx="771438" cy="620194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5326A747-8EE7-EF29-BE4A-384BF1879D53}"/>
                </a:ext>
              </a:extLst>
            </p:cNvPr>
            <p:cNvSpPr txBox="1"/>
            <p:nvPr/>
          </p:nvSpPr>
          <p:spPr>
            <a:xfrm>
              <a:off x="-283352" y="540430"/>
              <a:ext cx="771438" cy="18466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ko-KR" altLang="en-US" sz="600" b="1" dirty="0"/>
                <a:t>서비스 조명 </a:t>
              </a:r>
              <a:r>
                <a:rPr lang="en-US" altLang="ko-KR" sz="600" b="1" dirty="0"/>
                <a:t>2EA</a:t>
              </a:r>
              <a:endParaRPr lang="ko-KR" altLang="en-US" sz="600" b="1" dirty="0"/>
            </a:p>
          </p:txBody>
        </p:sp>
        <p:grpSp>
          <p:nvGrpSpPr>
            <p:cNvPr id="36" name="그룹 35">
              <a:extLst>
                <a:ext uri="{FF2B5EF4-FFF2-40B4-BE49-F238E27FC236}">
                  <a16:creationId xmlns:a16="http://schemas.microsoft.com/office/drawing/2014/main" id="{4A57F89A-BB6D-4B7C-3B22-AD2560D68E30}"/>
                </a:ext>
              </a:extLst>
            </p:cNvPr>
            <p:cNvGrpSpPr/>
            <p:nvPr/>
          </p:nvGrpSpPr>
          <p:grpSpPr>
            <a:xfrm>
              <a:off x="368880" y="332433"/>
              <a:ext cx="98814" cy="620194"/>
              <a:chOff x="4737834" y="4900127"/>
              <a:chExt cx="98814" cy="620194"/>
            </a:xfrm>
            <a:solidFill>
              <a:srgbClr val="FF00FF"/>
            </a:solidFill>
          </p:grpSpPr>
          <p:sp>
            <p:nvSpPr>
              <p:cNvPr id="37" name="타원 36">
                <a:extLst>
                  <a:ext uri="{FF2B5EF4-FFF2-40B4-BE49-F238E27FC236}">
                    <a16:creationId xmlns:a16="http://schemas.microsoft.com/office/drawing/2014/main" id="{2FB006C7-7227-950D-5A1E-9B197B0D4C7A}"/>
                  </a:ext>
                </a:extLst>
              </p:cNvPr>
              <p:cNvSpPr/>
              <p:nvPr/>
            </p:nvSpPr>
            <p:spPr>
              <a:xfrm>
                <a:off x="4737834" y="4900127"/>
                <a:ext cx="98385" cy="98385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타원 37">
                <a:extLst>
                  <a:ext uri="{FF2B5EF4-FFF2-40B4-BE49-F238E27FC236}">
                    <a16:creationId xmlns:a16="http://schemas.microsoft.com/office/drawing/2014/main" id="{33EBCDFA-06AA-FABE-3D47-694DA2C6E0DC}"/>
                  </a:ext>
                </a:extLst>
              </p:cNvPr>
              <p:cNvSpPr/>
              <p:nvPr/>
            </p:nvSpPr>
            <p:spPr>
              <a:xfrm>
                <a:off x="4738263" y="5421936"/>
                <a:ext cx="98385" cy="98385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600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96" name="그룹 95">
            <a:extLst>
              <a:ext uri="{FF2B5EF4-FFF2-40B4-BE49-F238E27FC236}">
                <a16:creationId xmlns:a16="http://schemas.microsoft.com/office/drawing/2014/main" id="{C917E4B0-701F-0B4E-6D8E-0E52FD9D8705}"/>
              </a:ext>
            </a:extLst>
          </p:cNvPr>
          <p:cNvGrpSpPr/>
          <p:nvPr/>
        </p:nvGrpSpPr>
        <p:grpSpPr>
          <a:xfrm rot="5400000">
            <a:off x="4985891" y="2145012"/>
            <a:ext cx="434559" cy="1785757"/>
            <a:chOff x="5122634" y="4714862"/>
            <a:chExt cx="434559" cy="1785757"/>
          </a:xfrm>
        </p:grpSpPr>
        <p:sp>
          <p:nvSpPr>
            <p:cNvPr id="97" name="직사각형 96">
              <a:extLst>
                <a:ext uri="{FF2B5EF4-FFF2-40B4-BE49-F238E27FC236}">
                  <a16:creationId xmlns:a16="http://schemas.microsoft.com/office/drawing/2014/main" id="{A4F38EAC-0A85-D7AB-A58F-35375600446A}"/>
                </a:ext>
              </a:extLst>
            </p:cNvPr>
            <p:cNvSpPr/>
            <p:nvPr/>
          </p:nvSpPr>
          <p:spPr>
            <a:xfrm rot="16200000" flipV="1">
              <a:off x="5317054" y="4520442"/>
              <a:ext cx="45719" cy="434559"/>
            </a:xfrm>
            <a:prstGeom prst="rect">
              <a:avLst/>
            </a:prstGeom>
            <a:solidFill>
              <a:srgbClr val="FF00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5734AAA9-414B-874A-E69B-EC4E6A10D995}"/>
                </a:ext>
              </a:extLst>
            </p:cNvPr>
            <p:cNvSpPr txBox="1"/>
            <p:nvPr/>
          </p:nvSpPr>
          <p:spPr>
            <a:xfrm rot="16200000">
              <a:off x="4607905" y="5733422"/>
              <a:ext cx="1303562" cy="230832"/>
            </a:xfrm>
            <a:prstGeom prst="rect">
              <a:avLst/>
            </a:prstGeom>
            <a:solidFill>
              <a:srgbClr val="FFC000"/>
            </a:solidFill>
          </p:spPr>
          <p:txBody>
            <a:bodyPr wrap="none" rtlCol="0">
              <a:spAutoFit/>
            </a:bodyPr>
            <a:lstStyle/>
            <a:p>
              <a:r>
                <a:rPr lang="ko-KR" altLang="en-US" sz="900" b="1" dirty="0"/>
                <a:t>싱크대 </a:t>
              </a:r>
              <a:r>
                <a:rPr lang="ko-KR" altLang="en-US" sz="900" b="1" dirty="0" err="1"/>
                <a:t>간접등</a:t>
              </a:r>
              <a:r>
                <a:rPr lang="ko-KR" altLang="en-US" sz="900" b="1" dirty="0"/>
                <a:t> 서비스</a:t>
              </a:r>
            </a:p>
          </p:txBody>
        </p:sp>
        <p:cxnSp>
          <p:nvCxnSpPr>
            <p:cNvPr id="99" name="직선 화살표 연결선 98">
              <a:extLst>
                <a:ext uri="{FF2B5EF4-FFF2-40B4-BE49-F238E27FC236}">
                  <a16:creationId xmlns:a16="http://schemas.microsoft.com/office/drawing/2014/main" id="{CB676272-BC87-B9E6-8369-05557B2EE3D1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5015369" y="4978819"/>
              <a:ext cx="43647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직사각형 1">
            <a:extLst>
              <a:ext uri="{FF2B5EF4-FFF2-40B4-BE49-F238E27FC236}">
                <a16:creationId xmlns:a16="http://schemas.microsoft.com/office/drawing/2014/main" id="{CABD85E1-9E14-7E75-4E2A-035C482316C3}"/>
              </a:ext>
            </a:extLst>
          </p:cNvPr>
          <p:cNvSpPr/>
          <p:nvPr/>
        </p:nvSpPr>
        <p:spPr>
          <a:xfrm>
            <a:off x="7636235" y="5637757"/>
            <a:ext cx="771958" cy="10326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794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66910B3-3D34-29D0-3989-440ED621F240}"/>
              </a:ext>
            </a:extLst>
          </p:cNvPr>
          <p:cNvSpPr txBox="1"/>
          <p:nvPr/>
        </p:nvSpPr>
        <p:spPr>
          <a:xfrm>
            <a:off x="7707429" y="5019829"/>
            <a:ext cx="13235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 err="1"/>
              <a:t>무선리모컨</a:t>
            </a:r>
            <a:endParaRPr lang="en-US" altLang="ko-KR" sz="1000" b="1" dirty="0"/>
          </a:p>
          <a:p>
            <a:pPr algn="ctr"/>
            <a:r>
              <a:rPr lang="en-US" altLang="ko-KR" sz="1000" b="1" dirty="0"/>
              <a:t>1</a:t>
            </a:r>
            <a:r>
              <a:rPr lang="ko-KR" altLang="en-US" sz="1000" b="1" dirty="0"/>
              <a:t>구</a:t>
            </a:r>
            <a:r>
              <a:rPr lang="en-US" altLang="ko-KR" sz="1000" b="1" dirty="0"/>
              <a:t>(3</a:t>
            </a:r>
            <a:r>
              <a:rPr lang="ko-KR" altLang="en-US" sz="1000" b="1" dirty="0"/>
              <a:t>채널</a:t>
            </a:r>
            <a:r>
              <a:rPr lang="en-US" altLang="ko-KR" sz="1000" b="1" dirty="0"/>
              <a:t>)</a:t>
            </a:r>
            <a:endParaRPr lang="ko-KR" altLang="en-US" sz="1000" b="1" dirty="0"/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7A6DB287-EC7E-7126-530F-EA1157BE76E9}"/>
              </a:ext>
            </a:extLst>
          </p:cNvPr>
          <p:cNvGrpSpPr/>
          <p:nvPr/>
        </p:nvGrpSpPr>
        <p:grpSpPr>
          <a:xfrm>
            <a:off x="7627535" y="4785987"/>
            <a:ext cx="98814" cy="602893"/>
            <a:chOff x="4737834" y="4900127"/>
            <a:chExt cx="98814" cy="602893"/>
          </a:xfrm>
          <a:solidFill>
            <a:srgbClr val="00B0F0"/>
          </a:solidFill>
        </p:grpSpPr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F96BE2A3-FB54-519A-863C-F739FC550AB0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8" name="타원 27">
              <a:extLst>
                <a:ext uri="{FF2B5EF4-FFF2-40B4-BE49-F238E27FC236}">
                  <a16:creationId xmlns:a16="http://schemas.microsoft.com/office/drawing/2014/main" id="{81A409BA-DE3E-1F02-8580-81DC75EB5CB8}"/>
                </a:ext>
              </a:extLst>
            </p:cNvPr>
            <p:cNvSpPr/>
            <p:nvPr/>
          </p:nvSpPr>
          <p:spPr>
            <a:xfrm>
              <a:off x="4738263" y="5404635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1E435F38-B163-E390-2D65-ED708858AF0B}"/>
              </a:ext>
            </a:extLst>
          </p:cNvPr>
          <p:cNvGrpSpPr/>
          <p:nvPr/>
        </p:nvGrpSpPr>
        <p:grpSpPr>
          <a:xfrm>
            <a:off x="3960539" y="3647849"/>
            <a:ext cx="393400" cy="497746"/>
            <a:chOff x="9191246" y="3797098"/>
            <a:chExt cx="393400" cy="497746"/>
          </a:xfrm>
          <a:solidFill>
            <a:srgbClr val="CC0000"/>
          </a:solidFill>
        </p:grpSpPr>
        <p:grpSp>
          <p:nvGrpSpPr>
            <p:cNvPr id="32" name="그룹 31">
              <a:extLst>
                <a:ext uri="{FF2B5EF4-FFF2-40B4-BE49-F238E27FC236}">
                  <a16:creationId xmlns:a16="http://schemas.microsoft.com/office/drawing/2014/main" id="{E3AE1823-1047-4B69-40F9-E1694BE70DBC}"/>
                </a:ext>
              </a:extLst>
            </p:cNvPr>
            <p:cNvGrpSpPr/>
            <p:nvPr/>
          </p:nvGrpSpPr>
          <p:grpSpPr>
            <a:xfrm>
              <a:off x="9485832" y="3799905"/>
              <a:ext cx="98814" cy="494939"/>
              <a:chOff x="4599721" y="4900127"/>
              <a:chExt cx="98814" cy="494939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43" name="타원 42">
                <a:extLst>
                  <a:ext uri="{FF2B5EF4-FFF2-40B4-BE49-F238E27FC236}">
                    <a16:creationId xmlns:a16="http://schemas.microsoft.com/office/drawing/2014/main" id="{7332E07D-E02C-63F5-9823-58DEB9D31C28}"/>
                  </a:ext>
                </a:extLst>
              </p:cNvPr>
              <p:cNvSpPr/>
              <p:nvPr/>
            </p:nvSpPr>
            <p:spPr>
              <a:xfrm>
                <a:off x="4599721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4" name="타원 43">
                <a:extLst>
                  <a:ext uri="{FF2B5EF4-FFF2-40B4-BE49-F238E27FC236}">
                    <a16:creationId xmlns:a16="http://schemas.microsoft.com/office/drawing/2014/main" id="{39E9B57D-DFCB-0B43-F7EF-B38F59942599}"/>
                  </a:ext>
                </a:extLst>
              </p:cNvPr>
              <p:cNvSpPr/>
              <p:nvPr/>
            </p:nvSpPr>
            <p:spPr>
              <a:xfrm>
                <a:off x="4600150" y="5296681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39" name="별: 꼭짓점 7개 38">
              <a:extLst>
                <a:ext uri="{FF2B5EF4-FFF2-40B4-BE49-F238E27FC236}">
                  <a16:creationId xmlns:a16="http://schemas.microsoft.com/office/drawing/2014/main" id="{6E4FDA72-8C63-13C0-977B-70859AB7250E}"/>
                </a:ext>
              </a:extLst>
            </p:cNvPr>
            <p:cNvSpPr/>
            <p:nvPr/>
          </p:nvSpPr>
          <p:spPr>
            <a:xfrm rot="5400000">
              <a:off x="9263291" y="3929059"/>
              <a:ext cx="244351" cy="235659"/>
            </a:xfrm>
            <a:prstGeom prst="star7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86" b="1" dirty="0">
                <a:ln w="22225">
                  <a:solidFill>
                    <a:srgbClr val="FFFF00"/>
                  </a:solidFill>
                  <a:prstDash val="solid"/>
                </a:ln>
                <a:solidFill>
                  <a:srgbClr val="C00000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</a:endParaRPr>
            </a:p>
          </p:txBody>
        </p:sp>
        <p:grpSp>
          <p:nvGrpSpPr>
            <p:cNvPr id="40" name="그룹 39">
              <a:extLst>
                <a:ext uri="{FF2B5EF4-FFF2-40B4-BE49-F238E27FC236}">
                  <a16:creationId xmlns:a16="http://schemas.microsoft.com/office/drawing/2014/main" id="{348AF325-0E98-9E7C-6E61-FDCCD09F9175}"/>
                </a:ext>
              </a:extLst>
            </p:cNvPr>
            <p:cNvGrpSpPr/>
            <p:nvPr/>
          </p:nvGrpSpPr>
          <p:grpSpPr>
            <a:xfrm>
              <a:off x="9191246" y="3797098"/>
              <a:ext cx="98814" cy="494939"/>
              <a:chOff x="4737834" y="4900127"/>
              <a:chExt cx="98814" cy="494939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41" name="타원 40">
                <a:extLst>
                  <a:ext uri="{FF2B5EF4-FFF2-40B4-BE49-F238E27FC236}">
                    <a16:creationId xmlns:a16="http://schemas.microsoft.com/office/drawing/2014/main" id="{8D121970-F074-66BF-3C76-E5F3DE66BF78}"/>
                  </a:ext>
                </a:extLst>
              </p:cNvPr>
              <p:cNvSpPr/>
              <p:nvPr/>
            </p:nvSpPr>
            <p:spPr>
              <a:xfrm>
                <a:off x="47378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2" name="타원 41">
                <a:extLst>
                  <a:ext uri="{FF2B5EF4-FFF2-40B4-BE49-F238E27FC236}">
                    <a16:creationId xmlns:a16="http://schemas.microsoft.com/office/drawing/2014/main" id="{B4C78328-E96C-F678-0BC8-3C7CE2C68C99}"/>
                  </a:ext>
                </a:extLst>
              </p:cNvPr>
              <p:cNvSpPr/>
              <p:nvPr/>
            </p:nvSpPr>
            <p:spPr>
              <a:xfrm>
                <a:off x="4738263" y="5296681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46" name="TextBox 45">
            <a:extLst>
              <a:ext uri="{FF2B5EF4-FFF2-40B4-BE49-F238E27FC236}">
                <a16:creationId xmlns:a16="http://schemas.microsoft.com/office/drawing/2014/main" id="{B6972540-029F-9B3D-3327-3B46E12B9D08}"/>
              </a:ext>
            </a:extLst>
          </p:cNvPr>
          <p:cNvSpPr txBox="1"/>
          <p:nvPr/>
        </p:nvSpPr>
        <p:spPr>
          <a:xfrm>
            <a:off x="3146270" y="2988734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dirty="0">
                <a:highlight>
                  <a:srgbClr val="FFFF00"/>
                </a:highlight>
              </a:rPr>
              <a:t>현관미정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AB54591-FB1D-77C5-6752-C3C00B66EF8E}"/>
              </a:ext>
            </a:extLst>
          </p:cNvPr>
          <p:cNvSpPr txBox="1"/>
          <p:nvPr/>
        </p:nvSpPr>
        <p:spPr>
          <a:xfrm>
            <a:off x="5591420" y="4471708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/>
              <a:t>전자식스위치</a:t>
            </a:r>
            <a:r>
              <a:rPr lang="en-US" altLang="ko-KR" sz="1000" b="1" dirty="0"/>
              <a:t>+</a:t>
            </a:r>
            <a:r>
              <a:rPr lang="ko-KR" altLang="en-US" sz="1000" b="1" dirty="0"/>
              <a:t>리모컨</a:t>
            </a:r>
          </a:p>
        </p:txBody>
      </p:sp>
      <p:pic>
        <p:nvPicPr>
          <p:cNvPr id="57" name="그림 56" descr="텍스트, 스크린샷, 리모컨, 전자 기기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7340AF0-8E0C-4B32-01CD-79A2CBA7BEA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720" y="3070721"/>
            <a:ext cx="1757580" cy="144560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8D2C818-4278-3ECE-A433-A90F28B7BC11}"/>
              </a:ext>
            </a:extLst>
          </p:cNvPr>
          <p:cNvSpPr txBox="1"/>
          <p:nvPr/>
        </p:nvSpPr>
        <p:spPr>
          <a:xfrm>
            <a:off x="1870318" y="35325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/>
              <a:t>84B</a:t>
            </a:r>
            <a:r>
              <a:rPr lang="ko-KR" altLang="en-US" sz="2000" b="1" dirty="0"/>
              <a:t>타입 간접 프리미엄 </a:t>
            </a:r>
            <a:r>
              <a:rPr lang="en-US" altLang="ko-KR" sz="2000" b="1" dirty="0"/>
              <a:t>SET + </a:t>
            </a:r>
            <a:r>
              <a:rPr lang="ko-KR" altLang="en-US" sz="2000" b="1" dirty="0" err="1"/>
              <a:t>실링팬</a:t>
            </a:r>
            <a:r>
              <a:rPr lang="ko-KR" altLang="en-US" sz="2000" b="1" dirty="0"/>
              <a:t> 우물두줄</a:t>
            </a:r>
            <a:endParaRPr lang="en-US" altLang="ko-KR" sz="2000" b="1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B9FDF568-BFB9-9A53-F542-F8D42093F5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72129" y="4752083"/>
            <a:ext cx="1577641" cy="1480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767120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7667E0-ADA9-2BF4-C7FA-D1115D7D76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C19BFD4-E1BD-E344-7D23-6E45892568A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231431" y="1177275"/>
            <a:ext cx="7763470" cy="55664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EC97F20-23AE-EBB6-9A8F-3088BB6033E4}"/>
                  </a:ext>
                </a:extLst>
              </p:cNvPr>
              <p:cNvSpPr txBox="1"/>
              <p:nvPr/>
            </p:nvSpPr>
            <p:spPr>
              <a:xfrm>
                <a:off x="10171035" y="1071060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𝑪𝒎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 dirty="0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EC97F20-23AE-EBB6-9A8F-3088BB6033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71035" y="1071060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3B1F1D59-B617-6DF3-2E1A-AA9444AF8CDF}"/>
              </a:ext>
            </a:extLst>
          </p:cNvPr>
          <p:cNvSpPr txBox="1"/>
          <p:nvPr/>
        </p:nvSpPr>
        <p:spPr>
          <a:xfrm>
            <a:off x="1877344" y="356152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/>
              <a:t>84C</a:t>
            </a:r>
            <a:r>
              <a:rPr lang="ko-KR" altLang="en-US" sz="2000" b="1" dirty="0"/>
              <a:t>타입 간접</a:t>
            </a:r>
            <a:r>
              <a:rPr lang="en-US" altLang="ko-KR" sz="2000" b="1" dirty="0"/>
              <a:t>A /</a:t>
            </a:r>
            <a:r>
              <a:rPr lang="ko-KR" altLang="en-US" sz="2000" b="1" dirty="0"/>
              <a:t>간접</a:t>
            </a:r>
            <a:r>
              <a:rPr lang="en-US" altLang="ko-KR" sz="2000" b="1" dirty="0"/>
              <a:t> </a:t>
            </a:r>
            <a:r>
              <a:rPr lang="ko-KR" altLang="en-US" sz="2000" b="1" dirty="0"/>
              <a:t>센서 </a:t>
            </a:r>
            <a:r>
              <a:rPr lang="en-US" altLang="ko-KR" sz="2000" b="1" dirty="0"/>
              <a:t>SET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C837994-CAD5-2DA4-0268-EE58701253D7}"/>
              </a:ext>
            </a:extLst>
          </p:cNvPr>
          <p:cNvSpPr/>
          <p:nvPr/>
        </p:nvSpPr>
        <p:spPr>
          <a:xfrm rot="10800000">
            <a:off x="2368925" y="3163887"/>
            <a:ext cx="102820" cy="196917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76FE471F-070A-7C0C-8AF2-F9DE556BD4ED}"/>
              </a:ext>
            </a:extLst>
          </p:cNvPr>
          <p:cNvSpPr/>
          <p:nvPr/>
        </p:nvSpPr>
        <p:spPr>
          <a:xfrm>
            <a:off x="2754091" y="3515340"/>
            <a:ext cx="1238568" cy="1250900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D8332E77-A14D-9038-900F-D5BF7273E221}"/>
              </a:ext>
            </a:extLst>
          </p:cNvPr>
          <p:cNvSpPr/>
          <p:nvPr/>
        </p:nvSpPr>
        <p:spPr>
          <a:xfrm>
            <a:off x="2923028" y="3667427"/>
            <a:ext cx="907746" cy="952009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FC31942-D309-040B-8EED-5B458A3AB351}"/>
              </a:ext>
            </a:extLst>
          </p:cNvPr>
          <p:cNvSpPr txBox="1"/>
          <p:nvPr/>
        </p:nvSpPr>
        <p:spPr>
          <a:xfrm>
            <a:off x="4114888" y="4244258"/>
            <a:ext cx="11155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/>
              <a:t>전자식스위치</a:t>
            </a:r>
            <a:endParaRPr lang="en-US" altLang="ko-KR" sz="1000" b="1" dirty="0"/>
          </a:p>
          <a:p>
            <a:pPr algn="ctr"/>
            <a:r>
              <a:rPr lang="en-US" altLang="ko-KR" sz="1000" b="1" dirty="0"/>
              <a:t>+</a:t>
            </a:r>
            <a:r>
              <a:rPr lang="ko-KR" altLang="en-US" sz="1000" b="1" dirty="0"/>
              <a:t>리모컨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0745DE18-765F-5F0D-9B54-68C90E6CBF43}"/>
              </a:ext>
            </a:extLst>
          </p:cNvPr>
          <p:cNvGrpSpPr/>
          <p:nvPr/>
        </p:nvGrpSpPr>
        <p:grpSpPr>
          <a:xfrm rot="5400000">
            <a:off x="3251591" y="2403695"/>
            <a:ext cx="98860" cy="1389968"/>
            <a:chOff x="4737865" y="4841392"/>
            <a:chExt cx="98860" cy="1389968"/>
          </a:xfrm>
        </p:grpSpPr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DB6D03EB-8FA6-D1EB-FCDB-EBCFB53F3BA8}"/>
                </a:ext>
              </a:extLst>
            </p:cNvPr>
            <p:cNvSpPr/>
            <p:nvPr/>
          </p:nvSpPr>
          <p:spPr>
            <a:xfrm>
              <a:off x="4737865" y="484139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1D42ECBE-A941-3ED8-A1A3-6661527232DA}"/>
                </a:ext>
              </a:extLst>
            </p:cNvPr>
            <p:cNvSpPr/>
            <p:nvPr/>
          </p:nvSpPr>
          <p:spPr>
            <a:xfrm>
              <a:off x="4738318" y="5489563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0535E2E5-78E9-12E1-60CE-488D5E0F6A3A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309742E0-B575-56DD-51D9-19A365DEEAB2}"/>
              </a:ext>
            </a:extLst>
          </p:cNvPr>
          <p:cNvSpPr/>
          <p:nvPr/>
        </p:nvSpPr>
        <p:spPr>
          <a:xfrm rot="16200000" flipV="1">
            <a:off x="4855722" y="3482129"/>
            <a:ext cx="98384" cy="65114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45BF4239-9C14-FECA-E61A-CC09AE37088B}"/>
              </a:ext>
            </a:extLst>
          </p:cNvPr>
          <p:cNvSpPr/>
          <p:nvPr/>
        </p:nvSpPr>
        <p:spPr>
          <a:xfrm flipV="1">
            <a:off x="5997990" y="3020224"/>
            <a:ext cx="98384" cy="81035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178780BA-35EB-6C27-290A-B80A2B7F34B7}"/>
              </a:ext>
            </a:extLst>
          </p:cNvPr>
          <p:cNvGrpSpPr/>
          <p:nvPr/>
        </p:nvGrpSpPr>
        <p:grpSpPr>
          <a:xfrm rot="5400000">
            <a:off x="7281100" y="4155886"/>
            <a:ext cx="98802" cy="576856"/>
            <a:chOff x="4737846" y="5034905"/>
            <a:chExt cx="98802" cy="576856"/>
          </a:xfrm>
        </p:grpSpPr>
        <p:sp>
          <p:nvSpPr>
            <p:cNvPr id="30" name="타원 29">
              <a:extLst>
                <a:ext uri="{FF2B5EF4-FFF2-40B4-BE49-F238E27FC236}">
                  <a16:creationId xmlns:a16="http://schemas.microsoft.com/office/drawing/2014/main" id="{89874F85-7FBD-8A27-7219-C45DAD67B41A}"/>
                </a:ext>
              </a:extLst>
            </p:cNvPr>
            <p:cNvSpPr/>
            <p:nvPr/>
          </p:nvSpPr>
          <p:spPr>
            <a:xfrm>
              <a:off x="4737846" y="503490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31" name="타원 30">
              <a:extLst>
                <a:ext uri="{FF2B5EF4-FFF2-40B4-BE49-F238E27FC236}">
                  <a16:creationId xmlns:a16="http://schemas.microsoft.com/office/drawing/2014/main" id="{553716F1-025A-97B5-94EC-78A77406A740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4EA56590-44A8-7F22-5CFB-ACC0309C4B9F}"/>
              </a:ext>
            </a:extLst>
          </p:cNvPr>
          <p:cNvSpPr txBox="1"/>
          <p:nvPr/>
        </p:nvSpPr>
        <p:spPr>
          <a:xfrm>
            <a:off x="15023" y="3667427"/>
            <a:ext cx="2217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highlight>
                  <a:srgbClr val="FFFF00"/>
                </a:highlight>
              </a:rPr>
              <a:t>우물은 두가지 </a:t>
            </a:r>
            <a:r>
              <a:rPr lang="ko-KR" altLang="en-US" sz="900" dirty="0" err="1">
                <a:highlight>
                  <a:srgbClr val="FFFF00"/>
                </a:highlight>
              </a:rPr>
              <a:t>타입중</a:t>
            </a:r>
            <a:r>
              <a:rPr lang="ko-KR" altLang="en-US" sz="900" dirty="0">
                <a:highlight>
                  <a:srgbClr val="FFFF00"/>
                </a:highlight>
              </a:rPr>
              <a:t> 선택 가능합니다</a:t>
            </a:r>
            <a:r>
              <a:rPr lang="en-US" altLang="ko-KR" sz="900" dirty="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900" dirty="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900" dirty="0">
                <a:highlight>
                  <a:srgbClr val="FFFF00"/>
                </a:highlight>
              </a:rPr>
              <a:t>. </a:t>
            </a:r>
            <a:endParaRPr lang="ko-KR" altLang="en-US" sz="900" dirty="0">
              <a:highlight>
                <a:srgbClr val="FFFF00"/>
              </a:highlight>
            </a:endParaRPr>
          </a:p>
        </p:txBody>
      </p: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22753F19-D119-1D0F-4771-F784044DCD55}"/>
              </a:ext>
            </a:extLst>
          </p:cNvPr>
          <p:cNvCxnSpPr>
            <a:cxnSpLocks/>
          </p:cNvCxnSpPr>
          <p:nvPr/>
        </p:nvCxnSpPr>
        <p:spPr>
          <a:xfrm>
            <a:off x="2098801" y="3757866"/>
            <a:ext cx="65529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310B07FF-06D4-C326-4946-FA61B46306CE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1B28D560-DCAA-F901-3A2A-2AD0199AD71F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8" name="타원 37">
              <a:extLst>
                <a:ext uri="{FF2B5EF4-FFF2-40B4-BE49-F238E27FC236}">
                  <a16:creationId xmlns:a16="http://schemas.microsoft.com/office/drawing/2014/main" id="{F4DC10FB-58D5-D1D1-D7F2-8A7AC1F00110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6F4B63AD-DE73-A116-F4FB-2329643D2FDF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0" name="TextBox 11">
              <a:extLst>
                <a:ext uri="{FF2B5EF4-FFF2-40B4-BE49-F238E27FC236}">
                  <a16:creationId xmlns:a16="http://schemas.microsoft.com/office/drawing/2014/main" id="{6A43D6F0-3444-AB70-1016-379772CCCC33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간접조명 </a:t>
              </a:r>
              <a:r>
                <a:rPr lang="en-US" altLang="ko-KR" sz="700" dirty="0"/>
                <a:t>A 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간접조명 센서 </a:t>
              </a:r>
              <a:r>
                <a:rPr lang="en-US" altLang="ko-KR" sz="700" dirty="0"/>
                <a:t>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우물천장간접조명 및 커튼박수 추가</a:t>
              </a:r>
              <a:r>
                <a:rPr lang="en-US" altLang="ko-KR" sz="700" dirty="0"/>
                <a:t>(</a:t>
              </a:r>
              <a:r>
                <a:rPr lang="ko-KR" altLang="en-US" sz="700" dirty="0"/>
                <a:t>별도 추가</a:t>
              </a:r>
              <a:r>
                <a:rPr lang="en-US" altLang="ko-KR" sz="700" dirty="0"/>
                <a:t>)</a:t>
              </a:r>
            </a:p>
            <a:p>
              <a:endParaRPr lang="en-US" altLang="ko-KR" sz="700" dirty="0"/>
            </a:p>
          </p:txBody>
        </p:sp>
      </p:grpSp>
      <p:sp>
        <p:nvSpPr>
          <p:cNvPr id="41" name="TextBox 40">
            <a:extLst>
              <a:ext uri="{FF2B5EF4-FFF2-40B4-BE49-F238E27FC236}">
                <a16:creationId xmlns:a16="http://schemas.microsoft.com/office/drawing/2014/main" id="{E23A7AA5-E842-D9C5-1183-A6B49675B378}"/>
              </a:ext>
            </a:extLst>
          </p:cNvPr>
          <p:cNvSpPr txBox="1"/>
          <p:nvPr/>
        </p:nvSpPr>
        <p:spPr>
          <a:xfrm>
            <a:off x="112365" y="1352422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FF0000"/>
                </a:solidFill>
              </a:rPr>
              <a:t>**</a:t>
            </a:r>
            <a:r>
              <a:rPr lang="ko-KR" altLang="en-US" sz="800" dirty="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dirty="0" err="1">
                <a:solidFill>
                  <a:srgbClr val="FF0000"/>
                </a:solidFill>
              </a:rPr>
              <a:t>타공이</a:t>
            </a:r>
            <a:r>
              <a:rPr lang="ko-KR" altLang="en-US" sz="800" dirty="0">
                <a:solidFill>
                  <a:srgbClr val="FF0000"/>
                </a:solidFill>
              </a:rPr>
              <a:t> 필요할 수 </a:t>
            </a:r>
            <a:endParaRPr lang="en-US" altLang="ko-KR" sz="800" dirty="0">
              <a:solidFill>
                <a:srgbClr val="FF0000"/>
              </a:solidFill>
            </a:endParaRPr>
          </a:p>
          <a:p>
            <a:r>
              <a:rPr lang="ko-KR" altLang="en-US" sz="800" dirty="0">
                <a:solidFill>
                  <a:srgbClr val="FF0000"/>
                </a:solidFill>
              </a:rPr>
              <a:t>있으며</a:t>
            </a:r>
            <a:r>
              <a:rPr lang="en-US" altLang="ko-KR" sz="800" dirty="0">
                <a:solidFill>
                  <a:srgbClr val="FF0000"/>
                </a:solidFill>
              </a:rPr>
              <a:t> </a:t>
            </a:r>
            <a:r>
              <a:rPr lang="ko-KR" altLang="en-US" sz="800" dirty="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 dirty="0">
              <a:solidFill>
                <a:srgbClr val="FF0000"/>
              </a:solidFill>
            </a:endParaRPr>
          </a:p>
        </p:txBody>
      </p:sp>
      <p:sp>
        <p:nvSpPr>
          <p:cNvPr id="42" name="TextBox 13">
            <a:extLst>
              <a:ext uri="{FF2B5EF4-FFF2-40B4-BE49-F238E27FC236}">
                <a16:creationId xmlns:a16="http://schemas.microsoft.com/office/drawing/2014/main" id="{12FB7DBD-E598-BEF6-C9A3-430538936C4A}"/>
              </a:ext>
            </a:extLst>
          </p:cNvPr>
          <p:cNvSpPr txBox="1"/>
          <p:nvPr/>
        </p:nvSpPr>
        <p:spPr>
          <a:xfrm>
            <a:off x="157805" y="861897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dirty="0"/>
              <a:t>욕실 </a:t>
            </a:r>
            <a:r>
              <a:rPr lang="ko-KR" altLang="en-US" sz="800" b="1" dirty="0" err="1"/>
              <a:t>휴젠트여부에</a:t>
            </a:r>
            <a:r>
              <a:rPr lang="ko-KR" altLang="en-US" sz="800" b="1" dirty="0"/>
              <a:t> 대하여</a:t>
            </a:r>
            <a:endParaRPr lang="en-US" altLang="ko-KR" sz="800" b="1" dirty="0"/>
          </a:p>
          <a:p>
            <a:r>
              <a:rPr lang="ko-KR" altLang="en-US" sz="800" b="1" dirty="0"/>
              <a:t>기사분이 현장에서 파악하여</a:t>
            </a:r>
            <a:endParaRPr lang="en-US" altLang="ko-KR" sz="800" b="1" dirty="0"/>
          </a:p>
          <a:p>
            <a:r>
              <a:rPr lang="ko-KR" altLang="en-US" sz="800" b="1" dirty="0"/>
              <a:t>센서위치를 적용해드립니다</a:t>
            </a:r>
            <a:r>
              <a:rPr lang="en-US" altLang="ko-KR" sz="800" b="1" dirty="0"/>
              <a:t>.</a:t>
            </a:r>
            <a:endParaRPr lang="ko-KR" altLang="en-US" sz="800" b="1" dirty="0"/>
          </a:p>
        </p:txBody>
      </p: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75463942-25D4-AB75-50DE-D3625CD45DBB}"/>
              </a:ext>
            </a:extLst>
          </p:cNvPr>
          <p:cNvGrpSpPr/>
          <p:nvPr/>
        </p:nvGrpSpPr>
        <p:grpSpPr>
          <a:xfrm rot="5400000">
            <a:off x="3249929" y="4477980"/>
            <a:ext cx="98860" cy="1389968"/>
            <a:chOff x="4737865" y="4841392"/>
            <a:chExt cx="98860" cy="1389968"/>
          </a:xfrm>
        </p:grpSpPr>
        <p:sp>
          <p:nvSpPr>
            <p:cNvPr id="49" name="타원 48">
              <a:extLst>
                <a:ext uri="{FF2B5EF4-FFF2-40B4-BE49-F238E27FC236}">
                  <a16:creationId xmlns:a16="http://schemas.microsoft.com/office/drawing/2014/main" id="{96F652C0-EDB8-E4BA-04CC-95D75A448EAC}"/>
                </a:ext>
              </a:extLst>
            </p:cNvPr>
            <p:cNvSpPr/>
            <p:nvPr/>
          </p:nvSpPr>
          <p:spPr>
            <a:xfrm>
              <a:off x="4737865" y="484139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50" name="타원 49">
              <a:extLst>
                <a:ext uri="{FF2B5EF4-FFF2-40B4-BE49-F238E27FC236}">
                  <a16:creationId xmlns:a16="http://schemas.microsoft.com/office/drawing/2014/main" id="{63B6C610-FEEE-C04F-1718-A6773085E337}"/>
                </a:ext>
              </a:extLst>
            </p:cNvPr>
            <p:cNvSpPr/>
            <p:nvPr/>
          </p:nvSpPr>
          <p:spPr>
            <a:xfrm>
              <a:off x="4738318" y="5489563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1" name="타원 50">
              <a:extLst>
                <a:ext uri="{FF2B5EF4-FFF2-40B4-BE49-F238E27FC236}">
                  <a16:creationId xmlns:a16="http://schemas.microsoft.com/office/drawing/2014/main" id="{8532F903-654E-D03F-ABA0-54BBD0CC98D0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F8900E61-0A8A-C4E8-B5ED-58AC1A12BB8E}"/>
              </a:ext>
            </a:extLst>
          </p:cNvPr>
          <p:cNvSpPr/>
          <p:nvPr/>
        </p:nvSpPr>
        <p:spPr>
          <a:xfrm rot="16200000" flipV="1">
            <a:off x="7843598" y="2779634"/>
            <a:ext cx="98384" cy="585816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656822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86EB13-B6BA-0254-F61B-0EAD726A55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DC1C86C9-E780-F174-0E8A-4ED6EB9F97D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231431" y="1177275"/>
            <a:ext cx="7763470" cy="55664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3B1A4C0-BA3E-32D0-D174-FB1E73AF17CA}"/>
                  </a:ext>
                </a:extLst>
              </p:cNvPr>
              <p:cNvSpPr txBox="1"/>
              <p:nvPr/>
            </p:nvSpPr>
            <p:spPr>
              <a:xfrm>
                <a:off x="10171035" y="1071060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𝑪𝒎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 dirty="0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3B1A4C0-BA3E-32D0-D174-FB1E73AF17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71035" y="1071060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E539B940-5EF8-49B9-19FF-123C1EF69D01}"/>
              </a:ext>
            </a:extLst>
          </p:cNvPr>
          <p:cNvSpPr txBox="1"/>
          <p:nvPr/>
        </p:nvSpPr>
        <p:spPr>
          <a:xfrm>
            <a:off x="1877344" y="356152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/>
              <a:t>84C</a:t>
            </a:r>
            <a:r>
              <a:rPr lang="ko-KR" altLang="en-US" sz="2000" b="1" dirty="0"/>
              <a:t>타입 간접 프리미엄 </a:t>
            </a:r>
            <a:r>
              <a:rPr lang="en-US" altLang="ko-KR" sz="2000" b="1" dirty="0"/>
              <a:t>SET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A0DE0E4-8C4E-7A09-D7A9-C3CF5B87B4C9}"/>
              </a:ext>
            </a:extLst>
          </p:cNvPr>
          <p:cNvSpPr/>
          <p:nvPr/>
        </p:nvSpPr>
        <p:spPr>
          <a:xfrm rot="5400000">
            <a:off x="2606394" y="2509426"/>
            <a:ext cx="763158" cy="10326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794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CB98915-C6D3-BF6F-76B4-41305ED700B9}"/>
              </a:ext>
            </a:extLst>
          </p:cNvPr>
          <p:cNvSpPr txBox="1"/>
          <p:nvPr/>
        </p:nvSpPr>
        <p:spPr>
          <a:xfrm>
            <a:off x="3099609" y="2178617"/>
            <a:ext cx="13235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 err="1"/>
              <a:t>무선리모컨</a:t>
            </a:r>
            <a:endParaRPr lang="en-US" altLang="ko-KR" sz="1000" b="1" dirty="0"/>
          </a:p>
          <a:p>
            <a:pPr algn="ctr"/>
            <a:r>
              <a:rPr lang="en-US" altLang="ko-KR" sz="1000" b="1" dirty="0"/>
              <a:t>1</a:t>
            </a:r>
            <a:r>
              <a:rPr lang="ko-KR" altLang="en-US" sz="1000" b="1" dirty="0"/>
              <a:t>구</a:t>
            </a:r>
            <a:r>
              <a:rPr lang="en-US" altLang="ko-KR" sz="1000" b="1" dirty="0"/>
              <a:t>(3</a:t>
            </a:r>
            <a:r>
              <a:rPr lang="ko-KR" altLang="en-US" sz="1000" b="1" dirty="0"/>
              <a:t>채널</a:t>
            </a:r>
            <a:r>
              <a:rPr lang="en-US" altLang="ko-KR" sz="1000" b="1" dirty="0"/>
              <a:t>)</a:t>
            </a:r>
            <a:endParaRPr lang="ko-KR" altLang="en-US" sz="1000" b="1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C8973F3-F1B2-7251-D3BC-71E978F06D81}"/>
              </a:ext>
            </a:extLst>
          </p:cNvPr>
          <p:cNvSpPr/>
          <p:nvPr/>
        </p:nvSpPr>
        <p:spPr>
          <a:xfrm rot="10800000">
            <a:off x="2368925" y="3163887"/>
            <a:ext cx="102820" cy="196917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88F8AEAE-382A-E1F4-048D-0437E8176B52}"/>
              </a:ext>
            </a:extLst>
          </p:cNvPr>
          <p:cNvSpPr/>
          <p:nvPr/>
        </p:nvSpPr>
        <p:spPr>
          <a:xfrm>
            <a:off x="2754091" y="3515340"/>
            <a:ext cx="1238568" cy="1250900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7F9F5FD6-3C1E-440A-8781-66AFC85664C1}"/>
              </a:ext>
            </a:extLst>
          </p:cNvPr>
          <p:cNvSpPr/>
          <p:nvPr/>
        </p:nvSpPr>
        <p:spPr>
          <a:xfrm>
            <a:off x="2923028" y="3667427"/>
            <a:ext cx="907746" cy="952009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059C6D7-30B1-B41D-969F-6BACB1B0A3E1}"/>
              </a:ext>
            </a:extLst>
          </p:cNvPr>
          <p:cNvSpPr txBox="1"/>
          <p:nvPr/>
        </p:nvSpPr>
        <p:spPr>
          <a:xfrm>
            <a:off x="4114888" y="4244258"/>
            <a:ext cx="11155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/>
              <a:t>전자식스위치</a:t>
            </a:r>
            <a:endParaRPr lang="en-US" altLang="ko-KR" sz="1000" b="1" dirty="0"/>
          </a:p>
          <a:p>
            <a:pPr algn="ctr"/>
            <a:r>
              <a:rPr lang="en-US" altLang="ko-KR" sz="1000" b="1" dirty="0"/>
              <a:t>+</a:t>
            </a:r>
            <a:r>
              <a:rPr lang="ko-KR" altLang="en-US" sz="1000" b="1" dirty="0"/>
              <a:t>리모컨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8516AE-B0A0-1D53-B97E-BB529E14835B}"/>
              </a:ext>
            </a:extLst>
          </p:cNvPr>
          <p:cNvGrpSpPr/>
          <p:nvPr/>
        </p:nvGrpSpPr>
        <p:grpSpPr>
          <a:xfrm rot="5400000">
            <a:off x="3251591" y="2403695"/>
            <a:ext cx="98860" cy="1389968"/>
            <a:chOff x="4737865" y="4841392"/>
            <a:chExt cx="98860" cy="1389968"/>
          </a:xfrm>
        </p:grpSpPr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61B87631-7BC6-4EC9-2120-91FF3BBE8D43}"/>
                </a:ext>
              </a:extLst>
            </p:cNvPr>
            <p:cNvSpPr/>
            <p:nvPr/>
          </p:nvSpPr>
          <p:spPr>
            <a:xfrm>
              <a:off x="4737865" y="484139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6C62752C-C6F6-E09D-20E8-98B54FCA3A90}"/>
                </a:ext>
              </a:extLst>
            </p:cNvPr>
            <p:cNvSpPr/>
            <p:nvPr/>
          </p:nvSpPr>
          <p:spPr>
            <a:xfrm>
              <a:off x="4738318" y="5489563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E45527EB-F32D-4189-AE95-6298068EF66F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1CF3C201-FDB9-057F-FD7B-28A617C47235}"/>
              </a:ext>
            </a:extLst>
          </p:cNvPr>
          <p:cNvGrpSpPr/>
          <p:nvPr/>
        </p:nvGrpSpPr>
        <p:grpSpPr>
          <a:xfrm rot="5400000">
            <a:off x="3558917" y="2587575"/>
            <a:ext cx="98800" cy="614796"/>
            <a:chOff x="4737848" y="4996965"/>
            <a:chExt cx="98800" cy="614796"/>
          </a:xfrm>
          <a:solidFill>
            <a:srgbClr val="00B0F0"/>
          </a:solidFill>
        </p:grpSpPr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845B9EC9-63C2-A5A8-6A7E-B9DB83A66DD8}"/>
                </a:ext>
              </a:extLst>
            </p:cNvPr>
            <p:cNvSpPr/>
            <p:nvPr/>
          </p:nvSpPr>
          <p:spPr>
            <a:xfrm>
              <a:off x="4737848" y="4996965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FE0CA0FB-3E4D-E0EC-3DE1-38A34CE55264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607DFC26-0E98-7E19-B1E2-B4B8765EBCA4}"/>
              </a:ext>
            </a:extLst>
          </p:cNvPr>
          <p:cNvGrpSpPr/>
          <p:nvPr/>
        </p:nvGrpSpPr>
        <p:grpSpPr>
          <a:xfrm>
            <a:off x="6151707" y="3181765"/>
            <a:ext cx="441819" cy="542991"/>
            <a:chOff x="9191246" y="3797098"/>
            <a:chExt cx="441819" cy="542991"/>
          </a:xfrm>
          <a:solidFill>
            <a:srgbClr val="CC0000"/>
          </a:solidFill>
        </p:grpSpPr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393BFA18-424E-3875-8FA9-42720A96B819}"/>
                </a:ext>
              </a:extLst>
            </p:cNvPr>
            <p:cNvGrpSpPr/>
            <p:nvPr/>
          </p:nvGrpSpPr>
          <p:grpSpPr>
            <a:xfrm>
              <a:off x="9534251" y="3799905"/>
              <a:ext cx="98814" cy="540184"/>
              <a:chOff x="4648140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25" name="타원 24">
                <a:extLst>
                  <a:ext uri="{FF2B5EF4-FFF2-40B4-BE49-F238E27FC236}">
                    <a16:creationId xmlns:a16="http://schemas.microsoft.com/office/drawing/2014/main" id="{2EAFAC71-702C-3725-C806-B976D05823A5}"/>
                  </a:ext>
                </a:extLst>
              </p:cNvPr>
              <p:cNvSpPr/>
              <p:nvPr/>
            </p:nvSpPr>
            <p:spPr>
              <a:xfrm>
                <a:off x="4648140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6" name="타원 25">
                <a:extLst>
                  <a:ext uri="{FF2B5EF4-FFF2-40B4-BE49-F238E27FC236}">
                    <a16:creationId xmlns:a16="http://schemas.microsoft.com/office/drawing/2014/main" id="{D92B1C27-ECF7-4F02-8BFD-DC938154F64A}"/>
                  </a:ext>
                </a:extLst>
              </p:cNvPr>
              <p:cNvSpPr/>
              <p:nvPr/>
            </p:nvSpPr>
            <p:spPr>
              <a:xfrm>
                <a:off x="4648569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1" name="별: 꼭짓점 7개 20">
              <a:extLst>
                <a:ext uri="{FF2B5EF4-FFF2-40B4-BE49-F238E27FC236}">
                  <a16:creationId xmlns:a16="http://schemas.microsoft.com/office/drawing/2014/main" id="{D6489521-0AC7-2D35-5381-3FB1E3BEB312}"/>
                </a:ext>
              </a:extLst>
            </p:cNvPr>
            <p:cNvSpPr/>
            <p:nvPr/>
          </p:nvSpPr>
          <p:spPr>
            <a:xfrm rot="5400000">
              <a:off x="9283980" y="3948841"/>
              <a:ext cx="244351" cy="235659"/>
            </a:xfrm>
            <a:prstGeom prst="star7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86" b="1" dirty="0">
                <a:ln w="22225">
                  <a:solidFill>
                    <a:srgbClr val="FFFF00"/>
                  </a:solidFill>
                  <a:prstDash val="solid"/>
                </a:ln>
                <a:solidFill>
                  <a:srgbClr val="C00000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</a:endParaRPr>
            </a:p>
          </p:txBody>
        </p:sp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8F45D6CC-B3D4-9D0A-E85D-E0B5D62285DF}"/>
                </a:ext>
              </a:extLst>
            </p:cNvPr>
            <p:cNvGrpSpPr/>
            <p:nvPr/>
          </p:nvGrpSpPr>
          <p:grpSpPr>
            <a:xfrm>
              <a:off x="9191246" y="3797098"/>
              <a:ext cx="98814" cy="540184"/>
              <a:chOff x="4737834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23" name="타원 22">
                <a:extLst>
                  <a:ext uri="{FF2B5EF4-FFF2-40B4-BE49-F238E27FC236}">
                    <a16:creationId xmlns:a16="http://schemas.microsoft.com/office/drawing/2014/main" id="{9FA6A1E4-96A5-FF63-0903-AE907A80210F}"/>
                  </a:ext>
                </a:extLst>
              </p:cNvPr>
              <p:cNvSpPr/>
              <p:nvPr/>
            </p:nvSpPr>
            <p:spPr>
              <a:xfrm>
                <a:off x="47378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타원 23">
                <a:extLst>
                  <a:ext uri="{FF2B5EF4-FFF2-40B4-BE49-F238E27FC236}">
                    <a16:creationId xmlns:a16="http://schemas.microsoft.com/office/drawing/2014/main" id="{05B36340-DFA0-79F5-F40E-A392FBBD6400}"/>
                  </a:ext>
                </a:extLst>
              </p:cNvPr>
              <p:cNvSpPr/>
              <p:nvPr/>
            </p:nvSpPr>
            <p:spPr>
              <a:xfrm>
                <a:off x="4738263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54381284-C841-F816-2857-1CFD657AAFD9}"/>
              </a:ext>
            </a:extLst>
          </p:cNvPr>
          <p:cNvSpPr/>
          <p:nvPr/>
        </p:nvSpPr>
        <p:spPr>
          <a:xfrm rot="16200000" flipV="1">
            <a:off x="4855722" y="3482129"/>
            <a:ext cx="98384" cy="65114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2D815A6F-8B9F-BF4A-0051-55D7B3C47006}"/>
              </a:ext>
            </a:extLst>
          </p:cNvPr>
          <p:cNvSpPr/>
          <p:nvPr/>
        </p:nvSpPr>
        <p:spPr>
          <a:xfrm flipV="1">
            <a:off x="5997990" y="3020224"/>
            <a:ext cx="98384" cy="81035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8412A556-0E16-A3C0-706A-8660E85E9FEB}"/>
              </a:ext>
            </a:extLst>
          </p:cNvPr>
          <p:cNvGrpSpPr/>
          <p:nvPr/>
        </p:nvGrpSpPr>
        <p:grpSpPr>
          <a:xfrm rot="5400000">
            <a:off x="7281100" y="4155886"/>
            <a:ext cx="98802" cy="576856"/>
            <a:chOff x="4737846" y="5034905"/>
            <a:chExt cx="98802" cy="576856"/>
          </a:xfrm>
        </p:grpSpPr>
        <p:sp>
          <p:nvSpPr>
            <p:cNvPr id="30" name="타원 29">
              <a:extLst>
                <a:ext uri="{FF2B5EF4-FFF2-40B4-BE49-F238E27FC236}">
                  <a16:creationId xmlns:a16="http://schemas.microsoft.com/office/drawing/2014/main" id="{4EF00107-C86A-55A1-AB1F-682CEE862C24}"/>
                </a:ext>
              </a:extLst>
            </p:cNvPr>
            <p:cNvSpPr/>
            <p:nvPr/>
          </p:nvSpPr>
          <p:spPr>
            <a:xfrm>
              <a:off x="4737846" y="503490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31" name="타원 30">
              <a:extLst>
                <a:ext uri="{FF2B5EF4-FFF2-40B4-BE49-F238E27FC236}">
                  <a16:creationId xmlns:a16="http://schemas.microsoft.com/office/drawing/2014/main" id="{68A725C6-26D5-DDE2-4B6B-367FB67FC325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641A8602-4975-EE0C-550C-3FC2F989B952}"/>
              </a:ext>
            </a:extLst>
          </p:cNvPr>
          <p:cNvSpPr txBox="1"/>
          <p:nvPr/>
        </p:nvSpPr>
        <p:spPr>
          <a:xfrm>
            <a:off x="15023" y="3667427"/>
            <a:ext cx="2217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highlight>
                  <a:srgbClr val="FFFF00"/>
                </a:highlight>
              </a:rPr>
              <a:t>우물은 두가지 </a:t>
            </a:r>
            <a:r>
              <a:rPr lang="ko-KR" altLang="en-US" sz="900" dirty="0" err="1">
                <a:highlight>
                  <a:srgbClr val="FFFF00"/>
                </a:highlight>
              </a:rPr>
              <a:t>타입중</a:t>
            </a:r>
            <a:r>
              <a:rPr lang="ko-KR" altLang="en-US" sz="900" dirty="0">
                <a:highlight>
                  <a:srgbClr val="FFFF00"/>
                </a:highlight>
              </a:rPr>
              <a:t> 선택 가능합니다</a:t>
            </a:r>
            <a:r>
              <a:rPr lang="en-US" altLang="ko-KR" sz="900" dirty="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900" dirty="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900" dirty="0">
                <a:highlight>
                  <a:srgbClr val="FFFF00"/>
                </a:highlight>
              </a:rPr>
              <a:t>. </a:t>
            </a:r>
            <a:endParaRPr lang="ko-KR" altLang="en-US" sz="900" dirty="0">
              <a:highlight>
                <a:srgbClr val="FFFF00"/>
              </a:highlight>
            </a:endParaRPr>
          </a:p>
        </p:txBody>
      </p: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2BCB8E57-C257-0C55-DB98-4294C0DAC673}"/>
              </a:ext>
            </a:extLst>
          </p:cNvPr>
          <p:cNvCxnSpPr>
            <a:cxnSpLocks/>
          </p:cNvCxnSpPr>
          <p:nvPr/>
        </p:nvCxnSpPr>
        <p:spPr>
          <a:xfrm>
            <a:off x="2098801" y="3757866"/>
            <a:ext cx="65529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0BF0A2B9-3310-84F5-38E5-3BE6F486D36C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1C31810D-8B5A-DFF0-D4FC-261AC6BC544C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8" name="타원 37">
              <a:extLst>
                <a:ext uri="{FF2B5EF4-FFF2-40B4-BE49-F238E27FC236}">
                  <a16:creationId xmlns:a16="http://schemas.microsoft.com/office/drawing/2014/main" id="{F4B84DA5-D2B1-69C5-6039-AC29ED83CDCB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8728C300-8028-6B45-189A-20AD4F430C6F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0" name="TextBox 11">
              <a:extLst>
                <a:ext uri="{FF2B5EF4-FFF2-40B4-BE49-F238E27FC236}">
                  <a16:creationId xmlns:a16="http://schemas.microsoft.com/office/drawing/2014/main" id="{1C69F552-B973-7233-27A8-6E6D6CBB147B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간접조명 </a:t>
              </a:r>
              <a:r>
                <a:rPr lang="en-US" altLang="ko-KR" sz="700" dirty="0"/>
                <a:t>A 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간접조명 센서 </a:t>
              </a:r>
              <a:r>
                <a:rPr lang="en-US" altLang="ko-KR" sz="700" dirty="0"/>
                <a:t>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우물천장간접조명 및 커튼박수 추가</a:t>
              </a:r>
              <a:r>
                <a:rPr lang="en-US" altLang="ko-KR" sz="700" dirty="0"/>
                <a:t>(</a:t>
              </a:r>
              <a:r>
                <a:rPr lang="ko-KR" altLang="en-US" sz="700" dirty="0"/>
                <a:t>별도 추가</a:t>
              </a:r>
              <a:r>
                <a:rPr lang="en-US" altLang="ko-KR" sz="700" dirty="0"/>
                <a:t>)</a:t>
              </a:r>
            </a:p>
            <a:p>
              <a:endParaRPr lang="en-US" altLang="ko-KR" sz="700" dirty="0"/>
            </a:p>
          </p:txBody>
        </p:sp>
      </p:grpSp>
      <p:sp>
        <p:nvSpPr>
          <p:cNvPr id="41" name="TextBox 40">
            <a:extLst>
              <a:ext uri="{FF2B5EF4-FFF2-40B4-BE49-F238E27FC236}">
                <a16:creationId xmlns:a16="http://schemas.microsoft.com/office/drawing/2014/main" id="{AAE58085-2356-F1B0-2859-A0F224CC361E}"/>
              </a:ext>
            </a:extLst>
          </p:cNvPr>
          <p:cNvSpPr txBox="1"/>
          <p:nvPr/>
        </p:nvSpPr>
        <p:spPr>
          <a:xfrm>
            <a:off x="112365" y="1352422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FF0000"/>
                </a:solidFill>
              </a:rPr>
              <a:t>**</a:t>
            </a:r>
            <a:r>
              <a:rPr lang="ko-KR" altLang="en-US" sz="800" dirty="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dirty="0" err="1">
                <a:solidFill>
                  <a:srgbClr val="FF0000"/>
                </a:solidFill>
              </a:rPr>
              <a:t>타공이</a:t>
            </a:r>
            <a:r>
              <a:rPr lang="ko-KR" altLang="en-US" sz="800" dirty="0">
                <a:solidFill>
                  <a:srgbClr val="FF0000"/>
                </a:solidFill>
              </a:rPr>
              <a:t> 필요할 수 </a:t>
            </a:r>
            <a:endParaRPr lang="en-US" altLang="ko-KR" sz="800" dirty="0">
              <a:solidFill>
                <a:srgbClr val="FF0000"/>
              </a:solidFill>
            </a:endParaRPr>
          </a:p>
          <a:p>
            <a:r>
              <a:rPr lang="ko-KR" altLang="en-US" sz="800" dirty="0">
                <a:solidFill>
                  <a:srgbClr val="FF0000"/>
                </a:solidFill>
              </a:rPr>
              <a:t>있으며</a:t>
            </a:r>
            <a:r>
              <a:rPr lang="en-US" altLang="ko-KR" sz="800" dirty="0">
                <a:solidFill>
                  <a:srgbClr val="FF0000"/>
                </a:solidFill>
              </a:rPr>
              <a:t> </a:t>
            </a:r>
            <a:r>
              <a:rPr lang="ko-KR" altLang="en-US" sz="800" dirty="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 dirty="0">
              <a:solidFill>
                <a:srgbClr val="FF0000"/>
              </a:solidFill>
            </a:endParaRPr>
          </a:p>
        </p:txBody>
      </p:sp>
      <p:sp>
        <p:nvSpPr>
          <p:cNvPr id="42" name="TextBox 13">
            <a:extLst>
              <a:ext uri="{FF2B5EF4-FFF2-40B4-BE49-F238E27FC236}">
                <a16:creationId xmlns:a16="http://schemas.microsoft.com/office/drawing/2014/main" id="{89D4393F-5EC2-83FA-E82A-0FAB66FF7B29}"/>
              </a:ext>
            </a:extLst>
          </p:cNvPr>
          <p:cNvSpPr txBox="1"/>
          <p:nvPr/>
        </p:nvSpPr>
        <p:spPr>
          <a:xfrm>
            <a:off x="157805" y="861897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dirty="0"/>
              <a:t>욕실 </a:t>
            </a:r>
            <a:r>
              <a:rPr lang="ko-KR" altLang="en-US" sz="800" b="1" dirty="0" err="1"/>
              <a:t>휴젠트여부에</a:t>
            </a:r>
            <a:r>
              <a:rPr lang="ko-KR" altLang="en-US" sz="800" b="1" dirty="0"/>
              <a:t> 대하여</a:t>
            </a:r>
            <a:endParaRPr lang="en-US" altLang="ko-KR" sz="800" b="1" dirty="0"/>
          </a:p>
          <a:p>
            <a:r>
              <a:rPr lang="ko-KR" altLang="en-US" sz="800" b="1" dirty="0"/>
              <a:t>기사분이 현장에서 파악하여</a:t>
            </a:r>
            <a:endParaRPr lang="en-US" altLang="ko-KR" sz="800" b="1" dirty="0"/>
          </a:p>
          <a:p>
            <a:r>
              <a:rPr lang="ko-KR" altLang="en-US" sz="800" b="1" dirty="0"/>
              <a:t>센서위치를 적용해드립니다</a:t>
            </a:r>
            <a:r>
              <a:rPr lang="en-US" altLang="ko-KR" sz="800" b="1" dirty="0"/>
              <a:t>.</a:t>
            </a:r>
            <a:endParaRPr lang="ko-KR" altLang="en-US" sz="800" b="1" dirty="0"/>
          </a:p>
        </p:txBody>
      </p: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55643675-AA30-E7F3-C132-DD3F0E340849}"/>
              </a:ext>
            </a:extLst>
          </p:cNvPr>
          <p:cNvGrpSpPr/>
          <p:nvPr/>
        </p:nvGrpSpPr>
        <p:grpSpPr>
          <a:xfrm rot="5400000">
            <a:off x="3249929" y="4477980"/>
            <a:ext cx="98860" cy="1389968"/>
            <a:chOff x="4737865" y="4841392"/>
            <a:chExt cx="98860" cy="1389968"/>
          </a:xfrm>
        </p:grpSpPr>
        <p:sp>
          <p:nvSpPr>
            <p:cNvPr id="49" name="타원 48">
              <a:extLst>
                <a:ext uri="{FF2B5EF4-FFF2-40B4-BE49-F238E27FC236}">
                  <a16:creationId xmlns:a16="http://schemas.microsoft.com/office/drawing/2014/main" id="{4BE9745B-4776-D43E-6E7B-4E5AB5C6DFCF}"/>
                </a:ext>
              </a:extLst>
            </p:cNvPr>
            <p:cNvSpPr/>
            <p:nvPr/>
          </p:nvSpPr>
          <p:spPr>
            <a:xfrm>
              <a:off x="4737865" y="484139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50" name="타원 49">
              <a:extLst>
                <a:ext uri="{FF2B5EF4-FFF2-40B4-BE49-F238E27FC236}">
                  <a16:creationId xmlns:a16="http://schemas.microsoft.com/office/drawing/2014/main" id="{C6C57F10-F832-91A4-32BB-974521701F49}"/>
                </a:ext>
              </a:extLst>
            </p:cNvPr>
            <p:cNvSpPr/>
            <p:nvPr/>
          </p:nvSpPr>
          <p:spPr>
            <a:xfrm>
              <a:off x="4738318" y="5489563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1" name="타원 50">
              <a:extLst>
                <a:ext uri="{FF2B5EF4-FFF2-40B4-BE49-F238E27FC236}">
                  <a16:creationId xmlns:a16="http://schemas.microsoft.com/office/drawing/2014/main" id="{F7D8953D-A84F-378B-BD30-935BFE0CAA3B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D32D43B7-CB0E-E0E7-E9BF-A6C9559E3215}"/>
              </a:ext>
            </a:extLst>
          </p:cNvPr>
          <p:cNvSpPr/>
          <p:nvPr/>
        </p:nvSpPr>
        <p:spPr>
          <a:xfrm rot="16200000" flipV="1">
            <a:off x="7843598" y="2779634"/>
            <a:ext cx="98384" cy="585816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324382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F40062-03C5-3623-E7C3-38FD045C3B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BD554860-90AD-349A-B743-CA551E4D9BC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231431" y="1177275"/>
            <a:ext cx="7763470" cy="55664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EE38AA1-428E-B426-295A-AF7760EF2DAB}"/>
                  </a:ext>
                </a:extLst>
              </p:cNvPr>
              <p:cNvSpPr txBox="1"/>
              <p:nvPr/>
            </p:nvSpPr>
            <p:spPr>
              <a:xfrm>
                <a:off x="10171035" y="1071060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𝑪𝒎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 dirty="0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EE38AA1-428E-B426-295A-AF7760EF2D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71035" y="1071060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E98A4BED-9E9C-F1E6-BCE8-58AE60570EF1}"/>
              </a:ext>
            </a:extLst>
          </p:cNvPr>
          <p:cNvSpPr txBox="1"/>
          <p:nvPr/>
        </p:nvSpPr>
        <p:spPr>
          <a:xfrm>
            <a:off x="1877344" y="356152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/>
              <a:t>84C</a:t>
            </a:r>
            <a:r>
              <a:rPr lang="ko-KR" altLang="en-US" sz="2000" b="1" dirty="0"/>
              <a:t>타입 간접 프리미엄 </a:t>
            </a:r>
            <a:r>
              <a:rPr lang="en-US" altLang="ko-KR" sz="2000" b="1" dirty="0"/>
              <a:t>SET + </a:t>
            </a:r>
            <a:r>
              <a:rPr lang="ko-KR" altLang="en-US" sz="2000" b="1" dirty="0" err="1"/>
              <a:t>실링팬</a:t>
            </a:r>
            <a:r>
              <a:rPr lang="ko-KR" altLang="en-US" sz="2000" b="1" dirty="0"/>
              <a:t> 우물두줄</a:t>
            </a:r>
            <a:endParaRPr lang="en-US" altLang="ko-KR" sz="2000" b="1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C774702-3B2F-56CC-1A2B-BCF8468AA36C}"/>
              </a:ext>
            </a:extLst>
          </p:cNvPr>
          <p:cNvSpPr/>
          <p:nvPr/>
        </p:nvSpPr>
        <p:spPr>
          <a:xfrm rot="5400000">
            <a:off x="2606394" y="2509426"/>
            <a:ext cx="763158" cy="10326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794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5944015-2395-570B-335A-20EFC6EA2F31}"/>
              </a:ext>
            </a:extLst>
          </p:cNvPr>
          <p:cNvSpPr txBox="1"/>
          <p:nvPr/>
        </p:nvSpPr>
        <p:spPr>
          <a:xfrm>
            <a:off x="3099609" y="2178617"/>
            <a:ext cx="13235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 err="1"/>
              <a:t>무선리모컨</a:t>
            </a:r>
            <a:endParaRPr lang="en-US" altLang="ko-KR" sz="1000" b="1" dirty="0"/>
          </a:p>
          <a:p>
            <a:pPr algn="ctr"/>
            <a:r>
              <a:rPr lang="en-US" altLang="ko-KR" sz="1000" b="1" dirty="0"/>
              <a:t>1</a:t>
            </a:r>
            <a:r>
              <a:rPr lang="ko-KR" altLang="en-US" sz="1000" b="1" dirty="0"/>
              <a:t>구</a:t>
            </a:r>
            <a:r>
              <a:rPr lang="en-US" altLang="ko-KR" sz="1000" b="1" dirty="0"/>
              <a:t>(3</a:t>
            </a:r>
            <a:r>
              <a:rPr lang="ko-KR" altLang="en-US" sz="1000" b="1" dirty="0"/>
              <a:t>채널</a:t>
            </a:r>
            <a:r>
              <a:rPr lang="en-US" altLang="ko-KR" sz="1000" b="1" dirty="0"/>
              <a:t>)</a:t>
            </a:r>
            <a:endParaRPr lang="ko-KR" altLang="en-US" sz="1000" b="1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09F159F-567B-39B9-57CD-D7D592AD5346}"/>
              </a:ext>
            </a:extLst>
          </p:cNvPr>
          <p:cNvSpPr/>
          <p:nvPr/>
        </p:nvSpPr>
        <p:spPr>
          <a:xfrm rot="10800000">
            <a:off x="2368925" y="3163887"/>
            <a:ext cx="102820" cy="196917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57256709-1A34-43BD-DCEE-8699F5091D55}"/>
              </a:ext>
            </a:extLst>
          </p:cNvPr>
          <p:cNvSpPr/>
          <p:nvPr/>
        </p:nvSpPr>
        <p:spPr>
          <a:xfrm>
            <a:off x="2754091" y="3515340"/>
            <a:ext cx="1238568" cy="1250900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5B1DC095-AA0F-2114-A367-ED784DF453F4}"/>
              </a:ext>
            </a:extLst>
          </p:cNvPr>
          <p:cNvSpPr/>
          <p:nvPr/>
        </p:nvSpPr>
        <p:spPr>
          <a:xfrm>
            <a:off x="2923028" y="3667427"/>
            <a:ext cx="907746" cy="952009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7B17D8C-E5F6-77F9-240C-1133C02BD481}"/>
              </a:ext>
            </a:extLst>
          </p:cNvPr>
          <p:cNvSpPr txBox="1"/>
          <p:nvPr/>
        </p:nvSpPr>
        <p:spPr>
          <a:xfrm>
            <a:off x="4114888" y="4244258"/>
            <a:ext cx="11155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/>
              <a:t>전자식스위치</a:t>
            </a:r>
            <a:endParaRPr lang="en-US" altLang="ko-KR" sz="1000" b="1" dirty="0"/>
          </a:p>
          <a:p>
            <a:pPr algn="ctr"/>
            <a:r>
              <a:rPr lang="en-US" altLang="ko-KR" sz="1000" b="1" dirty="0"/>
              <a:t>+</a:t>
            </a:r>
            <a:r>
              <a:rPr lang="ko-KR" altLang="en-US" sz="1000" b="1" dirty="0"/>
              <a:t>리모컨</a:t>
            </a:r>
          </a:p>
        </p:txBody>
      </p:sp>
      <p:sp>
        <p:nvSpPr>
          <p:cNvPr id="11" name="별: 꼭짓점 4개 10">
            <a:extLst>
              <a:ext uri="{FF2B5EF4-FFF2-40B4-BE49-F238E27FC236}">
                <a16:creationId xmlns:a16="http://schemas.microsoft.com/office/drawing/2014/main" id="{5AE4DB64-1AB9-B591-95F7-BA59416E82CC}"/>
              </a:ext>
            </a:extLst>
          </p:cNvPr>
          <p:cNvSpPr/>
          <p:nvPr/>
        </p:nvSpPr>
        <p:spPr>
          <a:xfrm>
            <a:off x="3102456" y="3850755"/>
            <a:ext cx="557315" cy="559233"/>
          </a:xfrm>
          <a:prstGeom prst="star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45">
              <a:solidFill>
                <a:schemeClr val="tx1"/>
              </a:solidFill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95024ADF-3749-E4C0-4AE2-F2ADCB516017}"/>
              </a:ext>
            </a:extLst>
          </p:cNvPr>
          <p:cNvGrpSpPr/>
          <p:nvPr/>
        </p:nvGrpSpPr>
        <p:grpSpPr>
          <a:xfrm rot="5400000">
            <a:off x="3251591" y="2403695"/>
            <a:ext cx="98860" cy="1389968"/>
            <a:chOff x="4737865" y="4841392"/>
            <a:chExt cx="98860" cy="1389968"/>
          </a:xfrm>
        </p:grpSpPr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FB87A67B-F763-AC1C-E8D5-FF8581CD362B}"/>
                </a:ext>
              </a:extLst>
            </p:cNvPr>
            <p:cNvSpPr/>
            <p:nvPr/>
          </p:nvSpPr>
          <p:spPr>
            <a:xfrm>
              <a:off x="4737865" y="484139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89844D11-FC23-7C5A-6ECF-85BB54AFEE35}"/>
                </a:ext>
              </a:extLst>
            </p:cNvPr>
            <p:cNvSpPr/>
            <p:nvPr/>
          </p:nvSpPr>
          <p:spPr>
            <a:xfrm>
              <a:off x="4738318" y="5489563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8BC2D8DD-8580-C314-3332-4186CB794134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E68C4C77-7B6B-F963-6A9E-73254713B68C}"/>
              </a:ext>
            </a:extLst>
          </p:cNvPr>
          <p:cNvGrpSpPr/>
          <p:nvPr/>
        </p:nvGrpSpPr>
        <p:grpSpPr>
          <a:xfrm rot="5400000">
            <a:off x="3558917" y="2587575"/>
            <a:ext cx="98800" cy="614796"/>
            <a:chOff x="4737848" y="4996965"/>
            <a:chExt cx="98800" cy="614796"/>
          </a:xfrm>
          <a:solidFill>
            <a:srgbClr val="00B0F0"/>
          </a:solidFill>
        </p:grpSpPr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5D04A6C1-1E00-96EF-F1C9-D17A889BA0E8}"/>
                </a:ext>
              </a:extLst>
            </p:cNvPr>
            <p:cNvSpPr/>
            <p:nvPr/>
          </p:nvSpPr>
          <p:spPr>
            <a:xfrm>
              <a:off x="4737848" y="4996965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A753FB49-276E-3F1D-771C-1AF68A8EEBE0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7ED17864-C24D-50A7-B422-65566EA41F7D}"/>
              </a:ext>
            </a:extLst>
          </p:cNvPr>
          <p:cNvGrpSpPr/>
          <p:nvPr/>
        </p:nvGrpSpPr>
        <p:grpSpPr>
          <a:xfrm>
            <a:off x="6151707" y="3181765"/>
            <a:ext cx="441819" cy="542991"/>
            <a:chOff x="9191246" y="3797098"/>
            <a:chExt cx="441819" cy="542991"/>
          </a:xfrm>
          <a:solidFill>
            <a:srgbClr val="CC0000"/>
          </a:solidFill>
        </p:grpSpPr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44398A0C-86C2-A99C-2C2F-5FD1F5CEA334}"/>
                </a:ext>
              </a:extLst>
            </p:cNvPr>
            <p:cNvGrpSpPr/>
            <p:nvPr/>
          </p:nvGrpSpPr>
          <p:grpSpPr>
            <a:xfrm>
              <a:off x="9534251" y="3799905"/>
              <a:ext cx="98814" cy="540184"/>
              <a:chOff x="4648140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25" name="타원 24">
                <a:extLst>
                  <a:ext uri="{FF2B5EF4-FFF2-40B4-BE49-F238E27FC236}">
                    <a16:creationId xmlns:a16="http://schemas.microsoft.com/office/drawing/2014/main" id="{4C699832-0B30-778A-CD62-5ED43DD6D19F}"/>
                  </a:ext>
                </a:extLst>
              </p:cNvPr>
              <p:cNvSpPr/>
              <p:nvPr/>
            </p:nvSpPr>
            <p:spPr>
              <a:xfrm>
                <a:off x="4648140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6" name="타원 25">
                <a:extLst>
                  <a:ext uri="{FF2B5EF4-FFF2-40B4-BE49-F238E27FC236}">
                    <a16:creationId xmlns:a16="http://schemas.microsoft.com/office/drawing/2014/main" id="{26C025DD-D910-E3A4-61E8-50DB24DF71F9}"/>
                  </a:ext>
                </a:extLst>
              </p:cNvPr>
              <p:cNvSpPr/>
              <p:nvPr/>
            </p:nvSpPr>
            <p:spPr>
              <a:xfrm>
                <a:off x="4648569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1" name="별: 꼭짓점 7개 20">
              <a:extLst>
                <a:ext uri="{FF2B5EF4-FFF2-40B4-BE49-F238E27FC236}">
                  <a16:creationId xmlns:a16="http://schemas.microsoft.com/office/drawing/2014/main" id="{8E5D460A-8466-866E-ED39-520C5F818428}"/>
                </a:ext>
              </a:extLst>
            </p:cNvPr>
            <p:cNvSpPr/>
            <p:nvPr/>
          </p:nvSpPr>
          <p:spPr>
            <a:xfrm rot="5400000">
              <a:off x="9283980" y="3948841"/>
              <a:ext cx="244351" cy="235659"/>
            </a:xfrm>
            <a:prstGeom prst="star7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86" b="1" dirty="0">
                <a:ln w="22225">
                  <a:solidFill>
                    <a:srgbClr val="FFFF00"/>
                  </a:solidFill>
                  <a:prstDash val="solid"/>
                </a:ln>
                <a:solidFill>
                  <a:srgbClr val="C00000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</a:endParaRPr>
            </a:p>
          </p:txBody>
        </p:sp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1BC9D1DA-141E-29FF-ECAF-6730561A8A16}"/>
                </a:ext>
              </a:extLst>
            </p:cNvPr>
            <p:cNvGrpSpPr/>
            <p:nvPr/>
          </p:nvGrpSpPr>
          <p:grpSpPr>
            <a:xfrm>
              <a:off x="9191246" y="3797098"/>
              <a:ext cx="98814" cy="540184"/>
              <a:chOff x="4737834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23" name="타원 22">
                <a:extLst>
                  <a:ext uri="{FF2B5EF4-FFF2-40B4-BE49-F238E27FC236}">
                    <a16:creationId xmlns:a16="http://schemas.microsoft.com/office/drawing/2014/main" id="{BB75E037-DB7F-DC8E-36BA-617F59AEFC1E}"/>
                  </a:ext>
                </a:extLst>
              </p:cNvPr>
              <p:cNvSpPr/>
              <p:nvPr/>
            </p:nvSpPr>
            <p:spPr>
              <a:xfrm>
                <a:off x="47378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타원 23">
                <a:extLst>
                  <a:ext uri="{FF2B5EF4-FFF2-40B4-BE49-F238E27FC236}">
                    <a16:creationId xmlns:a16="http://schemas.microsoft.com/office/drawing/2014/main" id="{E7668D93-2866-D5F7-CFBD-4514DB823108}"/>
                  </a:ext>
                </a:extLst>
              </p:cNvPr>
              <p:cNvSpPr/>
              <p:nvPr/>
            </p:nvSpPr>
            <p:spPr>
              <a:xfrm>
                <a:off x="4738263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2C619108-049B-31E2-D2AA-6A7B2A79F28A}"/>
              </a:ext>
            </a:extLst>
          </p:cNvPr>
          <p:cNvSpPr/>
          <p:nvPr/>
        </p:nvSpPr>
        <p:spPr>
          <a:xfrm rot="16200000" flipV="1">
            <a:off x="4855722" y="3482129"/>
            <a:ext cx="98384" cy="65114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CE2149F3-0CEA-259A-C4BB-D729EE779208}"/>
              </a:ext>
            </a:extLst>
          </p:cNvPr>
          <p:cNvSpPr/>
          <p:nvPr/>
        </p:nvSpPr>
        <p:spPr>
          <a:xfrm flipV="1">
            <a:off x="5997990" y="3020224"/>
            <a:ext cx="98384" cy="81035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3341CE11-244A-4489-59F6-E2DF6AC8A189}"/>
              </a:ext>
            </a:extLst>
          </p:cNvPr>
          <p:cNvGrpSpPr/>
          <p:nvPr/>
        </p:nvGrpSpPr>
        <p:grpSpPr>
          <a:xfrm rot="5400000">
            <a:off x="7281100" y="4155886"/>
            <a:ext cx="98802" cy="576856"/>
            <a:chOff x="4737846" y="5034905"/>
            <a:chExt cx="98802" cy="576856"/>
          </a:xfrm>
        </p:grpSpPr>
        <p:sp>
          <p:nvSpPr>
            <p:cNvPr id="30" name="타원 29">
              <a:extLst>
                <a:ext uri="{FF2B5EF4-FFF2-40B4-BE49-F238E27FC236}">
                  <a16:creationId xmlns:a16="http://schemas.microsoft.com/office/drawing/2014/main" id="{A9F802E9-6CCF-52B1-AE93-030B15616D56}"/>
                </a:ext>
              </a:extLst>
            </p:cNvPr>
            <p:cNvSpPr/>
            <p:nvPr/>
          </p:nvSpPr>
          <p:spPr>
            <a:xfrm>
              <a:off x="4737846" y="503490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31" name="타원 30">
              <a:extLst>
                <a:ext uri="{FF2B5EF4-FFF2-40B4-BE49-F238E27FC236}">
                  <a16:creationId xmlns:a16="http://schemas.microsoft.com/office/drawing/2014/main" id="{EBE8A30D-B15C-FDB2-C705-1049A1AAAFFB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D8D4DB47-C53E-9800-5C80-7C0A4157AF35}"/>
              </a:ext>
            </a:extLst>
          </p:cNvPr>
          <p:cNvSpPr txBox="1"/>
          <p:nvPr/>
        </p:nvSpPr>
        <p:spPr>
          <a:xfrm>
            <a:off x="15023" y="3667427"/>
            <a:ext cx="2217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highlight>
                  <a:srgbClr val="FFFF00"/>
                </a:highlight>
              </a:rPr>
              <a:t>우물은 두가지 </a:t>
            </a:r>
            <a:r>
              <a:rPr lang="ko-KR" altLang="en-US" sz="900" dirty="0" err="1">
                <a:highlight>
                  <a:srgbClr val="FFFF00"/>
                </a:highlight>
              </a:rPr>
              <a:t>타입중</a:t>
            </a:r>
            <a:r>
              <a:rPr lang="ko-KR" altLang="en-US" sz="900" dirty="0">
                <a:highlight>
                  <a:srgbClr val="FFFF00"/>
                </a:highlight>
              </a:rPr>
              <a:t> 선택 가능합니다</a:t>
            </a:r>
            <a:r>
              <a:rPr lang="en-US" altLang="ko-KR" sz="900" dirty="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900" dirty="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900" dirty="0">
                <a:highlight>
                  <a:srgbClr val="FFFF00"/>
                </a:highlight>
              </a:rPr>
              <a:t>. </a:t>
            </a:r>
            <a:endParaRPr lang="ko-KR" altLang="en-US" sz="900" dirty="0">
              <a:highlight>
                <a:srgbClr val="FFFF00"/>
              </a:highlight>
            </a:endParaRPr>
          </a:p>
        </p:txBody>
      </p: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BBFBED39-BE7C-FF4B-AD21-48FFA8993168}"/>
              </a:ext>
            </a:extLst>
          </p:cNvPr>
          <p:cNvCxnSpPr>
            <a:cxnSpLocks/>
          </p:cNvCxnSpPr>
          <p:nvPr/>
        </p:nvCxnSpPr>
        <p:spPr>
          <a:xfrm>
            <a:off x="2098801" y="3757866"/>
            <a:ext cx="65529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3DCF9C44-7E2E-0684-0305-6243F702CB8E}"/>
              </a:ext>
            </a:extLst>
          </p:cNvPr>
          <p:cNvSpPr txBox="1"/>
          <p:nvPr/>
        </p:nvSpPr>
        <p:spPr>
          <a:xfrm>
            <a:off x="-7" y="4079478"/>
            <a:ext cx="2229372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dirty="0" err="1">
                <a:highlight>
                  <a:srgbClr val="FFFF00"/>
                </a:highlight>
              </a:rPr>
              <a:t>실링팬</a:t>
            </a:r>
            <a:r>
              <a:rPr lang="ko-KR" altLang="en-US" sz="900" b="1" dirty="0">
                <a:highlight>
                  <a:srgbClr val="FFFF00"/>
                </a:highlight>
              </a:rPr>
              <a:t> </a:t>
            </a:r>
            <a:r>
              <a:rPr lang="ko-KR" altLang="en-US" sz="900" b="1" dirty="0" err="1">
                <a:highlight>
                  <a:srgbClr val="FFFF00"/>
                </a:highlight>
              </a:rPr>
              <a:t>루씨에어</a:t>
            </a:r>
            <a:endParaRPr lang="en-US" altLang="ko-KR" sz="900" b="1" dirty="0">
              <a:highlight>
                <a:srgbClr val="FFFF00"/>
              </a:highlight>
            </a:endParaRPr>
          </a:p>
          <a:p>
            <a:r>
              <a:rPr lang="ko-KR" altLang="en-US" sz="900" b="1" dirty="0">
                <a:highlight>
                  <a:srgbClr val="FFFF00"/>
                </a:highlight>
              </a:rPr>
              <a:t>설치</a:t>
            </a:r>
            <a:r>
              <a:rPr lang="en-US" altLang="ko-KR" sz="900" b="1" dirty="0">
                <a:highlight>
                  <a:srgbClr val="FFFF00"/>
                </a:highlight>
              </a:rPr>
              <a:t>+</a:t>
            </a:r>
            <a:r>
              <a:rPr lang="ko-KR" altLang="en-US" sz="900" b="1" dirty="0">
                <a:highlight>
                  <a:srgbClr val="FFFF00"/>
                </a:highlight>
              </a:rPr>
              <a:t>보강</a:t>
            </a:r>
            <a:r>
              <a:rPr lang="en-US" altLang="ko-KR" sz="900" b="1" dirty="0">
                <a:highlight>
                  <a:srgbClr val="FFFF00"/>
                </a:highlight>
              </a:rPr>
              <a:t>+</a:t>
            </a:r>
            <a:r>
              <a:rPr lang="ko-KR" altLang="en-US" sz="900" b="1" dirty="0">
                <a:highlight>
                  <a:srgbClr val="FFFF00"/>
                </a:highlight>
              </a:rPr>
              <a:t>우물 천장 안 실크 도배</a:t>
            </a:r>
            <a:br>
              <a:rPr lang="en-US" altLang="ko-KR" sz="900" b="1" dirty="0">
                <a:highlight>
                  <a:srgbClr val="FFFF00"/>
                </a:highlight>
              </a:rPr>
            </a:br>
            <a:r>
              <a:rPr lang="ko-KR" altLang="en-US" sz="900" b="1" dirty="0">
                <a:highlight>
                  <a:srgbClr val="FFFF00"/>
                </a:highlight>
              </a:rPr>
              <a:t>우물조명 </a:t>
            </a:r>
            <a:r>
              <a:rPr lang="en-US" altLang="ko-KR" sz="900" b="1" dirty="0">
                <a:highlight>
                  <a:srgbClr val="FFFF00"/>
                </a:highlight>
              </a:rPr>
              <a:t>2</a:t>
            </a:r>
            <a:r>
              <a:rPr lang="ko-KR" altLang="en-US" sz="900" b="1" dirty="0">
                <a:highlight>
                  <a:srgbClr val="FFFF00"/>
                </a:highlight>
              </a:rPr>
              <a:t>줄 </a:t>
            </a:r>
            <a:r>
              <a:rPr lang="ko-KR" altLang="en-US" sz="900" b="1" dirty="0" err="1">
                <a:highlight>
                  <a:srgbClr val="FFFF00"/>
                </a:highlight>
              </a:rPr>
              <a:t>전구색</a:t>
            </a:r>
            <a:r>
              <a:rPr lang="en-US" altLang="ko-KR" sz="900" b="1" dirty="0">
                <a:highlight>
                  <a:srgbClr val="FFFF00"/>
                </a:highlight>
              </a:rPr>
              <a:t>+</a:t>
            </a:r>
            <a:r>
              <a:rPr lang="ko-KR" altLang="en-US" sz="900" b="1" dirty="0" err="1">
                <a:highlight>
                  <a:srgbClr val="FFFF00"/>
                </a:highlight>
              </a:rPr>
              <a:t>주백색</a:t>
            </a:r>
            <a:endParaRPr lang="en-US" altLang="ko-KR" sz="900" b="1" dirty="0">
              <a:highlight>
                <a:srgbClr val="FFFF00"/>
              </a:highlight>
            </a:endParaRPr>
          </a:p>
        </p:txBody>
      </p: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4556CD28-043F-F84D-5FA5-A3D69622854D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3376351A-1ED8-FD3D-3071-0AA23F4C1B55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8" name="타원 37">
              <a:extLst>
                <a:ext uri="{FF2B5EF4-FFF2-40B4-BE49-F238E27FC236}">
                  <a16:creationId xmlns:a16="http://schemas.microsoft.com/office/drawing/2014/main" id="{6EF6AF0C-A429-406C-6F8D-10826B42365E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2B3195BC-A76C-A18C-0CC6-C945C2090627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0" name="TextBox 11">
              <a:extLst>
                <a:ext uri="{FF2B5EF4-FFF2-40B4-BE49-F238E27FC236}">
                  <a16:creationId xmlns:a16="http://schemas.microsoft.com/office/drawing/2014/main" id="{AF4225F7-55E4-30F9-809C-FFCC0D2BBCBC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간접조명 </a:t>
              </a:r>
              <a:r>
                <a:rPr lang="en-US" altLang="ko-KR" sz="700" dirty="0"/>
                <a:t>A 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간접조명 센서 </a:t>
              </a:r>
              <a:r>
                <a:rPr lang="en-US" altLang="ko-KR" sz="700" dirty="0"/>
                <a:t>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우물천장간접조명 및 커튼박수 추가</a:t>
              </a:r>
              <a:r>
                <a:rPr lang="en-US" altLang="ko-KR" sz="700" dirty="0"/>
                <a:t>(</a:t>
              </a:r>
              <a:r>
                <a:rPr lang="ko-KR" altLang="en-US" sz="700" dirty="0"/>
                <a:t>별도 추가</a:t>
              </a:r>
              <a:r>
                <a:rPr lang="en-US" altLang="ko-KR" sz="700" dirty="0"/>
                <a:t>)</a:t>
              </a:r>
            </a:p>
            <a:p>
              <a:endParaRPr lang="en-US" altLang="ko-KR" sz="700" dirty="0"/>
            </a:p>
          </p:txBody>
        </p:sp>
      </p:grpSp>
      <p:sp>
        <p:nvSpPr>
          <p:cNvPr id="41" name="TextBox 40">
            <a:extLst>
              <a:ext uri="{FF2B5EF4-FFF2-40B4-BE49-F238E27FC236}">
                <a16:creationId xmlns:a16="http://schemas.microsoft.com/office/drawing/2014/main" id="{05CDA2F9-011E-7518-7BA3-FB35A6AFDE67}"/>
              </a:ext>
            </a:extLst>
          </p:cNvPr>
          <p:cNvSpPr txBox="1"/>
          <p:nvPr/>
        </p:nvSpPr>
        <p:spPr>
          <a:xfrm>
            <a:off x="112365" y="1352422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FF0000"/>
                </a:solidFill>
              </a:rPr>
              <a:t>**</a:t>
            </a:r>
            <a:r>
              <a:rPr lang="ko-KR" altLang="en-US" sz="800" dirty="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dirty="0" err="1">
                <a:solidFill>
                  <a:srgbClr val="FF0000"/>
                </a:solidFill>
              </a:rPr>
              <a:t>타공이</a:t>
            </a:r>
            <a:r>
              <a:rPr lang="ko-KR" altLang="en-US" sz="800" dirty="0">
                <a:solidFill>
                  <a:srgbClr val="FF0000"/>
                </a:solidFill>
              </a:rPr>
              <a:t> 필요할 수 </a:t>
            </a:r>
            <a:endParaRPr lang="en-US" altLang="ko-KR" sz="800" dirty="0">
              <a:solidFill>
                <a:srgbClr val="FF0000"/>
              </a:solidFill>
            </a:endParaRPr>
          </a:p>
          <a:p>
            <a:r>
              <a:rPr lang="ko-KR" altLang="en-US" sz="800" dirty="0">
                <a:solidFill>
                  <a:srgbClr val="FF0000"/>
                </a:solidFill>
              </a:rPr>
              <a:t>있으며</a:t>
            </a:r>
            <a:r>
              <a:rPr lang="en-US" altLang="ko-KR" sz="800" dirty="0">
                <a:solidFill>
                  <a:srgbClr val="FF0000"/>
                </a:solidFill>
              </a:rPr>
              <a:t> </a:t>
            </a:r>
            <a:r>
              <a:rPr lang="ko-KR" altLang="en-US" sz="800" dirty="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 dirty="0">
              <a:solidFill>
                <a:srgbClr val="FF0000"/>
              </a:solidFill>
            </a:endParaRPr>
          </a:p>
        </p:txBody>
      </p:sp>
      <p:sp>
        <p:nvSpPr>
          <p:cNvPr id="42" name="TextBox 13">
            <a:extLst>
              <a:ext uri="{FF2B5EF4-FFF2-40B4-BE49-F238E27FC236}">
                <a16:creationId xmlns:a16="http://schemas.microsoft.com/office/drawing/2014/main" id="{B1929B19-5D4D-E6EB-9DD3-7E1FF37070D9}"/>
              </a:ext>
            </a:extLst>
          </p:cNvPr>
          <p:cNvSpPr txBox="1"/>
          <p:nvPr/>
        </p:nvSpPr>
        <p:spPr>
          <a:xfrm>
            <a:off x="157805" y="861897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dirty="0"/>
              <a:t>욕실 </a:t>
            </a:r>
            <a:r>
              <a:rPr lang="ko-KR" altLang="en-US" sz="800" b="1" dirty="0" err="1"/>
              <a:t>휴젠트여부에</a:t>
            </a:r>
            <a:r>
              <a:rPr lang="ko-KR" altLang="en-US" sz="800" b="1" dirty="0"/>
              <a:t> 대하여</a:t>
            </a:r>
            <a:endParaRPr lang="en-US" altLang="ko-KR" sz="800" b="1" dirty="0"/>
          </a:p>
          <a:p>
            <a:r>
              <a:rPr lang="ko-KR" altLang="en-US" sz="800" b="1" dirty="0"/>
              <a:t>기사분이 현장에서 파악하여</a:t>
            </a:r>
            <a:endParaRPr lang="en-US" altLang="ko-KR" sz="800" b="1" dirty="0"/>
          </a:p>
          <a:p>
            <a:r>
              <a:rPr lang="ko-KR" altLang="en-US" sz="800" b="1" dirty="0"/>
              <a:t>센서위치를 적용해드립니다</a:t>
            </a:r>
            <a:r>
              <a:rPr lang="en-US" altLang="ko-KR" sz="800" b="1" dirty="0"/>
              <a:t>.</a:t>
            </a:r>
            <a:endParaRPr lang="ko-KR" altLang="en-US" sz="800" b="1" dirty="0"/>
          </a:p>
        </p:txBody>
      </p: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EB1E0CB5-D045-A253-C2EF-330FF00DC507}"/>
              </a:ext>
            </a:extLst>
          </p:cNvPr>
          <p:cNvGrpSpPr/>
          <p:nvPr/>
        </p:nvGrpSpPr>
        <p:grpSpPr>
          <a:xfrm rot="5400000">
            <a:off x="3249929" y="4477980"/>
            <a:ext cx="98860" cy="1389968"/>
            <a:chOff x="4737865" y="4841392"/>
            <a:chExt cx="98860" cy="1389968"/>
          </a:xfrm>
        </p:grpSpPr>
        <p:sp>
          <p:nvSpPr>
            <p:cNvPr id="49" name="타원 48">
              <a:extLst>
                <a:ext uri="{FF2B5EF4-FFF2-40B4-BE49-F238E27FC236}">
                  <a16:creationId xmlns:a16="http://schemas.microsoft.com/office/drawing/2014/main" id="{15EF5EEB-7BF3-058F-1932-638C4E7525B4}"/>
                </a:ext>
              </a:extLst>
            </p:cNvPr>
            <p:cNvSpPr/>
            <p:nvPr/>
          </p:nvSpPr>
          <p:spPr>
            <a:xfrm>
              <a:off x="4737865" y="484139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50" name="타원 49">
              <a:extLst>
                <a:ext uri="{FF2B5EF4-FFF2-40B4-BE49-F238E27FC236}">
                  <a16:creationId xmlns:a16="http://schemas.microsoft.com/office/drawing/2014/main" id="{61899604-C8F4-7106-F5EA-1AA714C50992}"/>
                </a:ext>
              </a:extLst>
            </p:cNvPr>
            <p:cNvSpPr/>
            <p:nvPr/>
          </p:nvSpPr>
          <p:spPr>
            <a:xfrm>
              <a:off x="4738318" y="5489563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1" name="타원 50">
              <a:extLst>
                <a:ext uri="{FF2B5EF4-FFF2-40B4-BE49-F238E27FC236}">
                  <a16:creationId xmlns:a16="http://schemas.microsoft.com/office/drawing/2014/main" id="{1A13B8FA-453A-0083-73D9-607BBD313ECE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0762F53A-7E89-C933-32E9-1310A915ACEC}"/>
              </a:ext>
            </a:extLst>
          </p:cNvPr>
          <p:cNvSpPr/>
          <p:nvPr/>
        </p:nvSpPr>
        <p:spPr>
          <a:xfrm rot="16200000" flipV="1">
            <a:off x="7843598" y="2779634"/>
            <a:ext cx="98384" cy="585816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065526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021BA2-7757-E059-18BB-64DD5F3F49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9A453FA-378D-F885-6C41-EB6B36DF04E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213967" y="1211855"/>
            <a:ext cx="7869833" cy="555724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B09B8B3-9594-86DE-477F-ED1404939DE0}"/>
                  </a:ext>
                </a:extLst>
              </p:cNvPr>
              <p:cNvSpPr txBox="1"/>
              <p:nvPr/>
            </p:nvSpPr>
            <p:spPr>
              <a:xfrm>
                <a:off x="10171035" y="1071060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𝑪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 dirty="0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B09B8B3-9594-86DE-477F-ED1404939D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71035" y="1071060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5F605EB1-124E-6978-325E-1634ECC60476}"/>
              </a:ext>
            </a:extLst>
          </p:cNvPr>
          <p:cNvSpPr txBox="1"/>
          <p:nvPr/>
        </p:nvSpPr>
        <p:spPr>
          <a:xfrm>
            <a:off x="1877344" y="356152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/>
              <a:t>84C1</a:t>
            </a:r>
            <a:r>
              <a:rPr lang="ko-KR" altLang="en-US" sz="2000" b="1" dirty="0"/>
              <a:t>타입 간접</a:t>
            </a:r>
            <a:r>
              <a:rPr lang="en-US" altLang="ko-KR" sz="2000" b="1" dirty="0"/>
              <a:t>A /</a:t>
            </a:r>
            <a:r>
              <a:rPr lang="ko-KR" altLang="en-US" sz="2000" b="1" dirty="0"/>
              <a:t>간접</a:t>
            </a:r>
            <a:r>
              <a:rPr lang="en-US" altLang="ko-KR" sz="2000" b="1" dirty="0"/>
              <a:t> </a:t>
            </a:r>
            <a:r>
              <a:rPr lang="ko-KR" altLang="en-US" sz="2000" b="1" dirty="0"/>
              <a:t>센서 </a:t>
            </a:r>
            <a:r>
              <a:rPr lang="en-US" altLang="ko-KR" sz="2000" b="1" dirty="0"/>
              <a:t>SET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6CCD246-D724-E087-E157-78BA6A27135C}"/>
              </a:ext>
            </a:extLst>
          </p:cNvPr>
          <p:cNvSpPr/>
          <p:nvPr/>
        </p:nvSpPr>
        <p:spPr>
          <a:xfrm rot="10800000">
            <a:off x="2323626" y="3224607"/>
            <a:ext cx="102820" cy="196917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95C917FC-02DF-F02A-C614-B85A566865C0}"/>
              </a:ext>
            </a:extLst>
          </p:cNvPr>
          <p:cNvSpPr/>
          <p:nvPr/>
        </p:nvSpPr>
        <p:spPr>
          <a:xfrm>
            <a:off x="2754091" y="3515340"/>
            <a:ext cx="1238568" cy="1250900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60468BA7-7300-E228-73E6-C644CAE69B1B}"/>
              </a:ext>
            </a:extLst>
          </p:cNvPr>
          <p:cNvSpPr/>
          <p:nvPr/>
        </p:nvSpPr>
        <p:spPr>
          <a:xfrm>
            <a:off x="2923028" y="3667427"/>
            <a:ext cx="907746" cy="952009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94819E0-29CD-4314-8167-A5CD369B20C3}"/>
              </a:ext>
            </a:extLst>
          </p:cNvPr>
          <p:cNvSpPr txBox="1"/>
          <p:nvPr/>
        </p:nvSpPr>
        <p:spPr>
          <a:xfrm>
            <a:off x="4114888" y="4244258"/>
            <a:ext cx="11155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/>
              <a:t>전자식스위치</a:t>
            </a:r>
            <a:endParaRPr lang="en-US" altLang="ko-KR" sz="1000" b="1" dirty="0"/>
          </a:p>
          <a:p>
            <a:pPr algn="ctr"/>
            <a:r>
              <a:rPr lang="en-US" altLang="ko-KR" sz="1000" b="1" dirty="0"/>
              <a:t>+</a:t>
            </a:r>
            <a:r>
              <a:rPr lang="ko-KR" altLang="en-US" sz="1000" b="1" dirty="0"/>
              <a:t>리모컨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83FB5FC8-CE90-694E-98BD-493E8018930A}"/>
              </a:ext>
            </a:extLst>
          </p:cNvPr>
          <p:cNvGrpSpPr/>
          <p:nvPr/>
        </p:nvGrpSpPr>
        <p:grpSpPr>
          <a:xfrm rot="5400000">
            <a:off x="3222778" y="2446976"/>
            <a:ext cx="98860" cy="1389968"/>
            <a:chOff x="4737865" y="4841392"/>
            <a:chExt cx="98860" cy="1389968"/>
          </a:xfrm>
        </p:grpSpPr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A8DA266E-062B-3CC2-63D1-649BB218BD81}"/>
                </a:ext>
              </a:extLst>
            </p:cNvPr>
            <p:cNvSpPr/>
            <p:nvPr/>
          </p:nvSpPr>
          <p:spPr>
            <a:xfrm>
              <a:off x="4737865" y="484139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C461BBAB-F756-42B6-4693-699AF674BD91}"/>
                </a:ext>
              </a:extLst>
            </p:cNvPr>
            <p:cNvSpPr/>
            <p:nvPr/>
          </p:nvSpPr>
          <p:spPr>
            <a:xfrm>
              <a:off x="4738318" y="5489563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E9A46C55-3BCC-8956-B952-B1D1A647D407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12D13E91-83C5-B302-0A6E-B72306CA7EC6}"/>
              </a:ext>
            </a:extLst>
          </p:cNvPr>
          <p:cNvSpPr/>
          <p:nvPr/>
        </p:nvSpPr>
        <p:spPr>
          <a:xfrm rot="16200000" flipV="1">
            <a:off x="4806976" y="3536102"/>
            <a:ext cx="98384" cy="58895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D73B7627-50B8-8E65-C304-45F247B77C7D}"/>
              </a:ext>
            </a:extLst>
          </p:cNvPr>
          <p:cNvSpPr/>
          <p:nvPr/>
        </p:nvSpPr>
        <p:spPr>
          <a:xfrm flipV="1">
            <a:off x="5936339" y="3062467"/>
            <a:ext cx="98384" cy="788288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4181F1F7-7D1D-61EB-56B4-4CA8E2D6922A}"/>
              </a:ext>
            </a:extLst>
          </p:cNvPr>
          <p:cNvGrpSpPr/>
          <p:nvPr/>
        </p:nvGrpSpPr>
        <p:grpSpPr>
          <a:xfrm rot="5400000">
            <a:off x="7199476" y="4155885"/>
            <a:ext cx="98802" cy="576856"/>
            <a:chOff x="4737846" y="5034905"/>
            <a:chExt cx="98802" cy="576856"/>
          </a:xfrm>
        </p:grpSpPr>
        <p:sp>
          <p:nvSpPr>
            <p:cNvPr id="30" name="타원 29">
              <a:extLst>
                <a:ext uri="{FF2B5EF4-FFF2-40B4-BE49-F238E27FC236}">
                  <a16:creationId xmlns:a16="http://schemas.microsoft.com/office/drawing/2014/main" id="{4CBC5D70-6EDD-7228-A21D-E46A7F163C03}"/>
                </a:ext>
              </a:extLst>
            </p:cNvPr>
            <p:cNvSpPr/>
            <p:nvPr/>
          </p:nvSpPr>
          <p:spPr>
            <a:xfrm>
              <a:off x="4737846" y="503490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31" name="타원 30">
              <a:extLst>
                <a:ext uri="{FF2B5EF4-FFF2-40B4-BE49-F238E27FC236}">
                  <a16:creationId xmlns:a16="http://schemas.microsoft.com/office/drawing/2014/main" id="{E8331763-5069-EDCA-8453-6F842F85DE93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BA9927C2-726D-0CE2-2635-1D228D4EE8B3}"/>
              </a:ext>
            </a:extLst>
          </p:cNvPr>
          <p:cNvSpPr txBox="1"/>
          <p:nvPr/>
        </p:nvSpPr>
        <p:spPr>
          <a:xfrm>
            <a:off x="15023" y="3667427"/>
            <a:ext cx="2217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highlight>
                  <a:srgbClr val="FFFF00"/>
                </a:highlight>
              </a:rPr>
              <a:t>우물은 두가지 </a:t>
            </a:r>
            <a:r>
              <a:rPr lang="ko-KR" altLang="en-US" sz="900" dirty="0" err="1">
                <a:highlight>
                  <a:srgbClr val="FFFF00"/>
                </a:highlight>
              </a:rPr>
              <a:t>타입중</a:t>
            </a:r>
            <a:r>
              <a:rPr lang="ko-KR" altLang="en-US" sz="900" dirty="0">
                <a:highlight>
                  <a:srgbClr val="FFFF00"/>
                </a:highlight>
              </a:rPr>
              <a:t> 선택 가능합니다</a:t>
            </a:r>
            <a:r>
              <a:rPr lang="en-US" altLang="ko-KR" sz="900" dirty="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900" dirty="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900" dirty="0">
                <a:highlight>
                  <a:srgbClr val="FFFF00"/>
                </a:highlight>
              </a:rPr>
              <a:t>. </a:t>
            </a:r>
            <a:endParaRPr lang="ko-KR" altLang="en-US" sz="900" dirty="0">
              <a:highlight>
                <a:srgbClr val="FFFF00"/>
              </a:highlight>
            </a:endParaRPr>
          </a:p>
        </p:txBody>
      </p: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83BDCD28-A326-FAD5-2536-DE4B579DF7E6}"/>
              </a:ext>
            </a:extLst>
          </p:cNvPr>
          <p:cNvCxnSpPr>
            <a:cxnSpLocks/>
          </p:cNvCxnSpPr>
          <p:nvPr/>
        </p:nvCxnSpPr>
        <p:spPr>
          <a:xfrm>
            <a:off x="2098801" y="3757866"/>
            <a:ext cx="65529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DC80E6CC-8F1E-C40D-4CCD-F57E77C9CE0D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6" name="타원 35">
              <a:extLst>
                <a:ext uri="{FF2B5EF4-FFF2-40B4-BE49-F238E27FC236}">
                  <a16:creationId xmlns:a16="http://schemas.microsoft.com/office/drawing/2014/main" id="{F1CE9641-6A4D-E4E1-B76E-41492F911D95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3EF2945B-7E4D-278B-C39C-988D524AF082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8" name="타원 37">
              <a:extLst>
                <a:ext uri="{FF2B5EF4-FFF2-40B4-BE49-F238E27FC236}">
                  <a16:creationId xmlns:a16="http://schemas.microsoft.com/office/drawing/2014/main" id="{76D256F3-1763-B86F-B84B-FAAA76BD5DBA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9" name="TextBox 11">
              <a:extLst>
                <a:ext uri="{FF2B5EF4-FFF2-40B4-BE49-F238E27FC236}">
                  <a16:creationId xmlns:a16="http://schemas.microsoft.com/office/drawing/2014/main" id="{08E773D5-1359-2274-CC75-4F27AAD5B7EE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간접조명 </a:t>
              </a:r>
              <a:r>
                <a:rPr lang="en-US" altLang="ko-KR" sz="700" dirty="0"/>
                <a:t>A 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간접조명 센서 </a:t>
              </a:r>
              <a:r>
                <a:rPr lang="en-US" altLang="ko-KR" sz="700" dirty="0"/>
                <a:t>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우물천장간접조명 및 커튼박수 추가</a:t>
              </a:r>
              <a:r>
                <a:rPr lang="en-US" altLang="ko-KR" sz="700" dirty="0"/>
                <a:t>(</a:t>
              </a:r>
              <a:r>
                <a:rPr lang="ko-KR" altLang="en-US" sz="700" dirty="0"/>
                <a:t>별도 추가</a:t>
              </a:r>
              <a:r>
                <a:rPr lang="en-US" altLang="ko-KR" sz="700" dirty="0"/>
                <a:t>)</a:t>
              </a:r>
            </a:p>
            <a:p>
              <a:endParaRPr lang="en-US" altLang="ko-KR" sz="700" dirty="0"/>
            </a:p>
          </p:txBody>
        </p:sp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42B02C2F-A404-3711-D0D9-6075666F0663}"/>
              </a:ext>
            </a:extLst>
          </p:cNvPr>
          <p:cNvSpPr txBox="1"/>
          <p:nvPr/>
        </p:nvSpPr>
        <p:spPr>
          <a:xfrm>
            <a:off x="112365" y="1352422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FF0000"/>
                </a:solidFill>
              </a:rPr>
              <a:t>**</a:t>
            </a:r>
            <a:r>
              <a:rPr lang="ko-KR" altLang="en-US" sz="800" dirty="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dirty="0" err="1">
                <a:solidFill>
                  <a:srgbClr val="FF0000"/>
                </a:solidFill>
              </a:rPr>
              <a:t>타공이</a:t>
            </a:r>
            <a:r>
              <a:rPr lang="ko-KR" altLang="en-US" sz="800" dirty="0">
                <a:solidFill>
                  <a:srgbClr val="FF0000"/>
                </a:solidFill>
              </a:rPr>
              <a:t> 필요할 수 </a:t>
            </a:r>
            <a:endParaRPr lang="en-US" altLang="ko-KR" sz="800" dirty="0">
              <a:solidFill>
                <a:srgbClr val="FF0000"/>
              </a:solidFill>
            </a:endParaRPr>
          </a:p>
          <a:p>
            <a:r>
              <a:rPr lang="ko-KR" altLang="en-US" sz="800" dirty="0">
                <a:solidFill>
                  <a:srgbClr val="FF0000"/>
                </a:solidFill>
              </a:rPr>
              <a:t>있으며</a:t>
            </a:r>
            <a:r>
              <a:rPr lang="en-US" altLang="ko-KR" sz="800" dirty="0">
                <a:solidFill>
                  <a:srgbClr val="FF0000"/>
                </a:solidFill>
              </a:rPr>
              <a:t> </a:t>
            </a:r>
            <a:r>
              <a:rPr lang="ko-KR" altLang="en-US" sz="800" dirty="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 dirty="0">
              <a:solidFill>
                <a:srgbClr val="FF0000"/>
              </a:solidFill>
            </a:endParaRPr>
          </a:p>
        </p:txBody>
      </p:sp>
      <p:sp>
        <p:nvSpPr>
          <p:cNvPr id="41" name="TextBox 13">
            <a:extLst>
              <a:ext uri="{FF2B5EF4-FFF2-40B4-BE49-F238E27FC236}">
                <a16:creationId xmlns:a16="http://schemas.microsoft.com/office/drawing/2014/main" id="{8BD09A76-3EBB-6A87-D430-24920F36F117}"/>
              </a:ext>
            </a:extLst>
          </p:cNvPr>
          <p:cNvSpPr txBox="1"/>
          <p:nvPr/>
        </p:nvSpPr>
        <p:spPr>
          <a:xfrm>
            <a:off x="157805" y="861897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dirty="0"/>
              <a:t>욕실 </a:t>
            </a:r>
            <a:r>
              <a:rPr lang="ko-KR" altLang="en-US" sz="800" b="1" dirty="0" err="1"/>
              <a:t>휴젠트여부에</a:t>
            </a:r>
            <a:r>
              <a:rPr lang="ko-KR" altLang="en-US" sz="800" b="1" dirty="0"/>
              <a:t> 대하여</a:t>
            </a:r>
            <a:endParaRPr lang="en-US" altLang="ko-KR" sz="800" b="1" dirty="0"/>
          </a:p>
          <a:p>
            <a:r>
              <a:rPr lang="ko-KR" altLang="en-US" sz="800" b="1" dirty="0"/>
              <a:t>기사분이 현장에서 파악하여</a:t>
            </a:r>
            <a:endParaRPr lang="en-US" altLang="ko-KR" sz="800" b="1" dirty="0"/>
          </a:p>
          <a:p>
            <a:r>
              <a:rPr lang="ko-KR" altLang="en-US" sz="800" b="1" dirty="0"/>
              <a:t>센서위치를 적용해드립니다</a:t>
            </a:r>
            <a:r>
              <a:rPr lang="en-US" altLang="ko-KR" sz="800" b="1" dirty="0"/>
              <a:t>.</a:t>
            </a:r>
            <a:endParaRPr lang="ko-KR" altLang="en-US" sz="800" b="1" dirty="0"/>
          </a:p>
        </p:txBody>
      </p: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2BD62640-6C8C-1A89-1070-5D5C273195F1}"/>
              </a:ext>
            </a:extLst>
          </p:cNvPr>
          <p:cNvGrpSpPr/>
          <p:nvPr/>
        </p:nvGrpSpPr>
        <p:grpSpPr>
          <a:xfrm rot="5400000">
            <a:off x="3222778" y="4548230"/>
            <a:ext cx="98860" cy="1389968"/>
            <a:chOff x="4737865" y="4841392"/>
            <a:chExt cx="98860" cy="1389968"/>
          </a:xfrm>
        </p:grpSpPr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5FCB1AD5-CD2E-232C-B9E7-E3A50E66DDAE}"/>
                </a:ext>
              </a:extLst>
            </p:cNvPr>
            <p:cNvSpPr/>
            <p:nvPr/>
          </p:nvSpPr>
          <p:spPr>
            <a:xfrm>
              <a:off x="4737865" y="484139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56761EEC-B827-E952-42C3-803EA69956EB}"/>
                </a:ext>
              </a:extLst>
            </p:cNvPr>
            <p:cNvSpPr/>
            <p:nvPr/>
          </p:nvSpPr>
          <p:spPr>
            <a:xfrm>
              <a:off x="4738318" y="5489563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19F16B0D-A6E1-4C57-9168-353950A8DC4C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89599C1C-7D35-91C8-81A8-2AA38199EB67}"/>
              </a:ext>
            </a:extLst>
          </p:cNvPr>
          <p:cNvSpPr/>
          <p:nvPr/>
        </p:nvSpPr>
        <p:spPr>
          <a:xfrm rot="16200000" flipV="1">
            <a:off x="7722763" y="2802543"/>
            <a:ext cx="98384" cy="61823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75794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A12BF7-B033-9857-B0CB-8490332642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39D857F-69DA-C8C8-1C77-C8CE91B5CF1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213967" y="1211855"/>
            <a:ext cx="7869833" cy="555724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00E58D9-244A-1363-E459-652C262DC7DB}"/>
                  </a:ext>
                </a:extLst>
              </p:cNvPr>
              <p:cNvSpPr txBox="1"/>
              <p:nvPr/>
            </p:nvSpPr>
            <p:spPr>
              <a:xfrm>
                <a:off x="10171035" y="1071060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𝑪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 dirty="0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00E58D9-244A-1363-E459-652C262DC7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71035" y="1071060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A0BF9C0F-017A-325D-2CE7-91B6687FF8E6}"/>
              </a:ext>
            </a:extLst>
          </p:cNvPr>
          <p:cNvSpPr txBox="1"/>
          <p:nvPr/>
        </p:nvSpPr>
        <p:spPr>
          <a:xfrm>
            <a:off x="1877344" y="356152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/>
              <a:t>84C1</a:t>
            </a:r>
            <a:r>
              <a:rPr lang="ko-KR" altLang="en-US" sz="2000" b="1" dirty="0"/>
              <a:t>타입 간접 프리미엄 </a:t>
            </a:r>
            <a:r>
              <a:rPr lang="en-US" altLang="ko-KR" sz="2000" b="1" dirty="0"/>
              <a:t>SET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C727FCE-4185-9981-A90F-473C0C8AE5D4}"/>
              </a:ext>
            </a:extLst>
          </p:cNvPr>
          <p:cNvSpPr/>
          <p:nvPr/>
        </p:nvSpPr>
        <p:spPr>
          <a:xfrm rot="5400000">
            <a:off x="2552946" y="2551526"/>
            <a:ext cx="763158" cy="10326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794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6F895A-0DAB-89D6-8C28-64CFDEB02DE7}"/>
              </a:ext>
            </a:extLst>
          </p:cNvPr>
          <p:cNvSpPr txBox="1"/>
          <p:nvPr/>
        </p:nvSpPr>
        <p:spPr>
          <a:xfrm>
            <a:off x="3025790" y="2189925"/>
            <a:ext cx="13235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 err="1"/>
              <a:t>무선리모컨</a:t>
            </a:r>
            <a:endParaRPr lang="en-US" altLang="ko-KR" sz="1000" b="1" dirty="0"/>
          </a:p>
          <a:p>
            <a:pPr algn="ctr"/>
            <a:r>
              <a:rPr lang="en-US" altLang="ko-KR" sz="1000" b="1" dirty="0"/>
              <a:t>1</a:t>
            </a:r>
            <a:r>
              <a:rPr lang="ko-KR" altLang="en-US" sz="1000" b="1" dirty="0"/>
              <a:t>구</a:t>
            </a:r>
            <a:r>
              <a:rPr lang="en-US" altLang="ko-KR" sz="1000" b="1" dirty="0"/>
              <a:t>(3</a:t>
            </a:r>
            <a:r>
              <a:rPr lang="ko-KR" altLang="en-US" sz="1000" b="1" dirty="0"/>
              <a:t>채널</a:t>
            </a:r>
            <a:r>
              <a:rPr lang="en-US" altLang="ko-KR" sz="1000" b="1" dirty="0"/>
              <a:t>)</a:t>
            </a:r>
            <a:endParaRPr lang="ko-KR" altLang="en-US" sz="1000" b="1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31DD30F-4B98-5E42-22D6-947633A8D903}"/>
              </a:ext>
            </a:extLst>
          </p:cNvPr>
          <p:cNvSpPr/>
          <p:nvPr/>
        </p:nvSpPr>
        <p:spPr>
          <a:xfrm rot="10800000">
            <a:off x="2323626" y="3224607"/>
            <a:ext cx="102820" cy="196917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6C5E2FFA-568F-4C89-D13A-438D13D62C64}"/>
              </a:ext>
            </a:extLst>
          </p:cNvPr>
          <p:cNvSpPr/>
          <p:nvPr/>
        </p:nvSpPr>
        <p:spPr>
          <a:xfrm>
            <a:off x="2754091" y="3515340"/>
            <a:ext cx="1238568" cy="1250900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DBF2FA61-566F-20CA-EE46-886B4F43AEC3}"/>
              </a:ext>
            </a:extLst>
          </p:cNvPr>
          <p:cNvSpPr/>
          <p:nvPr/>
        </p:nvSpPr>
        <p:spPr>
          <a:xfrm>
            <a:off x="2923028" y="3667427"/>
            <a:ext cx="907746" cy="952009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C3B8132-5820-0DB9-62EC-75F298090C33}"/>
              </a:ext>
            </a:extLst>
          </p:cNvPr>
          <p:cNvSpPr txBox="1"/>
          <p:nvPr/>
        </p:nvSpPr>
        <p:spPr>
          <a:xfrm>
            <a:off x="4114888" y="4244258"/>
            <a:ext cx="11155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/>
              <a:t>전자식스위치</a:t>
            </a:r>
            <a:endParaRPr lang="en-US" altLang="ko-KR" sz="1000" b="1" dirty="0"/>
          </a:p>
          <a:p>
            <a:pPr algn="ctr"/>
            <a:r>
              <a:rPr lang="en-US" altLang="ko-KR" sz="1000" b="1" dirty="0"/>
              <a:t>+</a:t>
            </a:r>
            <a:r>
              <a:rPr lang="ko-KR" altLang="en-US" sz="1000" b="1" dirty="0"/>
              <a:t>리모컨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FC57D363-FC37-98D8-9D98-79CE7282782B}"/>
              </a:ext>
            </a:extLst>
          </p:cNvPr>
          <p:cNvGrpSpPr/>
          <p:nvPr/>
        </p:nvGrpSpPr>
        <p:grpSpPr>
          <a:xfrm rot="5400000">
            <a:off x="3222778" y="2446976"/>
            <a:ext cx="98860" cy="1389968"/>
            <a:chOff x="4737865" y="4841392"/>
            <a:chExt cx="98860" cy="1389968"/>
          </a:xfrm>
        </p:grpSpPr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A1057348-FDD4-48B2-E726-4CACFD4986C6}"/>
                </a:ext>
              </a:extLst>
            </p:cNvPr>
            <p:cNvSpPr/>
            <p:nvPr/>
          </p:nvSpPr>
          <p:spPr>
            <a:xfrm>
              <a:off x="4737865" y="484139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3B7E2D7D-E1FD-C627-5B72-FC188A19C3A0}"/>
                </a:ext>
              </a:extLst>
            </p:cNvPr>
            <p:cNvSpPr/>
            <p:nvPr/>
          </p:nvSpPr>
          <p:spPr>
            <a:xfrm>
              <a:off x="4738318" y="5489563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AD2BF8AA-A605-7EF3-F831-F13B3007BF52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A5DFAED2-7857-B8CA-E795-84D7733B3E2F}"/>
              </a:ext>
            </a:extLst>
          </p:cNvPr>
          <p:cNvGrpSpPr/>
          <p:nvPr/>
        </p:nvGrpSpPr>
        <p:grpSpPr>
          <a:xfrm rot="5400000">
            <a:off x="3503409" y="2621868"/>
            <a:ext cx="98800" cy="614796"/>
            <a:chOff x="4737848" y="4996965"/>
            <a:chExt cx="98800" cy="614796"/>
          </a:xfrm>
          <a:solidFill>
            <a:srgbClr val="00B0F0"/>
          </a:solidFill>
        </p:grpSpPr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43EE532C-C283-CBAE-83C8-FBC6C231E503}"/>
                </a:ext>
              </a:extLst>
            </p:cNvPr>
            <p:cNvSpPr/>
            <p:nvPr/>
          </p:nvSpPr>
          <p:spPr>
            <a:xfrm>
              <a:off x="4737848" y="4996965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026ABD27-3706-83C8-8FC0-4E158F84CAB3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AC440EFD-F5EA-DD63-4F88-5963E26E4BEC}"/>
              </a:ext>
            </a:extLst>
          </p:cNvPr>
          <p:cNvGrpSpPr/>
          <p:nvPr/>
        </p:nvGrpSpPr>
        <p:grpSpPr>
          <a:xfrm>
            <a:off x="6070744" y="3214875"/>
            <a:ext cx="441819" cy="542991"/>
            <a:chOff x="9191246" y="3797098"/>
            <a:chExt cx="441819" cy="542991"/>
          </a:xfrm>
          <a:solidFill>
            <a:srgbClr val="CC0000"/>
          </a:solidFill>
        </p:grpSpPr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529B2ED4-E43D-99FF-5A1B-940E744DDB0A}"/>
                </a:ext>
              </a:extLst>
            </p:cNvPr>
            <p:cNvGrpSpPr/>
            <p:nvPr/>
          </p:nvGrpSpPr>
          <p:grpSpPr>
            <a:xfrm>
              <a:off x="9534251" y="3799905"/>
              <a:ext cx="98814" cy="540184"/>
              <a:chOff x="4648140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25" name="타원 24">
                <a:extLst>
                  <a:ext uri="{FF2B5EF4-FFF2-40B4-BE49-F238E27FC236}">
                    <a16:creationId xmlns:a16="http://schemas.microsoft.com/office/drawing/2014/main" id="{E333565B-9614-0D0E-4E0A-DFCE7CAE29AC}"/>
                  </a:ext>
                </a:extLst>
              </p:cNvPr>
              <p:cNvSpPr/>
              <p:nvPr/>
            </p:nvSpPr>
            <p:spPr>
              <a:xfrm>
                <a:off x="4648140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6" name="타원 25">
                <a:extLst>
                  <a:ext uri="{FF2B5EF4-FFF2-40B4-BE49-F238E27FC236}">
                    <a16:creationId xmlns:a16="http://schemas.microsoft.com/office/drawing/2014/main" id="{E8D1FDB6-5B5F-768E-349F-7BDCC09F126E}"/>
                  </a:ext>
                </a:extLst>
              </p:cNvPr>
              <p:cNvSpPr/>
              <p:nvPr/>
            </p:nvSpPr>
            <p:spPr>
              <a:xfrm>
                <a:off x="4648569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1" name="별: 꼭짓점 7개 20">
              <a:extLst>
                <a:ext uri="{FF2B5EF4-FFF2-40B4-BE49-F238E27FC236}">
                  <a16:creationId xmlns:a16="http://schemas.microsoft.com/office/drawing/2014/main" id="{91FEA4A9-3215-82F4-9D2E-BDE431B74CFA}"/>
                </a:ext>
              </a:extLst>
            </p:cNvPr>
            <p:cNvSpPr/>
            <p:nvPr/>
          </p:nvSpPr>
          <p:spPr>
            <a:xfrm rot="5400000">
              <a:off x="9283980" y="3948841"/>
              <a:ext cx="244351" cy="235659"/>
            </a:xfrm>
            <a:prstGeom prst="star7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86" b="1" dirty="0">
                <a:ln w="22225">
                  <a:solidFill>
                    <a:srgbClr val="FFFF00"/>
                  </a:solidFill>
                  <a:prstDash val="solid"/>
                </a:ln>
                <a:solidFill>
                  <a:srgbClr val="C00000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</a:endParaRPr>
            </a:p>
          </p:txBody>
        </p:sp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F0384D6D-EE15-E59D-8EFB-7A243E757E3A}"/>
                </a:ext>
              </a:extLst>
            </p:cNvPr>
            <p:cNvGrpSpPr/>
            <p:nvPr/>
          </p:nvGrpSpPr>
          <p:grpSpPr>
            <a:xfrm>
              <a:off x="9191246" y="3797098"/>
              <a:ext cx="98814" cy="540184"/>
              <a:chOff x="4737834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23" name="타원 22">
                <a:extLst>
                  <a:ext uri="{FF2B5EF4-FFF2-40B4-BE49-F238E27FC236}">
                    <a16:creationId xmlns:a16="http://schemas.microsoft.com/office/drawing/2014/main" id="{DA3B70DF-0F0E-79B8-46AD-E8C6AAD7E2D7}"/>
                  </a:ext>
                </a:extLst>
              </p:cNvPr>
              <p:cNvSpPr/>
              <p:nvPr/>
            </p:nvSpPr>
            <p:spPr>
              <a:xfrm>
                <a:off x="47378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타원 23">
                <a:extLst>
                  <a:ext uri="{FF2B5EF4-FFF2-40B4-BE49-F238E27FC236}">
                    <a16:creationId xmlns:a16="http://schemas.microsoft.com/office/drawing/2014/main" id="{DC4AF6D8-C783-4920-8227-BE92F0A45D0B}"/>
                  </a:ext>
                </a:extLst>
              </p:cNvPr>
              <p:cNvSpPr/>
              <p:nvPr/>
            </p:nvSpPr>
            <p:spPr>
              <a:xfrm>
                <a:off x="4738263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6A29F2F3-7270-6238-A094-E7B12D0E6F3F}"/>
              </a:ext>
            </a:extLst>
          </p:cNvPr>
          <p:cNvSpPr/>
          <p:nvPr/>
        </p:nvSpPr>
        <p:spPr>
          <a:xfrm rot="16200000" flipV="1">
            <a:off x="4806976" y="3536102"/>
            <a:ext cx="98384" cy="58895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90D23A03-381A-7FC3-73D8-3209B10C1C81}"/>
              </a:ext>
            </a:extLst>
          </p:cNvPr>
          <p:cNvSpPr/>
          <p:nvPr/>
        </p:nvSpPr>
        <p:spPr>
          <a:xfrm flipV="1">
            <a:off x="5936339" y="3062467"/>
            <a:ext cx="98384" cy="788288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303818D4-BCB2-09BC-F197-73558B913B38}"/>
              </a:ext>
            </a:extLst>
          </p:cNvPr>
          <p:cNvGrpSpPr/>
          <p:nvPr/>
        </p:nvGrpSpPr>
        <p:grpSpPr>
          <a:xfrm rot="5400000">
            <a:off x="7199476" y="4155885"/>
            <a:ext cx="98802" cy="576856"/>
            <a:chOff x="4737846" y="5034905"/>
            <a:chExt cx="98802" cy="576856"/>
          </a:xfrm>
        </p:grpSpPr>
        <p:sp>
          <p:nvSpPr>
            <p:cNvPr id="30" name="타원 29">
              <a:extLst>
                <a:ext uri="{FF2B5EF4-FFF2-40B4-BE49-F238E27FC236}">
                  <a16:creationId xmlns:a16="http://schemas.microsoft.com/office/drawing/2014/main" id="{1C42E22F-A287-BE71-54C2-820B289CD1AE}"/>
                </a:ext>
              </a:extLst>
            </p:cNvPr>
            <p:cNvSpPr/>
            <p:nvPr/>
          </p:nvSpPr>
          <p:spPr>
            <a:xfrm>
              <a:off x="4737846" y="503490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31" name="타원 30">
              <a:extLst>
                <a:ext uri="{FF2B5EF4-FFF2-40B4-BE49-F238E27FC236}">
                  <a16:creationId xmlns:a16="http://schemas.microsoft.com/office/drawing/2014/main" id="{F8282E88-1B05-A09D-F4F3-50F37D2F4C19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F97156CA-0884-C2A3-BB08-12E8B20BC821}"/>
              </a:ext>
            </a:extLst>
          </p:cNvPr>
          <p:cNvSpPr txBox="1"/>
          <p:nvPr/>
        </p:nvSpPr>
        <p:spPr>
          <a:xfrm>
            <a:off x="15023" y="3667427"/>
            <a:ext cx="2217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highlight>
                  <a:srgbClr val="FFFF00"/>
                </a:highlight>
              </a:rPr>
              <a:t>우물은 두가지 </a:t>
            </a:r>
            <a:r>
              <a:rPr lang="ko-KR" altLang="en-US" sz="900" dirty="0" err="1">
                <a:highlight>
                  <a:srgbClr val="FFFF00"/>
                </a:highlight>
              </a:rPr>
              <a:t>타입중</a:t>
            </a:r>
            <a:r>
              <a:rPr lang="ko-KR" altLang="en-US" sz="900" dirty="0">
                <a:highlight>
                  <a:srgbClr val="FFFF00"/>
                </a:highlight>
              </a:rPr>
              <a:t> 선택 가능합니다</a:t>
            </a:r>
            <a:r>
              <a:rPr lang="en-US" altLang="ko-KR" sz="900" dirty="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900" dirty="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900" dirty="0">
                <a:highlight>
                  <a:srgbClr val="FFFF00"/>
                </a:highlight>
              </a:rPr>
              <a:t>. </a:t>
            </a:r>
            <a:endParaRPr lang="ko-KR" altLang="en-US" sz="900" dirty="0">
              <a:highlight>
                <a:srgbClr val="FFFF00"/>
              </a:highlight>
            </a:endParaRPr>
          </a:p>
        </p:txBody>
      </p: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A471ECD5-2913-1C5D-C0DA-23DAB47B8C7B}"/>
              </a:ext>
            </a:extLst>
          </p:cNvPr>
          <p:cNvCxnSpPr>
            <a:cxnSpLocks/>
          </p:cNvCxnSpPr>
          <p:nvPr/>
        </p:nvCxnSpPr>
        <p:spPr>
          <a:xfrm>
            <a:off x="2098801" y="3757866"/>
            <a:ext cx="65529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08B34135-E536-8191-7519-5586EC424EEC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6" name="타원 35">
              <a:extLst>
                <a:ext uri="{FF2B5EF4-FFF2-40B4-BE49-F238E27FC236}">
                  <a16:creationId xmlns:a16="http://schemas.microsoft.com/office/drawing/2014/main" id="{37BEF652-E61E-4DCD-72AE-7038491F36B6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E4FBBC16-09A7-98D9-E034-7093693D12B5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8" name="타원 37">
              <a:extLst>
                <a:ext uri="{FF2B5EF4-FFF2-40B4-BE49-F238E27FC236}">
                  <a16:creationId xmlns:a16="http://schemas.microsoft.com/office/drawing/2014/main" id="{CA1ECBE1-B26D-590A-28D4-ADC611542E76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9" name="TextBox 11">
              <a:extLst>
                <a:ext uri="{FF2B5EF4-FFF2-40B4-BE49-F238E27FC236}">
                  <a16:creationId xmlns:a16="http://schemas.microsoft.com/office/drawing/2014/main" id="{24B4C9C6-819F-47D3-2FFE-958A06C2D282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간접조명 </a:t>
              </a:r>
              <a:r>
                <a:rPr lang="en-US" altLang="ko-KR" sz="700" dirty="0"/>
                <a:t>A 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간접조명 센서 </a:t>
              </a:r>
              <a:r>
                <a:rPr lang="en-US" altLang="ko-KR" sz="700" dirty="0"/>
                <a:t>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우물천장간접조명 및 커튼박수 추가</a:t>
              </a:r>
              <a:r>
                <a:rPr lang="en-US" altLang="ko-KR" sz="700" dirty="0"/>
                <a:t>(</a:t>
              </a:r>
              <a:r>
                <a:rPr lang="ko-KR" altLang="en-US" sz="700" dirty="0"/>
                <a:t>별도 추가</a:t>
              </a:r>
              <a:r>
                <a:rPr lang="en-US" altLang="ko-KR" sz="700" dirty="0"/>
                <a:t>)</a:t>
              </a:r>
            </a:p>
            <a:p>
              <a:endParaRPr lang="en-US" altLang="ko-KR" sz="700" dirty="0"/>
            </a:p>
          </p:txBody>
        </p:sp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573DB7C6-8C8C-B60B-FE69-066E7FAD27F4}"/>
              </a:ext>
            </a:extLst>
          </p:cNvPr>
          <p:cNvSpPr txBox="1"/>
          <p:nvPr/>
        </p:nvSpPr>
        <p:spPr>
          <a:xfrm>
            <a:off x="112365" y="1352422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FF0000"/>
                </a:solidFill>
              </a:rPr>
              <a:t>**</a:t>
            </a:r>
            <a:r>
              <a:rPr lang="ko-KR" altLang="en-US" sz="800" dirty="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dirty="0" err="1">
                <a:solidFill>
                  <a:srgbClr val="FF0000"/>
                </a:solidFill>
              </a:rPr>
              <a:t>타공이</a:t>
            </a:r>
            <a:r>
              <a:rPr lang="ko-KR" altLang="en-US" sz="800" dirty="0">
                <a:solidFill>
                  <a:srgbClr val="FF0000"/>
                </a:solidFill>
              </a:rPr>
              <a:t> 필요할 수 </a:t>
            </a:r>
            <a:endParaRPr lang="en-US" altLang="ko-KR" sz="800" dirty="0">
              <a:solidFill>
                <a:srgbClr val="FF0000"/>
              </a:solidFill>
            </a:endParaRPr>
          </a:p>
          <a:p>
            <a:r>
              <a:rPr lang="ko-KR" altLang="en-US" sz="800" dirty="0">
                <a:solidFill>
                  <a:srgbClr val="FF0000"/>
                </a:solidFill>
              </a:rPr>
              <a:t>있으며</a:t>
            </a:r>
            <a:r>
              <a:rPr lang="en-US" altLang="ko-KR" sz="800" dirty="0">
                <a:solidFill>
                  <a:srgbClr val="FF0000"/>
                </a:solidFill>
              </a:rPr>
              <a:t> </a:t>
            </a:r>
            <a:r>
              <a:rPr lang="ko-KR" altLang="en-US" sz="800" dirty="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 dirty="0">
              <a:solidFill>
                <a:srgbClr val="FF0000"/>
              </a:solidFill>
            </a:endParaRPr>
          </a:p>
        </p:txBody>
      </p:sp>
      <p:sp>
        <p:nvSpPr>
          <p:cNvPr id="41" name="TextBox 13">
            <a:extLst>
              <a:ext uri="{FF2B5EF4-FFF2-40B4-BE49-F238E27FC236}">
                <a16:creationId xmlns:a16="http://schemas.microsoft.com/office/drawing/2014/main" id="{8E60558B-6A82-5CEA-5DD0-49C64862858B}"/>
              </a:ext>
            </a:extLst>
          </p:cNvPr>
          <p:cNvSpPr txBox="1"/>
          <p:nvPr/>
        </p:nvSpPr>
        <p:spPr>
          <a:xfrm>
            <a:off x="157805" y="861897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dirty="0"/>
              <a:t>욕실 </a:t>
            </a:r>
            <a:r>
              <a:rPr lang="ko-KR" altLang="en-US" sz="800" b="1" dirty="0" err="1"/>
              <a:t>휴젠트여부에</a:t>
            </a:r>
            <a:r>
              <a:rPr lang="ko-KR" altLang="en-US" sz="800" b="1" dirty="0"/>
              <a:t> 대하여</a:t>
            </a:r>
            <a:endParaRPr lang="en-US" altLang="ko-KR" sz="800" b="1" dirty="0"/>
          </a:p>
          <a:p>
            <a:r>
              <a:rPr lang="ko-KR" altLang="en-US" sz="800" b="1" dirty="0"/>
              <a:t>기사분이 현장에서 파악하여</a:t>
            </a:r>
            <a:endParaRPr lang="en-US" altLang="ko-KR" sz="800" b="1" dirty="0"/>
          </a:p>
          <a:p>
            <a:r>
              <a:rPr lang="ko-KR" altLang="en-US" sz="800" b="1" dirty="0"/>
              <a:t>센서위치를 적용해드립니다</a:t>
            </a:r>
            <a:r>
              <a:rPr lang="en-US" altLang="ko-KR" sz="800" b="1" dirty="0"/>
              <a:t>.</a:t>
            </a:r>
            <a:endParaRPr lang="ko-KR" altLang="en-US" sz="800" b="1" dirty="0"/>
          </a:p>
        </p:txBody>
      </p: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DCFDDA37-B4B5-4309-AC64-355CF5C1D7C1}"/>
              </a:ext>
            </a:extLst>
          </p:cNvPr>
          <p:cNvGrpSpPr/>
          <p:nvPr/>
        </p:nvGrpSpPr>
        <p:grpSpPr>
          <a:xfrm rot="5400000">
            <a:off x="3222778" y="4548230"/>
            <a:ext cx="98860" cy="1389968"/>
            <a:chOff x="4737865" y="4841392"/>
            <a:chExt cx="98860" cy="1389968"/>
          </a:xfrm>
        </p:grpSpPr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2A2F8B1A-60B2-FA5A-F298-643BEA32DA9C}"/>
                </a:ext>
              </a:extLst>
            </p:cNvPr>
            <p:cNvSpPr/>
            <p:nvPr/>
          </p:nvSpPr>
          <p:spPr>
            <a:xfrm>
              <a:off x="4737865" y="484139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448577D9-B805-2303-FDDD-522748B60996}"/>
                </a:ext>
              </a:extLst>
            </p:cNvPr>
            <p:cNvSpPr/>
            <p:nvPr/>
          </p:nvSpPr>
          <p:spPr>
            <a:xfrm>
              <a:off x="4738318" y="5489563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D3A7CE43-DF47-AE4C-F524-CB8B4059D9B3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5E46F620-361B-61A9-1CA7-C4DD874EFE9E}"/>
              </a:ext>
            </a:extLst>
          </p:cNvPr>
          <p:cNvSpPr/>
          <p:nvPr/>
        </p:nvSpPr>
        <p:spPr>
          <a:xfrm rot="16200000" flipV="1">
            <a:off x="7722763" y="2802543"/>
            <a:ext cx="98384" cy="61823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733249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84ACE9-DB56-EE9C-9145-707202F22C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D7F25CB-0829-66EC-7494-D7BA3B13B33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213967" y="1211855"/>
            <a:ext cx="7869833" cy="555724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F497BC7-7196-DDB0-0ECE-3305134528BA}"/>
                  </a:ext>
                </a:extLst>
              </p:cNvPr>
              <p:cNvSpPr txBox="1"/>
              <p:nvPr/>
            </p:nvSpPr>
            <p:spPr>
              <a:xfrm>
                <a:off x="10171035" y="1071060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𝑪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 dirty="0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F497BC7-7196-DDB0-0ECE-3305134528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71035" y="1071060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C6127475-8883-2B9D-7E96-307558D5BB78}"/>
              </a:ext>
            </a:extLst>
          </p:cNvPr>
          <p:cNvSpPr txBox="1"/>
          <p:nvPr/>
        </p:nvSpPr>
        <p:spPr>
          <a:xfrm>
            <a:off x="1877344" y="356152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/>
              <a:t>84C1</a:t>
            </a:r>
            <a:r>
              <a:rPr lang="ko-KR" altLang="en-US" sz="2000" b="1" dirty="0"/>
              <a:t>타입 간접 프리미엄 </a:t>
            </a:r>
            <a:r>
              <a:rPr lang="en-US" altLang="ko-KR" sz="2000" b="1" dirty="0"/>
              <a:t>SET + </a:t>
            </a:r>
            <a:r>
              <a:rPr lang="ko-KR" altLang="en-US" sz="2000" b="1" dirty="0" err="1"/>
              <a:t>실링팬</a:t>
            </a:r>
            <a:r>
              <a:rPr lang="ko-KR" altLang="en-US" sz="2000" b="1" dirty="0"/>
              <a:t> 우물두줄</a:t>
            </a:r>
            <a:endParaRPr lang="en-US" altLang="ko-KR" sz="2000" b="1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22029CF-97FD-5689-6504-BA4A8826F78A}"/>
              </a:ext>
            </a:extLst>
          </p:cNvPr>
          <p:cNvSpPr/>
          <p:nvPr/>
        </p:nvSpPr>
        <p:spPr>
          <a:xfrm rot="5400000">
            <a:off x="2552946" y="2551526"/>
            <a:ext cx="763158" cy="10326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794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4A4BBC3-7804-2733-E56C-49D267306E38}"/>
              </a:ext>
            </a:extLst>
          </p:cNvPr>
          <p:cNvSpPr txBox="1"/>
          <p:nvPr/>
        </p:nvSpPr>
        <p:spPr>
          <a:xfrm>
            <a:off x="3025790" y="2189925"/>
            <a:ext cx="13235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 err="1"/>
              <a:t>무선리모컨</a:t>
            </a:r>
            <a:endParaRPr lang="en-US" altLang="ko-KR" sz="1000" b="1" dirty="0"/>
          </a:p>
          <a:p>
            <a:pPr algn="ctr"/>
            <a:r>
              <a:rPr lang="en-US" altLang="ko-KR" sz="1000" b="1" dirty="0"/>
              <a:t>1</a:t>
            </a:r>
            <a:r>
              <a:rPr lang="ko-KR" altLang="en-US" sz="1000" b="1" dirty="0"/>
              <a:t>구</a:t>
            </a:r>
            <a:r>
              <a:rPr lang="en-US" altLang="ko-KR" sz="1000" b="1" dirty="0"/>
              <a:t>(3</a:t>
            </a:r>
            <a:r>
              <a:rPr lang="ko-KR" altLang="en-US" sz="1000" b="1" dirty="0"/>
              <a:t>채널</a:t>
            </a:r>
            <a:r>
              <a:rPr lang="en-US" altLang="ko-KR" sz="1000" b="1" dirty="0"/>
              <a:t>)</a:t>
            </a:r>
            <a:endParaRPr lang="ko-KR" altLang="en-US" sz="1000" b="1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AB1D027-B904-BF34-6F1F-F70A0F043874}"/>
              </a:ext>
            </a:extLst>
          </p:cNvPr>
          <p:cNvSpPr/>
          <p:nvPr/>
        </p:nvSpPr>
        <p:spPr>
          <a:xfrm rot="10800000">
            <a:off x="2323626" y="3224607"/>
            <a:ext cx="102820" cy="196917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46E63F65-9891-EC37-16B9-2EC92BDF4C8D}"/>
              </a:ext>
            </a:extLst>
          </p:cNvPr>
          <p:cNvSpPr/>
          <p:nvPr/>
        </p:nvSpPr>
        <p:spPr>
          <a:xfrm>
            <a:off x="2754091" y="3515340"/>
            <a:ext cx="1238568" cy="1250900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4F314E52-645B-109C-BF20-039003E2AF2E}"/>
              </a:ext>
            </a:extLst>
          </p:cNvPr>
          <p:cNvSpPr/>
          <p:nvPr/>
        </p:nvSpPr>
        <p:spPr>
          <a:xfrm>
            <a:off x="2923028" y="3667427"/>
            <a:ext cx="907746" cy="952009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78310AD-E5B0-0BED-309B-5B73F9AD8C0F}"/>
              </a:ext>
            </a:extLst>
          </p:cNvPr>
          <p:cNvSpPr txBox="1"/>
          <p:nvPr/>
        </p:nvSpPr>
        <p:spPr>
          <a:xfrm>
            <a:off x="4114888" y="4244258"/>
            <a:ext cx="11155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/>
              <a:t>전자식스위치</a:t>
            </a:r>
            <a:endParaRPr lang="en-US" altLang="ko-KR" sz="1000" b="1" dirty="0"/>
          </a:p>
          <a:p>
            <a:pPr algn="ctr"/>
            <a:r>
              <a:rPr lang="en-US" altLang="ko-KR" sz="1000" b="1" dirty="0"/>
              <a:t>+</a:t>
            </a:r>
            <a:r>
              <a:rPr lang="ko-KR" altLang="en-US" sz="1000" b="1" dirty="0"/>
              <a:t>리모컨</a:t>
            </a:r>
          </a:p>
        </p:txBody>
      </p:sp>
      <p:sp>
        <p:nvSpPr>
          <p:cNvPr id="11" name="별: 꼭짓점 4개 10">
            <a:extLst>
              <a:ext uri="{FF2B5EF4-FFF2-40B4-BE49-F238E27FC236}">
                <a16:creationId xmlns:a16="http://schemas.microsoft.com/office/drawing/2014/main" id="{76857070-5900-9350-A1BD-21B18F56F209}"/>
              </a:ext>
            </a:extLst>
          </p:cNvPr>
          <p:cNvSpPr/>
          <p:nvPr/>
        </p:nvSpPr>
        <p:spPr>
          <a:xfrm>
            <a:off x="3102456" y="3850755"/>
            <a:ext cx="557315" cy="559233"/>
          </a:xfrm>
          <a:prstGeom prst="star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45">
              <a:solidFill>
                <a:schemeClr val="tx1"/>
              </a:solidFill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CCD8DA2E-FB38-D818-FC0D-05CD09BC3102}"/>
              </a:ext>
            </a:extLst>
          </p:cNvPr>
          <p:cNvGrpSpPr/>
          <p:nvPr/>
        </p:nvGrpSpPr>
        <p:grpSpPr>
          <a:xfrm rot="5400000">
            <a:off x="3222778" y="2446976"/>
            <a:ext cx="98860" cy="1389968"/>
            <a:chOff x="4737865" y="4841392"/>
            <a:chExt cx="98860" cy="1389968"/>
          </a:xfrm>
        </p:grpSpPr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3E13DFBC-B250-1A54-67D4-6D3CED09622D}"/>
                </a:ext>
              </a:extLst>
            </p:cNvPr>
            <p:cNvSpPr/>
            <p:nvPr/>
          </p:nvSpPr>
          <p:spPr>
            <a:xfrm>
              <a:off x="4737865" y="484139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290E40FD-DD85-6559-51CB-BF094AA57496}"/>
                </a:ext>
              </a:extLst>
            </p:cNvPr>
            <p:cNvSpPr/>
            <p:nvPr/>
          </p:nvSpPr>
          <p:spPr>
            <a:xfrm>
              <a:off x="4738318" y="5489563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BC0AB886-2197-2FA4-F847-73FA65D42209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73CEEB8D-8554-50C6-850D-23434804E5D2}"/>
              </a:ext>
            </a:extLst>
          </p:cNvPr>
          <p:cNvGrpSpPr/>
          <p:nvPr/>
        </p:nvGrpSpPr>
        <p:grpSpPr>
          <a:xfrm rot="5400000">
            <a:off x="3503409" y="2621868"/>
            <a:ext cx="98800" cy="614796"/>
            <a:chOff x="4737848" y="4996965"/>
            <a:chExt cx="98800" cy="614796"/>
          </a:xfrm>
          <a:solidFill>
            <a:srgbClr val="00B0F0"/>
          </a:solidFill>
        </p:grpSpPr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424B830A-1ADD-504C-2C4C-4184D40A1F3E}"/>
                </a:ext>
              </a:extLst>
            </p:cNvPr>
            <p:cNvSpPr/>
            <p:nvPr/>
          </p:nvSpPr>
          <p:spPr>
            <a:xfrm>
              <a:off x="4737848" y="4996965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EF2C599B-F993-EC75-27C8-3A384D46168F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A68F761E-6446-60C8-8285-81D756636298}"/>
              </a:ext>
            </a:extLst>
          </p:cNvPr>
          <p:cNvGrpSpPr/>
          <p:nvPr/>
        </p:nvGrpSpPr>
        <p:grpSpPr>
          <a:xfrm>
            <a:off x="6070744" y="3214875"/>
            <a:ext cx="441819" cy="542991"/>
            <a:chOff x="9191246" y="3797098"/>
            <a:chExt cx="441819" cy="542991"/>
          </a:xfrm>
          <a:solidFill>
            <a:srgbClr val="CC0000"/>
          </a:solidFill>
        </p:grpSpPr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E7578D8F-CE2E-A8DF-1653-A5A7F69585C6}"/>
                </a:ext>
              </a:extLst>
            </p:cNvPr>
            <p:cNvGrpSpPr/>
            <p:nvPr/>
          </p:nvGrpSpPr>
          <p:grpSpPr>
            <a:xfrm>
              <a:off x="9534251" y="3799905"/>
              <a:ext cx="98814" cy="540184"/>
              <a:chOff x="4648140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25" name="타원 24">
                <a:extLst>
                  <a:ext uri="{FF2B5EF4-FFF2-40B4-BE49-F238E27FC236}">
                    <a16:creationId xmlns:a16="http://schemas.microsoft.com/office/drawing/2014/main" id="{A48A484C-8D3C-EDF2-FA0E-937CAAE47543}"/>
                  </a:ext>
                </a:extLst>
              </p:cNvPr>
              <p:cNvSpPr/>
              <p:nvPr/>
            </p:nvSpPr>
            <p:spPr>
              <a:xfrm>
                <a:off x="4648140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6" name="타원 25">
                <a:extLst>
                  <a:ext uri="{FF2B5EF4-FFF2-40B4-BE49-F238E27FC236}">
                    <a16:creationId xmlns:a16="http://schemas.microsoft.com/office/drawing/2014/main" id="{AFAAE29D-E029-EA02-9F95-A4C1E27188A2}"/>
                  </a:ext>
                </a:extLst>
              </p:cNvPr>
              <p:cNvSpPr/>
              <p:nvPr/>
            </p:nvSpPr>
            <p:spPr>
              <a:xfrm>
                <a:off x="4648569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1" name="별: 꼭짓점 7개 20">
              <a:extLst>
                <a:ext uri="{FF2B5EF4-FFF2-40B4-BE49-F238E27FC236}">
                  <a16:creationId xmlns:a16="http://schemas.microsoft.com/office/drawing/2014/main" id="{988359D3-78FE-2561-461C-7DB494A5F847}"/>
                </a:ext>
              </a:extLst>
            </p:cNvPr>
            <p:cNvSpPr/>
            <p:nvPr/>
          </p:nvSpPr>
          <p:spPr>
            <a:xfrm rot="5400000">
              <a:off x="9283980" y="3948841"/>
              <a:ext cx="244351" cy="235659"/>
            </a:xfrm>
            <a:prstGeom prst="star7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86" b="1" dirty="0">
                <a:ln w="22225">
                  <a:solidFill>
                    <a:srgbClr val="FFFF00"/>
                  </a:solidFill>
                  <a:prstDash val="solid"/>
                </a:ln>
                <a:solidFill>
                  <a:srgbClr val="C00000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</a:endParaRPr>
            </a:p>
          </p:txBody>
        </p:sp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AF5C6C60-8BBD-7E31-7536-59A45A04408F}"/>
                </a:ext>
              </a:extLst>
            </p:cNvPr>
            <p:cNvGrpSpPr/>
            <p:nvPr/>
          </p:nvGrpSpPr>
          <p:grpSpPr>
            <a:xfrm>
              <a:off x="9191246" y="3797098"/>
              <a:ext cx="98814" cy="540184"/>
              <a:chOff x="4737834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23" name="타원 22">
                <a:extLst>
                  <a:ext uri="{FF2B5EF4-FFF2-40B4-BE49-F238E27FC236}">
                    <a16:creationId xmlns:a16="http://schemas.microsoft.com/office/drawing/2014/main" id="{135C1C21-B048-BF96-B0F2-9C8F0065B0FA}"/>
                  </a:ext>
                </a:extLst>
              </p:cNvPr>
              <p:cNvSpPr/>
              <p:nvPr/>
            </p:nvSpPr>
            <p:spPr>
              <a:xfrm>
                <a:off x="47378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타원 23">
                <a:extLst>
                  <a:ext uri="{FF2B5EF4-FFF2-40B4-BE49-F238E27FC236}">
                    <a16:creationId xmlns:a16="http://schemas.microsoft.com/office/drawing/2014/main" id="{EB63D0E6-D994-BFB7-CDCB-62EC3C81AB83}"/>
                  </a:ext>
                </a:extLst>
              </p:cNvPr>
              <p:cNvSpPr/>
              <p:nvPr/>
            </p:nvSpPr>
            <p:spPr>
              <a:xfrm>
                <a:off x="4738263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3645FA3B-5E46-A26A-5651-F4D0A99F490F}"/>
              </a:ext>
            </a:extLst>
          </p:cNvPr>
          <p:cNvSpPr/>
          <p:nvPr/>
        </p:nvSpPr>
        <p:spPr>
          <a:xfrm rot="16200000" flipV="1">
            <a:off x="4806976" y="3536102"/>
            <a:ext cx="98384" cy="58895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E57F9BDD-B870-67E7-5D75-0F91BCBC322B}"/>
              </a:ext>
            </a:extLst>
          </p:cNvPr>
          <p:cNvSpPr/>
          <p:nvPr/>
        </p:nvSpPr>
        <p:spPr>
          <a:xfrm flipV="1">
            <a:off x="5936339" y="3062467"/>
            <a:ext cx="98384" cy="788288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CA508006-27FD-906E-1536-15208A13324B}"/>
              </a:ext>
            </a:extLst>
          </p:cNvPr>
          <p:cNvGrpSpPr/>
          <p:nvPr/>
        </p:nvGrpSpPr>
        <p:grpSpPr>
          <a:xfrm rot="5400000">
            <a:off x="7199476" y="4155885"/>
            <a:ext cx="98802" cy="576856"/>
            <a:chOff x="4737846" y="5034905"/>
            <a:chExt cx="98802" cy="576856"/>
          </a:xfrm>
        </p:grpSpPr>
        <p:sp>
          <p:nvSpPr>
            <p:cNvPr id="30" name="타원 29">
              <a:extLst>
                <a:ext uri="{FF2B5EF4-FFF2-40B4-BE49-F238E27FC236}">
                  <a16:creationId xmlns:a16="http://schemas.microsoft.com/office/drawing/2014/main" id="{66E62990-45C7-6E98-450B-875251CDFEBD}"/>
                </a:ext>
              </a:extLst>
            </p:cNvPr>
            <p:cNvSpPr/>
            <p:nvPr/>
          </p:nvSpPr>
          <p:spPr>
            <a:xfrm>
              <a:off x="4737846" y="503490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31" name="타원 30">
              <a:extLst>
                <a:ext uri="{FF2B5EF4-FFF2-40B4-BE49-F238E27FC236}">
                  <a16:creationId xmlns:a16="http://schemas.microsoft.com/office/drawing/2014/main" id="{BF5026D6-4142-FDA1-C701-A2840E1FAA34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1A7FA33D-E000-4916-EF2A-530B1FD55AD7}"/>
              </a:ext>
            </a:extLst>
          </p:cNvPr>
          <p:cNvSpPr txBox="1"/>
          <p:nvPr/>
        </p:nvSpPr>
        <p:spPr>
          <a:xfrm>
            <a:off x="15023" y="3667427"/>
            <a:ext cx="2217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highlight>
                  <a:srgbClr val="FFFF00"/>
                </a:highlight>
              </a:rPr>
              <a:t>우물은 두가지 </a:t>
            </a:r>
            <a:r>
              <a:rPr lang="ko-KR" altLang="en-US" sz="900" dirty="0" err="1">
                <a:highlight>
                  <a:srgbClr val="FFFF00"/>
                </a:highlight>
              </a:rPr>
              <a:t>타입중</a:t>
            </a:r>
            <a:r>
              <a:rPr lang="ko-KR" altLang="en-US" sz="900" dirty="0">
                <a:highlight>
                  <a:srgbClr val="FFFF00"/>
                </a:highlight>
              </a:rPr>
              <a:t> 선택 가능합니다</a:t>
            </a:r>
            <a:r>
              <a:rPr lang="en-US" altLang="ko-KR" sz="900" dirty="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900" dirty="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900" dirty="0">
                <a:highlight>
                  <a:srgbClr val="FFFF00"/>
                </a:highlight>
              </a:rPr>
              <a:t>. </a:t>
            </a:r>
            <a:endParaRPr lang="ko-KR" altLang="en-US" sz="900" dirty="0">
              <a:highlight>
                <a:srgbClr val="FFFF00"/>
              </a:highlight>
            </a:endParaRPr>
          </a:p>
        </p:txBody>
      </p: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EB9ED1F9-817A-EDF2-9032-29939FB324F1}"/>
              </a:ext>
            </a:extLst>
          </p:cNvPr>
          <p:cNvCxnSpPr>
            <a:cxnSpLocks/>
          </p:cNvCxnSpPr>
          <p:nvPr/>
        </p:nvCxnSpPr>
        <p:spPr>
          <a:xfrm>
            <a:off x="2098801" y="3757866"/>
            <a:ext cx="65529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DEA80777-F2CA-FDB3-2123-D5C24CB85531}"/>
              </a:ext>
            </a:extLst>
          </p:cNvPr>
          <p:cNvSpPr txBox="1"/>
          <p:nvPr/>
        </p:nvSpPr>
        <p:spPr>
          <a:xfrm>
            <a:off x="-7" y="4079478"/>
            <a:ext cx="2229372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dirty="0" err="1">
                <a:highlight>
                  <a:srgbClr val="FFFF00"/>
                </a:highlight>
              </a:rPr>
              <a:t>실링팬</a:t>
            </a:r>
            <a:r>
              <a:rPr lang="ko-KR" altLang="en-US" sz="900" b="1" dirty="0">
                <a:highlight>
                  <a:srgbClr val="FFFF00"/>
                </a:highlight>
              </a:rPr>
              <a:t> </a:t>
            </a:r>
            <a:r>
              <a:rPr lang="ko-KR" altLang="en-US" sz="900" b="1" dirty="0" err="1">
                <a:highlight>
                  <a:srgbClr val="FFFF00"/>
                </a:highlight>
              </a:rPr>
              <a:t>루씨에어</a:t>
            </a:r>
            <a:endParaRPr lang="en-US" altLang="ko-KR" sz="900" b="1" dirty="0">
              <a:highlight>
                <a:srgbClr val="FFFF00"/>
              </a:highlight>
            </a:endParaRPr>
          </a:p>
          <a:p>
            <a:r>
              <a:rPr lang="ko-KR" altLang="en-US" sz="900" b="1" dirty="0">
                <a:highlight>
                  <a:srgbClr val="FFFF00"/>
                </a:highlight>
              </a:rPr>
              <a:t>설치</a:t>
            </a:r>
            <a:r>
              <a:rPr lang="en-US" altLang="ko-KR" sz="900" b="1" dirty="0">
                <a:highlight>
                  <a:srgbClr val="FFFF00"/>
                </a:highlight>
              </a:rPr>
              <a:t>+</a:t>
            </a:r>
            <a:r>
              <a:rPr lang="ko-KR" altLang="en-US" sz="900" b="1" dirty="0">
                <a:highlight>
                  <a:srgbClr val="FFFF00"/>
                </a:highlight>
              </a:rPr>
              <a:t>보강</a:t>
            </a:r>
            <a:r>
              <a:rPr lang="en-US" altLang="ko-KR" sz="900" b="1" dirty="0">
                <a:highlight>
                  <a:srgbClr val="FFFF00"/>
                </a:highlight>
              </a:rPr>
              <a:t>+</a:t>
            </a:r>
            <a:r>
              <a:rPr lang="ko-KR" altLang="en-US" sz="900" b="1" dirty="0">
                <a:highlight>
                  <a:srgbClr val="FFFF00"/>
                </a:highlight>
              </a:rPr>
              <a:t>우물 천장 안 실크 도배</a:t>
            </a:r>
            <a:br>
              <a:rPr lang="en-US" altLang="ko-KR" sz="900" b="1" dirty="0">
                <a:highlight>
                  <a:srgbClr val="FFFF00"/>
                </a:highlight>
              </a:rPr>
            </a:br>
            <a:r>
              <a:rPr lang="ko-KR" altLang="en-US" sz="900" b="1" dirty="0">
                <a:highlight>
                  <a:srgbClr val="FFFF00"/>
                </a:highlight>
              </a:rPr>
              <a:t>우물조명 </a:t>
            </a:r>
            <a:r>
              <a:rPr lang="en-US" altLang="ko-KR" sz="900" b="1" dirty="0">
                <a:highlight>
                  <a:srgbClr val="FFFF00"/>
                </a:highlight>
              </a:rPr>
              <a:t>2</a:t>
            </a:r>
            <a:r>
              <a:rPr lang="ko-KR" altLang="en-US" sz="900" b="1" dirty="0">
                <a:highlight>
                  <a:srgbClr val="FFFF00"/>
                </a:highlight>
              </a:rPr>
              <a:t>줄 </a:t>
            </a:r>
            <a:r>
              <a:rPr lang="ko-KR" altLang="en-US" sz="900" b="1" dirty="0" err="1">
                <a:highlight>
                  <a:srgbClr val="FFFF00"/>
                </a:highlight>
              </a:rPr>
              <a:t>전구색</a:t>
            </a:r>
            <a:r>
              <a:rPr lang="en-US" altLang="ko-KR" sz="900" b="1" dirty="0">
                <a:highlight>
                  <a:srgbClr val="FFFF00"/>
                </a:highlight>
              </a:rPr>
              <a:t>+</a:t>
            </a:r>
            <a:r>
              <a:rPr lang="ko-KR" altLang="en-US" sz="900" b="1" dirty="0" err="1">
                <a:highlight>
                  <a:srgbClr val="FFFF00"/>
                </a:highlight>
              </a:rPr>
              <a:t>주백색</a:t>
            </a:r>
            <a:endParaRPr lang="en-US" altLang="ko-KR" sz="900" b="1" dirty="0">
              <a:highlight>
                <a:srgbClr val="FFFF00"/>
              </a:highlight>
            </a:endParaRPr>
          </a:p>
        </p:txBody>
      </p: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8FD86D00-5B3A-48CF-BA03-C9932495230A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6" name="타원 35">
              <a:extLst>
                <a:ext uri="{FF2B5EF4-FFF2-40B4-BE49-F238E27FC236}">
                  <a16:creationId xmlns:a16="http://schemas.microsoft.com/office/drawing/2014/main" id="{D6FDDCC5-EA11-8A7A-E97E-16AD8192E2F5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0881F8F3-4910-7887-7FC6-CFF680EAD6C7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8" name="타원 37">
              <a:extLst>
                <a:ext uri="{FF2B5EF4-FFF2-40B4-BE49-F238E27FC236}">
                  <a16:creationId xmlns:a16="http://schemas.microsoft.com/office/drawing/2014/main" id="{7CA31572-7531-B371-85CB-30BCD436BD66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9" name="TextBox 11">
              <a:extLst>
                <a:ext uri="{FF2B5EF4-FFF2-40B4-BE49-F238E27FC236}">
                  <a16:creationId xmlns:a16="http://schemas.microsoft.com/office/drawing/2014/main" id="{E568D94B-9853-4620-3C41-90BBB637FB57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간접조명 </a:t>
              </a:r>
              <a:r>
                <a:rPr lang="en-US" altLang="ko-KR" sz="700" dirty="0"/>
                <a:t>A 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간접조명 센서 </a:t>
              </a:r>
              <a:r>
                <a:rPr lang="en-US" altLang="ko-KR" sz="700" dirty="0"/>
                <a:t>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우물천장간접조명 및 커튼박수 추가</a:t>
              </a:r>
              <a:r>
                <a:rPr lang="en-US" altLang="ko-KR" sz="700" dirty="0"/>
                <a:t>(</a:t>
              </a:r>
              <a:r>
                <a:rPr lang="ko-KR" altLang="en-US" sz="700" dirty="0"/>
                <a:t>별도 추가</a:t>
              </a:r>
              <a:r>
                <a:rPr lang="en-US" altLang="ko-KR" sz="700" dirty="0"/>
                <a:t>)</a:t>
              </a:r>
            </a:p>
            <a:p>
              <a:endParaRPr lang="en-US" altLang="ko-KR" sz="700" dirty="0"/>
            </a:p>
          </p:txBody>
        </p:sp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4A85BB80-6672-792C-765F-2EEEA6CDC1FC}"/>
              </a:ext>
            </a:extLst>
          </p:cNvPr>
          <p:cNvSpPr txBox="1"/>
          <p:nvPr/>
        </p:nvSpPr>
        <p:spPr>
          <a:xfrm>
            <a:off x="112365" y="1352422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FF0000"/>
                </a:solidFill>
              </a:rPr>
              <a:t>**</a:t>
            </a:r>
            <a:r>
              <a:rPr lang="ko-KR" altLang="en-US" sz="800" dirty="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dirty="0" err="1">
                <a:solidFill>
                  <a:srgbClr val="FF0000"/>
                </a:solidFill>
              </a:rPr>
              <a:t>타공이</a:t>
            </a:r>
            <a:r>
              <a:rPr lang="ko-KR" altLang="en-US" sz="800" dirty="0">
                <a:solidFill>
                  <a:srgbClr val="FF0000"/>
                </a:solidFill>
              </a:rPr>
              <a:t> 필요할 수 </a:t>
            </a:r>
            <a:endParaRPr lang="en-US" altLang="ko-KR" sz="800" dirty="0">
              <a:solidFill>
                <a:srgbClr val="FF0000"/>
              </a:solidFill>
            </a:endParaRPr>
          </a:p>
          <a:p>
            <a:r>
              <a:rPr lang="ko-KR" altLang="en-US" sz="800" dirty="0">
                <a:solidFill>
                  <a:srgbClr val="FF0000"/>
                </a:solidFill>
              </a:rPr>
              <a:t>있으며</a:t>
            </a:r>
            <a:r>
              <a:rPr lang="en-US" altLang="ko-KR" sz="800" dirty="0">
                <a:solidFill>
                  <a:srgbClr val="FF0000"/>
                </a:solidFill>
              </a:rPr>
              <a:t> </a:t>
            </a:r>
            <a:r>
              <a:rPr lang="ko-KR" altLang="en-US" sz="800" dirty="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 dirty="0">
              <a:solidFill>
                <a:srgbClr val="FF0000"/>
              </a:solidFill>
            </a:endParaRPr>
          </a:p>
        </p:txBody>
      </p:sp>
      <p:sp>
        <p:nvSpPr>
          <p:cNvPr id="41" name="TextBox 13">
            <a:extLst>
              <a:ext uri="{FF2B5EF4-FFF2-40B4-BE49-F238E27FC236}">
                <a16:creationId xmlns:a16="http://schemas.microsoft.com/office/drawing/2014/main" id="{1C098EC4-52A0-1830-20B2-18912122BFC6}"/>
              </a:ext>
            </a:extLst>
          </p:cNvPr>
          <p:cNvSpPr txBox="1"/>
          <p:nvPr/>
        </p:nvSpPr>
        <p:spPr>
          <a:xfrm>
            <a:off x="157805" y="861897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dirty="0"/>
              <a:t>욕실 </a:t>
            </a:r>
            <a:r>
              <a:rPr lang="ko-KR" altLang="en-US" sz="800" b="1" dirty="0" err="1"/>
              <a:t>휴젠트여부에</a:t>
            </a:r>
            <a:r>
              <a:rPr lang="ko-KR" altLang="en-US" sz="800" b="1" dirty="0"/>
              <a:t> 대하여</a:t>
            </a:r>
            <a:endParaRPr lang="en-US" altLang="ko-KR" sz="800" b="1" dirty="0"/>
          </a:p>
          <a:p>
            <a:r>
              <a:rPr lang="ko-KR" altLang="en-US" sz="800" b="1" dirty="0"/>
              <a:t>기사분이 현장에서 파악하여</a:t>
            </a:r>
            <a:endParaRPr lang="en-US" altLang="ko-KR" sz="800" b="1" dirty="0"/>
          </a:p>
          <a:p>
            <a:r>
              <a:rPr lang="ko-KR" altLang="en-US" sz="800" b="1" dirty="0"/>
              <a:t>센서위치를 적용해드립니다</a:t>
            </a:r>
            <a:r>
              <a:rPr lang="en-US" altLang="ko-KR" sz="800" b="1" dirty="0"/>
              <a:t>.</a:t>
            </a:r>
            <a:endParaRPr lang="ko-KR" altLang="en-US" sz="800" b="1" dirty="0"/>
          </a:p>
        </p:txBody>
      </p: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B97799C2-777A-4B1C-2EA0-485479EA7B5B}"/>
              </a:ext>
            </a:extLst>
          </p:cNvPr>
          <p:cNvGrpSpPr/>
          <p:nvPr/>
        </p:nvGrpSpPr>
        <p:grpSpPr>
          <a:xfrm rot="5400000">
            <a:off x="3222778" y="4548230"/>
            <a:ext cx="98860" cy="1389968"/>
            <a:chOff x="4737865" y="4841392"/>
            <a:chExt cx="98860" cy="1389968"/>
          </a:xfrm>
        </p:grpSpPr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F53803AF-B57B-57BF-1FA8-73A578D8A95D}"/>
                </a:ext>
              </a:extLst>
            </p:cNvPr>
            <p:cNvSpPr/>
            <p:nvPr/>
          </p:nvSpPr>
          <p:spPr>
            <a:xfrm>
              <a:off x="4737865" y="484139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130F1B45-DB04-B396-87BB-C4D081857E97}"/>
                </a:ext>
              </a:extLst>
            </p:cNvPr>
            <p:cNvSpPr/>
            <p:nvPr/>
          </p:nvSpPr>
          <p:spPr>
            <a:xfrm>
              <a:off x="4738318" y="5489563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5E901816-F194-A70B-BDC1-AE87F1B66452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7A290FE3-91CE-BECC-657A-0EF8F5F6F1AD}"/>
              </a:ext>
            </a:extLst>
          </p:cNvPr>
          <p:cNvSpPr/>
          <p:nvPr/>
        </p:nvSpPr>
        <p:spPr>
          <a:xfrm rot="16200000" flipV="1">
            <a:off x="7722763" y="2802543"/>
            <a:ext cx="98384" cy="61823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18488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6ECED6-2CCD-5808-010F-2644ED4E18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C921B08-6FAD-ECE7-58F6-CFA95DBBA4E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90109" y="1162050"/>
            <a:ext cx="8642941" cy="520575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43D8DC90-0E4B-C649-F1F7-1FE76BA83F60}"/>
                  </a:ext>
                </a:extLst>
              </p:cNvPr>
              <p:cNvSpPr txBox="1"/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𝟗𝟒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 dirty="0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43D8DC90-0E4B-C649-F1F7-1FE76BA83F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C5C8E3C0-29A7-932B-EDCA-46E57673F4C6}"/>
              </a:ext>
            </a:extLst>
          </p:cNvPr>
          <p:cNvSpPr txBox="1"/>
          <p:nvPr/>
        </p:nvSpPr>
        <p:spPr>
          <a:xfrm>
            <a:off x="1870318" y="35325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/>
              <a:t>94</a:t>
            </a:r>
            <a:r>
              <a:rPr lang="ko-KR" altLang="en-US" sz="2000" b="1" dirty="0"/>
              <a:t>타입 간접</a:t>
            </a:r>
            <a:r>
              <a:rPr lang="en-US" altLang="ko-KR" sz="2000" b="1" dirty="0"/>
              <a:t>A /</a:t>
            </a:r>
            <a:r>
              <a:rPr lang="ko-KR" altLang="en-US" sz="2000" b="1" dirty="0"/>
              <a:t>간접</a:t>
            </a:r>
            <a:r>
              <a:rPr lang="en-US" altLang="ko-KR" sz="2000" b="1" dirty="0"/>
              <a:t> </a:t>
            </a:r>
            <a:r>
              <a:rPr lang="ko-KR" altLang="en-US" sz="2000" b="1" dirty="0"/>
              <a:t>센서 </a:t>
            </a:r>
            <a:r>
              <a:rPr lang="en-US" altLang="ko-KR" sz="2000" b="1" dirty="0"/>
              <a:t>SET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56DF481-4B65-B8E2-78F3-297B19562C3E}"/>
              </a:ext>
            </a:extLst>
          </p:cNvPr>
          <p:cNvSpPr/>
          <p:nvPr/>
        </p:nvSpPr>
        <p:spPr>
          <a:xfrm rot="5400000">
            <a:off x="6055111" y="5210063"/>
            <a:ext cx="102820" cy="189173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CAD21D6E-2501-7204-A71D-77612A82395B}"/>
              </a:ext>
            </a:extLst>
          </p:cNvPr>
          <p:cNvSpPr/>
          <p:nvPr/>
        </p:nvSpPr>
        <p:spPr>
          <a:xfrm>
            <a:off x="5626599" y="4776218"/>
            <a:ext cx="1001252" cy="1011221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44D8B572-E357-19FA-DA1A-1E6DF262C765}"/>
              </a:ext>
            </a:extLst>
          </p:cNvPr>
          <p:cNvSpPr/>
          <p:nvPr/>
        </p:nvSpPr>
        <p:spPr>
          <a:xfrm>
            <a:off x="5758862" y="4898936"/>
            <a:ext cx="733817" cy="769599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EB5792D-95FE-A949-EA77-BD70CD68C0A6}"/>
              </a:ext>
            </a:extLst>
          </p:cNvPr>
          <p:cNvSpPr txBox="1"/>
          <p:nvPr/>
        </p:nvSpPr>
        <p:spPr>
          <a:xfrm>
            <a:off x="5184466" y="3833482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/>
              <a:t>전자식스위치</a:t>
            </a:r>
            <a:r>
              <a:rPr lang="en-US" altLang="ko-KR" sz="1000" b="1" dirty="0"/>
              <a:t>+</a:t>
            </a:r>
            <a:r>
              <a:rPr lang="ko-KR" altLang="en-US" sz="1000" b="1" dirty="0"/>
              <a:t>리모컨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6F1481F-5DA1-E2B2-DDC4-6367AE469344}"/>
              </a:ext>
            </a:extLst>
          </p:cNvPr>
          <p:cNvSpPr txBox="1"/>
          <p:nvPr/>
        </p:nvSpPr>
        <p:spPr>
          <a:xfrm>
            <a:off x="114314" y="1289778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FF0000"/>
                </a:solidFill>
              </a:rPr>
              <a:t>**</a:t>
            </a:r>
            <a:r>
              <a:rPr lang="ko-KR" altLang="en-US" sz="800" dirty="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dirty="0" err="1">
                <a:solidFill>
                  <a:srgbClr val="FF0000"/>
                </a:solidFill>
              </a:rPr>
              <a:t>타공이</a:t>
            </a:r>
            <a:r>
              <a:rPr lang="ko-KR" altLang="en-US" sz="800" dirty="0">
                <a:solidFill>
                  <a:srgbClr val="FF0000"/>
                </a:solidFill>
              </a:rPr>
              <a:t> 필요할 수 </a:t>
            </a:r>
            <a:endParaRPr lang="en-US" altLang="ko-KR" sz="800" dirty="0">
              <a:solidFill>
                <a:srgbClr val="FF0000"/>
              </a:solidFill>
            </a:endParaRPr>
          </a:p>
          <a:p>
            <a:r>
              <a:rPr lang="ko-KR" altLang="en-US" sz="800" dirty="0">
                <a:solidFill>
                  <a:srgbClr val="FF0000"/>
                </a:solidFill>
              </a:rPr>
              <a:t>있으며</a:t>
            </a:r>
            <a:r>
              <a:rPr lang="en-US" altLang="ko-KR" sz="800" dirty="0">
                <a:solidFill>
                  <a:srgbClr val="FF0000"/>
                </a:solidFill>
              </a:rPr>
              <a:t> </a:t>
            </a:r>
            <a:r>
              <a:rPr lang="ko-KR" altLang="en-US" sz="800" dirty="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 dirty="0">
              <a:solidFill>
                <a:srgbClr val="FF0000"/>
              </a:solidFill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8D77C6DD-8F17-B1B1-6C8B-1CC043A1AFB6}"/>
              </a:ext>
            </a:extLst>
          </p:cNvPr>
          <p:cNvSpPr/>
          <p:nvPr/>
        </p:nvSpPr>
        <p:spPr>
          <a:xfrm flipV="1">
            <a:off x="1927848" y="3490319"/>
            <a:ext cx="98384" cy="77128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DB5E532D-0493-4AAC-6DB4-D308988A2059}"/>
              </a:ext>
            </a:extLst>
          </p:cNvPr>
          <p:cNvGrpSpPr/>
          <p:nvPr/>
        </p:nvGrpSpPr>
        <p:grpSpPr>
          <a:xfrm rot="5400000">
            <a:off x="3960716" y="3923529"/>
            <a:ext cx="99451" cy="545492"/>
            <a:chOff x="5324822" y="4538198"/>
            <a:chExt cx="99451" cy="545492"/>
          </a:xfrm>
        </p:grpSpPr>
        <p:sp>
          <p:nvSpPr>
            <p:cNvPr id="26" name="타원 25">
              <a:extLst>
                <a:ext uri="{FF2B5EF4-FFF2-40B4-BE49-F238E27FC236}">
                  <a16:creationId xmlns:a16="http://schemas.microsoft.com/office/drawing/2014/main" id="{FC106B57-8F74-F946-F438-1390BFF4BD1D}"/>
                </a:ext>
              </a:extLst>
            </p:cNvPr>
            <p:cNvSpPr/>
            <p:nvPr/>
          </p:nvSpPr>
          <p:spPr>
            <a:xfrm>
              <a:off x="5325888" y="453819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7" name="타원 26">
              <a:extLst>
                <a:ext uri="{FF2B5EF4-FFF2-40B4-BE49-F238E27FC236}">
                  <a16:creationId xmlns:a16="http://schemas.microsoft.com/office/drawing/2014/main" id="{E21D1798-D63B-FBB2-3631-21E09B8F7263}"/>
                </a:ext>
              </a:extLst>
            </p:cNvPr>
            <p:cNvSpPr/>
            <p:nvPr/>
          </p:nvSpPr>
          <p:spPr>
            <a:xfrm>
              <a:off x="5324822" y="498530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5235DE3D-82D8-C9A4-C791-EE3D48E4A47E}"/>
              </a:ext>
            </a:extLst>
          </p:cNvPr>
          <p:cNvSpPr/>
          <p:nvPr/>
        </p:nvSpPr>
        <p:spPr>
          <a:xfrm flipV="1">
            <a:off x="2938488" y="2391871"/>
            <a:ext cx="98385" cy="113714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F788C8A-8E60-5E1C-0C7D-1842AFF3B605}"/>
              </a:ext>
            </a:extLst>
          </p:cNvPr>
          <p:cNvSpPr txBox="1"/>
          <p:nvPr/>
        </p:nvSpPr>
        <p:spPr>
          <a:xfrm>
            <a:off x="4805543" y="6445676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highlight>
                  <a:srgbClr val="FFFF00"/>
                </a:highlight>
              </a:rPr>
              <a:t>우물은 두가지 </a:t>
            </a:r>
            <a:r>
              <a:rPr lang="ko-KR" altLang="en-US" sz="1000" dirty="0" err="1">
                <a:highlight>
                  <a:srgbClr val="FFFF00"/>
                </a:highlight>
              </a:rPr>
              <a:t>타입중</a:t>
            </a:r>
            <a:r>
              <a:rPr lang="ko-KR" altLang="en-US" sz="1000" dirty="0">
                <a:highlight>
                  <a:srgbClr val="FFFF00"/>
                </a:highlight>
              </a:rPr>
              <a:t> 선택 가능합니다</a:t>
            </a:r>
            <a:r>
              <a:rPr lang="en-US" altLang="ko-KR" sz="1000" dirty="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1000" dirty="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1000" dirty="0">
                <a:highlight>
                  <a:srgbClr val="FFFF00"/>
                </a:highlight>
              </a:rPr>
              <a:t>. </a:t>
            </a:r>
            <a:endParaRPr lang="ko-KR" altLang="en-US" sz="1000" dirty="0">
              <a:highlight>
                <a:srgbClr val="FFFF00"/>
              </a:highlight>
            </a:endParaRPr>
          </a:p>
        </p:txBody>
      </p: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A7C56E72-97E1-7297-8519-110C476FE78A}"/>
              </a:ext>
            </a:extLst>
          </p:cNvPr>
          <p:cNvCxnSpPr>
            <a:cxnSpLocks/>
          </p:cNvCxnSpPr>
          <p:nvPr/>
        </p:nvCxnSpPr>
        <p:spPr>
          <a:xfrm flipV="1">
            <a:off x="6308991" y="5780074"/>
            <a:ext cx="0" cy="7255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13">
            <a:extLst>
              <a:ext uri="{FF2B5EF4-FFF2-40B4-BE49-F238E27FC236}">
                <a16:creationId xmlns:a16="http://schemas.microsoft.com/office/drawing/2014/main" id="{5BC75DCA-D460-B8AD-DB90-3FFBD534D54C}"/>
              </a:ext>
            </a:extLst>
          </p:cNvPr>
          <p:cNvSpPr txBox="1"/>
          <p:nvPr/>
        </p:nvSpPr>
        <p:spPr>
          <a:xfrm>
            <a:off x="156354" y="793753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dirty="0"/>
              <a:t>욕실 </a:t>
            </a:r>
            <a:r>
              <a:rPr lang="ko-KR" altLang="en-US" sz="800" b="1" dirty="0" err="1"/>
              <a:t>휴젠트여부에</a:t>
            </a:r>
            <a:r>
              <a:rPr lang="ko-KR" altLang="en-US" sz="800" b="1" dirty="0"/>
              <a:t> 대하여</a:t>
            </a:r>
            <a:endParaRPr lang="en-US" altLang="ko-KR" sz="800" b="1" dirty="0"/>
          </a:p>
          <a:p>
            <a:r>
              <a:rPr lang="ko-KR" altLang="en-US" sz="800" b="1" dirty="0"/>
              <a:t>기사분이 현장에서 파악하여</a:t>
            </a:r>
            <a:endParaRPr lang="en-US" altLang="ko-KR" sz="800" b="1" dirty="0"/>
          </a:p>
          <a:p>
            <a:r>
              <a:rPr lang="ko-KR" altLang="en-US" sz="800" b="1" dirty="0"/>
              <a:t>센서위치를 적용해드립니다</a:t>
            </a:r>
            <a:r>
              <a:rPr lang="en-US" altLang="ko-KR" sz="800" b="1" dirty="0"/>
              <a:t>.</a:t>
            </a:r>
            <a:endParaRPr lang="ko-KR" altLang="en-US" sz="800" b="1" dirty="0"/>
          </a:p>
        </p:txBody>
      </p: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E50F8845-EC00-81BB-B60B-9C2A4FE38382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4" name="타원 33">
              <a:extLst>
                <a:ext uri="{FF2B5EF4-FFF2-40B4-BE49-F238E27FC236}">
                  <a16:creationId xmlns:a16="http://schemas.microsoft.com/office/drawing/2014/main" id="{24D37943-6ACE-0A2C-9287-EE76C4871DCF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5" name="타원 34">
              <a:extLst>
                <a:ext uri="{FF2B5EF4-FFF2-40B4-BE49-F238E27FC236}">
                  <a16:creationId xmlns:a16="http://schemas.microsoft.com/office/drawing/2014/main" id="{D2CB0251-F615-33B0-0DB3-53242D1FF7EB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6" name="타원 35">
              <a:extLst>
                <a:ext uri="{FF2B5EF4-FFF2-40B4-BE49-F238E27FC236}">
                  <a16:creationId xmlns:a16="http://schemas.microsoft.com/office/drawing/2014/main" id="{3ACF7377-42A1-F2F4-4F40-E597FD64B8E4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7" name="TextBox 11">
              <a:extLst>
                <a:ext uri="{FF2B5EF4-FFF2-40B4-BE49-F238E27FC236}">
                  <a16:creationId xmlns:a16="http://schemas.microsoft.com/office/drawing/2014/main" id="{7894C5B2-6D03-AA1B-0814-63FFCFB6723A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간접조명 </a:t>
              </a:r>
              <a:r>
                <a:rPr lang="en-US" altLang="ko-KR" sz="700" dirty="0"/>
                <a:t>A 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간접조명 센서 </a:t>
              </a:r>
              <a:r>
                <a:rPr lang="en-US" altLang="ko-KR" sz="700" dirty="0"/>
                <a:t>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우물천장간접조명 및 커튼박수 추가</a:t>
              </a:r>
              <a:r>
                <a:rPr lang="en-US" altLang="ko-KR" sz="700" dirty="0"/>
                <a:t>(</a:t>
              </a:r>
              <a:r>
                <a:rPr lang="ko-KR" altLang="en-US" sz="700" dirty="0"/>
                <a:t>별도 추가</a:t>
              </a:r>
              <a:r>
                <a:rPr lang="en-US" altLang="ko-KR" sz="700" dirty="0"/>
                <a:t>)</a:t>
              </a:r>
            </a:p>
            <a:p>
              <a:endParaRPr lang="en-US" altLang="ko-KR" sz="700" dirty="0"/>
            </a:p>
          </p:txBody>
        </p:sp>
      </p:grp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76B9D4CD-AADF-4E3B-4D99-CD5726B4FF41}"/>
              </a:ext>
            </a:extLst>
          </p:cNvPr>
          <p:cNvSpPr/>
          <p:nvPr/>
        </p:nvSpPr>
        <p:spPr>
          <a:xfrm rot="16200000" flipV="1">
            <a:off x="7962945" y="2385624"/>
            <a:ext cx="98385" cy="68700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5902C661-51FD-D71E-46DE-AB39EADD687D}"/>
              </a:ext>
            </a:extLst>
          </p:cNvPr>
          <p:cNvGrpSpPr/>
          <p:nvPr/>
        </p:nvGrpSpPr>
        <p:grpSpPr>
          <a:xfrm>
            <a:off x="5033309" y="4514379"/>
            <a:ext cx="100923" cy="1432833"/>
            <a:chOff x="4735802" y="4865202"/>
            <a:chExt cx="100923" cy="1432833"/>
          </a:xfrm>
        </p:grpSpPr>
        <p:sp>
          <p:nvSpPr>
            <p:cNvPr id="40" name="타원 39">
              <a:extLst>
                <a:ext uri="{FF2B5EF4-FFF2-40B4-BE49-F238E27FC236}">
                  <a16:creationId xmlns:a16="http://schemas.microsoft.com/office/drawing/2014/main" id="{457D561A-C441-FCF9-E52F-4AC909B117C8}"/>
                </a:ext>
              </a:extLst>
            </p:cNvPr>
            <p:cNvSpPr/>
            <p:nvPr/>
          </p:nvSpPr>
          <p:spPr>
            <a:xfrm>
              <a:off x="4737834" y="48652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9DF1E6AF-D0F7-D311-9769-6EB7EF47CC5C}"/>
                </a:ext>
              </a:extLst>
            </p:cNvPr>
            <p:cNvSpPr/>
            <p:nvPr/>
          </p:nvSpPr>
          <p:spPr>
            <a:xfrm>
              <a:off x="4735802" y="553251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2" name="타원 41">
              <a:extLst>
                <a:ext uri="{FF2B5EF4-FFF2-40B4-BE49-F238E27FC236}">
                  <a16:creationId xmlns:a16="http://schemas.microsoft.com/office/drawing/2014/main" id="{2213F3A5-7E09-68E6-41B5-324307085943}"/>
                </a:ext>
              </a:extLst>
            </p:cNvPr>
            <p:cNvSpPr/>
            <p:nvPr/>
          </p:nvSpPr>
          <p:spPr>
            <a:xfrm>
              <a:off x="4738340" y="6199650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949B9919-65F1-2DD2-B1FB-C7629B175470}"/>
              </a:ext>
            </a:extLst>
          </p:cNvPr>
          <p:cNvGrpSpPr/>
          <p:nvPr/>
        </p:nvGrpSpPr>
        <p:grpSpPr>
          <a:xfrm>
            <a:off x="7092799" y="4517426"/>
            <a:ext cx="100923" cy="1432833"/>
            <a:chOff x="4735802" y="4865202"/>
            <a:chExt cx="100923" cy="1432833"/>
          </a:xfrm>
        </p:grpSpPr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5A75DA31-095A-27A5-2F7E-E15D7D122793}"/>
                </a:ext>
              </a:extLst>
            </p:cNvPr>
            <p:cNvSpPr/>
            <p:nvPr/>
          </p:nvSpPr>
          <p:spPr>
            <a:xfrm>
              <a:off x="4737834" y="48652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45E7733F-D45A-C0D0-9B43-B2768B16C1D2}"/>
                </a:ext>
              </a:extLst>
            </p:cNvPr>
            <p:cNvSpPr/>
            <p:nvPr/>
          </p:nvSpPr>
          <p:spPr>
            <a:xfrm>
              <a:off x="4735802" y="553251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6" name="타원 45">
              <a:extLst>
                <a:ext uri="{FF2B5EF4-FFF2-40B4-BE49-F238E27FC236}">
                  <a16:creationId xmlns:a16="http://schemas.microsoft.com/office/drawing/2014/main" id="{81E4E03B-C41C-74A9-1FA6-AA5585C046B1}"/>
                </a:ext>
              </a:extLst>
            </p:cNvPr>
            <p:cNvSpPr/>
            <p:nvPr/>
          </p:nvSpPr>
          <p:spPr>
            <a:xfrm>
              <a:off x="4738340" y="6199650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6460217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FFC845-EA43-5AEB-8472-B5D375ACBC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A4CEE23-A559-7434-354C-A9A741179F5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90109" y="1162050"/>
            <a:ext cx="8642941" cy="520575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9DF5218-BAAD-6E94-021F-4DAD59E204FD}"/>
                  </a:ext>
                </a:extLst>
              </p:cNvPr>
              <p:cNvSpPr txBox="1"/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𝟗𝟒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 dirty="0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9DF5218-BAAD-6E94-021F-4DAD59E204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498ADFAE-5A16-9A4A-FD60-8284BAED5478}"/>
              </a:ext>
            </a:extLst>
          </p:cNvPr>
          <p:cNvSpPr txBox="1"/>
          <p:nvPr/>
        </p:nvSpPr>
        <p:spPr>
          <a:xfrm>
            <a:off x="1870318" y="35325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/>
              <a:t>94</a:t>
            </a:r>
            <a:r>
              <a:rPr lang="ko-KR" altLang="en-US" sz="2000" b="1" dirty="0"/>
              <a:t>타입 간접 프리미엄 </a:t>
            </a:r>
            <a:r>
              <a:rPr lang="en-US" altLang="ko-KR" sz="2000" b="1" dirty="0"/>
              <a:t>SET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1D5786F-C018-6621-B1CA-8FE37ABBABC5}"/>
              </a:ext>
            </a:extLst>
          </p:cNvPr>
          <p:cNvSpPr/>
          <p:nvPr/>
        </p:nvSpPr>
        <p:spPr>
          <a:xfrm>
            <a:off x="8498040" y="5474625"/>
            <a:ext cx="895916" cy="10326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794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CB3FEAF-146F-CB03-98B5-E8771D4A3CD8}"/>
              </a:ext>
            </a:extLst>
          </p:cNvPr>
          <p:cNvSpPr txBox="1"/>
          <p:nvPr/>
        </p:nvSpPr>
        <p:spPr>
          <a:xfrm>
            <a:off x="8672034" y="4649507"/>
            <a:ext cx="13235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 err="1"/>
              <a:t>무선리모컨</a:t>
            </a:r>
            <a:endParaRPr lang="en-US" altLang="ko-KR" sz="1000" b="1" dirty="0"/>
          </a:p>
          <a:p>
            <a:pPr algn="ctr"/>
            <a:r>
              <a:rPr lang="en-US" altLang="ko-KR" sz="1000" b="1" dirty="0"/>
              <a:t>1</a:t>
            </a:r>
            <a:r>
              <a:rPr lang="ko-KR" altLang="en-US" sz="1000" b="1" dirty="0"/>
              <a:t>구</a:t>
            </a:r>
            <a:r>
              <a:rPr lang="en-US" altLang="ko-KR" sz="1000" b="1" dirty="0"/>
              <a:t>(3</a:t>
            </a:r>
            <a:r>
              <a:rPr lang="ko-KR" altLang="en-US" sz="1000" b="1" dirty="0"/>
              <a:t>채널</a:t>
            </a:r>
            <a:r>
              <a:rPr lang="en-US" altLang="ko-KR" sz="1000" b="1" dirty="0"/>
              <a:t>)</a:t>
            </a:r>
            <a:endParaRPr lang="ko-KR" altLang="en-US" sz="1000" b="1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7031801-A0CD-5EF5-1B96-C33D75D8DA09}"/>
              </a:ext>
            </a:extLst>
          </p:cNvPr>
          <p:cNvSpPr/>
          <p:nvPr/>
        </p:nvSpPr>
        <p:spPr>
          <a:xfrm rot="5400000">
            <a:off x="6055111" y="5210063"/>
            <a:ext cx="102820" cy="189173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3EAFA5D1-488B-5F95-A20D-F5F1D8191646}"/>
              </a:ext>
            </a:extLst>
          </p:cNvPr>
          <p:cNvSpPr/>
          <p:nvPr/>
        </p:nvSpPr>
        <p:spPr>
          <a:xfrm>
            <a:off x="5626599" y="4776218"/>
            <a:ext cx="1001252" cy="1011221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3F37B311-5A74-AAF5-BEC9-85DA074B20E7}"/>
              </a:ext>
            </a:extLst>
          </p:cNvPr>
          <p:cNvSpPr/>
          <p:nvPr/>
        </p:nvSpPr>
        <p:spPr>
          <a:xfrm>
            <a:off x="5758862" y="4898936"/>
            <a:ext cx="733817" cy="769599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1BD97C0-1873-AD8A-E6C0-68DDFC63621D}"/>
              </a:ext>
            </a:extLst>
          </p:cNvPr>
          <p:cNvSpPr txBox="1"/>
          <p:nvPr/>
        </p:nvSpPr>
        <p:spPr>
          <a:xfrm>
            <a:off x="5184466" y="3833482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/>
              <a:t>전자식스위치</a:t>
            </a:r>
            <a:r>
              <a:rPr lang="en-US" altLang="ko-KR" sz="1000" b="1" dirty="0"/>
              <a:t>+</a:t>
            </a:r>
            <a:r>
              <a:rPr lang="ko-KR" altLang="en-US" sz="1000" b="1" dirty="0"/>
              <a:t>리모컨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B326C43-8E6B-E529-379D-3F5FD351BF4B}"/>
              </a:ext>
            </a:extLst>
          </p:cNvPr>
          <p:cNvSpPr txBox="1"/>
          <p:nvPr/>
        </p:nvSpPr>
        <p:spPr>
          <a:xfrm>
            <a:off x="114314" y="1289778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FF0000"/>
                </a:solidFill>
              </a:rPr>
              <a:t>**</a:t>
            </a:r>
            <a:r>
              <a:rPr lang="ko-KR" altLang="en-US" sz="800" dirty="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dirty="0" err="1">
                <a:solidFill>
                  <a:srgbClr val="FF0000"/>
                </a:solidFill>
              </a:rPr>
              <a:t>타공이</a:t>
            </a:r>
            <a:r>
              <a:rPr lang="ko-KR" altLang="en-US" sz="800" dirty="0">
                <a:solidFill>
                  <a:srgbClr val="FF0000"/>
                </a:solidFill>
              </a:rPr>
              <a:t> 필요할 수 </a:t>
            </a:r>
            <a:endParaRPr lang="en-US" altLang="ko-KR" sz="800" dirty="0">
              <a:solidFill>
                <a:srgbClr val="FF0000"/>
              </a:solidFill>
            </a:endParaRPr>
          </a:p>
          <a:p>
            <a:r>
              <a:rPr lang="ko-KR" altLang="en-US" sz="800" dirty="0">
                <a:solidFill>
                  <a:srgbClr val="FF0000"/>
                </a:solidFill>
              </a:rPr>
              <a:t>있으며</a:t>
            </a:r>
            <a:r>
              <a:rPr lang="en-US" altLang="ko-KR" sz="800" dirty="0">
                <a:solidFill>
                  <a:srgbClr val="FF0000"/>
                </a:solidFill>
              </a:rPr>
              <a:t> </a:t>
            </a:r>
            <a:r>
              <a:rPr lang="ko-KR" altLang="en-US" sz="800" dirty="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 dirty="0">
              <a:solidFill>
                <a:srgbClr val="FF0000"/>
              </a:solidFill>
            </a:endParaRP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91777F7B-C16C-28F1-AAF5-0DA003D582CC}"/>
              </a:ext>
            </a:extLst>
          </p:cNvPr>
          <p:cNvGrpSpPr/>
          <p:nvPr/>
        </p:nvGrpSpPr>
        <p:grpSpPr>
          <a:xfrm>
            <a:off x="8454297" y="4566668"/>
            <a:ext cx="98814" cy="602893"/>
            <a:chOff x="4737834" y="4900127"/>
            <a:chExt cx="98814" cy="602893"/>
          </a:xfrm>
          <a:solidFill>
            <a:srgbClr val="00B0F0"/>
          </a:solidFill>
        </p:grpSpPr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AF0604F4-BDF0-9225-C0CA-5DE1AF5A5D33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5C25F3BA-ABAE-B108-BB95-4CF1269B36D6}"/>
                </a:ext>
              </a:extLst>
            </p:cNvPr>
            <p:cNvSpPr/>
            <p:nvPr/>
          </p:nvSpPr>
          <p:spPr>
            <a:xfrm>
              <a:off x="4738263" y="5404635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6160CBD8-E999-E2B8-402D-6D7BFD88F536}"/>
              </a:ext>
            </a:extLst>
          </p:cNvPr>
          <p:cNvGrpSpPr/>
          <p:nvPr/>
        </p:nvGrpSpPr>
        <p:grpSpPr>
          <a:xfrm>
            <a:off x="3137356" y="2778321"/>
            <a:ext cx="412450" cy="497746"/>
            <a:chOff x="9191246" y="3797098"/>
            <a:chExt cx="412450" cy="497746"/>
          </a:xfrm>
          <a:solidFill>
            <a:srgbClr val="CC0000"/>
          </a:solidFill>
        </p:grpSpPr>
        <p:grpSp>
          <p:nvGrpSpPr>
            <p:cNvPr id="17" name="그룹 16">
              <a:extLst>
                <a:ext uri="{FF2B5EF4-FFF2-40B4-BE49-F238E27FC236}">
                  <a16:creationId xmlns:a16="http://schemas.microsoft.com/office/drawing/2014/main" id="{D0C0AA58-7C8B-CBC5-9C05-E11F46112BE6}"/>
                </a:ext>
              </a:extLst>
            </p:cNvPr>
            <p:cNvGrpSpPr/>
            <p:nvPr/>
          </p:nvGrpSpPr>
          <p:grpSpPr>
            <a:xfrm>
              <a:off x="9504882" y="3799905"/>
              <a:ext cx="98814" cy="494939"/>
              <a:chOff x="4618771" y="4900127"/>
              <a:chExt cx="98814" cy="494939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22" name="타원 21">
                <a:extLst>
                  <a:ext uri="{FF2B5EF4-FFF2-40B4-BE49-F238E27FC236}">
                    <a16:creationId xmlns:a16="http://schemas.microsoft.com/office/drawing/2014/main" id="{44EE916F-6AEA-95A4-C8F4-98C3E7855144}"/>
                  </a:ext>
                </a:extLst>
              </p:cNvPr>
              <p:cNvSpPr/>
              <p:nvPr/>
            </p:nvSpPr>
            <p:spPr>
              <a:xfrm>
                <a:off x="4618771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3" name="타원 22">
                <a:extLst>
                  <a:ext uri="{FF2B5EF4-FFF2-40B4-BE49-F238E27FC236}">
                    <a16:creationId xmlns:a16="http://schemas.microsoft.com/office/drawing/2014/main" id="{22AF6537-5EE2-A12D-63BA-726C4B57C975}"/>
                  </a:ext>
                </a:extLst>
              </p:cNvPr>
              <p:cNvSpPr/>
              <p:nvPr/>
            </p:nvSpPr>
            <p:spPr>
              <a:xfrm>
                <a:off x="4619200" y="5296681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8" name="별: 꼭짓점 7개 17">
              <a:extLst>
                <a:ext uri="{FF2B5EF4-FFF2-40B4-BE49-F238E27FC236}">
                  <a16:creationId xmlns:a16="http://schemas.microsoft.com/office/drawing/2014/main" id="{58014031-D061-FA0E-C6D9-2B7EA4400F22}"/>
                </a:ext>
              </a:extLst>
            </p:cNvPr>
            <p:cNvSpPr/>
            <p:nvPr/>
          </p:nvSpPr>
          <p:spPr>
            <a:xfrm rot="5400000">
              <a:off x="9272815" y="3924297"/>
              <a:ext cx="244351" cy="235659"/>
            </a:xfrm>
            <a:prstGeom prst="star7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86" b="1" dirty="0">
                <a:ln w="22225">
                  <a:solidFill>
                    <a:srgbClr val="FFFF00"/>
                  </a:solidFill>
                  <a:prstDash val="solid"/>
                </a:ln>
                <a:solidFill>
                  <a:srgbClr val="C00000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</a:endParaRPr>
            </a:p>
          </p:txBody>
        </p:sp>
        <p:grpSp>
          <p:nvGrpSpPr>
            <p:cNvPr id="19" name="그룹 18">
              <a:extLst>
                <a:ext uri="{FF2B5EF4-FFF2-40B4-BE49-F238E27FC236}">
                  <a16:creationId xmlns:a16="http://schemas.microsoft.com/office/drawing/2014/main" id="{238B59B5-14FA-5341-BD77-8E59637E8D4B}"/>
                </a:ext>
              </a:extLst>
            </p:cNvPr>
            <p:cNvGrpSpPr/>
            <p:nvPr/>
          </p:nvGrpSpPr>
          <p:grpSpPr>
            <a:xfrm>
              <a:off x="9191246" y="3797098"/>
              <a:ext cx="98814" cy="494939"/>
              <a:chOff x="4737834" y="4900127"/>
              <a:chExt cx="98814" cy="494939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20" name="타원 19">
                <a:extLst>
                  <a:ext uri="{FF2B5EF4-FFF2-40B4-BE49-F238E27FC236}">
                    <a16:creationId xmlns:a16="http://schemas.microsoft.com/office/drawing/2014/main" id="{D3A1B64E-AF13-D90E-3108-2A12D0BC2960}"/>
                  </a:ext>
                </a:extLst>
              </p:cNvPr>
              <p:cNvSpPr/>
              <p:nvPr/>
            </p:nvSpPr>
            <p:spPr>
              <a:xfrm>
                <a:off x="47378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1" name="타원 20">
                <a:extLst>
                  <a:ext uri="{FF2B5EF4-FFF2-40B4-BE49-F238E27FC236}">
                    <a16:creationId xmlns:a16="http://schemas.microsoft.com/office/drawing/2014/main" id="{F8998015-D5D7-F36E-3DED-024C1133AE28}"/>
                  </a:ext>
                </a:extLst>
              </p:cNvPr>
              <p:cNvSpPr/>
              <p:nvPr/>
            </p:nvSpPr>
            <p:spPr>
              <a:xfrm>
                <a:off x="4738263" y="5296681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4FFE04B4-9BDF-AB75-3A3A-CDA88484DBEC}"/>
              </a:ext>
            </a:extLst>
          </p:cNvPr>
          <p:cNvSpPr/>
          <p:nvPr/>
        </p:nvSpPr>
        <p:spPr>
          <a:xfrm flipV="1">
            <a:off x="1927848" y="3490319"/>
            <a:ext cx="98384" cy="77128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57235ABD-0C7C-82F5-EAE4-1561530E34B0}"/>
              </a:ext>
            </a:extLst>
          </p:cNvPr>
          <p:cNvGrpSpPr/>
          <p:nvPr/>
        </p:nvGrpSpPr>
        <p:grpSpPr>
          <a:xfrm rot="5400000">
            <a:off x="3960716" y="3923529"/>
            <a:ext cx="99451" cy="545492"/>
            <a:chOff x="5324822" y="4538198"/>
            <a:chExt cx="99451" cy="545492"/>
          </a:xfrm>
        </p:grpSpPr>
        <p:sp>
          <p:nvSpPr>
            <p:cNvPr id="26" name="타원 25">
              <a:extLst>
                <a:ext uri="{FF2B5EF4-FFF2-40B4-BE49-F238E27FC236}">
                  <a16:creationId xmlns:a16="http://schemas.microsoft.com/office/drawing/2014/main" id="{6CEEE332-CAC1-51D7-6CC3-E581E08033A8}"/>
                </a:ext>
              </a:extLst>
            </p:cNvPr>
            <p:cNvSpPr/>
            <p:nvPr/>
          </p:nvSpPr>
          <p:spPr>
            <a:xfrm>
              <a:off x="5325888" y="453819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7" name="타원 26">
              <a:extLst>
                <a:ext uri="{FF2B5EF4-FFF2-40B4-BE49-F238E27FC236}">
                  <a16:creationId xmlns:a16="http://schemas.microsoft.com/office/drawing/2014/main" id="{6A5F94D7-8568-169C-46C0-4327508DA563}"/>
                </a:ext>
              </a:extLst>
            </p:cNvPr>
            <p:cNvSpPr/>
            <p:nvPr/>
          </p:nvSpPr>
          <p:spPr>
            <a:xfrm>
              <a:off x="5324822" y="498530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AEA1F8F7-59CF-381F-C417-87339B1E195A}"/>
              </a:ext>
            </a:extLst>
          </p:cNvPr>
          <p:cNvSpPr/>
          <p:nvPr/>
        </p:nvSpPr>
        <p:spPr>
          <a:xfrm flipV="1">
            <a:off x="2938488" y="2391871"/>
            <a:ext cx="98385" cy="113714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2" name="TextBox 13">
            <a:extLst>
              <a:ext uri="{FF2B5EF4-FFF2-40B4-BE49-F238E27FC236}">
                <a16:creationId xmlns:a16="http://schemas.microsoft.com/office/drawing/2014/main" id="{78E9ECB8-439E-5561-D9BA-6345535096D2}"/>
              </a:ext>
            </a:extLst>
          </p:cNvPr>
          <p:cNvSpPr txBox="1"/>
          <p:nvPr/>
        </p:nvSpPr>
        <p:spPr>
          <a:xfrm>
            <a:off x="156354" y="793753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dirty="0"/>
              <a:t>욕실 </a:t>
            </a:r>
            <a:r>
              <a:rPr lang="ko-KR" altLang="en-US" sz="800" b="1" dirty="0" err="1"/>
              <a:t>휴젠트여부에</a:t>
            </a:r>
            <a:r>
              <a:rPr lang="ko-KR" altLang="en-US" sz="800" b="1" dirty="0"/>
              <a:t> 대하여</a:t>
            </a:r>
            <a:endParaRPr lang="en-US" altLang="ko-KR" sz="800" b="1" dirty="0"/>
          </a:p>
          <a:p>
            <a:r>
              <a:rPr lang="ko-KR" altLang="en-US" sz="800" b="1" dirty="0"/>
              <a:t>기사분이 현장에서 파악하여</a:t>
            </a:r>
            <a:endParaRPr lang="en-US" altLang="ko-KR" sz="800" b="1" dirty="0"/>
          </a:p>
          <a:p>
            <a:r>
              <a:rPr lang="ko-KR" altLang="en-US" sz="800" b="1" dirty="0"/>
              <a:t>센서위치를 적용해드립니다</a:t>
            </a:r>
            <a:r>
              <a:rPr lang="en-US" altLang="ko-KR" sz="800" b="1" dirty="0"/>
              <a:t>.</a:t>
            </a:r>
            <a:endParaRPr lang="ko-KR" altLang="en-US" sz="800" b="1" dirty="0"/>
          </a:p>
        </p:txBody>
      </p: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37406D21-E0F9-7A62-AD29-822A802EF440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4" name="타원 33">
              <a:extLst>
                <a:ext uri="{FF2B5EF4-FFF2-40B4-BE49-F238E27FC236}">
                  <a16:creationId xmlns:a16="http://schemas.microsoft.com/office/drawing/2014/main" id="{D5251521-33D9-FDF2-1F33-7492E5A47390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5" name="타원 34">
              <a:extLst>
                <a:ext uri="{FF2B5EF4-FFF2-40B4-BE49-F238E27FC236}">
                  <a16:creationId xmlns:a16="http://schemas.microsoft.com/office/drawing/2014/main" id="{DBFA173F-8B10-F3C2-F618-C7BB071D1185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6" name="타원 35">
              <a:extLst>
                <a:ext uri="{FF2B5EF4-FFF2-40B4-BE49-F238E27FC236}">
                  <a16:creationId xmlns:a16="http://schemas.microsoft.com/office/drawing/2014/main" id="{AA071488-DF1E-6DAC-7F68-9161906FE387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7" name="TextBox 11">
              <a:extLst>
                <a:ext uri="{FF2B5EF4-FFF2-40B4-BE49-F238E27FC236}">
                  <a16:creationId xmlns:a16="http://schemas.microsoft.com/office/drawing/2014/main" id="{3D53E416-B4E0-A4B8-7C38-B766C59AC643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간접조명 </a:t>
              </a:r>
              <a:r>
                <a:rPr lang="en-US" altLang="ko-KR" sz="700" dirty="0"/>
                <a:t>A 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간접조명 센서 </a:t>
              </a:r>
              <a:r>
                <a:rPr lang="en-US" altLang="ko-KR" sz="700" dirty="0"/>
                <a:t>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우물천장간접조명 및 커튼박수 추가</a:t>
              </a:r>
              <a:r>
                <a:rPr lang="en-US" altLang="ko-KR" sz="700" dirty="0"/>
                <a:t>(</a:t>
              </a:r>
              <a:r>
                <a:rPr lang="ko-KR" altLang="en-US" sz="700" dirty="0"/>
                <a:t>별도 추가</a:t>
              </a:r>
              <a:r>
                <a:rPr lang="en-US" altLang="ko-KR" sz="700" dirty="0"/>
                <a:t>)</a:t>
              </a:r>
            </a:p>
            <a:p>
              <a:endParaRPr lang="en-US" altLang="ko-KR" sz="700" dirty="0"/>
            </a:p>
          </p:txBody>
        </p:sp>
      </p:grp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E3AF8DB2-940D-5B95-9B00-B4E0C0BC91E9}"/>
              </a:ext>
            </a:extLst>
          </p:cNvPr>
          <p:cNvSpPr/>
          <p:nvPr/>
        </p:nvSpPr>
        <p:spPr>
          <a:xfrm rot="16200000" flipV="1">
            <a:off x="7962945" y="2385624"/>
            <a:ext cx="98385" cy="68700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FF7FB735-1437-54C7-6657-02727DAB7028}"/>
              </a:ext>
            </a:extLst>
          </p:cNvPr>
          <p:cNvGrpSpPr/>
          <p:nvPr/>
        </p:nvGrpSpPr>
        <p:grpSpPr>
          <a:xfrm>
            <a:off x="5033309" y="4514379"/>
            <a:ext cx="100923" cy="1432833"/>
            <a:chOff x="4735802" y="4865202"/>
            <a:chExt cx="100923" cy="1432833"/>
          </a:xfrm>
        </p:grpSpPr>
        <p:sp>
          <p:nvSpPr>
            <p:cNvPr id="40" name="타원 39">
              <a:extLst>
                <a:ext uri="{FF2B5EF4-FFF2-40B4-BE49-F238E27FC236}">
                  <a16:creationId xmlns:a16="http://schemas.microsoft.com/office/drawing/2014/main" id="{7B33C887-D3B6-2381-5E86-57253CB29477}"/>
                </a:ext>
              </a:extLst>
            </p:cNvPr>
            <p:cNvSpPr/>
            <p:nvPr/>
          </p:nvSpPr>
          <p:spPr>
            <a:xfrm>
              <a:off x="4737834" y="48652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0A337DB3-1A14-4C3A-5BD3-34C4A6835E93}"/>
                </a:ext>
              </a:extLst>
            </p:cNvPr>
            <p:cNvSpPr/>
            <p:nvPr/>
          </p:nvSpPr>
          <p:spPr>
            <a:xfrm>
              <a:off x="4735802" y="553251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2" name="타원 41">
              <a:extLst>
                <a:ext uri="{FF2B5EF4-FFF2-40B4-BE49-F238E27FC236}">
                  <a16:creationId xmlns:a16="http://schemas.microsoft.com/office/drawing/2014/main" id="{650966C5-1C96-9F5F-642B-441A094DFD61}"/>
                </a:ext>
              </a:extLst>
            </p:cNvPr>
            <p:cNvSpPr/>
            <p:nvPr/>
          </p:nvSpPr>
          <p:spPr>
            <a:xfrm>
              <a:off x="4738340" y="6199650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402E241C-E5AA-3966-322A-372FEEEA546D}"/>
              </a:ext>
            </a:extLst>
          </p:cNvPr>
          <p:cNvGrpSpPr/>
          <p:nvPr/>
        </p:nvGrpSpPr>
        <p:grpSpPr>
          <a:xfrm>
            <a:off x="7092799" y="4517426"/>
            <a:ext cx="100923" cy="1432833"/>
            <a:chOff x="4735802" y="4865202"/>
            <a:chExt cx="100923" cy="1432833"/>
          </a:xfrm>
        </p:grpSpPr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ED365FB6-E6DC-EF21-0707-06BEC71B2660}"/>
                </a:ext>
              </a:extLst>
            </p:cNvPr>
            <p:cNvSpPr/>
            <p:nvPr/>
          </p:nvSpPr>
          <p:spPr>
            <a:xfrm>
              <a:off x="4737834" y="48652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BD42EE49-DBB8-BC07-73A0-25836616AEB2}"/>
                </a:ext>
              </a:extLst>
            </p:cNvPr>
            <p:cNvSpPr/>
            <p:nvPr/>
          </p:nvSpPr>
          <p:spPr>
            <a:xfrm>
              <a:off x="4735802" y="553251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6" name="타원 45">
              <a:extLst>
                <a:ext uri="{FF2B5EF4-FFF2-40B4-BE49-F238E27FC236}">
                  <a16:creationId xmlns:a16="http://schemas.microsoft.com/office/drawing/2014/main" id="{1FBB1593-ED9B-60C3-F836-3B020A6445D9}"/>
                </a:ext>
              </a:extLst>
            </p:cNvPr>
            <p:cNvSpPr/>
            <p:nvPr/>
          </p:nvSpPr>
          <p:spPr>
            <a:xfrm>
              <a:off x="4738340" y="6199650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51C30519-B0A8-782F-732B-D5CF87D81E25}"/>
              </a:ext>
            </a:extLst>
          </p:cNvPr>
          <p:cNvSpPr txBox="1"/>
          <p:nvPr/>
        </p:nvSpPr>
        <p:spPr>
          <a:xfrm>
            <a:off x="4805543" y="6445676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highlight>
                  <a:srgbClr val="FFFF00"/>
                </a:highlight>
              </a:rPr>
              <a:t>우물은 두가지 </a:t>
            </a:r>
            <a:r>
              <a:rPr lang="ko-KR" altLang="en-US" sz="1000" dirty="0" err="1">
                <a:highlight>
                  <a:srgbClr val="FFFF00"/>
                </a:highlight>
              </a:rPr>
              <a:t>타입중</a:t>
            </a:r>
            <a:r>
              <a:rPr lang="ko-KR" altLang="en-US" sz="1000" dirty="0">
                <a:highlight>
                  <a:srgbClr val="FFFF00"/>
                </a:highlight>
              </a:rPr>
              <a:t> 선택 가능합니다</a:t>
            </a:r>
            <a:r>
              <a:rPr lang="en-US" altLang="ko-KR" sz="1000" dirty="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1000" dirty="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1000" dirty="0">
                <a:highlight>
                  <a:srgbClr val="FFFF00"/>
                </a:highlight>
              </a:rPr>
              <a:t>. </a:t>
            </a:r>
            <a:endParaRPr lang="ko-KR" altLang="en-US" sz="1000" dirty="0">
              <a:highlight>
                <a:srgbClr val="FFFF00"/>
              </a:highlight>
            </a:endParaRPr>
          </a:p>
        </p:txBody>
      </p: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34C53496-D99E-A8E7-9299-53AD80C4C6A4}"/>
              </a:ext>
            </a:extLst>
          </p:cNvPr>
          <p:cNvCxnSpPr>
            <a:cxnSpLocks/>
          </p:cNvCxnSpPr>
          <p:nvPr/>
        </p:nvCxnSpPr>
        <p:spPr>
          <a:xfrm flipV="1">
            <a:off x="6251841" y="5780074"/>
            <a:ext cx="0" cy="7255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322223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128DC1-D709-E3B1-D927-F2D206EEFB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CF8E8F4-BE78-04E0-B2AA-117E2A0D6DD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90109" y="1162050"/>
            <a:ext cx="8642941" cy="520575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B8BB183-C249-183C-7A06-4D860F37EBE3}"/>
                  </a:ext>
                </a:extLst>
              </p:cNvPr>
              <p:cNvSpPr txBox="1"/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𝟗𝟒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 dirty="0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B8BB183-C249-183C-7A06-4D860F37EB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A2688050-DD42-8BC2-B62D-13A72FA6166C}"/>
              </a:ext>
            </a:extLst>
          </p:cNvPr>
          <p:cNvSpPr txBox="1"/>
          <p:nvPr/>
        </p:nvSpPr>
        <p:spPr>
          <a:xfrm>
            <a:off x="1870318" y="35325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/>
              <a:t>94</a:t>
            </a:r>
            <a:r>
              <a:rPr lang="ko-KR" altLang="en-US" sz="2000" b="1" dirty="0"/>
              <a:t>타입 간접 프리미엄 </a:t>
            </a:r>
            <a:r>
              <a:rPr lang="en-US" altLang="ko-KR" sz="2000" b="1" dirty="0"/>
              <a:t>SET + </a:t>
            </a:r>
            <a:r>
              <a:rPr lang="ko-KR" altLang="en-US" sz="2000" b="1" dirty="0" err="1"/>
              <a:t>실링팬</a:t>
            </a:r>
            <a:r>
              <a:rPr lang="ko-KR" altLang="en-US" sz="2000" b="1" dirty="0"/>
              <a:t> 우물두줄</a:t>
            </a:r>
            <a:endParaRPr lang="en-US" altLang="ko-KR" sz="2000" b="1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6765AF2-CA3F-5EAC-5EDC-06A378E9AFBE}"/>
              </a:ext>
            </a:extLst>
          </p:cNvPr>
          <p:cNvSpPr/>
          <p:nvPr/>
        </p:nvSpPr>
        <p:spPr>
          <a:xfrm>
            <a:off x="8498040" y="5474625"/>
            <a:ext cx="895916" cy="10326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794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134055D-19FA-D25E-1618-F6AE606AB77B}"/>
              </a:ext>
            </a:extLst>
          </p:cNvPr>
          <p:cNvSpPr txBox="1"/>
          <p:nvPr/>
        </p:nvSpPr>
        <p:spPr>
          <a:xfrm>
            <a:off x="8672034" y="4649507"/>
            <a:ext cx="13235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 err="1"/>
              <a:t>무선리모컨</a:t>
            </a:r>
            <a:endParaRPr lang="en-US" altLang="ko-KR" sz="1000" b="1" dirty="0"/>
          </a:p>
          <a:p>
            <a:pPr algn="ctr"/>
            <a:r>
              <a:rPr lang="en-US" altLang="ko-KR" sz="1000" b="1" dirty="0"/>
              <a:t>1</a:t>
            </a:r>
            <a:r>
              <a:rPr lang="ko-KR" altLang="en-US" sz="1000" b="1" dirty="0"/>
              <a:t>구</a:t>
            </a:r>
            <a:r>
              <a:rPr lang="en-US" altLang="ko-KR" sz="1000" b="1" dirty="0"/>
              <a:t>(3</a:t>
            </a:r>
            <a:r>
              <a:rPr lang="ko-KR" altLang="en-US" sz="1000" b="1" dirty="0"/>
              <a:t>채널</a:t>
            </a:r>
            <a:r>
              <a:rPr lang="en-US" altLang="ko-KR" sz="1000" b="1" dirty="0"/>
              <a:t>)</a:t>
            </a:r>
            <a:endParaRPr lang="ko-KR" altLang="en-US" sz="1000" b="1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F4D8D29-EA08-AB82-C2B5-8F0EC10CC571}"/>
              </a:ext>
            </a:extLst>
          </p:cNvPr>
          <p:cNvSpPr/>
          <p:nvPr/>
        </p:nvSpPr>
        <p:spPr>
          <a:xfrm rot="5400000">
            <a:off x="6055111" y="5210063"/>
            <a:ext cx="102820" cy="189173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ADFE4208-43A6-A029-10D3-2DAE2FE7787A}"/>
              </a:ext>
            </a:extLst>
          </p:cNvPr>
          <p:cNvSpPr/>
          <p:nvPr/>
        </p:nvSpPr>
        <p:spPr>
          <a:xfrm>
            <a:off x="5626599" y="4776218"/>
            <a:ext cx="1001252" cy="1011221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DD36F35C-E826-EA4D-EB01-3A91CBCE5A39}"/>
              </a:ext>
            </a:extLst>
          </p:cNvPr>
          <p:cNvSpPr/>
          <p:nvPr/>
        </p:nvSpPr>
        <p:spPr>
          <a:xfrm>
            <a:off x="5758862" y="4898936"/>
            <a:ext cx="733817" cy="769599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7D0069E-89D2-974D-B0CF-B53805A50609}"/>
              </a:ext>
            </a:extLst>
          </p:cNvPr>
          <p:cNvSpPr txBox="1"/>
          <p:nvPr/>
        </p:nvSpPr>
        <p:spPr>
          <a:xfrm>
            <a:off x="5184466" y="3833482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/>
              <a:t>전자식스위치</a:t>
            </a:r>
            <a:r>
              <a:rPr lang="en-US" altLang="ko-KR" sz="1000" b="1" dirty="0"/>
              <a:t>+</a:t>
            </a:r>
            <a:r>
              <a:rPr lang="ko-KR" altLang="en-US" sz="1000" b="1" dirty="0"/>
              <a:t>리모컨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E541E0D-D9E3-58EC-2291-FECA0248AE90}"/>
              </a:ext>
            </a:extLst>
          </p:cNvPr>
          <p:cNvSpPr txBox="1"/>
          <p:nvPr/>
        </p:nvSpPr>
        <p:spPr>
          <a:xfrm>
            <a:off x="114314" y="1289778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FF0000"/>
                </a:solidFill>
              </a:rPr>
              <a:t>**</a:t>
            </a:r>
            <a:r>
              <a:rPr lang="ko-KR" altLang="en-US" sz="800" dirty="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dirty="0" err="1">
                <a:solidFill>
                  <a:srgbClr val="FF0000"/>
                </a:solidFill>
              </a:rPr>
              <a:t>타공이</a:t>
            </a:r>
            <a:r>
              <a:rPr lang="ko-KR" altLang="en-US" sz="800" dirty="0">
                <a:solidFill>
                  <a:srgbClr val="FF0000"/>
                </a:solidFill>
              </a:rPr>
              <a:t> 필요할 수 </a:t>
            </a:r>
            <a:endParaRPr lang="en-US" altLang="ko-KR" sz="800" dirty="0">
              <a:solidFill>
                <a:srgbClr val="FF0000"/>
              </a:solidFill>
            </a:endParaRPr>
          </a:p>
          <a:p>
            <a:r>
              <a:rPr lang="ko-KR" altLang="en-US" sz="800" dirty="0">
                <a:solidFill>
                  <a:srgbClr val="FF0000"/>
                </a:solidFill>
              </a:rPr>
              <a:t>있으며</a:t>
            </a:r>
            <a:r>
              <a:rPr lang="en-US" altLang="ko-KR" sz="800" dirty="0">
                <a:solidFill>
                  <a:srgbClr val="FF0000"/>
                </a:solidFill>
              </a:rPr>
              <a:t> </a:t>
            </a:r>
            <a:r>
              <a:rPr lang="ko-KR" altLang="en-US" sz="800" dirty="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 dirty="0">
              <a:solidFill>
                <a:srgbClr val="FF0000"/>
              </a:solidFill>
            </a:endParaRPr>
          </a:p>
        </p:txBody>
      </p:sp>
      <p:sp>
        <p:nvSpPr>
          <p:cNvPr id="12" name="별: 꼭짓점 4개 11">
            <a:extLst>
              <a:ext uri="{FF2B5EF4-FFF2-40B4-BE49-F238E27FC236}">
                <a16:creationId xmlns:a16="http://schemas.microsoft.com/office/drawing/2014/main" id="{25617BE5-39DE-682D-6ADB-16EA895B8405}"/>
              </a:ext>
            </a:extLst>
          </p:cNvPr>
          <p:cNvSpPr/>
          <p:nvPr/>
        </p:nvSpPr>
        <p:spPr>
          <a:xfrm>
            <a:off x="5842714" y="5000281"/>
            <a:ext cx="557315" cy="559233"/>
          </a:xfrm>
          <a:prstGeom prst="star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45">
              <a:solidFill>
                <a:schemeClr val="tx1"/>
              </a:solidFill>
            </a:endParaRP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AB71F8D0-4D1D-7273-B728-2D1CB72123C0}"/>
              </a:ext>
            </a:extLst>
          </p:cNvPr>
          <p:cNvGrpSpPr/>
          <p:nvPr/>
        </p:nvGrpSpPr>
        <p:grpSpPr>
          <a:xfrm>
            <a:off x="8454297" y="4566668"/>
            <a:ext cx="98814" cy="602893"/>
            <a:chOff x="4737834" y="4900127"/>
            <a:chExt cx="98814" cy="602893"/>
          </a:xfrm>
          <a:solidFill>
            <a:srgbClr val="00B0F0"/>
          </a:solidFill>
        </p:grpSpPr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8C987743-28C9-3AC1-DA8A-E83746805A5B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1C88BBC0-B4F7-E06C-E22B-8BF0BB549521}"/>
                </a:ext>
              </a:extLst>
            </p:cNvPr>
            <p:cNvSpPr/>
            <p:nvPr/>
          </p:nvSpPr>
          <p:spPr>
            <a:xfrm>
              <a:off x="4738263" y="5404635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F7BA61A2-BA1E-C8AE-DC2C-C5D8736DB556}"/>
              </a:ext>
            </a:extLst>
          </p:cNvPr>
          <p:cNvGrpSpPr/>
          <p:nvPr/>
        </p:nvGrpSpPr>
        <p:grpSpPr>
          <a:xfrm>
            <a:off x="3137356" y="2778321"/>
            <a:ext cx="412450" cy="497746"/>
            <a:chOff x="9191246" y="3797098"/>
            <a:chExt cx="412450" cy="497746"/>
          </a:xfrm>
          <a:solidFill>
            <a:srgbClr val="CC0000"/>
          </a:solidFill>
        </p:grpSpPr>
        <p:grpSp>
          <p:nvGrpSpPr>
            <p:cNvPr id="17" name="그룹 16">
              <a:extLst>
                <a:ext uri="{FF2B5EF4-FFF2-40B4-BE49-F238E27FC236}">
                  <a16:creationId xmlns:a16="http://schemas.microsoft.com/office/drawing/2014/main" id="{3C6CEA7F-0AAA-E8AB-DC2B-DC60680D7E1C}"/>
                </a:ext>
              </a:extLst>
            </p:cNvPr>
            <p:cNvGrpSpPr/>
            <p:nvPr/>
          </p:nvGrpSpPr>
          <p:grpSpPr>
            <a:xfrm>
              <a:off x="9504882" y="3799905"/>
              <a:ext cx="98814" cy="494939"/>
              <a:chOff x="4618771" y="4900127"/>
              <a:chExt cx="98814" cy="494939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22" name="타원 21">
                <a:extLst>
                  <a:ext uri="{FF2B5EF4-FFF2-40B4-BE49-F238E27FC236}">
                    <a16:creationId xmlns:a16="http://schemas.microsoft.com/office/drawing/2014/main" id="{A3AD6DE4-240B-9EDE-7F69-C4F94D670D92}"/>
                  </a:ext>
                </a:extLst>
              </p:cNvPr>
              <p:cNvSpPr/>
              <p:nvPr/>
            </p:nvSpPr>
            <p:spPr>
              <a:xfrm>
                <a:off x="4618771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3" name="타원 22">
                <a:extLst>
                  <a:ext uri="{FF2B5EF4-FFF2-40B4-BE49-F238E27FC236}">
                    <a16:creationId xmlns:a16="http://schemas.microsoft.com/office/drawing/2014/main" id="{21AF33A5-2888-C5AC-27D1-690D33674AB9}"/>
                  </a:ext>
                </a:extLst>
              </p:cNvPr>
              <p:cNvSpPr/>
              <p:nvPr/>
            </p:nvSpPr>
            <p:spPr>
              <a:xfrm>
                <a:off x="4619200" y="5296681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8" name="별: 꼭짓점 7개 17">
              <a:extLst>
                <a:ext uri="{FF2B5EF4-FFF2-40B4-BE49-F238E27FC236}">
                  <a16:creationId xmlns:a16="http://schemas.microsoft.com/office/drawing/2014/main" id="{80CF77B5-AB77-27EC-04C2-A9DA9436459E}"/>
                </a:ext>
              </a:extLst>
            </p:cNvPr>
            <p:cNvSpPr/>
            <p:nvPr/>
          </p:nvSpPr>
          <p:spPr>
            <a:xfrm rot="5400000">
              <a:off x="9272815" y="3924297"/>
              <a:ext cx="244351" cy="235659"/>
            </a:xfrm>
            <a:prstGeom prst="star7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86" b="1" dirty="0">
                <a:ln w="22225">
                  <a:solidFill>
                    <a:srgbClr val="FFFF00"/>
                  </a:solidFill>
                  <a:prstDash val="solid"/>
                </a:ln>
                <a:solidFill>
                  <a:srgbClr val="C00000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</a:endParaRPr>
            </a:p>
          </p:txBody>
        </p:sp>
        <p:grpSp>
          <p:nvGrpSpPr>
            <p:cNvPr id="19" name="그룹 18">
              <a:extLst>
                <a:ext uri="{FF2B5EF4-FFF2-40B4-BE49-F238E27FC236}">
                  <a16:creationId xmlns:a16="http://schemas.microsoft.com/office/drawing/2014/main" id="{D9837D0C-FA80-7A5C-094F-C9B6E4D4E089}"/>
                </a:ext>
              </a:extLst>
            </p:cNvPr>
            <p:cNvGrpSpPr/>
            <p:nvPr/>
          </p:nvGrpSpPr>
          <p:grpSpPr>
            <a:xfrm>
              <a:off x="9191246" y="3797098"/>
              <a:ext cx="98814" cy="494939"/>
              <a:chOff x="4737834" y="4900127"/>
              <a:chExt cx="98814" cy="494939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20" name="타원 19">
                <a:extLst>
                  <a:ext uri="{FF2B5EF4-FFF2-40B4-BE49-F238E27FC236}">
                    <a16:creationId xmlns:a16="http://schemas.microsoft.com/office/drawing/2014/main" id="{A24B9652-AF39-1FCB-DD32-1CE93E41FBE9}"/>
                  </a:ext>
                </a:extLst>
              </p:cNvPr>
              <p:cNvSpPr/>
              <p:nvPr/>
            </p:nvSpPr>
            <p:spPr>
              <a:xfrm>
                <a:off x="47378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1" name="타원 20">
                <a:extLst>
                  <a:ext uri="{FF2B5EF4-FFF2-40B4-BE49-F238E27FC236}">
                    <a16:creationId xmlns:a16="http://schemas.microsoft.com/office/drawing/2014/main" id="{BFD0B8A3-0ABC-CF95-9B2A-B1016C34CF8D}"/>
                  </a:ext>
                </a:extLst>
              </p:cNvPr>
              <p:cNvSpPr/>
              <p:nvPr/>
            </p:nvSpPr>
            <p:spPr>
              <a:xfrm>
                <a:off x="4738263" y="5296681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FF61DB2A-4225-5FDE-CDAE-7540928709C7}"/>
              </a:ext>
            </a:extLst>
          </p:cNvPr>
          <p:cNvSpPr/>
          <p:nvPr/>
        </p:nvSpPr>
        <p:spPr>
          <a:xfrm flipV="1">
            <a:off x="1927848" y="3490319"/>
            <a:ext cx="98384" cy="77128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BBCE0472-627D-3213-5717-2B123B46625D}"/>
              </a:ext>
            </a:extLst>
          </p:cNvPr>
          <p:cNvGrpSpPr/>
          <p:nvPr/>
        </p:nvGrpSpPr>
        <p:grpSpPr>
          <a:xfrm rot="5400000">
            <a:off x="3960716" y="3923529"/>
            <a:ext cx="99451" cy="545492"/>
            <a:chOff x="5324822" y="4538198"/>
            <a:chExt cx="99451" cy="545492"/>
          </a:xfrm>
        </p:grpSpPr>
        <p:sp>
          <p:nvSpPr>
            <p:cNvPr id="26" name="타원 25">
              <a:extLst>
                <a:ext uri="{FF2B5EF4-FFF2-40B4-BE49-F238E27FC236}">
                  <a16:creationId xmlns:a16="http://schemas.microsoft.com/office/drawing/2014/main" id="{CEEB0EDF-CF57-1A1B-C29D-20C935CAF309}"/>
                </a:ext>
              </a:extLst>
            </p:cNvPr>
            <p:cNvSpPr/>
            <p:nvPr/>
          </p:nvSpPr>
          <p:spPr>
            <a:xfrm>
              <a:off x="5325888" y="453819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7" name="타원 26">
              <a:extLst>
                <a:ext uri="{FF2B5EF4-FFF2-40B4-BE49-F238E27FC236}">
                  <a16:creationId xmlns:a16="http://schemas.microsoft.com/office/drawing/2014/main" id="{B21F222E-6D9B-33CF-75BD-F569B43F2A6D}"/>
                </a:ext>
              </a:extLst>
            </p:cNvPr>
            <p:cNvSpPr/>
            <p:nvPr/>
          </p:nvSpPr>
          <p:spPr>
            <a:xfrm>
              <a:off x="5324822" y="498530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B4165CB2-5A79-B007-8825-1DE040A29A53}"/>
              </a:ext>
            </a:extLst>
          </p:cNvPr>
          <p:cNvSpPr/>
          <p:nvPr/>
        </p:nvSpPr>
        <p:spPr>
          <a:xfrm flipV="1">
            <a:off x="2938488" y="2391871"/>
            <a:ext cx="98385" cy="113714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82ED4EA-D5F2-0780-A6F4-228886EC4108}"/>
              </a:ext>
            </a:extLst>
          </p:cNvPr>
          <p:cNvSpPr txBox="1"/>
          <p:nvPr/>
        </p:nvSpPr>
        <p:spPr>
          <a:xfrm>
            <a:off x="6235992" y="6445676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highlight>
                  <a:srgbClr val="FFFF00"/>
                </a:highlight>
              </a:rPr>
              <a:t>우물은 두가지 </a:t>
            </a:r>
            <a:r>
              <a:rPr lang="ko-KR" altLang="en-US" sz="1000" dirty="0" err="1">
                <a:highlight>
                  <a:srgbClr val="FFFF00"/>
                </a:highlight>
              </a:rPr>
              <a:t>타입중</a:t>
            </a:r>
            <a:r>
              <a:rPr lang="ko-KR" altLang="en-US" sz="1000" dirty="0">
                <a:highlight>
                  <a:srgbClr val="FFFF00"/>
                </a:highlight>
              </a:rPr>
              <a:t> 선택 가능합니다</a:t>
            </a:r>
            <a:r>
              <a:rPr lang="en-US" altLang="ko-KR" sz="1000" dirty="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1000" dirty="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1000" dirty="0">
                <a:highlight>
                  <a:srgbClr val="FFFF00"/>
                </a:highlight>
              </a:rPr>
              <a:t>. </a:t>
            </a:r>
            <a:endParaRPr lang="ko-KR" altLang="en-US" sz="1000" dirty="0">
              <a:highlight>
                <a:srgbClr val="FFFF00"/>
              </a:highlight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B4C8686-362D-E989-AC37-B797E750808F}"/>
              </a:ext>
            </a:extLst>
          </p:cNvPr>
          <p:cNvSpPr txBox="1"/>
          <p:nvPr/>
        </p:nvSpPr>
        <p:spPr>
          <a:xfrm>
            <a:off x="4165289" y="6320891"/>
            <a:ext cx="222937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 err="1">
                <a:highlight>
                  <a:srgbClr val="FFFF00"/>
                </a:highlight>
              </a:rPr>
              <a:t>실링팬</a:t>
            </a:r>
            <a:r>
              <a:rPr lang="ko-KR" altLang="en-US" sz="1000" b="1" dirty="0">
                <a:highlight>
                  <a:srgbClr val="FFFF00"/>
                </a:highlight>
              </a:rPr>
              <a:t> </a:t>
            </a:r>
            <a:r>
              <a:rPr lang="ko-KR" altLang="en-US" sz="1000" b="1" dirty="0" err="1">
                <a:highlight>
                  <a:srgbClr val="FFFF00"/>
                </a:highlight>
              </a:rPr>
              <a:t>루씨에어</a:t>
            </a:r>
            <a:endParaRPr lang="en-US" altLang="ko-KR" sz="1000" b="1" dirty="0">
              <a:highlight>
                <a:srgbClr val="FFFF00"/>
              </a:highlight>
            </a:endParaRPr>
          </a:p>
          <a:p>
            <a:r>
              <a:rPr lang="ko-KR" altLang="en-US" sz="1000" b="1" dirty="0">
                <a:highlight>
                  <a:srgbClr val="FFFF00"/>
                </a:highlight>
              </a:rPr>
              <a:t>설치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>
                <a:highlight>
                  <a:srgbClr val="FFFF00"/>
                </a:highlight>
              </a:rPr>
              <a:t>보강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>
                <a:highlight>
                  <a:srgbClr val="FFFF00"/>
                </a:highlight>
              </a:rPr>
              <a:t>우물 천장 안 실크 도배</a:t>
            </a:r>
            <a:br>
              <a:rPr lang="en-US" altLang="ko-KR" sz="1000" b="1" dirty="0">
                <a:highlight>
                  <a:srgbClr val="FFFF00"/>
                </a:highlight>
              </a:rPr>
            </a:br>
            <a:r>
              <a:rPr lang="ko-KR" altLang="en-US" sz="1000" b="1" dirty="0">
                <a:highlight>
                  <a:srgbClr val="FFFF00"/>
                </a:highlight>
              </a:rPr>
              <a:t>우물조명 </a:t>
            </a:r>
            <a:r>
              <a:rPr lang="en-US" altLang="ko-KR" sz="1000" b="1" dirty="0">
                <a:highlight>
                  <a:srgbClr val="FFFF00"/>
                </a:highlight>
              </a:rPr>
              <a:t>2</a:t>
            </a:r>
            <a:r>
              <a:rPr lang="ko-KR" altLang="en-US" sz="1000" b="1" dirty="0">
                <a:highlight>
                  <a:srgbClr val="FFFF00"/>
                </a:highlight>
              </a:rPr>
              <a:t>줄 </a:t>
            </a:r>
            <a:r>
              <a:rPr lang="ko-KR" altLang="en-US" sz="1000" b="1" dirty="0" err="1">
                <a:highlight>
                  <a:srgbClr val="FFFF00"/>
                </a:highlight>
              </a:rPr>
              <a:t>전구색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 err="1">
                <a:highlight>
                  <a:srgbClr val="FFFF00"/>
                </a:highlight>
              </a:rPr>
              <a:t>주백색</a:t>
            </a:r>
            <a:endParaRPr lang="en-US" altLang="ko-KR" sz="1000" b="1" dirty="0">
              <a:highlight>
                <a:srgbClr val="FFFF00"/>
              </a:highlight>
            </a:endParaRPr>
          </a:p>
        </p:txBody>
      </p:sp>
      <p:sp>
        <p:nvSpPr>
          <p:cNvPr id="32" name="TextBox 13">
            <a:extLst>
              <a:ext uri="{FF2B5EF4-FFF2-40B4-BE49-F238E27FC236}">
                <a16:creationId xmlns:a16="http://schemas.microsoft.com/office/drawing/2014/main" id="{4C605EC6-D1EC-B6D9-CFFA-F22E44A394BC}"/>
              </a:ext>
            </a:extLst>
          </p:cNvPr>
          <p:cNvSpPr txBox="1"/>
          <p:nvPr/>
        </p:nvSpPr>
        <p:spPr>
          <a:xfrm>
            <a:off x="156354" y="793753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dirty="0"/>
              <a:t>욕실 </a:t>
            </a:r>
            <a:r>
              <a:rPr lang="ko-KR" altLang="en-US" sz="800" b="1" dirty="0" err="1"/>
              <a:t>휴젠트여부에</a:t>
            </a:r>
            <a:r>
              <a:rPr lang="ko-KR" altLang="en-US" sz="800" b="1" dirty="0"/>
              <a:t> 대하여</a:t>
            </a:r>
            <a:endParaRPr lang="en-US" altLang="ko-KR" sz="800" b="1" dirty="0"/>
          </a:p>
          <a:p>
            <a:r>
              <a:rPr lang="ko-KR" altLang="en-US" sz="800" b="1" dirty="0"/>
              <a:t>기사분이 현장에서 파악하여</a:t>
            </a:r>
            <a:endParaRPr lang="en-US" altLang="ko-KR" sz="800" b="1" dirty="0"/>
          </a:p>
          <a:p>
            <a:r>
              <a:rPr lang="ko-KR" altLang="en-US" sz="800" b="1" dirty="0"/>
              <a:t>센서위치를 적용해드립니다</a:t>
            </a:r>
            <a:r>
              <a:rPr lang="en-US" altLang="ko-KR" sz="800" b="1" dirty="0"/>
              <a:t>.</a:t>
            </a:r>
            <a:endParaRPr lang="ko-KR" altLang="en-US" sz="800" b="1" dirty="0"/>
          </a:p>
        </p:txBody>
      </p: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028FC567-4E08-36F1-C2E8-1A1F70D81035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4" name="타원 33">
              <a:extLst>
                <a:ext uri="{FF2B5EF4-FFF2-40B4-BE49-F238E27FC236}">
                  <a16:creationId xmlns:a16="http://schemas.microsoft.com/office/drawing/2014/main" id="{C84F266C-8EED-FDAA-EC16-018342E304C6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5" name="타원 34">
              <a:extLst>
                <a:ext uri="{FF2B5EF4-FFF2-40B4-BE49-F238E27FC236}">
                  <a16:creationId xmlns:a16="http://schemas.microsoft.com/office/drawing/2014/main" id="{DA0AA73A-225F-4C4D-0EA9-A4DFFB791C84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6" name="타원 35">
              <a:extLst>
                <a:ext uri="{FF2B5EF4-FFF2-40B4-BE49-F238E27FC236}">
                  <a16:creationId xmlns:a16="http://schemas.microsoft.com/office/drawing/2014/main" id="{D8EB045D-1A2A-65A5-27CC-BC274E4E9A45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7" name="TextBox 11">
              <a:extLst>
                <a:ext uri="{FF2B5EF4-FFF2-40B4-BE49-F238E27FC236}">
                  <a16:creationId xmlns:a16="http://schemas.microsoft.com/office/drawing/2014/main" id="{EC37A27C-76C2-3925-ADD2-7EBF6C99CC60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간접조명 </a:t>
              </a:r>
              <a:r>
                <a:rPr lang="en-US" altLang="ko-KR" sz="700" dirty="0"/>
                <a:t>A 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간접조명 센서 </a:t>
              </a:r>
              <a:r>
                <a:rPr lang="en-US" altLang="ko-KR" sz="700" dirty="0"/>
                <a:t>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우물천장간접조명 및 커튼박수 추가</a:t>
              </a:r>
              <a:r>
                <a:rPr lang="en-US" altLang="ko-KR" sz="700" dirty="0"/>
                <a:t>(</a:t>
              </a:r>
              <a:r>
                <a:rPr lang="ko-KR" altLang="en-US" sz="700" dirty="0"/>
                <a:t>별도 추가</a:t>
              </a:r>
              <a:r>
                <a:rPr lang="en-US" altLang="ko-KR" sz="700" dirty="0"/>
                <a:t>)</a:t>
              </a:r>
            </a:p>
            <a:p>
              <a:endParaRPr lang="en-US" altLang="ko-KR" sz="700" dirty="0"/>
            </a:p>
          </p:txBody>
        </p:sp>
      </p:grp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9F8DDDE9-E35F-A490-C089-71B4CD25B16D}"/>
              </a:ext>
            </a:extLst>
          </p:cNvPr>
          <p:cNvSpPr/>
          <p:nvPr/>
        </p:nvSpPr>
        <p:spPr>
          <a:xfrm rot="16200000" flipV="1">
            <a:off x="7962945" y="2385624"/>
            <a:ext cx="98385" cy="68700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9504AFF9-0B4B-98A4-4E24-4DE8201F85B4}"/>
              </a:ext>
            </a:extLst>
          </p:cNvPr>
          <p:cNvGrpSpPr/>
          <p:nvPr/>
        </p:nvGrpSpPr>
        <p:grpSpPr>
          <a:xfrm>
            <a:off x="5033309" y="4514379"/>
            <a:ext cx="100923" cy="1432833"/>
            <a:chOff x="4735802" y="4865202"/>
            <a:chExt cx="100923" cy="1432833"/>
          </a:xfrm>
        </p:grpSpPr>
        <p:sp>
          <p:nvSpPr>
            <p:cNvPr id="40" name="타원 39">
              <a:extLst>
                <a:ext uri="{FF2B5EF4-FFF2-40B4-BE49-F238E27FC236}">
                  <a16:creationId xmlns:a16="http://schemas.microsoft.com/office/drawing/2014/main" id="{C3CD0CCA-0C68-48DB-B971-B950431CF369}"/>
                </a:ext>
              </a:extLst>
            </p:cNvPr>
            <p:cNvSpPr/>
            <p:nvPr/>
          </p:nvSpPr>
          <p:spPr>
            <a:xfrm>
              <a:off x="4737834" y="48652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890032FF-0D34-1A39-A3CF-1930BF195CF5}"/>
                </a:ext>
              </a:extLst>
            </p:cNvPr>
            <p:cNvSpPr/>
            <p:nvPr/>
          </p:nvSpPr>
          <p:spPr>
            <a:xfrm>
              <a:off x="4735802" y="553251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2" name="타원 41">
              <a:extLst>
                <a:ext uri="{FF2B5EF4-FFF2-40B4-BE49-F238E27FC236}">
                  <a16:creationId xmlns:a16="http://schemas.microsoft.com/office/drawing/2014/main" id="{49697835-529B-E17A-D2DB-9F1CF53B2F5A}"/>
                </a:ext>
              </a:extLst>
            </p:cNvPr>
            <p:cNvSpPr/>
            <p:nvPr/>
          </p:nvSpPr>
          <p:spPr>
            <a:xfrm>
              <a:off x="4738340" y="6199650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CF2F3726-62FC-C85A-4089-D78A181C9BBA}"/>
              </a:ext>
            </a:extLst>
          </p:cNvPr>
          <p:cNvGrpSpPr/>
          <p:nvPr/>
        </p:nvGrpSpPr>
        <p:grpSpPr>
          <a:xfrm>
            <a:off x="7092799" y="4517426"/>
            <a:ext cx="100923" cy="1432833"/>
            <a:chOff x="4735802" y="4865202"/>
            <a:chExt cx="100923" cy="1432833"/>
          </a:xfrm>
        </p:grpSpPr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02C9424A-A972-1B70-4F81-2B4F48BF69FC}"/>
                </a:ext>
              </a:extLst>
            </p:cNvPr>
            <p:cNvSpPr/>
            <p:nvPr/>
          </p:nvSpPr>
          <p:spPr>
            <a:xfrm>
              <a:off x="4737834" y="48652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9A0C9317-9E51-0DD2-5B76-30E56C4EE077}"/>
                </a:ext>
              </a:extLst>
            </p:cNvPr>
            <p:cNvSpPr/>
            <p:nvPr/>
          </p:nvSpPr>
          <p:spPr>
            <a:xfrm>
              <a:off x="4735802" y="553251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6" name="타원 45">
              <a:extLst>
                <a:ext uri="{FF2B5EF4-FFF2-40B4-BE49-F238E27FC236}">
                  <a16:creationId xmlns:a16="http://schemas.microsoft.com/office/drawing/2014/main" id="{4BB723C6-4B65-F8DF-C9CE-377BC0990112}"/>
                </a:ext>
              </a:extLst>
            </p:cNvPr>
            <p:cNvSpPr/>
            <p:nvPr/>
          </p:nvSpPr>
          <p:spPr>
            <a:xfrm>
              <a:off x="4738340" y="6199650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cxnSp>
        <p:nvCxnSpPr>
          <p:cNvPr id="47" name="직선 화살표 연결선 46">
            <a:extLst>
              <a:ext uri="{FF2B5EF4-FFF2-40B4-BE49-F238E27FC236}">
                <a16:creationId xmlns:a16="http://schemas.microsoft.com/office/drawing/2014/main" id="{509CB604-B178-9F17-5DD6-C1C8E1D1E5B5}"/>
              </a:ext>
            </a:extLst>
          </p:cNvPr>
          <p:cNvCxnSpPr>
            <a:cxnSpLocks/>
          </p:cNvCxnSpPr>
          <p:nvPr/>
        </p:nvCxnSpPr>
        <p:spPr>
          <a:xfrm flipV="1">
            <a:off x="6448491" y="5780074"/>
            <a:ext cx="0" cy="7255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436302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6ECED6-2CCD-5808-010F-2644ED4E18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C921B08-6FAD-ECE7-58F6-CFA95DBBA4E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90109" y="1162050"/>
            <a:ext cx="8642941" cy="520575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43D8DC90-0E4B-C649-F1F7-1FE76BA83F60}"/>
                  </a:ext>
                </a:extLst>
              </p:cNvPr>
              <p:cNvSpPr txBox="1"/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𝟗𝟒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 dirty="0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43D8DC90-0E4B-C649-F1F7-1FE76BA83F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C5C8E3C0-29A7-932B-EDCA-46E57673F4C6}"/>
              </a:ext>
            </a:extLst>
          </p:cNvPr>
          <p:cNvSpPr txBox="1"/>
          <p:nvPr/>
        </p:nvSpPr>
        <p:spPr>
          <a:xfrm>
            <a:off x="1870318" y="35325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/>
              <a:t>94</a:t>
            </a:r>
            <a:r>
              <a:rPr lang="ko-KR" altLang="en-US" sz="2000" b="1" dirty="0"/>
              <a:t>타입 간접</a:t>
            </a:r>
            <a:r>
              <a:rPr lang="en-US" altLang="ko-KR" sz="2000" b="1" dirty="0"/>
              <a:t>A /</a:t>
            </a:r>
            <a:r>
              <a:rPr lang="ko-KR" altLang="en-US" sz="2000" b="1" dirty="0"/>
              <a:t>간접</a:t>
            </a:r>
            <a:r>
              <a:rPr lang="en-US" altLang="ko-KR" sz="2000" b="1" dirty="0"/>
              <a:t> </a:t>
            </a:r>
            <a:r>
              <a:rPr lang="ko-KR" altLang="en-US" sz="2000" b="1" dirty="0"/>
              <a:t>센서 </a:t>
            </a:r>
            <a:r>
              <a:rPr lang="en-US" altLang="ko-KR" sz="2000" b="1" dirty="0"/>
              <a:t>SET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6F1481F-5DA1-E2B2-DDC4-6367AE469344}"/>
              </a:ext>
            </a:extLst>
          </p:cNvPr>
          <p:cNvSpPr txBox="1"/>
          <p:nvPr/>
        </p:nvSpPr>
        <p:spPr>
          <a:xfrm>
            <a:off x="114314" y="1289778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FF0000"/>
                </a:solidFill>
              </a:rPr>
              <a:t>**</a:t>
            </a:r>
            <a:r>
              <a:rPr lang="ko-KR" altLang="en-US" sz="800" dirty="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dirty="0" err="1">
                <a:solidFill>
                  <a:srgbClr val="FF0000"/>
                </a:solidFill>
              </a:rPr>
              <a:t>타공이</a:t>
            </a:r>
            <a:r>
              <a:rPr lang="ko-KR" altLang="en-US" sz="800" dirty="0">
                <a:solidFill>
                  <a:srgbClr val="FF0000"/>
                </a:solidFill>
              </a:rPr>
              <a:t> 필요할 수 </a:t>
            </a:r>
            <a:endParaRPr lang="en-US" altLang="ko-KR" sz="800" dirty="0">
              <a:solidFill>
                <a:srgbClr val="FF0000"/>
              </a:solidFill>
            </a:endParaRPr>
          </a:p>
          <a:p>
            <a:r>
              <a:rPr lang="ko-KR" altLang="en-US" sz="800" dirty="0">
                <a:solidFill>
                  <a:srgbClr val="FF0000"/>
                </a:solidFill>
              </a:rPr>
              <a:t>있으며</a:t>
            </a:r>
            <a:r>
              <a:rPr lang="en-US" altLang="ko-KR" sz="800" dirty="0">
                <a:solidFill>
                  <a:srgbClr val="FF0000"/>
                </a:solidFill>
              </a:rPr>
              <a:t> </a:t>
            </a:r>
            <a:r>
              <a:rPr lang="ko-KR" altLang="en-US" sz="800" dirty="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 dirty="0">
              <a:solidFill>
                <a:srgbClr val="FF0000"/>
              </a:solidFill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8D77C6DD-8F17-B1B1-6C8B-1CC043A1AFB6}"/>
              </a:ext>
            </a:extLst>
          </p:cNvPr>
          <p:cNvSpPr/>
          <p:nvPr/>
        </p:nvSpPr>
        <p:spPr>
          <a:xfrm flipV="1">
            <a:off x="1927848" y="3490319"/>
            <a:ext cx="98384" cy="77128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2" name="TextBox 13">
            <a:extLst>
              <a:ext uri="{FF2B5EF4-FFF2-40B4-BE49-F238E27FC236}">
                <a16:creationId xmlns:a16="http://schemas.microsoft.com/office/drawing/2014/main" id="{5BC75DCA-D460-B8AD-DB90-3FFBD534D54C}"/>
              </a:ext>
            </a:extLst>
          </p:cNvPr>
          <p:cNvSpPr txBox="1"/>
          <p:nvPr/>
        </p:nvSpPr>
        <p:spPr>
          <a:xfrm>
            <a:off x="156354" y="793753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dirty="0"/>
              <a:t>욕실 </a:t>
            </a:r>
            <a:r>
              <a:rPr lang="ko-KR" altLang="en-US" sz="800" b="1" dirty="0" err="1"/>
              <a:t>휴젠트여부에</a:t>
            </a:r>
            <a:r>
              <a:rPr lang="ko-KR" altLang="en-US" sz="800" b="1" dirty="0"/>
              <a:t> 대하여</a:t>
            </a:r>
            <a:endParaRPr lang="en-US" altLang="ko-KR" sz="800" b="1" dirty="0"/>
          </a:p>
          <a:p>
            <a:r>
              <a:rPr lang="ko-KR" altLang="en-US" sz="800" b="1" dirty="0"/>
              <a:t>기사분이 현장에서 파악하여</a:t>
            </a:r>
            <a:endParaRPr lang="en-US" altLang="ko-KR" sz="800" b="1" dirty="0"/>
          </a:p>
          <a:p>
            <a:r>
              <a:rPr lang="ko-KR" altLang="en-US" sz="800" b="1" dirty="0"/>
              <a:t>센서위치를 적용해드립니다</a:t>
            </a:r>
            <a:r>
              <a:rPr lang="en-US" altLang="ko-KR" sz="800" b="1" dirty="0"/>
              <a:t>.</a:t>
            </a:r>
            <a:endParaRPr lang="ko-KR" altLang="en-US" sz="800" b="1" dirty="0"/>
          </a:p>
        </p:txBody>
      </p: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E50F8845-EC00-81BB-B60B-9C2A4FE38382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4" name="타원 33">
              <a:extLst>
                <a:ext uri="{FF2B5EF4-FFF2-40B4-BE49-F238E27FC236}">
                  <a16:creationId xmlns:a16="http://schemas.microsoft.com/office/drawing/2014/main" id="{24D37943-6ACE-0A2C-9287-EE76C4871DCF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5" name="타원 34">
              <a:extLst>
                <a:ext uri="{FF2B5EF4-FFF2-40B4-BE49-F238E27FC236}">
                  <a16:creationId xmlns:a16="http://schemas.microsoft.com/office/drawing/2014/main" id="{D2CB0251-F615-33B0-0DB3-53242D1FF7EB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6" name="타원 35">
              <a:extLst>
                <a:ext uri="{FF2B5EF4-FFF2-40B4-BE49-F238E27FC236}">
                  <a16:creationId xmlns:a16="http://schemas.microsoft.com/office/drawing/2014/main" id="{3ACF7377-42A1-F2F4-4F40-E597FD64B8E4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7" name="TextBox 11">
              <a:extLst>
                <a:ext uri="{FF2B5EF4-FFF2-40B4-BE49-F238E27FC236}">
                  <a16:creationId xmlns:a16="http://schemas.microsoft.com/office/drawing/2014/main" id="{7894C5B2-6D03-AA1B-0814-63FFCFB6723A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간접조명 </a:t>
              </a:r>
              <a:r>
                <a:rPr lang="en-US" altLang="ko-KR" sz="700" dirty="0"/>
                <a:t>A 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간접조명 센서 </a:t>
              </a:r>
              <a:r>
                <a:rPr lang="en-US" altLang="ko-KR" sz="700" dirty="0"/>
                <a:t>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우물천장간접조명 및 커튼박수 추가</a:t>
              </a:r>
              <a:r>
                <a:rPr lang="en-US" altLang="ko-KR" sz="700" dirty="0"/>
                <a:t>(</a:t>
              </a:r>
              <a:r>
                <a:rPr lang="ko-KR" altLang="en-US" sz="700" dirty="0"/>
                <a:t>별도 추가</a:t>
              </a:r>
              <a:r>
                <a:rPr lang="en-US" altLang="ko-KR" sz="700" dirty="0"/>
                <a:t>)</a:t>
              </a:r>
            </a:p>
            <a:p>
              <a:endParaRPr lang="en-US" altLang="ko-KR" sz="700" dirty="0"/>
            </a:p>
          </p:txBody>
        </p:sp>
      </p:grp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76B9D4CD-AADF-4E3B-4D99-CD5726B4FF41}"/>
              </a:ext>
            </a:extLst>
          </p:cNvPr>
          <p:cNvSpPr/>
          <p:nvPr/>
        </p:nvSpPr>
        <p:spPr>
          <a:xfrm rot="16200000" flipV="1">
            <a:off x="7962945" y="2385624"/>
            <a:ext cx="98385" cy="68700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CAC3D56-CBB4-1C0E-17AF-EECEBE40E695}"/>
              </a:ext>
            </a:extLst>
          </p:cNvPr>
          <p:cNvSpPr/>
          <p:nvPr/>
        </p:nvSpPr>
        <p:spPr>
          <a:xfrm>
            <a:off x="8498040" y="5474625"/>
            <a:ext cx="895916" cy="10326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794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FD0987C-A040-8CCB-FBCD-FC96039CB12F}"/>
              </a:ext>
            </a:extLst>
          </p:cNvPr>
          <p:cNvSpPr txBox="1"/>
          <p:nvPr/>
        </p:nvSpPr>
        <p:spPr>
          <a:xfrm>
            <a:off x="8672034" y="4649507"/>
            <a:ext cx="13235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 err="1"/>
              <a:t>무선리모컨</a:t>
            </a:r>
            <a:endParaRPr lang="en-US" altLang="ko-KR" sz="1000" b="1" dirty="0"/>
          </a:p>
          <a:p>
            <a:pPr algn="ctr"/>
            <a:r>
              <a:rPr lang="en-US" altLang="ko-KR" sz="1000" b="1" dirty="0"/>
              <a:t>1</a:t>
            </a:r>
            <a:r>
              <a:rPr lang="ko-KR" altLang="en-US" sz="1000" b="1" dirty="0"/>
              <a:t>구</a:t>
            </a:r>
            <a:r>
              <a:rPr lang="en-US" altLang="ko-KR" sz="1000" b="1" dirty="0"/>
              <a:t>(3</a:t>
            </a:r>
            <a:r>
              <a:rPr lang="ko-KR" altLang="en-US" sz="1000" b="1" dirty="0"/>
              <a:t>채널</a:t>
            </a:r>
            <a:r>
              <a:rPr lang="en-US" altLang="ko-KR" sz="1000" b="1" dirty="0"/>
              <a:t>)</a:t>
            </a:r>
            <a:endParaRPr lang="ko-KR" altLang="en-US" sz="1000" b="1" dirty="0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F5ADFA45-D2C1-AB1B-705F-C89AA80089FA}"/>
              </a:ext>
            </a:extLst>
          </p:cNvPr>
          <p:cNvGrpSpPr/>
          <p:nvPr/>
        </p:nvGrpSpPr>
        <p:grpSpPr>
          <a:xfrm>
            <a:off x="8454297" y="4566668"/>
            <a:ext cx="98814" cy="602893"/>
            <a:chOff x="4737834" y="4900127"/>
            <a:chExt cx="98814" cy="602893"/>
          </a:xfrm>
          <a:solidFill>
            <a:srgbClr val="00B0F0"/>
          </a:solidFill>
        </p:grpSpPr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47996075-EB9F-B5CC-9676-16E6ED303D81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59139C54-0C6C-74C0-F652-7D67FE118230}"/>
                </a:ext>
              </a:extLst>
            </p:cNvPr>
            <p:cNvSpPr/>
            <p:nvPr/>
          </p:nvSpPr>
          <p:spPr>
            <a:xfrm>
              <a:off x="4738263" y="5404635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A1929D55-4955-5744-4AE2-0644640E1BB6}"/>
              </a:ext>
            </a:extLst>
          </p:cNvPr>
          <p:cNvGrpSpPr/>
          <p:nvPr/>
        </p:nvGrpSpPr>
        <p:grpSpPr>
          <a:xfrm>
            <a:off x="3585240" y="3982618"/>
            <a:ext cx="764953" cy="255923"/>
            <a:chOff x="1981437" y="651871"/>
            <a:chExt cx="764953" cy="255923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04259DA3-E2FF-D737-B252-7BB706E3F42D}"/>
                </a:ext>
              </a:extLst>
            </p:cNvPr>
            <p:cNvSpPr txBox="1"/>
            <p:nvPr/>
          </p:nvSpPr>
          <p:spPr>
            <a:xfrm>
              <a:off x="1981437" y="651871"/>
              <a:ext cx="764953" cy="18466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ko-KR" altLang="en-US" sz="600" b="1" dirty="0"/>
                <a:t>서비스 조명 </a:t>
              </a:r>
              <a:r>
                <a:rPr lang="en-US" altLang="ko-KR" sz="600" b="1" dirty="0"/>
                <a:t>2EA</a:t>
              </a:r>
              <a:endParaRPr lang="ko-KR" altLang="en-US" sz="600" b="1" dirty="0"/>
            </a:p>
          </p:txBody>
        </p:sp>
        <p:grpSp>
          <p:nvGrpSpPr>
            <p:cNvPr id="17" name="그룹 16">
              <a:extLst>
                <a:ext uri="{FF2B5EF4-FFF2-40B4-BE49-F238E27FC236}">
                  <a16:creationId xmlns:a16="http://schemas.microsoft.com/office/drawing/2014/main" id="{981F1747-4923-63AB-4E69-F83E207D3BBA}"/>
                </a:ext>
              </a:extLst>
            </p:cNvPr>
            <p:cNvGrpSpPr/>
            <p:nvPr/>
          </p:nvGrpSpPr>
          <p:grpSpPr>
            <a:xfrm rot="5400000">
              <a:off x="2314488" y="559720"/>
              <a:ext cx="98814" cy="597334"/>
              <a:chOff x="4737834" y="5014427"/>
              <a:chExt cx="98814" cy="597334"/>
            </a:xfrm>
            <a:solidFill>
              <a:srgbClr val="FF00FF"/>
            </a:solidFill>
          </p:grpSpPr>
          <p:sp>
            <p:nvSpPr>
              <p:cNvPr id="18" name="타원 17">
                <a:extLst>
                  <a:ext uri="{FF2B5EF4-FFF2-40B4-BE49-F238E27FC236}">
                    <a16:creationId xmlns:a16="http://schemas.microsoft.com/office/drawing/2014/main" id="{1144A839-0CE6-44BA-9470-17AB0D574EA4}"/>
                  </a:ext>
                </a:extLst>
              </p:cNvPr>
              <p:cNvSpPr/>
              <p:nvPr/>
            </p:nvSpPr>
            <p:spPr>
              <a:xfrm>
                <a:off x="4737834" y="5014427"/>
                <a:ext cx="98385" cy="98385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9" name="타원 18">
                <a:extLst>
                  <a:ext uri="{FF2B5EF4-FFF2-40B4-BE49-F238E27FC236}">
                    <a16:creationId xmlns:a16="http://schemas.microsoft.com/office/drawing/2014/main" id="{2E68B9E2-0FD3-4660-B2D0-C8DF6D1A38F6}"/>
                  </a:ext>
                </a:extLst>
              </p:cNvPr>
              <p:cNvSpPr/>
              <p:nvPr/>
            </p:nvSpPr>
            <p:spPr>
              <a:xfrm>
                <a:off x="4738263" y="5513376"/>
                <a:ext cx="98385" cy="98385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6361729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128DC1-D709-E3B1-D927-F2D206EEFB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CF8E8F4-BE78-04E0-B2AA-117E2A0D6DD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90109" y="1162050"/>
            <a:ext cx="8642941" cy="520575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B8BB183-C249-183C-7A06-4D860F37EBE3}"/>
                  </a:ext>
                </a:extLst>
              </p:cNvPr>
              <p:cNvSpPr txBox="1"/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𝟗𝟒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 dirty="0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B8BB183-C249-183C-7A06-4D860F37EB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A2688050-DD42-8BC2-B62D-13A72FA6166C}"/>
              </a:ext>
            </a:extLst>
          </p:cNvPr>
          <p:cNvSpPr txBox="1"/>
          <p:nvPr/>
        </p:nvSpPr>
        <p:spPr>
          <a:xfrm>
            <a:off x="1870318" y="35325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/>
              <a:t>94</a:t>
            </a:r>
            <a:r>
              <a:rPr lang="ko-KR" altLang="en-US" sz="2000" b="1" dirty="0"/>
              <a:t>타입 간접 프리미엄 </a:t>
            </a:r>
            <a:r>
              <a:rPr lang="en-US" altLang="ko-KR" sz="2000" b="1" dirty="0"/>
              <a:t>SET + </a:t>
            </a:r>
            <a:r>
              <a:rPr lang="ko-KR" altLang="en-US" sz="2000" b="1" dirty="0" err="1"/>
              <a:t>실링팬</a:t>
            </a:r>
            <a:r>
              <a:rPr lang="ko-KR" altLang="en-US" sz="2000" b="1" dirty="0"/>
              <a:t> 우물두줄</a:t>
            </a:r>
            <a:endParaRPr lang="en-US" altLang="ko-KR" sz="2000" b="1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F4D8D29-EA08-AB82-C2B5-8F0EC10CC571}"/>
              </a:ext>
            </a:extLst>
          </p:cNvPr>
          <p:cNvSpPr/>
          <p:nvPr/>
        </p:nvSpPr>
        <p:spPr>
          <a:xfrm rot="5400000">
            <a:off x="6055111" y="5210063"/>
            <a:ext cx="102820" cy="189173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ADFE4208-43A6-A029-10D3-2DAE2FE7787A}"/>
              </a:ext>
            </a:extLst>
          </p:cNvPr>
          <p:cNvSpPr/>
          <p:nvPr/>
        </p:nvSpPr>
        <p:spPr>
          <a:xfrm>
            <a:off x="5563788" y="4710004"/>
            <a:ext cx="1152332" cy="1135986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7D0069E-89D2-974D-B0CF-B53805A50609}"/>
              </a:ext>
            </a:extLst>
          </p:cNvPr>
          <p:cNvSpPr txBox="1"/>
          <p:nvPr/>
        </p:nvSpPr>
        <p:spPr>
          <a:xfrm>
            <a:off x="5184466" y="3833482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/>
              <a:t>전자식스위치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E541E0D-D9E3-58EC-2291-FECA0248AE90}"/>
              </a:ext>
            </a:extLst>
          </p:cNvPr>
          <p:cNvSpPr txBox="1"/>
          <p:nvPr/>
        </p:nvSpPr>
        <p:spPr>
          <a:xfrm>
            <a:off x="114314" y="1289778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FF0000"/>
                </a:solidFill>
              </a:rPr>
              <a:t>**</a:t>
            </a:r>
            <a:r>
              <a:rPr lang="ko-KR" altLang="en-US" sz="800" dirty="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dirty="0" err="1">
                <a:solidFill>
                  <a:srgbClr val="FF0000"/>
                </a:solidFill>
              </a:rPr>
              <a:t>타공이</a:t>
            </a:r>
            <a:r>
              <a:rPr lang="ko-KR" altLang="en-US" sz="800" dirty="0">
                <a:solidFill>
                  <a:srgbClr val="FF0000"/>
                </a:solidFill>
              </a:rPr>
              <a:t> 필요할 수 </a:t>
            </a:r>
            <a:endParaRPr lang="en-US" altLang="ko-KR" sz="800" dirty="0">
              <a:solidFill>
                <a:srgbClr val="FF0000"/>
              </a:solidFill>
            </a:endParaRPr>
          </a:p>
          <a:p>
            <a:r>
              <a:rPr lang="ko-KR" altLang="en-US" sz="800" dirty="0">
                <a:solidFill>
                  <a:srgbClr val="FF0000"/>
                </a:solidFill>
              </a:rPr>
              <a:t>있으며</a:t>
            </a:r>
            <a:r>
              <a:rPr lang="en-US" altLang="ko-KR" sz="800" dirty="0">
                <a:solidFill>
                  <a:srgbClr val="FF0000"/>
                </a:solidFill>
              </a:rPr>
              <a:t> </a:t>
            </a:r>
            <a:r>
              <a:rPr lang="ko-KR" altLang="en-US" sz="800" dirty="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 dirty="0">
              <a:solidFill>
                <a:srgbClr val="FF0000"/>
              </a:solidFill>
            </a:endParaRPr>
          </a:p>
        </p:txBody>
      </p:sp>
      <p:sp>
        <p:nvSpPr>
          <p:cNvPr id="12" name="별: 꼭짓점 4개 11">
            <a:extLst>
              <a:ext uri="{FF2B5EF4-FFF2-40B4-BE49-F238E27FC236}">
                <a16:creationId xmlns:a16="http://schemas.microsoft.com/office/drawing/2014/main" id="{25617BE5-39DE-682D-6ADB-16EA895B8405}"/>
              </a:ext>
            </a:extLst>
          </p:cNvPr>
          <p:cNvSpPr/>
          <p:nvPr/>
        </p:nvSpPr>
        <p:spPr>
          <a:xfrm>
            <a:off x="5842714" y="5000281"/>
            <a:ext cx="557315" cy="559233"/>
          </a:xfrm>
          <a:prstGeom prst="star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45">
              <a:solidFill>
                <a:schemeClr val="tx1"/>
              </a:solidFill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FF61DB2A-4225-5FDE-CDAE-7540928709C7}"/>
              </a:ext>
            </a:extLst>
          </p:cNvPr>
          <p:cNvSpPr/>
          <p:nvPr/>
        </p:nvSpPr>
        <p:spPr>
          <a:xfrm flipV="1">
            <a:off x="1927848" y="3490319"/>
            <a:ext cx="98384" cy="77128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BBCE0472-627D-3213-5717-2B123B46625D}"/>
              </a:ext>
            </a:extLst>
          </p:cNvPr>
          <p:cNvGrpSpPr/>
          <p:nvPr/>
        </p:nvGrpSpPr>
        <p:grpSpPr>
          <a:xfrm rot="5400000">
            <a:off x="3960716" y="3923529"/>
            <a:ext cx="99451" cy="545492"/>
            <a:chOff x="5324822" y="4538198"/>
            <a:chExt cx="99451" cy="545492"/>
          </a:xfrm>
        </p:grpSpPr>
        <p:sp>
          <p:nvSpPr>
            <p:cNvPr id="26" name="타원 25">
              <a:extLst>
                <a:ext uri="{FF2B5EF4-FFF2-40B4-BE49-F238E27FC236}">
                  <a16:creationId xmlns:a16="http://schemas.microsoft.com/office/drawing/2014/main" id="{CEEB0EDF-CF57-1A1B-C29D-20C935CAF309}"/>
                </a:ext>
              </a:extLst>
            </p:cNvPr>
            <p:cNvSpPr/>
            <p:nvPr/>
          </p:nvSpPr>
          <p:spPr>
            <a:xfrm>
              <a:off x="5325888" y="453819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7" name="타원 26">
              <a:extLst>
                <a:ext uri="{FF2B5EF4-FFF2-40B4-BE49-F238E27FC236}">
                  <a16:creationId xmlns:a16="http://schemas.microsoft.com/office/drawing/2014/main" id="{B21F222E-6D9B-33CF-75BD-F569B43F2A6D}"/>
                </a:ext>
              </a:extLst>
            </p:cNvPr>
            <p:cNvSpPr/>
            <p:nvPr/>
          </p:nvSpPr>
          <p:spPr>
            <a:xfrm>
              <a:off x="5324822" y="498530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AB4C8686-362D-E989-AC37-B797E750808F}"/>
              </a:ext>
            </a:extLst>
          </p:cNvPr>
          <p:cNvSpPr txBox="1"/>
          <p:nvPr/>
        </p:nvSpPr>
        <p:spPr>
          <a:xfrm>
            <a:off x="4965959" y="6304002"/>
            <a:ext cx="222937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 err="1">
                <a:highlight>
                  <a:srgbClr val="FFFF00"/>
                </a:highlight>
              </a:rPr>
              <a:t>실링팬</a:t>
            </a:r>
            <a:r>
              <a:rPr lang="ko-KR" altLang="en-US" sz="1000" b="1" dirty="0">
                <a:highlight>
                  <a:srgbClr val="FFFF00"/>
                </a:highlight>
              </a:rPr>
              <a:t> </a:t>
            </a:r>
            <a:r>
              <a:rPr lang="ko-KR" altLang="en-US" sz="1000" b="1" dirty="0" err="1">
                <a:highlight>
                  <a:srgbClr val="FFFF00"/>
                </a:highlight>
              </a:rPr>
              <a:t>루씨에어</a:t>
            </a:r>
            <a:endParaRPr lang="en-US" altLang="ko-KR" sz="1000" b="1" dirty="0">
              <a:highlight>
                <a:srgbClr val="FFFF00"/>
              </a:highlight>
            </a:endParaRPr>
          </a:p>
          <a:p>
            <a:r>
              <a:rPr lang="ko-KR" altLang="en-US" sz="1000" b="1" dirty="0">
                <a:highlight>
                  <a:srgbClr val="FFFF00"/>
                </a:highlight>
              </a:rPr>
              <a:t>설치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>
                <a:highlight>
                  <a:srgbClr val="FFFF00"/>
                </a:highlight>
              </a:rPr>
              <a:t>보강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>
                <a:highlight>
                  <a:srgbClr val="FFFF00"/>
                </a:highlight>
              </a:rPr>
              <a:t>우물 천장 안 실크 도배</a:t>
            </a:r>
            <a:br>
              <a:rPr lang="en-US" altLang="ko-KR" sz="1000" b="1" dirty="0">
                <a:highlight>
                  <a:srgbClr val="FFFF00"/>
                </a:highlight>
              </a:rPr>
            </a:br>
            <a:r>
              <a:rPr lang="ko-KR" altLang="en-US" sz="1000" b="1" dirty="0">
                <a:highlight>
                  <a:srgbClr val="FFFF00"/>
                </a:highlight>
              </a:rPr>
              <a:t>우물조명 </a:t>
            </a:r>
            <a:r>
              <a:rPr lang="en-US" altLang="ko-KR" sz="1000" b="1" dirty="0">
                <a:highlight>
                  <a:srgbClr val="FFFF00"/>
                </a:highlight>
              </a:rPr>
              <a:t>2</a:t>
            </a:r>
            <a:r>
              <a:rPr lang="ko-KR" altLang="en-US" sz="1000" b="1" dirty="0">
                <a:highlight>
                  <a:srgbClr val="FFFF00"/>
                </a:highlight>
              </a:rPr>
              <a:t>줄 </a:t>
            </a:r>
            <a:r>
              <a:rPr lang="ko-KR" altLang="en-US" sz="1000" b="1" dirty="0" err="1">
                <a:highlight>
                  <a:srgbClr val="FFFF00"/>
                </a:highlight>
              </a:rPr>
              <a:t>전구색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 err="1">
                <a:highlight>
                  <a:srgbClr val="FFFF00"/>
                </a:highlight>
              </a:rPr>
              <a:t>주백색</a:t>
            </a:r>
            <a:endParaRPr lang="en-US" altLang="ko-KR" sz="1000" b="1" dirty="0">
              <a:highlight>
                <a:srgbClr val="FFFF00"/>
              </a:highlight>
            </a:endParaRPr>
          </a:p>
        </p:txBody>
      </p:sp>
      <p:sp>
        <p:nvSpPr>
          <p:cNvPr id="32" name="TextBox 13">
            <a:extLst>
              <a:ext uri="{FF2B5EF4-FFF2-40B4-BE49-F238E27FC236}">
                <a16:creationId xmlns:a16="http://schemas.microsoft.com/office/drawing/2014/main" id="{4C605EC6-D1EC-B6D9-CFFA-F22E44A394BC}"/>
              </a:ext>
            </a:extLst>
          </p:cNvPr>
          <p:cNvSpPr txBox="1"/>
          <p:nvPr/>
        </p:nvSpPr>
        <p:spPr>
          <a:xfrm>
            <a:off x="156354" y="793753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dirty="0"/>
              <a:t>욕실 </a:t>
            </a:r>
            <a:r>
              <a:rPr lang="ko-KR" altLang="en-US" sz="800" b="1" dirty="0" err="1"/>
              <a:t>휴젠트여부에</a:t>
            </a:r>
            <a:r>
              <a:rPr lang="ko-KR" altLang="en-US" sz="800" b="1" dirty="0"/>
              <a:t> 대하여</a:t>
            </a:r>
            <a:endParaRPr lang="en-US" altLang="ko-KR" sz="800" b="1" dirty="0"/>
          </a:p>
          <a:p>
            <a:r>
              <a:rPr lang="ko-KR" altLang="en-US" sz="800" b="1" dirty="0"/>
              <a:t>기사분이 현장에서 파악하여</a:t>
            </a:r>
            <a:endParaRPr lang="en-US" altLang="ko-KR" sz="800" b="1" dirty="0"/>
          </a:p>
          <a:p>
            <a:r>
              <a:rPr lang="ko-KR" altLang="en-US" sz="800" b="1" dirty="0"/>
              <a:t>센서위치를 적용해드립니다</a:t>
            </a:r>
            <a:r>
              <a:rPr lang="en-US" altLang="ko-KR" sz="800" b="1" dirty="0"/>
              <a:t>.</a:t>
            </a:r>
            <a:endParaRPr lang="ko-KR" altLang="en-US" sz="800" b="1" dirty="0"/>
          </a:p>
        </p:txBody>
      </p: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028FC567-4E08-36F1-C2E8-1A1F70D81035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4" name="타원 33">
              <a:extLst>
                <a:ext uri="{FF2B5EF4-FFF2-40B4-BE49-F238E27FC236}">
                  <a16:creationId xmlns:a16="http://schemas.microsoft.com/office/drawing/2014/main" id="{C84F266C-8EED-FDAA-EC16-018342E304C6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5" name="타원 34">
              <a:extLst>
                <a:ext uri="{FF2B5EF4-FFF2-40B4-BE49-F238E27FC236}">
                  <a16:creationId xmlns:a16="http://schemas.microsoft.com/office/drawing/2014/main" id="{DA0AA73A-225F-4C4D-0EA9-A4DFFB791C84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6" name="타원 35">
              <a:extLst>
                <a:ext uri="{FF2B5EF4-FFF2-40B4-BE49-F238E27FC236}">
                  <a16:creationId xmlns:a16="http://schemas.microsoft.com/office/drawing/2014/main" id="{D8EB045D-1A2A-65A5-27CC-BC274E4E9A45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7" name="TextBox 11">
              <a:extLst>
                <a:ext uri="{FF2B5EF4-FFF2-40B4-BE49-F238E27FC236}">
                  <a16:creationId xmlns:a16="http://schemas.microsoft.com/office/drawing/2014/main" id="{EC37A27C-76C2-3925-ADD2-7EBF6C99CC60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간접조명 </a:t>
              </a:r>
              <a:r>
                <a:rPr lang="en-US" altLang="ko-KR" sz="700" dirty="0"/>
                <a:t>A 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간접조명 센서 </a:t>
              </a:r>
              <a:r>
                <a:rPr lang="en-US" altLang="ko-KR" sz="700" dirty="0"/>
                <a:t>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우물천장간접조명 및 커튼박수 추가</a:t>
              </a:r>
              <a:r>
                <a:rPr lang="en-US" altLang="ko-KR" sz="700" dirty="0"/>
                <a:t>(</a:t>
              </a:r>
              <a:r>
                <a:rPr lang="ko-KR" altLang="en-US" sz="700" dirty="0"/>
                <a:t>별도 추가</a:t>
              </a:r>
              <a:r>
                <a:rPr lang="en-US" altLang="ko-KR" sz="700" dirty="0"/>
                <a:t>)</a:t>
              </a:r>
            </a:p>
            <a:p>
              <a:endParaRPr lang="en-US" altLang="ko-KR" sz="700" dirty="0"/>
            </a:p>
          </p:txBody>
        </p:sp>
      </p:grp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9F8DDDE9-E35F-A490-C089-71B4CD25B16D}"/>
              </a:ext>
            </a:extLst>
          </p:cNvPr>
          <p:cNvSpPr/>
          <p:nvPr/>
        </p:nvSpPr>
        <p:spPr>
          <a:xfrm rot="16200000" flipV="1">
            <a:off x="7962945" y="2371110"/>
            <a:ext cx="98385" cy="68700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9504AFF9-0B4B-98A4-4E24-4DE8201F85B4}"/>
              </a:ext>
            </a:extLst>
          </p:cNvPr>
          <p:cNvGrpSpPr/>
          <p:nvPr/>
        </p:nvGrpSpPr>
        <p:grpSpPr>
          <a:xfrm>
            <a:off x="5033309" y="4514379"/>
            <a:ext cx="100923" cy="1432833"/>
            <a:chOff x="4735802" y="4865202"/>
            <a:chExt cx="100923" cy="1432833"/>
          </a:xfrm>
        </p:grpSpPr>
        <p:sp>
          <p:nvSpPr>
            <p:cNvPr id="40" name="타원 39">
              <a:extLst>
                <a:ext uri="{FF2B5EF4-FFF2-40B4-BE49-F238E27FC236}">
                  <a16:creationId xmlns:a16="http://schemas.microsoft.com/office/drawing/2014/main" id="{C3CD0CCA-0C68-48DB-B971-B950431CF369}"/>
                </a:ext>
              </a:extLst>
            </p:cNvPr>
            <p:cNvSpPr/>
            <p:nvPr/>
          </p:nvSpPr>
          <p:spPr>
            <a:xfrm>
              <a:off x="4737834" y="48652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890032FF-0D34-1A39-A3CF-1930BF195CF5}"/>
                </a:ext>
              </a:extLst>
            </p:cNvPr>
            <p:cNvSpPr/>
            <p:nvPr/>
          </p:nvSpPr>
          <p:spPr>
            <a:xfrm>
              <a:off x="4735802" y="553251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2" name="타원 41">
              <a:extLst>
                <a:ext uri="{FF2B5EF4-FFF2-40B4-BE49-F238E27FC236}">
                  <a16:creationId xmlns:a16="http://schemas.microsoft.com/office/drawing/2014/main" id="{49697835-529B-E17A-D2DB-9F1CF53B2F5A}"/>
                </a:ext>
              </a:extLst>
            </p:cNvPr>
            <p:cNvSpPr/>
            <p:nvPr/>
          </p:nvSpPr>
          <p:spPr>
            <a:xfrm>
              <a:off x="4738340" y="6199650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CF2F3726-62FC-C85A-4089-D78A181C9BBA}"/>
              </a:ext>
            </a:extLst>
          </p:cNvPr>
          <p:cNvGrpSpPr/>
          <p:nvPr/>
        </p:nvGrpSpPr>
        <p:grpSpPr>
          <a:xfrm>
            <a:off x="7092799" y="4517426"/>
            <a:ext cx="100923" cy="1432833"/>
            <a:chOff x="4735802" y="4865202"/>
            <a:chExt cx="100923" cy="1432833"/>
          </a:xfrm>
        </p:grpSpPr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02C9424A-A972-1B70-4F81-2B4F48BF69FC}"/>
                </a:ext>
              </a:extLst>
            </p:cNvPr>
            <p:cNvSpPr/>
            <p:nvPr/>
          </p:nvSpPr>
          <p:spPr>
            <a:xfrm>
              <a:off x="4737834" y="48652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9A0C9317-9E51-0DD2-5B76-30E56C4EE077}"/>
                </a:ext>
              </a:extLst>
            </p:cNvPr>
            <p:cNvSpPr/>
            <p:nvPr/>
          </p:nvSpPr>
          <p:spPr>
            <a:xfrm>
              <a:off x="4735802" y="553251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6" name="타원 45">
              <a:extLst>
                <a:ext uri="{FF2B5EF4-FFF2-40B4-BE49-F238E27FC236}">
                  <a16:creationId xmlns:a16="http://schemas.microsoft.com/office/drawing/2014/main" id="{4BB723C6-4B65-F8DF-C9CE-377BC0990112}"/>
                </a:ext>
              </a:extLst>
            </p:cNvPr>
            <p:cNvSpPr/>
            <p:nvPr/>
          </p:nvSpPr>
          <p:spPr>
            <a:xfrm>
              <a:off x="4738340" y="6199650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pic>
        <p:nvPicPr>
          <p:cNvPr id="48" name="그림 47">
            <a:extLst>
              <a:ext uri="{FF2B5EF4-FFF2-40B4-BE49-F238E27FC236}">
                <a16:creationId xmlns:a16="http://schemas.microsoft.com/office/drawing/2014/main" id="{1207F43F-4DDB-8027-94EC-60BA7A11EB5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320" b="-1"/>
          <a:stretch>
            <a:fillRect/>
          </a:stretch>
        </p:blipFill>
        <p:spPr>
          <a:xfrm>
            <a:off x="10319989" y="5000280"/>
            <a:ext cx="1876117" cy="1303721"/>
          </a:xfrm>
          <a:prstGeom prst="rect">
            <a:avLst/>
          </a:prstGeom>
        </p:spPr>
      </p:pic>
      <p:pic>
        <p:nvPicPr>
          <p:cNvPr id="50" name="그림 49" descr="텍스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6C63E2E-7B18-8B78-D81C-CA06DD800E0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47" y="2907519"/>
            <a:ext cx="1778731" cy="1466673"/>
          </a:xfrm>
          <a:prstGeom prst="rect">
            <a:avLst/>
          </a:prstGeom>
        </p:spPr>
      </p:pic>
      <p:pic>
        <p:nvPicPr>
          <p:cNvPr id="52" name="그림 51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46AB458C-78FB-A6B7-F189-D6FB2BAAC9C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02" t="3086" r="4707" b="11674"/>
          <a:stretch>
            <a:fillRect/>
          </a:stretch>
        </p:blipFill>
        <p:spPr>
          <a:xfrm>
            <a:off x="128933" y="4703522"/>
            <a:ext cx="1619250" cy="1530350"/>
          </a:xfrm>
          <a:prstGeom prst="rect">
            <a:avLst/>
          </a:prstGeom>
        </p:spPr>
      </p:pic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71CBC744-92E7-B407-5A35-4EEE8F6E6CAE}"/>
              </a:ext>
            </a:extLst>
          </p:cNvPr>
          <p:cNvSpPr/>
          <p:nvPr/>
        </p:nvSpPr>
        <p:spPr>
          <a:xfrm>
            <a:off x="5716188" y="4862404"/>
            <a:ext cx="849712" cy="833428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55" name="그룹 54">
            <a:extLst>
              <a:ext uri="{FF2B5EF4-FFF2-40B4-BE49-F238E27FC236}">
                <a16:creationId xmlns:a16="http://schemas.microsoft.com/office/drawing/2014/main" id="{2DF072E4-59ED-43C3-F61C-8FFD8757AFE9}"/>
              </a:ext>
            </a:extLst>
          </p:cNvPr>
          <p:cNvGrpSpPr/>
          <p:nvPr/>
        </p:nvGrpSpPr>
        <p:grpSpPr>
          <a:xfrm>
            <a:off x="5014257" y="2966906"/>
            <a:ext cx="771438" cy="510653"/>
            <a:chOff x="365941" y="332433"/>
            <a:chExt cx="771438" cy="510653"/>
          </a:xfrm>
        </p:grpSpPr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59B83ABA-235F-18ED-74A1-D7E61A34572B}"/>
                </a:ext>
              </a:extLst>
            </p:cNvPr>
            <p:cNvSpPr txBox="1"/>
            <p:nvPr/>
          </p:nvSpPr>
          <p:spPr>
            <a:xfrm>
              <a:off x="365941" y="495979"/>
              <a:ext cx="771438" cy="18466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ko-KR" altLang="en-US" sz="600" b="1" dirty="0"/>
                <a:t>서비스 조명 </a:t>
              </a:r>
              <a:r>
                <a:rPr lang="en-US" altLang="ko-KR" sz="600" b="1" dirty="0"/>
                <a:t>2EA</a:t>
              </a:r>
              <a:endParaRPr lang="ko-KR" altLang="en-US" sz="600" b="1" dirty="0"/>
            </a:p>
          </p:txBody>
        </p:sp>
        <p:grpSp>
          <p:nvGrpSpPr>
            <p:cNvPr id="57" name="그룹 56">
              <a:extLst>
                <a:ext uri="{FF2B5EF4-FFF2-40B4-BE49-F238E27FC236}">
                  <a16:creationId xmlns:a16="http://schemas.microsoft.com/office/drawing/2014/main" id="{1C821377-AD56-951C-C5D9-F2BADF2A3566}"/>
                </a:ext>
              </a:extLst>
            </p:cNvPr>
            <p:cNvGrpSpPr/>
            <p:nvPr/>
          </p:nvGrpSpPr>
          <p:grpSpPr>
            <a:xfrm>
              <a:off x="368880" y="332433"/>
              <a:ext cx="98814" cy="510653"/>
              <a:chOff x="4737834" y="4900127"/>
              <a:chExt cx="98814" cy="510653"/>
            </a:xfrm>
            <a:solidFill>
              <a:srgbClr val="FF00FF"/>
            </a:solidFill>
          </p:grpSpPr>
          <p:sp>
            <p:nvSpPr>
              <p:cNvPr id="58" name="타원 57">
                <a:extLst>
                  <a:ext uri="{FF2B5EF4-FFF2-40B4-BE49-F238E27FC236}">
                    <a16:creationId xmlns:a16="http://schemas.microsoft.com/office/drawing/2014/main" id="{2CF1A508-A772-4783-764C-988C2A12740B}"/>
                  </a:ext>
                </a:extLst>
              </p:cNvPr>
              <p:cNvSpPr/>
              <p:nvPr/>
            </p:nvSpPr>
            <p:spPr>
              <a:xfrm>
                <a:off x="4737834" y="4900127"/>
                <a:ext cx="98385" cy="98385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9" name="타원 58">
                <a:extLst>
                  <a:ext uri="{FF2B5EF4-FFF2-40B4-BE49-F238E27FC236}">
                    <a16:creationId xmlns:a16="http://schemas.microsoft.com/office/drawing/2014/main" id="{71E1136F-E253-B416-CB34-A21A53DD0BE0}"/>
                  </a:ext>
                </a:extLst>
              </p:cNvPr>
              <p:cNvSpPr/>
              <p:nvPr/>
            </p:nvSpPr>
            <p:spPr>
              <a:xfrm>
                <a:off x="4738263" y="5312395"/>
                <a:ext cx="98385" cy="98385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600">
                  <a:solidFill>
                    <a:schemeClr val="tx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39680082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916337-8EC7-04E8-D644-1C49163191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9DE1FB6E-A5E4-F92A-868B-8DC9C11E6D6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988588" y="1198214"/>
            <a:ext cx="8256839" cy="523433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04BDC6C-2634-83E4-F5C2-E4E1BCC20EA5}"/>
                  </a:ext>
                </a:extLst>
              </p:cNvPr>
              <p:cNvSpPr txBox="1"/>
              <p:nvPr/>
            </p:nvSpPr>
            <p:spPr>
              <a:xfrm>
                <a:off x="10171035" y="1071060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 dirty="0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04BDC6C-2634-83E4-F5C2-E4E1BCC20E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71035" y="1071060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DBAA98DC-919F-E9A9-7047-D715BCD7E416}"/>
              </a:ext>
            </a:extLst>
          </p:cNvPr>
          <p:cNvSpPr txBox="1"/>
          <p:nvPr/>
        </p:nvSpPr>
        <p:spPr>
          <a:xfrm>
            <a:off x="1877344" y="356152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b="1" dirty="0"/>
              <a:t>타입 간접 프리미엄 </a:t>
            </a:r>
            <a:r>
              <a:rPr lang="en-US" altLang="ko-KR" sz="2000" b="1" dirty="0"/>
              <a:t>SET + </a:t>
            </a:r>
            <a:r>
              <a:rPr lang="ko-KR" altLang="en-US" sz="2000" b="1" dirty="0" err="1"/>
              <a:t>실링팬</a:t>
            </a:r>
            <a:r>
              <a:rPr lang="ko-KR" altLang="en-US" sz="2000" b="1" dirty="0"/>
              <a:t> 우물두줄</a:t>
            </a:r>
            <a:endParaRPr lang="en-US" altLang="ko-KR" sz="2000" b="1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4251868-F8FC-7EB9-12FF-1747597B0600}"/>
              </a:ext>
            </a:extLst>
          </p:cNvPr>
          <p:cNvSpPr/>
          <p:nvPr/>
        </p:nvSpPr>
        <p:spPr>
          <a:xfrm rot="5400000">
            <a:off x="2357118" y="2169310"/>
            <a:ext cx="1401699" cy="10326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794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C275A89-2A30-3E88-DE01-2383ABCE5ADE}"/>
              </a:ext>
            </a:extLst>
          </p:cNvPr>
          <p:cNvSpPr txBox="1"/>
          <p:nvPr/>
        </p:nvSpPr>
        <p:spPr>
          <a:xfrm>
            <a:off x="3532611" y="1775677"/>
            <a:ext cx="13235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 err="1"/>
              <a:t>무선리모컨</a:t>
            </a:r>
            <a:endParaRPr lang="en-US" altLang="ko-KR" sz="1000" b="1" dirty="0"/>
          </a:p>
          <a:p>
            <a:pPr algn="ctr"/>
            <a:r>
              <a:rPr lang="en-US" altLang="ko-KR" sz="1000" b="1" dirty="0"/>
              <a:t>1</a:t>
            </a:r>
            <a:r>
              <a:rPr lang="ko-KR" altLang="en-US" sz="1000" b="1" dirty="0"/>
              <a:t>구</a:t>
            </a:r>
            <a:r>
              <a:rPr lang="en-US" altLang="ko-KR" sz="1000" b="1" dirty="0"/>
              <a:t>(3</a:t>
            </a:r>
            <a:r>
              <a:rPr lang="ko-KR" altLang="en-US" sz="1000" b="1" dirty="0"/>
              <a:t>채널</a:t>
            </a:r>
            <a:r>
              <a:rPr lang="en-US" altLang="ko-KR" sz="1000" b="1" dirty="0"/>
              <a:t>)</a:t>
            </a:r>
            <a:endParaRPr lang="ko-KR" altLang="en-US" sz="1000" b="1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AC7CEAC-CB9B-C460-72FC-8875C76A44D5}"/>
              </a:ext>
            </a:extLst>
          </p:cNvPr>
          <p:cNvSpPr/>
          <p:nvPr/>
        </p:nvSpPr>
        <p:spPr>
          <a:xfrm rot="10800000">
            <a:off x="3007701" y="3229077"/>
            <a:ext cx="102820" cy="179297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7C87DFFC-A016-0387-6231-40CBE75A50DB}"/>
              </a:ext>
            </a:extLst>
          </p:cNvPr>
          <p:cNvSpPr/>
          <p:nvPr/>
        </p:nvSpPr>
        <p:spPr>
          <a:xfrm>
            <a:off x="3449747" y="3519812"/>
            <a:ext cx="1238568" cy="1250900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99462C84-CA95-59F9-0058-081BBAFBBB51}"/>
              </a:ext>
            </a:extLst>
          </p:cNvPr>
          <p:cNvSpPr/>
          <p:nvPr/>
        </p:nvSpPr>
        <p:spPr>
          <a:xfrm>
            <a:off x="3618684" y="3671899"/>
            <a:ext cx="907746" cy="952009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99C50B9-2632-2E23-3916-9BB152B3EE25}"/>
              </a:ext>
            </a:extLst>
          </p:cNvPr>
          <p:cNvSpPr txBox="1"/>
          <p:nvPr/>
        </p:nvSpPr>
        <p:spPr>
          <a:xfrm>
            <a:off x="5202685" y="3757866"/>
            <a:ext cx="11155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/>
              <a:t>전자식스위치</a:t>
            </a:r>
            <a:endParaRPr lang="en-US" altLang="ko-KR" sz="1000" b="1" dirty="0"/>
          </a:p>
          <a:p>
            <a:pPr algn="ctr"/>
            <a:r>
              <a:rPr lang="en-US" altLang="ko-KR" sz="1000" b="1" dirty="0"/>
              <a:t>+</a:t>
            </a:r>
            <a:r>
              <a:rPr lang="ko-KR" altLang="en-US" sz="1000" b="1" dirty="0"/>
              <a:t>리모컨</a:t>
            </a:r>
          </a:p>
        </p:txBody>
      </p:sp>
      <p:sp>
        <p:nvSpPr>
          <p:cNvPr id="11" name="별: 꼭짓점 4개 10">
            <a:extLst>
              <a:ext uri="{FF2B5EF4-FFF2-40B4-BE49-F238E27FC236}">
                <a16:creationId xmlns:a16="http://schemas.microsoft.com/office/drawing/2014/main" id="{615E2131-E79C-FCFA-C88E-059CA2651EB7}"/>
              </a:ext>
            </a:extLst>
          </p:cNvPr>
          <p:cNvSpPr/>
          <p:nvPr/>
        </p:nvSpPr>
        <p:spPr>
          <a:xfrm>
            <a:off x="3798112" y="3855227"/>
            <a:ext cx="557315" cy="559233"/>
          </a:xfrm>
          <a:prstGeom prst="star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45">
              <a:solidFill>
                <a:schemeClr val="tx1"/>
              </a:solidFill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CC1CB787-0610-4331-EA54-14761DE13FC8}"/>
              </a:ext>
            </a:extLst>
          </p:cNvPr>
          <p:cNvGrpSpPr/>
          <p:nvPr/>
        </p:nvGrpSpPr>
        <p:grpSpPr>
          <a:xfrm rot="5400000">
            <a:off x="3975767" y="2522223"/>
            <a:ext cx="98860" cy="1389968"/>
            <a:chOff x="4737865" y="4841392"/>
            <a:chExt cx="98860" cy="1389968"/>
          </a:xfrm>
        </p:grpSpPr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2840C020-7C97-B6BE-4B29-FD294E380EDD}"/>
                </a:ext>
              </a:extLst>
            </p:cNvPr>
            <p:cNvSpPr/>
            <p:nvPr/>
          </p:nvSpPr>
          <p:spPr>
            <a:xfrm>
              <a:off x="4737865" y="484139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BF0C1361-04F8-6346-9954-5E649C8CDC95}"/>
                </a:ext>
              </a:extLst>
            </p:cNvPr>
            <p:cNvSpPr/>
            <p:nvPr/>
          </p:nvSpPr>
          <p:spPr>
            <a:xfrm>
              <a:off x="4738318" y="5489563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E3941B18-EBA3-7CA4-3039-2EF01E6406FC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00BB6A2F-71DB-D68F-B605-481D27FC9819}"/>
              </a:ext>
            </a:extLst>
          </p:cNvPr>
          <p:cNvGrpSpPr/>
          <p:nvPr/>
        </p:nvGrpSpPr>
        <p:grpSpPr>
          <a:xfrm rot="5400000">
            <a:off x="3995195" y="2610348"/>
            <a:ext cx="98783" cy="769579"/>
            <a:chOff x="4737865" y="4842182"/>
            <a:chExt cx="98783" cy="769579"/>
          </a:xfrm>
          <a:solidFill>
            <a:srgbClr val="00B0F0"/>
          </a:solidFill>
        </p:grpSpPr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14DE3D7C-4F2C-BF5C-5B72-4901049BCFE8}"/>
                </a:ext>
              </a:extLst>
            </p:cNvPr>
            <p:cNvSpPr/>
            <p:nvPr/>
          </p:nvSpPr>
          <p:spPr>
            <a:xfrm>
              <a:off x="4737865" y="4842182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FB81E365-A9D0-2E08-0F89-762D84D54FC7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3F811495-9A19-63D0-8813-DB7EFB2219E3}"/>
              </a:ext>
            </a:extLst>
          </p:cNvPr>
          <p:cNvGrpSpPr/>
          <p:nvPr/>
        </p:nvGrpSpPr>
        <p:grpSpPr>
          <a:xfrm>
            <a:off x="8425800" y="2131757"/>
            <a:ext cx="441819" cy="542991"/>
            <a:chOff x="9191246" y="3797098"/>
            <a:chExt cx="441819" cy="542991"/>
          </a:xfrm>
          <a:solidFill>
            <a:srgbClr val="CC0000"/>
          </a:solidFill>
        </p:grpSpPr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C88129EA-5127-E3C9-FD2D-6824B409B746}"/>
                </a:ext>
              </a:extLst>
            </p:cNvPr>
            <p:cNvGrpSpPr/>
            <p:nvPr/>
          </p:nvGrpSpPr>
          <p:grpSpPr>
            <a:xfrm>
              <a:off x="9534251" y="3799905"/>
              <a:ext cx="98814" cy="540184"/>
              <a:chOff x="4648140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25" name="타원 24">
                <a:extLst>
                  <a:ext uri="{FF2B5EF4-FFF2-40B4-BE49-F238E27FC236}">
                    <a16:creationId xmlns:a16="http://schemas.microsoft.com/office/drawing/2014/main" id="{C9950DF6-1CAC-AF51-15CD-35D13D125310}"/>
                  </a:ext>
                </a:extLst>
              </p:cNvPr>
              <p:cNvSpPr/>
              <p:nvPr/>
            </p:nvSpPr>
            <p:spPr>
              <a:xfrm>
                <a:off x="4648140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6" name="타원 25">
                <a:extLst>
                  <a:ext uri="{FF2B5EF4-FFF2-40B4-BE49-F238E27FC236}">
                    <a16:creationId xmlns:a16="http://schemas.microsoft.com/office/drawing/2014/main" id="{5C4BE818-CFFF-F56D-1E6B-C0A0AB07549D}"/>
                  </a:ext>
                </a:extLst>
              </p:cNvPr>
              <p:cNvSpPr/>
              <p:nvPr/>
            </p:nvSpPr>
            <p:spPr>
              <a:xfrm>
                <a:off x="4648569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1" name="별: 꼭짓점 7개 20">
              <a:extLst>
                <a:ext uri="{FF2B5EF4-FFF2-40B4-BE49-F238E27FC236}">
                  <a16:creationId xmlns:a16="http://schemas.microsoft.com/office/drawing/2014/main" id="{F23E8730-E26C-0E46-F7D1-A383FE1CC805}"/>
                </a:ext>
              </a:extLst>
            </p:cNvPr>
            <p:cNvSpPr/>
            <p:nvPr/>
          </p:nvSpPr>
          <p:spPr>
            <a:xfrm rot="5400000">
              <a:off x="9283980" y="3948841"/>
              <a:ext cx="244351" cy="235659"/>
            </a:xfrm>
            <a:prstGeom prst="star7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86" b="1" dirty="0">
                <a:ln w="22225">
                  <a:solidFill>
                    <a:srgbClr val="FFFF00"/>
                  </a:solidFill>
                  <a:prstDash val="solid"/>
                </a:ln>
                <a:solidFill>
                  <a:srgbClr val="C00000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</a:endParaRPr>
            </a:p>
          </p:txBody>
        </p:sp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9C38A16D-8CA2-7C8A-42F9-3604CAD089B3}"/>
                </a:ext>
              </a:extLst>
            </p:cNvPr>
            <p:cNvGrpSpPr/>
            <p:nvPr/>
          </p:nvGrpSpPr>
          <p:grpSpPr>
            <a:xfrm>
              <a:off x="9191246" y="3797098"/>
              <a:ext cx="98814" cy="540184"/>
              <a:chOff x="4737834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23" name="타원 22">
                <a:extLst>
                  <a:ext uri="{FF2B5EF4-FFF2-40B4-BE49-F238E27FC236}">
                    <a16:creationId xmlns:a16="http://schemas.microsoft.com/office/drawing/2014/main" id="{C2AF5B34-7361-68F7-BB36-1EC9931D9166}"/>
                  </a:ext>
                </a:extLst>
              </p:cNvPr>
              <p:cNvSpPr/>
              <p:nvPr/>
            </p:nvSpPr>
            <p:spPr>
              <a:xfrm>
                <a:off x="47378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타원 23">
                <a:extLst>
                  <a:ext uri="{FF2B5EF4-FFF2-40B4-BE49-F238E27FC236}">
                    <a16:creationId xmlns:a16="http://schemas.microsoft.com/office/drawing/2014/main" id="{D640F9E5-4D50-76F3-0D80-3169A2067956}"/>
                  </a:ext>
                </a:extLst>
              </p:cNvPr>
              <p:cNvSpPr/>
              <p:nvPr/>
            </p:nvSpPr>
            <p:spPr>
              <a:xfrm>
                <a:off x="4738263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7605BF3E-B787-E3B7-FE84-F34233E368E0}"/>
              </a:ext>
            </a:extLst>
          </p:cNvPr>
          <p:cNvSpPr/>
          <p:nvPr/>
        </p:nvSpPr>
        <p:spPr>
          <a:xfrm rot="16200000" flipV="1">
            <a:off x="5773339" y="1090458"/>
            <a:ext cx="98384" cy="58895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9C6ECD19-510B-1F32-9A7D-3A6C6CD6815B}"/>
              </a:ext>
            </a:extLst>
          </p:cNvPr>
          <p:cNvSpPr/>
          <p:nvPr/>
        </p:nvSpPr>
        <p:spPr>
          <a:xfrm flipV="1">
            <a:off x="8177759" y="1784699"/>
            <a:ext cx="98384" cy="1237108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CFD83637-098C-A02F-FAE6-C2DBAB96E6DB}"/>
              </a:ext>
            </a:extLst>
          </p:cNvPr>
          <p:cNvGrpSpPr/>
          <p:nvPr/>
        </p:nvGrpSpPr>
        <p:grpSpPr>
          <a:xfrm rot="5400000">
            <a:off x="7835168" y="3372252"/>
            <a:ext cx="98802" cy="576856"/>
            <a:chOff x="4737846" y="5034905"/>
            <a:chExt cx="98802" cy="576856"/>
          </a:xfrm>
        </p:grpSpPr>
        <p:sp>
          <p:nvSpPr>
            <p:cNvPr id="30" name="타원 29">
              <a:extLst>
                <a:ext uri="{FF2B5EF4-FFF2-40B4-BE49-F238E27FC236}">
                  <a16:creationId xmlns:a16="http://schemas.microsoft.com/office/drawing/2014/main" id="{4735CB33-F4EA-2C18-229A-390B2DF8630B}"/>
                </a:ext>
              </a:extLst>
            </p:cNvPr>
            <p:cNvSpPr/>
            <p:nvPr/>
          </p:nvSpPr>
          <p:spPr>
            <a:xfrm>
              <a:off x="4737846" y="503490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31" name="타원 30">
              <a:extLst>
                <a:ext uri="{FF2B5EF4-FFF2-40B4-BE49-F238E27FC236}">
                  <a16:creationId xmlns:a16="http://schemas.microsoft.com/office/drawing/2014/main" id="{82995FB1-C444-4323-67DF-D5D0EB531C0E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CDAD2EC4-860B-D1F0-777D-5AD9D15B72B4}"/>
              </a:ext>
            </a:extLst>
          </p:cNvPr>
          <p:cNvSpPr txBox="1"/>
          <p:nvPr/>
        </p:nvSpPr>
        <p:spPr>
          <a:xfrm>
            <a:off x="185522" y="3630715"/>
            <a:ext cx="2217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highlight>
                  <a:srgbClr val="FFFF00"/>
                </a:highlight>
              </a:rPr>
              <a:t>우물은 두가지 </a:t>
            </a:r>
            <a:r>
              <a:rPr lang="ko-KR" altLang="en-US" sz="900" dirty="0" err="1">
                <a:highlight>
                  <a:srgbClr val="FFFF00"/>
                </a:highlight>
              </a:rPr>
              <a:t>타입중</a:t>
            </a:r>
            <a:r>
              <a:rPr lang="ko-KR" altLang="en-US" sz="900" dirty="0">
                <a:highlight>
                  <a:srgbClr val="FFFF00"/>
                </a:highlight>
              </a:rPr>
              <a:t> 선택 가능합니다</a:t>
            </a:r>
            <a:r>
              <a:rPr lang="en-US" altLang="ko-KR" sz="900" dirty="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900" dirty="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900" dirty="0">
                <a:highlight>
                  <a:srgbClr val="FFFF00"/>
                </a:highlight>
              </a:rPr>
              <a:t>. </a:t>
            </a:r>
            <a:endParaRPr lang="ko-KR" altLang="en-US" sz="900" dirty="0">
              <a:highlight>
                <a:srgbClr val="FFFF00"/>
              </a:highlight>
            </a:endParaRPr>
          </a:p>
        </p:txBody>
      </p: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B9E7DB97-B669-341F-D85A-6277BEB66958}"/>
              </a:ext>
            </a:extLst>
          </p:cNvPr>
          <p:cNvCxnSpPr>
            <a:cxnSpLocks/>
          </p:cNvCxnSpPr>
          <p:nvPr/>
        </p:nvCxnSpPr>
        <p:spPr>
          <a:xfrm>
            <a:off x="2286448" y="3741920"/>
            <a:ext cx="1161600" cy="204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63DCBD47-B75F-5DD7-6EA1-7B9444BDA095}"/>
              </a:ext>
            </a:extLst>
          </p:cNvPr>
          <p:cNvSpPr txBox="1"/>
          <p:nvPr/>
        </p:nvSpPr>
        <p:spPr>
          <a:xfrm>
            <a:off x="149793" y="4224795"/>
            <a:ext cx="2229372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dirty="0" err="1">
                <a:highlight>
                  <a:srgbClr val="FFFF00"/>
                </a:highlight>
              </a:rPr>
              <a:t>실링팬</a:t>
            </a:r>
            <a:r>
              <a:rPr lang="ko-KR" altLang="en-US" sz="900" b="1" dirty="0">
                <a:highlight>
                  <a:srgbClr val="FFFF00"/>
                </a:highlight>
              </a:rPr>
              <a:t> </a:t>
            </a:r>
            <a:r>
              <a:rPr lang="ko-KR" altLang="en-US" sz="900" b="1" dirty="0" err="1">
                <a:highlight>
                  <a:srgbClr val="FFFF00"/>
                </a:highlight>
              </a:rPr>
              <a:t>루씨에어</a:t>
            </a:r>
            <a:endParaRPr lang="en-US" altLang="ko-KR" sz="900" b="1" dirty="0">
              <a:highlight>
                <a:srgbClr val="FFFF00"/>
              </a:highlight>
            </a:endParaRPr>
          </a:p>
          <a:p>
            <a:r>
              <a:rPr lang="ko-KR" altLang="en-US" sz="900" b="1" dirty="0">
                <a:highlight>
                  <a:srgbClr val="FFFF00"/>
                </a:highlight>
              </a:rPr>
              <a:t>설치</a:t>
            </a:r>
            <a:r>
              <a:rPr lang="en-US" altLang="ko-KR" sz="900" b="1" dirty="0">
                <a:highlight>
                  <a:srgbClr val="FFFF00"/>
                </a:highlight>
              </a:rPr>
              <a:t>+</a:t>
            </a:r>
            <a:r>
              <a:rPr lang="ko-KR" altLang="en-US" sz="900" b="1" dirty="0">
                <a:highlight>
                  <a:srgbClr val="FFFF00"/>
                </a:highlight>
              </a:rPr>
              <a:t>보강</a:t>
            </a:r>
            <a:r>
              <a:rPr lang="en-US" altLang="ko-KR" sz="900" b="1" dirty="0">
                <a:highlight>
                  <a:srgbClr val="FFFF00"/>
                </a:highlight>
              </a:rPr>
              <a:t>+</a:t>
            </a:r>
            <a:r>
              <a:rPr lang="ko-KR" altLang="en-US" sz="900" b="1" dirty="0">
                <a:highlight>
                  <a:srgbClr val="FFFF00"/>
                </a:highlight>
              </a:rPr>
              <a:t>우물 천장 안 실크 도배</a:t>
            </a:r>
            <a:br>
              <a:rPr lang="en-US" altLang="ko-KR" sz="900" b="1" dirty="0">
                <a:highlight>
                  <a:srgbClr val="FFFF00"/>
                </a:highlight>
              </a:rPr>
            </a:br>
            <a:r>
              <a:rPr lang="ko-KR" altLang="en-US" sz="900" b="1" dirty="0">
                <a:highlight>
                  <a:srgbClr val="FFFF00"/>
                </a:highlight>
              </a:rPr>
              <a:t>우물조명 </a:t>
            </a:r>
            <a:r>
              <a:rPr lang="en-US" altLang="ko-KR" sz="900" b="1" dirty="0">
                <a:highlight>
                  <a:srgbClr val="FFFF00"/>
                </a:highlight>
              </a:rPr>
              <a:t>2</a:t>
            </a:r>
            <a:r>
              <a:rPr lang="ko-KR" altLang="en-US" sz="900" b="1" dirty="0">
                <a:highlight>
                  <a:srgbClr val="FFFF00"/>
                </a:highlight>
              </a:rPr>
              <a:t>줄 </a:t>
            </a:r>
            <a:r>
              <a:rPr lang="ko-KR" altLang="en-US" sz="900" b="1" dirty="0" err="1">
                <a:highlight>
                  <a:srgbClr val="FFFF00"/>
                </a:highlight>
              </a:rPr>
              <a:t>전구색</a:t>
            </a:r>
            <a:r>
              <a:rPr lang="en-US" altLang="ko-KR" sz="900" b="1" dirty="0">
                <a:highlight>
                  <a:srgbClr val="FFFF00"/>
                </a:highlight>
              </a:rPr>
              <a:t>+</a:t>
            </a:r>
            <a:r>
              <a:rPr lang="ko-KR" altLang="en-US" sz="900" b="1" dirty="0" err="1">
                <a:highlight>
                  <a:srgbClr val="FFFF00"/>
                </a:highlight>
              </a:rPr>
              <a:t>주백색</a:t>
            </a:r>
            <a:endParaRPr lang="en-US" altLang="ko-KR" sz="900" b="1" dirty="0">
              <a:highlight>
                <a:srgbClr val="FFFF00"/>
              </a:highlight>
            </a:endParaRPr>
          </a:p>
        </p:txBody>
      </p: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CBE1D463-00DC-F525-17B7-2F898CF9BA5A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6" name="타원 35">
              <a:extLst>
                <a:ext uri="{FF2B5EF4-FFF2-40B4-BE49-F238E27FC236}">
                  <a16:creationId xmlns:a16="http://schemas.microsoft.com/office/drawing/2014/main" id="{DA70542C-B837-4FA3-294D-A34E59337A41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A8380BEF-876E-817A-D694-58C0E60C26AA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8" name="타원 37">
              <a:extLst>
                <a:ext uri="{FF2B5EF4-FFF2-40B4-BE49-F238E27FC236}">
                  <a16:creationId xmlns:a16="http://schemas.microsoft.com/office/drawing/2014/main" id="{90727BAD-7791-AC46-AA9E-898BA20813AF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9" name="TextBox 11">
              <a:extLst>
                <a:ext uri="{FF2B5EF4-FFF2-40B4-BE49-F238E27FC236}">
                  <a16:creationId xmlns:a16="http://schemas.microsoft.com/office/drawing/2014/main" id="{DDB69EED-D9A7-7B79-705B-8C11F9D35889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간접조명 </a:t>
              </a:r>
              <a:r>
                <a:rPr lang="en-US" altLang="ko-KR" sz="700" dirty="0"/>
                <a:t>A 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간접조명 센서 </a:t>
              </a:r>
              <a:r>
                <a:rPr lang="en-US" altLang="ko-KR" sz="700" dirty="0"/>
                <a:t>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우물천장간접조명 및 커튼박수 추가</a:t>
              </a:r>
              <a:r>
                <a:rPr lang="en-US" altLang="ko-KR" sz="700" dirty="0"/>
                <a:t>(</a:t>
              </a:r>
              <a:r>
                <a:rPr lang="ko-KR" altLang="en-US" sz="700" dirty="0"/>
                <a:t>별도 추가</a:t>
              </a:r>
              <a:r>
                <a:rPr lang="en-US" altLang="ko-KR" sz="700" dirty="0"/>
                <a:t>)</a:t>
              </a:r>
            </a:p>
            <a:p>
              <a:endParaRPr lang="en-US" altLang="ko-KR" sz="700" dirty="0"/>
            </a:p>
          </p:txBody>
        </p:sp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F4C3AD23-1F26-CE7C-A1AA-FF4FEBA9CEE5}"/>
              </a:ext>
            </a:extLst>
          </p:cNvPr>
          <p:cNvSpPr txBox="1"/>
          <p:nvPr/>
        </p:nvSpPr>
        <p:spPr>
          <a:xfrm>
            <a:off x="112365" y="1352422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FF0000"/>
                </a:solidFill>
              </a:rPr>
              <a:t>**</a:t>
            </a:r>
            <a:r>
              <a:rPr lang="ko-KR" altLang="en-US" sz="800" dirty="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dirty="0" err="1">
                <a:solidFill>
                  <a:srgbClr val="FF0000"/>
                </a:solidFill>
              </a:rPr>
              <a:t>타공이</a:t>
            </a:r>
            <a:r>
              <a:rPr lang="ko-KR" altLang="en-US" sz="800" dirty="0">
                <a:solidFill>
                  <a:srgbClr val="FF0000"/>
                </a:solidFill>
              </a:rPr>
              <a:t> 필요할 수 </a:t>
            </a:r>
            <a:endParaRPr lang="en-US" altLang="ko-KR" sz="800" dirty="0">
              <a:solidFill>
                <a:srgbClr val="FF0000"/>
              </a:solidFill>
            </a:endParaRPr>
          </a:p>
          <a:p>
            <a:r>
              <a:rPr lang="ko-KR" altLang="en-US" sz="800" dirty="0">
                <a:solidFill>
                  <a:srgbClr val="FF0000"/>
                </a:solidFill>
              </a:rPr>
              <a:t>있으며</a:t>
            </a:r>
            <a:r>
              <a:rPr lang="en-US" altLang="ko-KR" sz="800" dirty="0">
                <a:solidFill>
                  <a:srgbClr val="FF0000"/>
                </a:solidFill>
              </a:rPr>
              <a:t> </a:t>
            </a:r>
            <a:r>
              <a:rPr lang="ko-KR" altLang="en-US" sz="800" dirty="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 dirty="0">
              <a:solidFill>
                <a:srgbClr val="FF0000"/>
              </a:solidFill>
            </a:endParaRPr>
          </a:p>
        </p:txBody>
      </p:sp>
      <p:sp>
        <p:nvSpPr>
          <p:cNvPr id="41" name="TextBox 13">
            <a:extLst>
              <a:ext uri="{FF2B5EF4-FFF2-40B4-BE49-F238E27FC236}">
                <a16:creationId xmlns:a16="http://schemas.microsoft.com/office/drawing/2014/main" id="{B8B351AE-4884-41CC-F744-ABA67BE164FD}"/>
              </a:ext>
            </a:extLst>
          </p:cNvPr>
          <p:cNvSpPr txBox="1"/>
          <p:nvPr/>
        </p:nvSpPr>
        <p:spPr>
          <a:xfrm>
            <a:off x="157805" y="861897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dirty="0"/>
              <a:t>욕실 </a:t>
            </a:r>
            <a:r>
              <a:rPr lang="ko-KR" altLang="en-US" sz="800" b="1" dirty="0" err="1"/>
              <a:t>휴젠트여부에</a:t>
            </a:r>
            <a:r>
              <a:rPr lang="ko-KR" altLang="en-US" sz="800" b="1" dirty="0"/>
              <a:t> 대하여</a:t>
            </a:r>
            <a:endParaRPr lang="en-US" altLang="ko-KR" sz="800" b="1" dirty="0"/>
          </a:p>
          <a:p>
            <a:r>
              <a:rPr lang="ko-KR" altLang="en-US" sz="800" b="1" dirty="0"/>
              <a:t>기사분이 현장에서 파악하여</a:t>
            </a:r>
            <a:endParaRPr lang="en-US" altLang="ko-KR" sz="800" b="1" dirty="0"/>
          </a:p>
          <a:p>
            <a:r>
              <a:rPr lang="ko-KR" altLang="en-US" sz="800" b="1" dirty="0"/>
              <a:t>센서위치를 적용해드립니다</a:t>
            </a:r>
            <a:r>
              <a:rPr lang="en-US" altLang="ko-KR" sz="800" b="1" dirty="0"/>
              <a:t>.</a:t>
            </a:r>
            <a:endParaRPr lang="ko-KR" altLang="en-US" sz="800" b="1" dirty="0"/>
          </a:p>
        </p:txBody>
      </p: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0230C235-085D-5EDE-84F1-78488F0E6F02}"/>
              </a:ext>
            </a:extLst>
          </p:cNvPr>
          <p:cNvGrpSpPr/>
          <p:nvPr/>
        </p:nvGrpSpPr>
        <p:grpSpPr>
          <a:xfrm rot="5400000">
            <a:off x="4027339" y="4334250"/>
            <a:ext cx="98860" cy="1389968"/>
            <a:chOff x="4737865" y="4841392"/>
            <a:chExt cx="98860" cy="1389968"/>
          </a:xfrm>
        </p:grpSpPr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A0417AF1-4391-D027-BD59-B500564B6FD7}"/>
                </a:ext>
              </a:extLst>
            </p:cNvPr>
            <p:cNvSpPr/>
            <p:nvPr/>
          </p:nvSpPr>
          <p:spPr>
            <a:xfrm>
              <a:off x="4737865" y="484139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0BC4966C-F8B4-6996-6F10-69D9E44FB462}"/>
                </a:ext>
              </a:extLst>
            </p:cNvPr>
            <p:cNvSpPr/>
            <p:nvPr/>
          </p:nvSpPr>
          <p:spPr>
            <a:xfrm>
              <a:off x="4738318" y="5489563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02221DC2-FB0D-D5C4-8549-949A0700BB32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E77C4E7D-5429-3A8C-DB6E-DEF3DE178E13}"/>
              </a:ext>
            </a:extLst>
          </p:cNvPr>
          <p:cNvSpPr/>
          <p:nvPr/>
        </p:nvSpPr>
        <p:spPr>
          <a:xfrm flipV="1">
            <a:off x="10005445" y="2936081"/>
            <a:ext cx="98384" cy="788288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E60B2B9-C84B-0117-47EC-A8302A410403}"/>
              </a:ext>
            </a:extLst>
          </p:cNvPr>
          <p:cNvSpPr txBox="1"/>
          <p:nvPr/>
        </p:nvSpPr>
        <p:spPr>
          <a:xfrm>
            <a:off x="3549066" y="5245995"/>
            <a:ext cx="107273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>
                <a:highlight>
                  <a:srgbClr val="FFFF00"/>
                </a:highlight>
              </a:rPr>
              <a:t>위치 확인 필요함</a:t>
            </a:r>
          </a:p>
        </p:txBody>
      </p:sp>
      <p:cxnSp>
        <p:nvCxnSpPr>
          <p:cNvPr id="51" name="직선 화살표 연결선 50">
            <a:extLst>
              <a:ext uri="{FF2B5EF4-FFF2-40B4-BE49-F238E27FC236}">
                <a16:creationId xmlns:a16="http://schemas.microsoft.com/office/drawing/2014/main" id="{95F53C1F-10AF-29F6-AD1D-1EC124F4DCC2}"/>
              </a:ext>
            </a:extLst>
          </p:cNvPr>
          <p:cNvCxnSpPr>
            <a:cxnSpLocks/>
          </p:cNvCxnSpPr>
          <p:nvPr/>
        </p:nvCxnSpPr>
        <p:spPr>
          <a:xfrm flipV="1">
            <a:off x="4069031" y="5078189"/>
            <a:ext cx="0" cy="21134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707589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27</Slides>
  <Notes>0</Notes>
  <HiddenSlides>0</Hidden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진옥화</dc:creator>
  <cp:lastModifiedBy>진옥화</cp:lastModifiedBy>
  <cp:revision>1</cp:revision>
  <dcterms:created xsi:type="dcterms:W3CDTF">2026-06-22T03:50:48Z</dcterms:created>
  <dcterms:modified xsi:type="dcterms:W3CDTF">2026-09-19T08:22:31Z</dcterms:modified>
</cp:coreProperties>
</file>