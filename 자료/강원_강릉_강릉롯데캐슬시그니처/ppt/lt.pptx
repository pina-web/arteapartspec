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422" r:id="rId29"/>
    <p:sldId id="437" r:id="rId30"/>
    <p:sldId id="438" r:id="rId31"/>
    <p:sldId id="424" r:id="rId32"/>
    <p:sldId id="439" r:id="rId33"/>
    <p:sldId id="440" r:id="rId34"/>
    <p:sldId id="425" r:id="rId35"/>
    <p:sldId id="441" r:id="rId36"/>
    <p:sldId id="442" r:id="rId37"/>
    <p:sldId id="426" r:id="rId38"/>
    <p:sldId id="443" r:id="rId39"/>
    <p:sldId id="444" r:id="rId40"/>
    <p:sldId id="427" r:id="rId41"/>
    <p:sldId id="445" r:id="rId42"/>
    <p:sldId id="446" r:id="rId43"/>
    <p:sldId id="428" r:id="rId44"/>
    <p:sldId id="447" r:id="rId45"/>
    <p:sldId id="448" r:id="rId46"/>
    <p:sldId id="429" r:id="rId47"/>
    <p:sldId id="449" r:id="rId48"/>
    <p:sldId id="450" r:id="rId49"/>
    <p:sldId id="430" r:id="rId50"/>
    <p:sldId id="451" r:id="rId51"/>
    <p:sldId id="452" r:id="rId52"/>
    <p:sldId id="431" r:id="rId53"/>
    <p:sldId id="453" r:id="rId54"/>
    <p:sldId id="454" r:id="rId55"/>
    <p:sldId id="432" r:id="rId56"/>
    <p:sldId id="455" r:id="rId57"/>
    <p:sldId id="456" r:id="rId58"/>
    <p:sldId id="433" r:id="rId59"/>
    <p:sldId id="457" r:id="rId60"/>
    <p:sldId id="458" r:id="rId61"/>
    <p:sldId id="434" r:id="rId62"/>
    <p:sldId id="459" r:id="rId63"/>
    <p:sldId id="460" r:id="rId64"/>
    <p:sldId id="435" r:id="rId65"/>
    <p:sldId id="461" r:id="rId66"/>
    <p:sldId id="462" r:id="rId67"/>
    <p:sldId id="436" r:id="rId68"/>
    <p:sldId id="463" r:id="rId69"/>
    <p:sldId id="464" r:id="rId7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117121B4-6DBE-4A9A-8EBD-EDBBC8352B8F}">
          <p14:sldIdLst>
            <p14:sldId id="422"/>
            <p14:sldId id="437"/>
            <p14:sldId id="438"/>
          </p14:sldIdLst>
        </p14:section>
        <p14:section name="84B" id="{0C2ED553-564F-4EE8-9B56-AF0F2DEC84BF}">
          <p14:sldIdLst>
            <p14:sldId id="424"/>
            <p14:sldId id="439"/>
            <p14:sldId id="440"/>
          </p14:sldIdLst>
        </p14:section>
        <p14:section name="84C" id="{04CE6DDE-C9A7-41AD-A1AB-DC94494A42ED}">
          <p14:sldIdLst>
            <p14:sldId id="425"/>
            <p14:sldId id="441"/>
            <p14:sldId id="442"/>
          </p14:sldIdLst>
        </p14:section>
        <p14:section name="93A" id="{86B39FB5-A790-441F-A232-59484FE71928}">
          <p14:sldIdLst>
            <p14:sldId id="426"/>
            <p14:sldId id="443"/>
            <p14:sldId id="444"/>
          </p14:sldIdLst>
        </p14:section>
        <p14:section name="93B" id="{ABCA8EF3-BAC4-4F1E-8CF0-AE5B5EDABACE}">
          <p14:sldIdLst>
            <p14:sldId id="427"/>
            <p14:sldId id="445"/>
            <p14:sldId id="446"/>
          </p14:sldIdLst>
        </p14:section>
        <p14:section name="94" id="{5160FE74-56DE-40B3-A80A-15A58A8D4B26}">
          <p14:sldIdLst>
            <p14:sldId id="428"/>
            <p14:sldId id="447"/>
            <p14:sldId id="448"/>
          </p14:sldIdLst>
        </p14:section>
        <p14:section name="114A" id="{9B1D45F3-239B-4A71-AAB1-6BBD745997EC}">
          <p14:sldIdLst>
            <p14:sldId id="429"/>
            <p14:sldId id="449"/>
            <p14:sldId id="450"/>
          </p14:sldIdLst>
        </p14:section>
        <p14:section name="114B" id="{55110FFC-5E50-405C-9E05-7E8EE29D1255}">
          <p14:sldIdLst>
            <p14:sldId id="430"/>
            <p14:sldId id="451"/>
            <p14:sldId id="452"/>
          </p14:sldIdLst>
        </p14:section>
        <p14:section name="135A" id="{BE2D5D77-75FA-49D7-A42F-D76833D9DD25}">
          <p14:sldIdLst>
            <p14:sldId id="431"/>
            <p14:sldId id="453"/>
            <p14:sldId id="454"/>
          </p14:sldIdLst>
        </p14:section>
        <p14:section name="136B" id="{94BA42FF-F376-4B9E-B3FF-4A2CF5E130FB}">
          <p14:sldIdLst>
            <p14:sldId id="432"/>
            <p14:sldId id="455"/>
            <p14:sldId id="456"/>
          </p14:sldIdLst>
        </p14:section>
        <p14:section name="137" id="{15717E6C-7A76-45FD-AEBB-1926E65E5BC1}">
          <p14:sldIdLst>
            <p14:sldId id="433"/>
            <p14:sldId id="457"/>
            <p14:sldId id="458"/>
          </p14:sldIdLst>
        </p14:section>
        <p14:section name="140" id="{7CAE5FA0-3BF1-46CE-9A15-99023ECDF1C8}">
          <p14:sldIdLst>
            <p14:sldId id="434"/>
            <p14:sldId id="459"/>
            <p14:sldId id="460"/>
          </p14:sldIdLst>
        </p14:section>
        <p14:section name="185A" id="{2CF1A84E-E01B-4993-9B72-BC6BC0B7E64D}">
          <p14:sldIdLst>
            <p14:sldId id="435"/>
            <p14:sldId id="461"/>
            <p14:sldId id="462"/>
          </p14:sldIdLst>
        </p14:section>
        <p14:section name="185B" id="{56918ACA-C22C-461A-902E-0ECC00DE608D}">
          <p14:sldIdLst>
            <p14:sldId id="436"/>
            <p14:sldId id="463"/>
            <p14:sldId id="4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00"/>
    <a:srgbClr val="FF505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위서현" userId="b2c7588e-daca-4ee1-8815-1178a8d7188e" providerId="ADAL" clId="{F704845A-1585-4059-BFCA-097874833C45}"/>
    <pc:docChg chg="undo custSel modSld">
      <pc:chgData name="위서현" userId="b2c7588e-daca-4ee1-8815-1178a8d7188e" providerId="ADAL" clId="{F704845A-1585-4059-BFCA-097874833C45}" dt="2024-12-31T03:09:56.509" v="23" actId="1076"/>
      <pc:docMkLst>
        <pc:docMk/>
      </pc:docMkLst>
      <pc:sldChg chg="modSp mod">
        <pc:chgData name="위서현" userId="b2c7588e-daca-4ee1-8815-1178a8d7188e" providerId="ADAL" clId="{F704845A-1585-4059-BFCA-097874833C45}" dt="2024-12-31T03:09:56.509" v="23" actId="1076"/>
        <pc:sldMkLst>
          <pc:docMk/>
          <pc:sldMk cId="1603062262" sldId="476"/>
        </pc:sldMkLst>
        <pc:spChg chg="mod">
          <ac:chgData name="위서현" userId="b2c7588e-daca-4ee1-8815-1178a8d7188e" providerId="ADAL" clId="{F704845A-1585-4059-BFCA-097874833C45}" dt="2024-12-31T03:09:56.509" v="23" actId="1076"/>
          <ac:spMkLst>
            <pc:docMk/>
            <pc:sldMk cId="1603062262" sldId="476"/>
            <ac:spMk id="2" creationId="{D48B7BAC-B9A5-95B0-8777-1446A4A3D845}"/>
          </ac:spMkLst>
        </pc:spChg>
        <pc:picChg chg="mod">
          <ac:chgData name="위서현" userId="b2c7588e-daca-4ee1-8815-1178a8d7188e" providerId="ADAL" clId="{F704845A-1585-4059-BFCA-097874833C45}" dt="2024-12-31T01:14:32.779" v="22" actId="1076"/>
          <ac:picMkLst>
            <pc:docMk/>
            <pc:sldMk cId="1603062262" sldId="476"/>
            <ac:picMk id="7" creationId="{63C2FAED-D757-18E8-EFF0-473C7FA30806}"/>
          </ac:picMkLst>
        </pc:picChg>
      </pc:sldChg>
    </pc:docChg>
  </pc:docChgLst>
  <pc:docChgLst>
    <pc:chgData name="변경순" userId="934bc8be-092b-48fe-8084-8bf381ca8c96" providerId="ADAL" clId="{CBFFBD94-128E-49E2-9C6C-FD56FDC3833F}"/>
    <pc:docChg chg="addSld delSld modSld modSection">
      <pc:chgData name="변경순" userId="934bc8be-092b-48fe-8084-8bf381ca8c96" providerId="ADAL" clId="{CBFFBD94-128E-49E2-9C6C-FD56FDC3833F}" dt="2025-02-17T08:26:53.051" v="5" actId="47"/>
      <pc:docMkLst>
        <pc:docMk/>
      </pc:docMkLst>
      <pc:sldChg chg="modSp mod">
        <pc:chgData name="변경순" userId="934bc8be-092b-48fe-8084-8bf381ca8c96" providerId="ADAL" clId="{CBFFBD94-128E-49E2-9C6C-FD56FDC3833F}" dt="2025-02-17T08:26:37.777" v="3" actId="1076"/>
        <pc:sldMkLst>
          <pc:docMk/>
          <pc:sldMk cId="1698160984" sldId="465"/>
        </pc:sldMkLst>
        <pc:picChg chg="mod">
          <ac:chgData name="변경순" userId="934bc8be-092b-48fe-8084-8bf381ca8c96" providerId="ADAL" clId="{CBFFBD94-128E-49E2-9C6C-FD56FDC3833F}" dt="2025-02-17T08:26:37.777" v="3" actId="1076"/>
          <ac:picMkLst>
            <pc:docMk/>
            <pc:sldMk cId="1698160984" sldId="465"/>
            <ac:picMk id="3" creationId="{CDAAD337-393B-D900-E4C6-EF8E8A9AEDDB}"/>
          </ac:picMkLst>
        </pc:picChg>
      </pc:sldChg>
      <pc:sldChg chg="new del">
        <pc:chgData name="변경순" userId="934bc8be-092b-48fe-8084-8bf381ca8c96" providerId="ADAL" clId="{CBFFBD94-128E-49E2-9C6C-FD56FDC3833F}" dt="2025-02-17T08:26:53.051" v="5" actId="47"/>
        <pc:sldMkLst>
          <pc:docMk/>
          <pc:sldMk cId="1469307467" sldId="486"/>
        </pc:sldMkLst>
      </pc:sldChg>
    </pc:docChg>
  </pc:docChgLst>
  <pc:docChgLst>
    <pc:chgData name="임경희" userId="d3c220e7-e035-449f-b99a-e10ecd4543b8" providerId="ADAL" clId="{237095B2-3F98-47EE-B723-7FDDF3D26F7E}"/>
    <pc:docChg chg="custSel modSld">
      <pc:chgData name="임경희" userId="d3c220e7-e035-449f-b99a-e10ecd4543b8" providerId="ADAL" clId="{237095B2-3F98-47EE-B723-7FDDF3D26F7E}" dt="2024-10-29T03:44:34.480" v="76"/>
      <pc:docMkLst>
        <pc:docMk/>
      </pc:docMkLst>
      <pc:sldChg chg="modSp mod">
        <pc:chgData name="임경희" userId="d3c220e7-e035-449f-b99a-e10ecd4543b8" providerId="ADAL" clId="{237095B2-3F98-47EE-B723-7FDDF3D26F7E}" dt="2024-10-29T03:44:34.480" v="76"/>
        <pc:sldMkLst>
          <pc:docMk/>
          <pc:sldMk cId="255795989" sldId="380"/>
        </pc:sldMkLst>
      </pc:sldChg>
      <pc:sldChg chg="delSp modSp mod">
        <pc:chgData name="임경희" userId="d3c220e7-e035-449f-b99a-e10ecd4543b8" providerId="ADAL" clId="{237095B2-3F98-47EE-B723-7FDDF3D26F7E}" dt="2024-10-14T07:51:40.132" v="67" actId="1076"/>
        <pc:sldMkLst>
          <pc:docMk/>
          <pc:sldMk cId="1144982672" sldId="422"/>
        </pc:sldMkLst>
      </pc:sldChg>
    </pc:docChg>
  </pc:docChgLst>
  <pc:docChgLst>
    <pc:chgData name="윤춘화" userId="S::snow_choi@ilsolution2016.onmicrosoft.com::91ce6522-fdb6-4b72-9d0d-967f79252d86" providerId="AD" clId="Web-{6FD17E70-0C80-AFB2-9D91-63E7F46C3F41}"/>
    <pc:docChg chg="modSld">
      <pc:chgData name="윤춘화" userId="S::snow_choi@ilsolution2016.onmicrosoft.com::91ce6522-fdb6-4b72-9d0d-967f79252d86" providerId="AD" clId="Web-{6FD17E70-0C80-AFB2-9D91-63E7F46C3F41}" dt="2024-10-21T08:41:02.162" v="22"/>
      <pc:docMkLst>
        <pc:docMk/>
      </pc:docMkLst>
      <pc:sldChg chg="addSp delSp modSp">
        <pc:chgData name="윤춘화" userId="S::snow_choi@ilsolution2016.onmicrosoft.com::91ce6522-fdb6-4b72-9d0d-967f79252d86" providerId="AD" clId="Web-{6FD17E70-0C80-AFB2-9D91-63E7F46C3F41}" dt="2024-10-21T08:41:02.162" v="22"/>
        <pc:sldMkLst>
          <pc:docMk/>
          <pc:sldMk cId="3435535342" sldId="424"/>
        </pc:sldMkLst>
      </pc:sldChg>
    </pc:docChg>
  </pc:docChgLst>
  <pc:docChgLst>
    <pc:chgData name="오해연" userId="7017ba34-ed94-438e-aca3-3e421a4d55c7" providerId="ADAL" clId="{AD99D52C-92AA-4C75-9067-65BA7E0F1B5F}"/>
    <pc:docChg chg="modSld">
      <pc:chgData name="오해연" userId="7017ba34-ed94-438e-aca3-3e421a4d55c7" providerId="ADAL" clId="{AD99D52C-92AA-4C75-9067-65BA7E0F1B5F}" dt="2024-12-02T00:57:21.270" v="26"/>
      <pc:docMkLst>
        <pc:docMk/>
      </pc:docMkLst>
      <pc:sldChg chg="addSp modSp mod">
        <pc:chgData name="오해연" userId="7017ba34-ed94-438e-aca3-3e421a4d55c7" providerId="ADAL" clId="{AD99D52C-92AA-4C75-9067-65BA7E0F1B5F}" dt="2024-12-02T00:57:06.430" v="22" actId="1076"/>
        <pc:sldMkLst>
          <pc:docMk/>
          <pc:sldMk cId="1144982672" sldId="422"/>
        </pc:sldMkLst>
        <pc:spChg chg="add mod">
          <ac:chgData name="오해연" userId="7017ba34-ed94-438e-aca3-3e421a4d55c7" providerId="ADAL" clId="{AD99D52C-92AA-4C75-9067-65BA7E0F1B5F}" dt="2024-12-02T00:57:06.430" v="22" actId="1076"/>
          <ac:spMkLst>
            <pc:docMk/>
            <pc:sldMk cId="1144982672" sldId="422"/>
            <ac:spMk id="4" creationId="{18D1D7A2-DEB0-67BA-A0D8-3CCDF8C7F91D}"/>
          </ac:spMkLst>
        </pc:spChg>
        <pc:spChg chg="add mod">
          <ac:chgData name="오해연" userId="7017ba34-ed94-438e-aca3-3e421a4d55c7" providerId="ADAL" clId="{AD99D52C-92AA-4C75-9067-65BA7E0F1B5F}" dt="2024-12-02T00:57:04.617" v="21" actId="1076"/>
          <ac:spMkLst>
            <pc:docMk/>
            <pc:sldMk cId="1144982672" sldId="422"/>
            <ac:spMk id="6" creationId="{7317D12E-1A1B-8982-FC4D-2CA2479E8C70}"/>
          </ac:spMkLst>
        </pc:spChg>
      </pc:sldChg>
      <pc:sldChg chg="addSp modSp mod">
        <pc:chgData name="오해연" userId="7017ba34-ed94-438e-aca3-3e421a4d55c7" providerId="ADAL" clId="{AD99D52C-92AA-4C75-9067-65BA7E0F1B5F}" dt="2024-12-02T00:57:17.190" v="25" actId="1076"/>
        <pc:sldMkLst>
          <pc:docMk/>
          <pc:sldMk cId="887818700" sldId="437"/>
        </pc:sldMkLst>
        <pc:spChg chg="add mod">
          <ac:chgData name="오해연" userId="7017ba34-ed94-438e-aca3-3e421a4d55c7" providerId="ADAL" clId="{AD99D52C-92AA-4C75-9067-65BA7E0F1B5F}" dt="2024-12-02T00:57:14.316" v="24" actId="1076"/>
          <ac:spMkLst>
            <pc:docMk/>
            <pc:sldMk cId="887818700" sldId="437"/>
            <ac:spMk id="3" creationId="{498CCC22-89AA-AF75-DCB1-54F5B9AA9C38}"/>
          </ac:spMkLst>
        </pc:spChg>
        <pc:spChg chg="add mod">
          <ac:chgData name="오해연" userId="7017ba34-ed94-438e-aca3-3e421a4d55c7" providerId="ADAL" clId="{AD99D52C-92AA-4C75-9067-65BA7E0F1B5F}" dt="2024-12-02T00:57:17.190" v="25" actId="1076"/>
          <ac:spMkLst>
            <pc:docMk/>
            <pc:sldMk cId="887818700" sldId="437"/>
            <ac:spMk id="4" creationId="{54C48ADA-7CC6-2CBF-44BD-C07572ED5243}"/>
          </ac:spMkLst>
        </pc:spChg>
      </pc:sldChg>
      <pc:sldChg chg="addSp modSp">
        <pc:chgData name="오해연" userId="7017ba34-ed94-438e-aca3-3e421a4d55c7" providerId="ADAL" clId="{AD99D52C-92AA-4C75-9067-65BA7E0F1B5F}" dt="2024-12-02T00:57:21.270" v="26"/>
        <pc:sldMkLst>
          <pc:docMk/>
          <pc:sldMk cId="1696219395" sldId="438"/>
        </pc:sldMkLst>
        <pc:spChg chg="add mod">
          <ac:chgData name="오해연" userId="7017ba34-ed94-438e-aca3-3e421a4d55c7" providerId="ADAL" clId="{AD99D52C-92AA-4C75-9067-65BA7E0F1B5F}" dt="2024-12-02T00:57:21.270" v="26"/>
          <ac:spMkLst>
            <pc:docMk/>
            <pc:sldMk cId="1696219395" sldId="438"/>
            <ac:spMk id="3" creationId="{ED42583A-3110-B98F-10E7-F966A06D5256}"/>
          </ac:spMkLst>
        </pc:spChg>
        <pc:spChg chg="add mod">
          <ac:chgData name="오해연" userId="7017ba34-ed94-438e-aca3-3e421a4d55c7" providerId="ADAL" clId="{AD99D52C-92AA-4C75-9067-65BA7E0F1B5F}" dt="2024-12-02T00:57:21.270" v="26"/>
          <ac:spMkLst>
            <pc:docMk/>
            <pc:sldMk cId="1696219395" sldId="438"/>
            <ac:spMk id="4" creationId="{8032E075-CA9A-70F8-971D-147B3E77D44A}"/>
          </ac:spMkLst>
        </pc:spChg>
      </pc:sldChg>
    </pc:docChg>
  </pc:docChgLst>
  <pc:docChgLst>
    <pc:chgData name="변경순" userId="934bc8be-092b-48fe-8084-8bf381ca8c96" providerId="ADAL" clId="{8ACC294C-9789-4B1F-84A6-A5C95AB38B2D}"/>
    <pc:docChg chg="modSld">
      <pc:chgData name="변경순" userId="934bc8be-092b-48fe-8084-8bf381ca8c96" providerId="ADAL" clId="{8ACC294C-9789-4B1F-84A6-A5C95AB38B2D}" dt="2024-11-25T05:51:06.467" v="2" actId="14100"/>
      <pc:docMkLst>
        <pc:docMk/>
      </pc:docMkLst>
      <pc:sldChg chg="modSp mod">
        <pc:chgData name="변경순" userId="934bc8be-092b-48fe-8084-8bf381ca8c96" providerId="ADAL" clId="{8ACC294C-9789-4B1F-84A6-A5C95AB38B2D}" dt="2024-11-25T05:51:06.467" v="2" actId="14100"/>
        <pc:sldMkLst>
          <pc:docMk/>
          <pc:sldMk cId="174739350" sldId="484"/>
        </pc:sldMkLst>
        <pc:picChg chg="mod">
          <ac:chgData name="변경순" userId="934bc8be-092b-48fe-8084-8bf381ca8c96" providerId="ADAL" clId="{8ACC294C-9789-4B1F-84A6-A5C95AB38B2D}" dt="2024-11-25T05:50:10.883" v="0" actId="1076"/>
          <ac:picMkLst>
            <pc:docMk/>
            <pc:sldMk cId="174739350" sldId="484"/>
            <ac:picMk id="3" creationId="{6A9BD1F9-7BAD-57BF-F6A0-D92568348343}"/>
          </ac:picMkLst>
        </pc:picChg>
        <pc:picChg chg="mod">
          <ac:chgData name="변경순" userId="934bc8be-092b-48fe-8084-8bf381ca8c96" providerId="ADAL" clId="{8ACC294C-9789-4B1F-84A6-A5C95AB38B2D}" dt="2024-11-25T05:51:06.467" v="2" actId="14100"/>
          <ac:picMkLst>
            <pc:docMk/>
            <pc:sldMk cId="174739350" sldId="484"/>
            <ac:picMk id="9" creationId="{74632F31-F664-46C1-8548-FC7484F93E6F}"/>
          </ac:picMkLst>
        </pc:picChg>
      </pc:sldChg>
    </pc:docChg>
  </pc:docChgLst>
  <pc:docChgLst>
    <pc:chgData name="김병욱" userId="ce2315ba-dfc8-46e4-b6a1-9910caa687ba" providerId="ADAL" clId="{08050670-F4ED-4804-96BA-5B8C0EA8C095}"/>
    <pc:docChg chg="undo custSel addSld delSld modSld sldOrd addSection delSection modSection">
      <pc:chgData name="김병욱" userId="ce2315ba-dfc8-46e4-b6a1-9910caa687ba" providerId="ADAL" clId="{08050670-F4ED-4804-96BA-5B8C0EA8C095}" dt="2024-10-08T09:26:36.876" v="4741"/>
      <pc:docMkLst>
        <pc:docMk/>
      </pc:docMkLst>
      <pc:sldChg chg="modSp mod">
        <pc:chgData name="김병욱" userId="ce2315ba-dfc8-46e4-b6a1-9910caa687ba" providerId="ADAL" clId="{08050670-F4ED-4804-96BA-5B8C0EA8C095}" dt="2024-10-08T06:44:34.598" v="57" actId="20577"/>
        <pc:sldMkLst>
          <pc:docMk/>
          <pc:sldMk cId="1864480258" sldId="257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208803472" sldId="325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1825727504" sldId="326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2925632334" sldId="327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724289286" sldId="328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1815903552" sldId="330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580913729" sldId="331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3551816371" sldId="332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496533388" sldId="333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3291443906" sldId="342"/>
        </pc:sldMkLst>
      </pc:sldChg>
      <pc:sldChg chg="del">
        <pc:chgData name="김병욱" userId="ce2315ba-dfc8-46e4-b6a1-9910caa687ba" providerId="ADAL" clId="{08050670-F4ED-4804-96BA-5B8C0EA8C095}" dt="2024-10-08T06:44:37.937" v="58" actId="47"/>
        <pc:sldMkLst>
          <pc:docMk/>
          <pc:sldMk cId="3858513551" sldId="353"/>
        </pc:sldMkLst>
      </pc:sldChg>
      <pc:sldChg chg="del">
        <pc:chgData name="김병욱" userId="ce2315ba-dfc8-46e4-b6a1-9910caa687ba" providerId="ADAL" clId="{08050670-F4ED-4804-96BA-5B8C0EA8C095}" dt="2024-10-08T06:44:37.937" v="58" actId="47"/>
        <pc:sldMkLst>
          <pc:docMk/>
          <pc:sldMk cId="15686714" sldId="354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237006733" sldId="403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1183158221" sldId="404"/>
        </pc:sldMkLst>
      </pc:sldChg>
      <pc:sldChg chg="del">
        <pc:chgData name="김병욱" userId="ce2315ba-dfc8-46e4-b6a1-9910caa687ba" providerId="ADAL" clId="{08050670-F4ED-4804-96BA-5B8C0EA8C095}" dt="2024-10-08T06:44:37.937" v="58" actId="47"/>
        <pc:sldMkLst>
          <pc:docMk/>
          <pc:sldMk cId="302571309" sldId="414"/>
        </pc:sldMkLst>
      </pc:sldChg>
      <pc:sldChg chg="del">
        <pc:chgData name="김병욱" userId="ce2315ba-dfc8-46e4-b6a1-9910caa687ba" providerId="ADAL" clId="{08050670-F4ED-4804-96BA-5B8C0EA8C095}" dt="2024-10-08T06:44:40.865" v="60" actId="47"/>
        <pc:sldMkLst>
          <pc:docMk/>
          <pc:sldMk cId="628142396" sldId="416"/>
        </pc:sldMkLst>
      </pc:sldChg>
      <pc:sldChg chg="del">
        <pc:chgData name="김병욱" userId="ce2315ba-dfc8-46e4-b6a1-9910caa687ba" providerId="ADAL" clId="{08050670-F4ED-4804-96BA-5B8C0EA8C095}" dt="2024-10-08T09:01:39.209" v="4431" actId="47"/>
        <pc:sldMkLst>
          <pc:docMk/>
          <pc:sldMk cId="3665709775" sldId="420"/>
        </pc:sldMkLst>
      </pc:sldChg>
      <pc:sldChg chg="del">
        <pc:chgData name="김병욱" userId="ce2315ba-dfc8-46e4-b6a1-9910caa687ba" providerId="ADAL" clId="{08050670-F4ED-4804-96BA-5B8C0EA8C095}" dt="2024-10-08T09:01:39.209" v="4431" actId="47"/>
        <pc:sldMkLst>
          <pc:docMk/>
          <pc:sldMk cId="3828798220" sldId="421"/>
        </pc:sldMkLst>
      </pc:sldChg>
      <pc:sldChg chg="addSp delSp modSp new mod">
        <pc:chgData name="김병욱" userId="ce2315ba-dfc8-46e4-b6a1-9910caa687ba" providerId="ADAL" clId="{08050670-F4ED-4804-96BA-5B8C0EA8C095}" dt="2024-10-08T06:59:49.026" v="466" actId="1036"/>
        <pc:sldMkLst>
          <pc:docMk/>
          <pc:sldMk cId="1144982672" sldId="422"/>
        </pc:sldMkLst>
      </pc:sldChg>
      <pc:sldChg chg="del">
        <pc:chgData name="김병욱" userId="ce2315ba-dfc8-46e4-b6a1-9910caa687ba" providerId="ADAL" clId="{08050670-F4ED-4804-96BA-5B8C0EA8C095}" dt="2024-10-08T06:44:39.309" v="59" actId="47"/>
        <pc:sldMkLst>
          <pc:docMk/>
          <pc:sldMk cId="1814470369" sldId="422"/>
        </pc:sldMkLst>
      </pc:sldChg>
      <pc:sldChg chg="addSp modSp add mod">
        <pc:chgData name="김병욱" userId="ce2315ba-dfc8-46e4-b6a1-9910caa687ba" providerId="ADAL" clId="{08050670-F4ED-4804-96BA-5B8C0EA8C095}" dt="2024-10-08T09:04:01.661" v="4477" actId="1076"/>
        <pc:sldMkLst>
          <pc:docMk/>
          <pc:sldMk cId="4072643472" sldId="423"/>
        </pc:sldMkLst>
      </pc:sldChg>
      <pc:sldChg chg="addSp delSp modSp add mod">
        <pc:chgData name="김병욱" userId="ce2315ba-dfc8-46e4-b6a1-9910caa687ba" providerId="ADAL" clId="{08050670-F4ED-4804-96BA-5B8C0EA8C095}" dt="2024-10-08T07:02:07.568" v="659" actId="1036"/>
        <pc:sldMkLst>
          <pc:docMk/>
          <pc:sldMk cId="3435535342" sldId="424"/>
        </pc:sldMkLst>
      </pc:sldChg>
      <pc:sldChg chg="addSp delSp modSp add mod">
        <pc:chgData name="김병욱" userId="ce2315ba-dfc8-46e4-b6a1-9910caa687ba" providerId="ADAL" clId="{08050670-F4ED-4804-96BA-5B8C0EA8C095}" dt="2024-10-08T09:09:13.244" v="4537" actId="1038"/>
        <pc:sldMkLst>
          <pc:docMk/>
          <pc:sldMk cId="4279530048" sldId="425"/>
        </pc:sldMkLst>
      </pc:sldChg>
      <pc:sldChg chg="addSp delSp modSp add mod">
        <pc:chgData name="김병욱" userId="ce2315ba-dfc8-46e4-b6a1-9910caa687ba" providerId="ADAL" clId="{08050670-F4ED-4804-96BA-5B8C0EA8C095}" dt="2024-10-08T07:14:05.782" v="1164" actId="1035"/>
        <pc:sldMkLst>
          <pc:docMk/>
          <pc:sldMk cId="300161688" sldId="426"/>
        </pc:sldMkLst>
      </pc:sldChg>
      <pc:sldChg chg="addSp delSp modSp add mod">
        <pc:chgData name="김병욱" userId="ce2315ba-dfc8-46e4-b6a1-9910caa687ba" providerId="ADAL" clId="{08050670-F4ED-4804-96BA-5B8C0EA8C095}" dt="2024-10-08T07:16:27.387" v="1365" actId="1035"/>
        <pc:sldMkLst>
          <pc:docMk/>
          <pc:sldMk cId="3563258861" sldId="427"/>
        </pc:sldMkLst>
      </pc:sldChg>
      <pc:sldChg chg="addSp delSp modSp add mod">
        <pc:chgData name="김병욱" userId="ce2315ba-dfc8-46e4-b6a1-9910caa687ba" providerId="ADAL" clId="{08050670-F4ED-4804-96BA-5B8C0EA8C095}" dt="2024-10-08T09:09:28.115" v="4555" actId="1037"/>
        <pc:sldMkLst>
          <pc:docMk/>
          <pc:sldMk cId="1101918070" sldId="428"/>
        </pc:sldMkLst>
      </pc:sldChg>
      <pc:sldChg chg="addSp delSp modSp add mod">
        <pc:chgData name="김병욱" userId="ce2315ba-dfc8-46e4-b6a1-9910caa687ba" providerId="ADAL" clId="{08050670-F4ED-4804-96BA-5B8C0EA8C095}" dt="2024-10-08T09:12:22.462" v="4606" actId="1076"/>
        <pc:sldMkLst>
          <pc:docMk/>
          <pc:sldMk cId="3534386179" sldId="429"/>
        </pc:sldMkLst>
      </pc:sldChg>
      <pc:sldChg chg="addSp delSp modSp add mod">
        <pc:chgData name="김병욱" userId="ce2315ba-dfc8-46e4-b6a1-9910caa687ba" providerId="ADAL" clId="{08050670-F4ED-4804-96BA-5B8C0EA8C095}" dt="2024-10-08T08:27:23.196" v="2074" actId="1036"/>
        <pc:sldMkLst>
          <pc:docMk/>
          <pc:sldMk cId="73057332" sldId="430"/>
        </pc:sldMkLst>
      </pc:sldChg>
      <pc:sldChg chg="addSp delSp modSp add mod">
        <pc:chgData name="김병욱" userId="ce2315ba-dfc8-46e4-b6a1-9910caa687ba" providerId="ADAL" clId="{08050670-F4ED-4804-96BA-5B8C0EA8C095}" dt="2024-10-08T08:38:27.936" v="2367" actId="1035"/>
        <pc:sldMkLst>
          <pc:docMk/>
          <pc:sldMk cId="4212027723" sldId="431"/>
        </pc:sldMkLst>
      </pc:sldChg>
      <pc:sldChg chg="addSp delSp modSp add mod">
        <pc:chgData name="김병욱" userId="ce2315ba-dfc8-46e4-b6a1-9910caa687ba" providerId="ADAL" clId="{08050670-F4ED-4804-96BA-5B8C0EA8C095}" dt="2024-10-08T08:42:56.298" v="2761" actId="1036"/>
        <pc:sldMkLst>
          <pc:docMk/>
          <pc:sldMk cId="48844245" sldId="432"/>
        </pc:sldMkLst>
      </pc:sldChg>
      <pc:sldChg chg="addSp delSp modSp add mod">
        <pc:chgData name="김병욱" userId="ce2315ba-dfc8-46e4-b6a1-9910caa687ba" providerId="ADAL" clId="{08050670-F4ED-4804-96BA-5B8C0EA8C095}" dt="2024-10-08T08:46:16.544" v="3151" actId="1036"/>
        <pc:sldMkLst>
          <pc:docMk/>
          <pc:sldMk cId="3183387652" sldId="433"/>
        </pc:sldMkLst>
      </pc:sldChg>
      <pc:sldChg chg="addSp delSp modSp add mod">
        <pc:chgData name="김병욱" userId="ce2315ba-dfc8-46e4-b6a1-9910caa687ba" providerId="ADAL" clId="{08050670-F4ED-4804-96BA-5B8C0EA8C095}" dt="2024-10-08T08:51:31.610" v="3584" actId="1076"/>
        <pc:sldMkLst>
          <pc:docMk/>
          <pc:sldMk cId="171975420" sldId="434"/>
        </pc:sldMkLst>
      </pc:sldChg>
      <pc:sldChg chg="addSp delSp modSp add mod">
        <pc:chgData name="김병욱" userId="ce2315ba-dfc8-46e4-b6a1-9910caa687ba" providerId="ADAL" clId="{08050670-F4ED-4804-96BA-5B8C0EA8C095}" dt="2024-10-08T08:56:22.581" v="3958" actId="1035"/>
        <pc:sldMkLst>
          <pc:docMk/>
          <pc:sldMk cId="2852878160" sldId="435"/>
        </pc:sldMkLst>
      </pc:sldChg>
      <pc:sldChg chg="addSp delSp modSp add mod">
        <pc:chgData name="김병욱" userId="ce2315ba-dfc8-46e4-b6a1-9910caa687ba" providerId="ADAL" clId="{08050670-F4ED-4804-96BA-5B8C0EA8C095}" dt="2024-10-08T08:59:54.634" v="4430" actId="1035"/>
        <pc:sldMkLst>
          <pc:docMk/>
          <pc:sldMk cId="409119587" sldId="436"/>
        </pc:sldMkLst>
      </pc:sldChg>
      <pc:sldChg chg="delSp modSp add mod">
        <pc:chgData name="김병욱" userId="ce2315ba-dfc8-46e4-b6a1-9910caa687ba" providerId="ADAL" clId="{08050670-F4ED-4804-96BA-5B8C0EA8C095}" dt="2024-10-08T06:59:19.937" v="399" actId="478"/>
        <pc:sldMkLst>
          <pc:docMk/>
          <pc:sldMk cId="887818700" sldId="437"/>
        </pc:sldMkLst>
      </pc:sldChg>
      <pc:sldChg chg="add">
        <pc:chgData name="김병욱" userId="ce2315ba-dfc8-46e4-b6a1-9910caa687ba" providerId="ADAL" clId="{08050670-F4ED-4804-96BA-5B8C0EA8C095}" dt="2024-10-08T06:59:13.106" v="396"/>
        <pc:sldMkLst>
          <pc:docMk/>
          <pc:sldMk cId="1696219395" sldId="438"/>
        </pc:sldMkLst>
      </pc:sldChg>
      <pc:sldChg chg="delSp modSp add mod">
        <pc:chgData name="김병욱" userId="ce2315ba-dfc8-46e4-b6a1-9910caa687ba" providerId="ADAL" clId="{08050670-F4ED-4804-96BA-5B8C0EA8C095}" dt="2024-10-08T07:01:39.520" v="599" actId="478"/>
        <pc:sldMkLst>
          <pc:docMk/>
          <pc:sldMk cId="1419601614" sldId="439"/>
        </pc:sldMkLst>
      </pc:sldChg>
      <pc:sldChg chg="add">
        <pc:chgData name="김병욱" userId="ce2315ba-dfc8-46e4-b6a1-9910caa687ba" providerId="ADAL" clId="{08050670-F4ED-4804-96BA-5B8C0EA8C095}" dt="2024-10-08T07:01:34.379" v="596"/>
        <pc:sldMkLst>
          <pc:docMk/>
          <pc:sldMk cId="1539943283" sldId="440"/>
        </pc:sldMkLst>
      </pc:sldChg>
      <pc:sldChg chg="addSp delSp modSp add mod">
        <pc:chgData name="김병욱" userId="ce2315ba-dfc8-46e4-b6a1-9910caa687ba" providerId="ADAL" clId="{08050670-F4ED-4804-96BA-5B8C0EA8C095}" dt="2024-10-08T09:09:18.239" v="4538"/>
        <pc:sldMkLst>
          <pc:docMk/>
          <pc:sldMk cId="561883716" sldId="441"/>
        </pc:sldMkLst>
      </pc:sldChg>
      <pc:sldChg chg="addSp modSp add">
        <pc:chgData name="김병욱" userId="ce2315ba-dfc8-46e4-b6a1-9910caa687ba" providerId="ADAL" clId="{08050670-F4ED-4804-96BA-5B8C0EA8C095}" dt="2024-10-08T09:09:19.524" v="4539"/>
        <pc:sldMkLst>
          <pc:docMk/>
          <pc:sldMk cId="1541604112" sldId="442"/>
        </pc:sldMkLst>
      </pc:sldChg>
      <pc:sldChg chg="delSp modSp add mod">
        <pc:chgData name="김병욱" userId="ce2315ba-dfc8-46e4-b6a1-9910caa687ba" providerId="ADAL" clId="{08050670-F4ED-4804-96BA-5B8C0EA8C095}" dt="2024-10-08T07:13:37.135" v="1102" actId="478"/>
        <pc:sldMkLst>
          <pc:docMk/>
          <pc:sldMk cId="3166328343" sldId="443"/>
        </pc:sldMkLst>
      </pc:sldChg>
      <pc:sldChg chg="add">
        <pc:chgData name="김병욱" userId="ce2315ba-dfc8-46e4-b6a1-9910caa687ba" providerId="ADAL" clId="{08050670-F4ED-4804-96BA-5B8C0EA8C095}" dt="2024-10-08T07:13:29.836" v="1099"/>
        <pc:sldMkLst>
          <pc:docMk/>
          <pc:sldMk cId="74377510" sldId="444"/>
        </pc:sldMkLst>
      </pc:sldChg>
      <pc:sldChg chg="delSp modSp add mod">
        <pc:chgData name="김병욱" userId="ce2315ba-dfc8-46e4-b6a1-9910caa687ba" providerId="ADAL" clId="{08050670-F4ED-4804-96BA-5B8C0EA8C095}" dt="2024-10-08T07:15:58.533" v="1296" actId="478"/>
        <pc:sldMkLst>
          <pc:docMk/>
          <pc:sldMk cId="234388808" sldId="445"/>
        </pc:sldMkLst>
      </pc:sldChg>
      <pc:sldChg chg="add">
        <pc:chgData name="김병욱" userId="ce2315ba-dfc8-46e4-b6a1-9910caa687ba" providerId="ADAL" clId="{08050670-F4ED-4804-96BA-5B8C0EA8C095}" dt="2024-10-08T07:15:53.037" v="1293"/>
        <pc:sldMkLst>
          <pc:docMk/>
          <pc:sldMk cId="3822140049" sldId="446"/>
        </pc:sldMkLst>
      </pc:sldChg>
      <pc:sldChg chg="addSp delSp modSp add mod">
        <pc:chgData name="김병욱" userId="ce2315ba-dfc8-46e4-b6a1-9910caa687ba" providerId="ADAL" clId="{08050670-F4ED-4804-96BA-5B8C0EA8C095}" dt="2024-10-08T09:09:30.238" v="4556"/>
        <pc:sldMkLst>
          <pc:docMk/>
          <pc:sldMk cId="3564705792" sldId="447"/>
        </pc:sldMkLst>
      </pc:sldChg>
      <pc:sldChg chg="addSp modSp add">
        <pc:chgData name="김병욱" userId="ce2315ba-dfc8-46e4-b6a1-9910caa687ba" providerId="ADAL" clId="{08050670-F4ED-4804-96BA-5B8C0EA8C095}" dt="2024-10-08T09:09:31.233" v="4557"/>
        <pc:sldMkLst>
          <pc:docMk/>
          <pc:sldMk cId="674728885" sldId="448"/>
        </pc:sldMkLst>
      </pc:sldChg>
      <pc:sldChg chg="addSp delSp modSp add mod">
        <pc:chgData name="김병욱" userId="ce2315ba-dfc8-46e4-b6a1-9910caa687ba" providerId="ADAL" clId="{08050670-F4ED-4804-96BA-5B8C0EA8C095}" dt="2024-10-08T09:12:24.048" v="4607"/>
        <pc:sldMkLst>
          <pc:docMk/>
          <pc:sldMk cId="1473286013" sldId="449"/>
        </pc:sldMkLst>
      </pc:sldChg>
      <pc:sldChg chg="addSp modSp add">
        <pc:chgData name="김병욱" userId="ce2315ba-dfc8-46e4-b6a1-9910caa687ba" providerId="ADAL" clId="{08050670-F4ED-4804-96BA-5B8C0EA8C095}" dt="2024-10-08T09:12:24.790" v="4608"/>
        <pc:sldMkLst>
          <pc:docMk/>
          <pc:sldMk cId="2234172482" sldId="450"/>
        </pc:sldMkLst>
      </pc:sldChg>
      <pc:sldChg chg="delSp modSp add mod">
        <pc:chgData name="김병욱" userId="ce2315ba-dfc8-46e4-b6a1-9910caa687ba" providerId="ADAL" clId="{08050670-F4ED-4804-96BA-5B8C0EA8C095}" dt="2024-10-08T08:26:57.636" v="2015" actId="478"/>
        <pc:sldMkLst>
          <pc:docMk/>
          <pc:sldMk cId="3011284771" sldId="451"/>
        </pc:sldMkLst>
      </pc:sldChg>
      <pc:sldChg chg="add">
        <pc:chgData name="김병욱" userId="ce2315ba-dfc8-46e4-b6a1-9910caa687ba" providerId="ADAL" clId="{08050670-F4ED-4804-96BA-5B8C0EA8C095}" dt="2024-10-08T08:26:52.426" v="2012"/>
        <pc:sldMkLst>
          <pc:docMk/>
          <pc:sldMk cId="3976851514" sldId="452"/>
        </pc:sldMkLst>
      </pc:sldChg>
      <pc:sldChg chg="delSp modSp add mod">
        <pc:chgData name="김병욱" userId="ce2315ba-dfc8-46e4-b6a1-9910caa687ba" providerId="ADAL" clId="{08050670-F4ED-4804-96BA-5B8C0EA8C095}" dt="2024-10-08T08:38:04.184" v="2304" actId="478"/>
        <pc:sldMkLst>
          <pc:docMk/>
          <pc:sldMk cId="923340044" sldId="453"/>
        </pc:sldMkLst>
      </pc:sldChg>
      <pc:sldChg chg="add">
        <pc:chgData name="김병욱" userId="ce2315ba-dfc8-46e4-b6a1-9910caa687ba" providerId="ADAL" clId="{08050670-F4ED-4804-96BA-5B8C0EA8C095}" dt="2024-10-08T08:37:59.575" v="2301"/>
        <pc:sldMkLst>
          <pc:docMk/>
          <pc:sldMk cId="1382487411" sldId="454"/>
        </pc:sldMkLst>
      </pc:sldChg>
      <pc:sldChg chg="delSp modSp add mod">
        <pc:chgData name="김병욱" userId="ce2315ba-dfc8-46e4-b6a1-9910caa687ba" providerId="ADAL" clId="{08050670-F4ED-4804-96BA-5B8C0EA8C095}" dt="2024-10-08T08:42:31.456" v="2702" actId="478"/>
        <pc:sldMkLst>
          <pc:docMk/>
          <pc:sldMk cId="2323143167" sldId="455"/>
        </pc:sldMkLst>
      </pc:sldChg>
      <pc:sldChg chg="add">
        <pc:chgData name="김병욱" userId="ce2315ba-dfc8-46e4-b6a1-9910caa687ba" providerId="ADAL" clId="{08050670-F4ED-4804-96BA-5B8C0EA8C095}" dt="2024-10-08T08:42:26.428" v="2699"/>
        <pc:sldMkLst>
          <pc:docMk/>
          <pc:sldMk cId="3420319831" sldId="456"/>
        </pc:sldMkLst>
      </pc:sldChg>
      <pc:sldChg chg="delSp modSp add mod">
        <pc:chgData name="김병욱" userId="ce2315ba-dfc8-46e4-b6a1-9910caa687ba" providerId="ADAL" clId="{08050670-F4ED-4804-96BA-5B8C0EA8C095}" dt="2024-10-08T08:45:44.226" v="3098" actId="478"/>
        <pc:sldMkLst>
          <pc:docMk/>
          <pc:sldMk cId="1528526732" sldId="457"/>
        </pc:sldMkLst>
      </pc:sldChg>
      <pc:sldChg chg="add">
        <pc:chgData name="김병욱" userId="ce2315ba-dfc8-46e4-b6a1-9910caa687ba" providerId="ADAL" clId="{08050670-F4ED-4804-96BA-5B8C0EA8C095}" dt="2024-10-08T08:45:38.107" v="3095"/>
        <pc:sldMkLst>
          <pc:docMk/>
          <pc:sldMk cId="1772899805" sldId="458"/>
        </pc:sldMkLst>
      </pc:sldChg>
      <pc:sldChg chg="addSp delSp modSp add mod">
        <pc:chgData name="김병욱" userId="ce2315ba-dfc8-46e4-b6a1-9910caa687ba" providerId="ADAL" clId="{08050670-F4ED-4804-96BA-5B8C0EA8C095}" dt="2024-10-08T08:51:24.283" v="3581" actId="1076"/>
        <pc:sldMkLst>
          <pc:docMk/>
          <pc:sldMk cId="2777373197" sldId="459"/>
        </pc:sldMkLst>
      </pc:sldChg>
      <pc:sldChg chg="addSp modSp add">
        <pc:chgData name="김병욱" userId="ce2315ba-dfc8-46e4-b6a1-9910caa687ba" providerId="ADAL" clId="{08050670-F4ED-4804-96BA-5B8C0EA8C095}" dt="2024-10-08T08:51:26.760" v="3582"/>
        <pc:sldMkLst>
          <pc:docMk/>
          <pc:sldMk cId="1237377589" sldId="460"/>
        </pc:sldMkLst>
      </pc:sldChg>
      <pc:sldChg chg="addSp delSp modSp add mod">
        <pc:chgData name="김병욱" userId="ce2315ba-dfc8-46e4-b6a1-9910caa687ba" providerId="ADAL" clId="{08050670-F4ED-4804-96BA-5B8C0EA8C095}" dt="2024-10-08T08:55:58.174" v="3901" actId="478"/>
        <pc:sldMkLst>
          <pc:docMk/>
          <pc:sldMk cId="23721808" sldId="461"/>
        </pc:sldMkLst>
      </pc:sldChg>
      <pc:sldChg chg="add">
        <pc:chgData name="김병욱" userId="ce2315ba-dfc8-46e4-b6a1-9910caa687ba" providerId="ADAL" clId="{08050670-F4ED-4804-96BA-5B8C0EA8C095}" dt="2024-10-08T08:55:46.831" v="3894"/>
        <pc:sldMkLst>
          <pc:docMk/>
          <pc:sldMk cId="1746516963" sldId="462"/>
        </pc:sldMkLst>
      </pc:sldChg>
      <pc:sldChg chg="delSp modSp add mod">
        <pc:chgData name="김병욱" userId="ce2315ba-dfc8-46e4-b6a1-9910caa687ba" providerId="ADAL" clId="{08050670-F4ED-4804-96BA-5B8C0EA8C095}" dt="2024-10-08T08:59:19.148" v="4331" actId="478"/>
        <pc:sldMkLst>
          <pc:docMk/>
          <pc:sldMk cId="4275841427" sldId="463"/>
        </pc:sldMkLst>
      </pc:sldChg>
      <pc:sldChg chg="add">
        <pc:chgData name="김병욱" userId="ce2315ba-dfc8-46e4-b6a1-9910caa687ba" providerId="ADAL" clId="{08050670-F4ED-4804-96BA-5B8C0EA8C095}" dt="2024-10-08T08:59:13.282" v="4328"/>
        <pc:sldMkLst>
          <pc:docMk/>
          <pc:sldMk cId="1508446139" sldId="464"/>
        </pc:sldMkLst>
      </pc:sldChg>
      <pc:sldChg chg="addSp modSp add mod">
        <pc:chgData name="김병욱" userId="ce2315ba-dfc8-46e4-b6a1-9910caa687ba" providerId="ADAL" clId="{08050670-F4ED-4804-96BA-5B8C0EA8C095}" dt="2024-10-08T09:05:08.633" v="4513" actId="1076"/>
        <pc:sldMkLst>
          <pc:docMk/>
          <pc:sldMk cId="1698160984" sldId="465"/>
        </pc:sldMkLst>
      </pc:sldChg>
      <pc:sldChg chg="addSp modSp add mod">
        <pc:chgData name="김병욱" userId="ce2315ba-dfc8-46e4-b6a1-9910caa687ba" providerId="ADAL" clId="{08050670-F4ED-4804-96BA-5B8C0EA8C095}" dt="2024-10-08T09:10:46.700" v="4573" actId="1076"/>
        <pc:sldMkLst>
          <pc:docMk/>
          <pc:sldMk cId="2999593253" sldId="466"/>
        </pc:sldMkLst>
      </pc:sldChg>
      <pc:sldChg chg="addSp modSp add mod ord">
        <pc:chgData name="김병욱" userId="ce2315ba-dfc8-46e4-b6a1-9910caa687ba" providerId="ADAL" clId="{08050670-F4ED-4804-96BA-5B8C0EA8C095}" dt="2024-10-08T09:26:36.876" v="4741"/>
        <pc:sldMkLst>
          <pc:docMk/>
          <pc:sldMk cId="3189829760" sldId="467"/>
        </pc:sldMkLst>
      </pc:sldChg>
      <pc:sldChg chg="addSp modSp add mod">
        <pc:chgData name="김병욱" userId="ce2315ba-dfc8-46e4-b6a1-9910caa687ba" providerId="ADAL" clId="{08050670-F4ED-4804-96BA-5B8C0EA8C095}" dt="2024-10-08T09:17:53.722" v="4694" actId="1076"/>
        <pc:sldMkLst>
          <pc:docMk/>
          <pc:sldMk cId="1852393246" sldId="468"/>
        </pc:sldMkLst>
      </pc:sldChg>
      <pc:sldChg chg="addSp modSp add mod ord">
        <pc:chgData name="김병욱" userId="ce2315ba-dfc8-46e4-b6a1-9910caa687ba" providerId="ADAL" clId="{08050670-F4ED-4804-96BA-5B8C0EA8C095}" dt="2024-10-08T09:16:41.089" v="4685" actId="20577"/>
        <pc:sldMkLst>
          <pc:docMk/>
          <pc:sldMk cId="3046729318" sldId="469"/>
        </pc:sldMkLst>
      </pc:sldChg>
      <pc:sldChg chg="addSp modSp add mod">
        <pc:chgData name="김병욱" userId="ce2315ba-dfc8-46e4-b6a1-9910caa687ba" providerId="ADAL" clId="{08050670-F4ED-4804-96BA-5B8C0EA8C095}" dt="2024-10-08T09:18:30.496" v="4697" actId="1076"/>
        <pc:sldMkLst>
          <pc:docMk/>
          <pc:sldMk cId="2854166529" sldId="470"/>
        </pc:sldMkLst>
      </pc:sldChg>
      <pc:sldChg chg="addSp modSp add mod">
        <pc:chgData name="김병욱" userId="ce2315ba-dfc8-46e4-b6a1-9910caa687ba" providerId="ADAL" clId="{08050670-F4ED-4804-96BA-5B8C0EA8C095}" dt="2024-10-08T09:20:49.521" v="4726" actId="1076"/>
        <pc:sldMkLst>
          <pc:docMk/>
          <pc:sldMk cId="2481695328" sldId="471"/>
        </pc:sldMkLst>
      </pc:sldChg>
      <pc:sldChg chg="addSp modSp add mod">
        <pc:chgData name="김병욱" userId="ce2315ba-dfc8-46e4-b6a1-9910caa687ba" providerId="ADAL" clId="{08050670-F4ED-4804-96BA-5B8C0EA8C095}" dt="2024-10-08T09:21:55.894" v="4736" actId="1076"/>
        <pc:sldMkLst>
          <pc:docMk/>
          <pc:sldMk cId="3665680547" sldId="472"/>
        </pc:sldMkLst>
      </pc:sldChg>
      <pc:sldChg chg="addSp modSp add mod">
        <pc:chgData name="김병욱" userId="ce2315ba-dfc8-46e4-b6a1-9910caa687ba" providerId="ADAL" clId="{08050670-F4ED-4804-96BA-5B8C0EA8C095}" dt="2024-10-08T09:22:12.060" v="4739" actId="1076"/>
        <pc:sldMkLst>
          <pc:docMk/>
          <pc:sldMk cId="1721533725" sldId="473"/>
        </pc:sldMkLst>
      </pc:sldChg>
    </pc:docChg>
  </pc:docChgLst>
  <pc:docChgLst>
    <pc:chgData name="김병욱" userId="ce2315ba-dfc8-46e4-b6a1-9910caa687ba" providerId="ADAL" clId="{F677753F-8E4F-43E1-AC81-213F19BE0AE2}"/>
    <pc:docChg chg="modSld">
      <pc:chgData name="김병욱" userId="ce2315ba-dfc8-46e4-b6a1-9910caa687ba" providerId="ADAL" clId="{F677753F-8E4F-43E1-AC81-213F19BE0AE2}" dt="2024-09-30T09:22:24.243" v="15" actId="1037"/>
      <pc:docMkLst>
        <pc:docMk/>
      </pc:docMkLst>
      <pc:sldChg chg="modSp mod">
        <pc:chgData name="김병욱" userId="ce2315ba-dfc8-46e4-b6a1-9910caa687ba" providerId="ADAL" clId="{F677753F-8E4F-43E1-AC81-213F19BE0AE2}" dt="2024-09-30T09:22:17.116" v="10" actId="1038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F677753F-8E4F-43E1-AC81-213F19BE0AE2}" dt="2024-09-30T09:22:24.243" v="15" actId="1037"/>
        <pc:sldMkLst>
          <pc:docMk/>
          <pc:sldMk cId="3828798220" sldId="421"/>
        </pc:sldMkLst>
      </pc:sldChg>
      <pc:sldChg chg="modSp mod">
        <pc:chgData name="김병욱" userId="ce2315ba-dfc8-46e4-b6a1-9910caa687ba" providerId="ADAL" clId="{F677753F-8E4F-43E1-AC81-213F19BE0AE2}" dt="2024-09-30T09:22:20.674" v="12" actId="1037"/>
        <pc:sldMkLst>
          <pc:docMk/>
          <pc:sldMk cId="1814470369" sldId="422"/>
        </pc:sldMkLst>
      </pc:sldChg>
    </pc:docChg>
  </pc:docChgLst>
  <pc:docChgLst>
    <pc:chgData name="진옥화" userId="20b55f0b-5a9b-4958-9543-f5cbd24a6a07" providerId="ADAL" clId="{BA8F30EA-6592-44BE-A926-DECB854D209D}"/>
    <pc:docChg chg="custSel modSld">
      <pc:chgData name="진옥화" userId="20b55f0b-5a9b-4958-9543-f5cbd24a6a07" providerId="ADAL" clId="{BA8F30EA-6592-44BE-A926-DECB854D209D}" dt="2024-10-14T10:27:34.616" v="522" actId="1076"/>
      <pc:docMkLst>
        <pc:docMk/>
      </pc:docMkLst>
      <pc:sldChg chg="addSp delSp mod">
        <pc:chgData name="진옥화" userId="20b55f0b-5a9b-4958-9543-f5cbd24a6a07" providerId="ADAL" clId="{BA8F30EA-6592-44BE-A926-DECB854D209D}" dt="2024-10-14T09:02:33.492" v="1" actId="21"/>
        <pc:sldMkLst>
          <pc:docMk/>
          <pc:sldMk cId="1864480258" sldId="257"/>
        </pc:sldMkLst>
      </pc:sldChg>
      <pc:sldChg chg="addSp modSp mod">
        <pc:chgData name="진옥화" userId="20b55f0b-5a9b-4958-9543-f5cbd24a6a07" providerId="ADAL" clId="{BA8F30EA-6592-44BE-A926-DECB854D209D}" dt="2024-10-14T09:02:48.223" v="17" actId="1076"/>
        <pc:sldMkLst>
          <pc:docMk/>
          <pc:sldMk cId="255795989" sldId="380"/>
        </pc:sldMkLst>
      </pc:sldChg>
      <pc:sldChg chg="addSp delSp modSp mod">
        <pc:chgData name="진옥화" userId="20b55f0b-5a9b-4958-9543-f5cbd24a6a07" providerId="ADAL" clId="{BA8F30EA-6592-44BE-A926-DECB854D209D}" dt="2024-10-14T10:27:34.616" v="522" actId="1076"/>
        <pc:sldMkLst>
          <pc:docMk/>
          <pc:sldMk cId="1144982672" sldId="422"/>
        </pc:sldMkLst>
      </pc:sldChg>
      <pc:sldChg chg="addSp modSp mod">
        <pc:chgData name="진옥화" userId="20b55f0b-5a9b-4958-9543-f5cbd24a6a07" providerId="ADAL" clId="{BA8F30EA-6592-44BE-A926-DECB854D209D}" dt="2024-10-14T10:27:25.230" v="519" actId="1076"/>
        <pc:sldMkLst>
          <pc:docMk/>
          <pc:sldMk cId="3435535342" sldId="424"/>
        </pc:sldMkLst>
      </pc:sldChg>
      <pc:sldChg chg="addSp modSp mod">
        <pc:chgData name="진옥화" userId="20b55f0b-5a9b-4958-9543-f5cbd24a6a07" providerId="ADAL" clId="{BA8F30EA-6592-44BE-A926-DECB854D209D}" dt="2024-10-14T10:27:13.644" v="516" actId="1076"/>
        <pc:sldMkLst>
          <pc:docMk/>
          <pc:sldMk cId="4279530048" sldId="425"/>
        </pc:sldMkLst>
      </pc:sldChg>
      <pc:sldChg chg="addSp modSp mod">
        <pc:chgData name="진옥화" userId="20b55f0b-5a9b-4958-9543-f5cbd24a6a07" providerId="ADAL" clId="{BA8F30EA-6592-44BE-A926-DECB854D209D}" dt="2024-10-14T10:27:03.709" v="512" actId="1076"/>
        <pc:sldMkLst>
          <pc:docMk/>
          <pc:sldMk cId="300161688" sldId="426"/>
        </pc:sldMkLst>
      </pc:sldChg>
      <pc:sldChg chg="addSp modSp mod">
        <pc:chgData name="진옥화" userId="20b55f0b-5a9b-4958-9543-f5cbd24a6a07" providerId="ADAL" clId="{BA8F30EA-6592-44BE-A926-DECB854D209D}" dt="2024-10-14T10:26:51.108" v="509" actId="1076"/>
        <pc:sldMkLst>
          <pc:docMk/>
          <pc:sldMk cId="3563258861" sldId="427"/>
        </pc:sldMkLst>
      </pc:sldChg>
      <pc:sldChg chg="addSp modSp mod">
        <pc:chgData name="진옥화" userId="20b55f0b-5a9b-4958-9543-f5cbd24a6a07" providerId="ADAL" clId="{BA8F30EA-6592-44BE-A926-DECB854D209D}" dt="2024-10-14T10:26:36.339" v="506" actId="1076"/>
        <pc:sldMkLst>
          <pc:docMk/>
          <pc:sldMk cId="1101918070" sldId="428"/>
        </pc:sldMkLst>
      </pc:sldChg>
      <pc:sldChg chg="addSp modSp mod">
        <pc:chgData name="진옥화" userId="20b55f0b-5a9b-4958-9543-f5cbd24a6a07" providerId="ADAL" clId="{BA8F30EA-6592-44BE-A926-DECB854D209D}" dt="2024-10-14T10:26:17.195" v="502" actId="1076"/>
        <pc:sldMkLst>
          <pc:docMk/>
          <pc:sldMk cId="3534386179" sldId="429"/>
        </pc:sldMkLst>
      </pc:sldChg>
      <pc:sldChg chg="addSp modSp mod">
        <pc:chgData name="진옥화" userId="20b55f0b-5a9b-4958-9543-f5cbd24a6a07" providerId="ADAL" clId="{BA8F30EA-6592-44BE-A926-DECB854D209D}" dt="2024-10-14T10:26:07.375" v="500" actId="1076"/>
        <pc:sldMkLst>
          <pc:docMk/>
          <pc:sldMk cId="73057332" sldId="430"/>
        </pc:sldMkLst>
      </pc:sldChg>
      <pc:sldChg chg="addSp modSp mod">
        <pc:chgData name="진옥화" userId="20b55f0b-5a9b-4958-9543-f5cbd24a6a07" providerId="ADAL" clId="{BA8F30EA-6592-44BE-A926-DECB854D209D}" dt="2024-10-14T10:25:51.930" v="497" actId="1076"/>
        <pc:sldMkLst>
          <pc:docMk/>
          <pc:sldMk cId="4212027723" sldId="431"/>
        </pc:sldMkLst>
      </pc:sldChg>
      <pc:sldChg chg="addSp modSp mod">
        <pc:chgData name="진옥화" userId="20b55f0b-5a9b-4958-9543-f5cbd24a6a07" providerId="ADAL" clId="{BA8F30EA-6592-44BE-A926-DECB854D209D}" dt="2024-10-14T10:25:40.472" v="494" actId="1076"/>
        <pc:sldMkLst>
          <pc:docMk/>
          <pc:sldMk cId="48844245" sldId="432"/>
        </pc:sldMkLst>
      </pc:sldChg>
      <pc:sldChg chg="addSp modSp mod">
        <pc:chgData name="진옥화" userId="20b55f0b-5a9b-4958-9543-f5cbd24a6a07" providerId="ADAL" clId="{BA8F30EA-6592-44BE-A926-DECB854D209D}" dt="2024-10-14T10:25:29.093" v="491" actId="1076"/>
        <pc:sldMkLst>
          <pc:docMk/>
          <pc:sldMk cId="3183387652" sldId="433"/>
        </pc:sldMkLst>
      </pc:sldChg>
      <pc:sldChg chg="addSp modSp mod">
        <pc:chgData name="진옥화" userId="20b55f0b-5a9b-4958-9543-f5cbd24a6a07" providerId="ADAL" clId="{BA8F30EA-6592-44BE-A926-DECB854D209D}" dt="2024-10-14T10:25:17.337" v="488" actId="1076"/>
        <pc:sldMkLst>
          <pc:docMk/>
          <pc:sldMk cId="171975420" sldId="434"/>
        </pc:sldMkLst>
      </pc:sldChg>
      <pc:sldChg chg="addSp modSp mod">
        <pc:chgData name="진옥화" userId="20b55f0b-5a9b-4958-9543-f5cbd24a6a07" providerId="ADAL" clId="{BA8F30EA-6592-44BE-A926-DECB854D209D}" dt="2024-10-14T10:25:04.930" v="485" actId="1076"/>
        <pc:sldMkLst>
          <pc:docMk/>
          <pc:sldMk cId="2852878160" sldId="435"/>
        </pc:sldMkLst>
      </pc:sldChg>
      <pc:sldChg chg="addSp modSp mod">
        <pc:chgData name="진옥화" userId="20b55f0b-5a9b-4958-9543-f5cbd24a6a07" providerId="ADAL" clId="{BA8F30EA-6592-44BE-A926-DECB854D209D}" dt="2024-10-14T10:24:54.287" v="482" actId="1076"/>
        <pc:sldMkLst>
          <pc:docMk/>
          <pc:sldMk cId="409119587" sldId="436"/>
        </pc:sldMkLst>
      </pc:sldChg>
      <pc:sldChg chg="addSp modSp mod">
        <pc:chgData name="진옥화" userId="20b55f0b-5a9b-4958-9543-f5cbd24a6a07" providerId="ADAL" clId="{BA8F30EA-6592-44BE-A926-DECB854D209D}" dt="2024-10-14T10:27:31.262" v="521" actId="1076"/>
        <pc:sldMkLst>
          <pc:docMk/>
          <pc:sldMk cId="887818700" sldId="437"/>
        </pc:sldMkLst>
      </pc:sldChg>
      <pc:sldChg chg="addSp modSp mod">
        <pc:chgData name="진옥화" userId="20b55f0b-5a9b-4958-9543-f5cbd24a6a07" providerId="ADAL" clId="{BA8F30EA-6592-44BE-A926-DECB854D209D}" dt="2024-10-14T10:27:28.603" v="520" actId="1076"/>
        <pc:sldMkLst>
          <pc:docMk/>
          <pc:sldMk cId="1696219395" sldId="438"/>
        </pc:sldMkLst>
      </pc:sldChg>
      <pc:sldChg chg="addSp modSp mod">
        <pc:chgData name="진옥화" userId="20b55f0b-5a9b-4958-9543-f5cbd24a6a07" providerId="ADAL" clId="{BA8F30EA-6592-44BE-A926-DECB854D209D}" dt="2024-10-14T10:27:21.181" v="518" actId="1076"/>
        <pc:sldMkLst>
          <pc:docMk/>
          <pc:sldMk cId="1419601614" sldId="439"/>
        </pc:sldMkLst>
      </pc:sldChg>
      <pc:sldChg chg="addSp modSp mod">
        <pc:chgData name="진옥화" userId="20b55f0b-5a9b-4958-9543-f5cbd24a6a07" providerId="ADAL" clId="{BA8F30EA-6592-44BE-A926-DECB854D209D}" dt="2024-10-14T10:27:18.084" v="517" actId="1076"/>
        <pc:sldMkLst>
          <pc:docMk/>
          <pc:sldMk cId="1539943283" sldId="440"/>
        </pc:sldMkLst>
      </pc:sldChg>
      <pc:sldChg chg="addSp modSp mod">
        <pc:chgData name="진옥화" userId="20b55f0b-5a9b-4958-9543-f5cbd24a6a07" providerId="ADAL" clId="{BA8F30EA-6592-44BE-A926-DECB854D209D}" dt="2024-10-14T10:27:10.736" v="514" actId="1076"/>
        <pc:sldMkLst>
          <pc:docMk/>
          <pc:sldMk cId="561883716" sldId="441"/>
        </pc:sldMkLst>
      </pc:sldChg>
      <pc:sldChg chg="addSp modSp mod">
        <pc:chgData name="진옥화" userId="20b55f0b-5a9b-4958-9543-f5cbd24a6a07" providerId="ADAL" clId="{BA8F30EA-6592-44BE-A926-DECB854D209D}" dt="2024-10-14T10:27:06.762" v="513" actId="1076"/>
        <pc:sldMkLst>
          <pc:docMk/>
          <pc:sldMk cId="1541604112" sldId="442"/>
        </pc:sldMkLst>
      </pc:sldChg>
      <pc:sldChg chg="addSp modSp mod">
        <pc:chgData name="진옥화" userId="20b55f0b-5a9b-4958-9543-f5cbd24a6a07" providerId="ADAL" clId="{BA8F30EA-6592-44BE-A926-DECB854D209D}" dt="2024-10-14T10:26:59.794" v="511" actId="1076"/>
        <pc:sldMkLst>
          <pc:docMk/>
          <pc:sldMk cId="3166328343" sldId="443"/>
        </pc:sldMkLst>
      </pc:sldChg>
      <pc:sldChg chg="addSp modSp mod">
        <pc:chgData name="진옥화" userId="20b55f0b-5a9b-4958-9543-f5cbd24a6a07" providerId="ADAL" clId="{BA8F30EA-6592-44BE-A926-DECB854D209D}" dt="2024-10-14T10:26:55.472" v="510" actId="1076"/>
        <pc:sldMkLst>
          <pc:docMk/>
          <pc:sldMk cId="74377510" sldId="444"/>
        </pc:sldMkLst>
      </pc:sldChg>
      <pc:sldChg chg="addSp modSp mod">
        <pc:chgData name="진옥화" userId="20b55f0b-5a9b-4958-9543-f5cbd24a6a07" providerId="ADAL" clId="{BA8F30EA-6592-44BE-A926-DECB854D209D}" dt="2024-10-14T10:26:46.424" v="508" actId="1076"/>
        <pc:sldMkLst>
          <pc:docMk/>
          <pc:sldMk cId="234388808" sldId="445"/>
        </pc:sldMkLst>
      </pc:sldChg>
      <pc:sldChg chg="addSp modSp mod">
        <pc:chgData name="진옥화" userId="20b55f0b-5a9b-4958-9543-f5cbd24a6a07" providerId="ADAL" clId="{BA8F30EA-6592-44BE-A926-DECB854D209D}" dt="2024-10-14T10:26:42.498" v="507" actId="1076"/>
        <pc:sldMkLst>
          <pc:docMk/>
          <pc:sldMk cId="3822140049" sldId="446"/>
        </pc:sldMkLst>
      </pc:sldChg>
      <pc:sldChg chg="addSp modSp mod">
        <pc:chgData name="진옥화" userId="20b55f0b-5a9b-4958-9543-f5cbd24a6a07" providerId="ADAL" clId="{BA8F30EA-6592-44BE-A926-DECB854D209D}" dt="2024-10-14T10:26:32.531" v="505" actId="1076"/>
        <pc:sldMkLst>
          <pc:docMk/>
          <pc:sldMk cId="3564705792" sldId="447"/>
        </pc:sldMkLst>
      </pc:sldChg>
      <pc:sldChg chg="addSp modSp mod">
        <pc:chgData name="진옥화" userId="20b55f0b-5a9b-4958-9543-f5cbd24a6a07" providerId="ADAL" clId="{BA8F30EA-6592-44BE-A926-DECB854D209D}" dt="2024-10-14T10:26:28.569" v="504" actId="1076"/>
        <pc:sldMkLst>
          <pc:docMk/>
          <pc:sldMk cId="674728885" sldId="448"/>
        </pc:sldMkLst>
      </pc:sldChg>
      <pc:sldChg chg="addSp modSp mod">
        <pc:chgData name="진옥화" userId="20b55f0b-5a9b-4958-9543-f5cbd24a6a07" providerId="ADAL" clId="{BA8F30EA-6592-44BE-A926-DECB854D209D}" dt="2024-10-14T10:26:21.825" v="503" actId="1076"/>
        <pc:sldMkLst>
          <pc:docMk/>
          <pc:sldMk cId="1473286013" sldId="449"/>
        </pc:sldMkLst>
      </pc:sldChg>
      <pc:sldChg chg="addSp modSp mod">
        <pc:chgData name="진옥화" userId="20b55f0b-5a9b-4958-9543-f5cbd24a6a07" providerId="ADAL" clId="{BA8F30EA-6592-44BE-A926-DECB854D209D}" dt="2024-10-14T10:26:12.638" v="501" actId="1076"/>
        <pc:sldMkLst>
          <pc:docMk/>
          <pc:sldMk cId="2234172482" sldId="450"/>
        </pc:sldMkLst>
      </pc:sldChg>
      <pc:sldChg chg="addSp modSp mod">
        <pc:chgData name="진옥화" userId="20b55f0b-5a9b-4958-9543-f5cbd24a6a07" providerId="ADAL" clId="{BA8F30EA-6592-44BE-A926-DECB854D209D}" dt="2024-10-14T10:26:03.818" v="499" actId="1076"/>
        <pc:sldMkLst>
          <pc:docMk/>
          <pc:sldMk cId="3011284771" sldId="451"/>
        </pc:sldMkLst>
      </pc:sldChg>
      <pc:sldChg chg="addSp modSp mod">
        <pc:chgData name="진옥화" userId="20b55f0b-5a9b-4958-9543-f5cbd24a6a07" providerId="ADAL" clId="{BA8F30EA-6592-44BE-A926-DECB854D209D}" dt="2024-10-14T10:25:59.173" v="498" actId="1076"/>
        <pc:sldMkLst>
          <pc:docMk/>
          <pc:sldMk cId="3976851514" sldId="452"/>
        </pc:sldMkLst>
      </pc:sldChg>
      <pc:sldChg chg="addSp modSp mod">
        <pc:chgData name="진옥화" userId="20b55f0b-5a9b-4958-9543-f5cbd24a6a07" providerId="ADAL" clId="{BA8F30EA-6592-44BE-A926-DECB854D209D}" dt="2024-10-14T10:25:48.691" v="496" actId="1076"/>
        <pc:sldMkLst>
          <pc:docMk/>
          <pc:sldMk cId="923340044" sldId="453"/>
        </pc:sldMkLst>
      </pc:sldChg>
      <pc:sldChg chg="addSp modSp mod">
        <pc:chgData name="진옥화" userId="20b55f0b-5a9b-4958-9543-f5cbd24a6a07" providerId="ADAL" clId="{BA8F30EA-6592-44BE-A926-DECB854D209D}" dt="2024-10-14T10:25:45.562" v="495" actId="1076"/>
        <pc:sldMkLst>
          <pc:docMk/>
          <pc:sldMk cId="1382487411" sldId="454"/>
        </pc:sldMkLst>
      </pc:sldChg>
      <pc:sldChg chg="addSp modSp mod">
        <pc:chgData name="진옥화" userId="20b55f0b-5a9b-4958-9543-f5cbd24a6a07" providerId="ADAL" clId="{BA8F30EA-6592-44BE-A926-DECB854D209D}" dt="2024-10-14T10:25:37.194" v="493" actId="1076"/>
        <pc:sldMkLst>
          <pc:docMk/>
          <pc:sldMk cId="2323143167" sldId="455"/>
        </pc:sldMkLst>
      </pc:sldChg>
      <pc:sldChg chg="addSp modSp mod">
        <pc:chgData name="진옥화" userId="20b55f0b-5a9b-4958-9543-f5cbd24a6a07" providerId="ADAL" clId="{BA8F30EA-6592-44BE-A926-DECB854D209D}" dt="2024-10-14T10:25:33.401" v="492" actId="1076"/>
        <pc:sldMkLst>
          <pc:docMk/>
          <pc:sldMk cId="3420319831" sldId="456"/>
        </pc:sldMkLst>
      </pc:sldChg>
      <pc:sldChg chg="addSp modSp mod">
        <pc:chgData name="진옥화" userId="20b55f0b-5a9b-4958-9543-f5cbd24a6a07" providerId="ADAL" clId="{BA8F30EA-6592-44BE-A926-DECB854D209D}" dt="2024-10-14T10:25:25.386" v="490" actId="1076"/>
        <pc:sldMkLst>
          <pc:docMk/>
          <pc:sldMk cId="1528526732" sldId="457"/>
        </pc:sldMkLst>
      </pc:sldChg>
      <pc:sldChg chg="addSp modSp mod">
        <pc:chgData name="진옥화" userId="20b55f0b-5a9b-4958-9543-f5cbd24a6a07" providerId="ADAL" clId="{BA8F30EA-6592-44BE-A926-DECB854D209D}" dt="2024-10-14T10:25:21.293" v="489" actId="1076"/>
        <pc:sldMkLst>
          <pc:docMk/>
          <pc:sldMk cId="1772899805" sldId="458"/>
        </pc:sldMkLst>
      </pc:sldChg>
      <pc:sldChg chg="addSp modSp mod">
        <pc:chgData name="진옥화" userId="20b55f0b-5a9b-4958-9543-f5cbd24a6a07" providerId="ADAL" clId="{BA8F30EA-6592-44BE-A926-DECB854D209D}" dt="2024-10-14T10:25:12.481" v="487" actId="1076"/>
        <pc:sldMkLst>
          <pc:docMk/>
          <pc:sldMk cId="2777373197" sldId="459"/>
        </pc:sldMkLst>
      </pc:sldChg>
      <pc:sldChg chg="addSp modSp mod">
        <pc:chgData name="진옥화" userId="20b55f0b-5a9b-4958-9543-f5cbd24a6a07" providerId="ADAL" clId="{BA8F30EA-6592-44BE-A926-DECB854D209D}" dt="2024-10-14T10:25:07.934" v="486" actId="1076"/>
        <pc:sldMkLst>
          <pc:docMk/>
          <pc:sldMk cId="1237377589" sldId="460"/>
        </pc:sldMkLst>
      </pc:sldChg>
      <pc:sldChg chg="addSp modSp mod">
        <pc:chgData name="진옥화" userId="20b55f0b-5a9b-4958-9543-f5cbd24a6a07" providerId="ADAL" clId="{BA8F30EA-6592-44BE-A926-DECB854D209D}" dt="2024-10-14T10:25:00.906" v="484" actId="1076"/>
        <pc:sldMkLst>
          <pc:docMk/>
          <pc:sldMk cId="23721808" sldId="461"/>
        </pc:sldMkLst>
      </pc:sldChg>
      <pc:sldChg chg="addSp modSp mod">
        <pc:chgData name="진옥화" userId="20b55f0b-5a9b-4958-9543-f5cbd24a6a07" providerId="ADAL" clId="{BA8F30EA-6592-44BE-A926-DECB854D209D}" dt="2024-10-14T10:24:57.280" v="483" actId="1076"/>
        <pc:sldMkLst>
          <pc:docMk/>
          <pc:sldMk cId="1746516963" sldId="462"/>
        </pc:sldMkLst>
      </pc:sldChg>
      <pc:sldChg chg="addSp modSp mod">
        <pc:chgData name="진옥화" userId="20b55f0b-5a9b-4958-9543-f5cbd24a6a07" providerId="ADAL" clId="{BA8F30EA-6592-44BE-A926-DECB854D209D}" dt="2024-10-14T10:24:50.594" v="481" actId="1076"/>
        <pc:sldMkLst>
          <pc:docMk/>
          <pc:sldMk cId="4275841427" sldId="463"/>
        </pc:sldMkLst>
      </pc:sldChg>
      <pc:sldChg chg="addSp modSp mod">
        <pc:chgData name="진옥화" userId="20b55f0b-5a9b-4958-9543-f5cbd24a6a07" providerId="ADAL" clId="{BA8F30EA-6592-44BE-A926-DECB854D209D}" dt="2024-10-14T10:24:44.661" v="480" actId="1076"/>
        <pc:sldMkLst>
          <pc:docMk/>
          <pc:sldMk cId="1508446139" sldId="464"/>
        </pc:sldMkLst>
      </pc:sldChg>
    </pc:docChg>
  </pc:docChgLst>
  <pc:docChgLst>
    <pc:chgData name="김병욱" userId="ce2315ba-dfc8-46e4-b6a1-9910caa687ba" providerId="ADAL" clId="{40C47EC7-5D94-4B65-9227-A6177AFF5B81}"/>
    <pc:docChg chg="modSld">
      <pc:chgData name="김병욱" userId="ce2315ba-dfc8-46e4-b6a1-9910caa687ba" providerId="ADAL" clId="{40C47EC7-5D94-4B65-9227-A6177AFF5B81}" dt="2024-12-02T00:38:08.463" v="11" actId="14100"/>
      <pc:docMkLst>
        <pc:docMk/>
      </pc:docMkLst>
      <pc:sldChg chg="addSp modSp mod">
        <pc:chgData name="김병욱" userId="ce2315ba-dfc8-46e4-b6a1-9910caa687ba" providerId="ADAL" clId="{40C47EC7-5D94-4B65-9227-A6177AFF5B81}" dt="2024-12-02T00:38:08.463" v="11" actId="14100"/>
        <pc:sldMkLst>
          <pc:docMk/>
          <pc:sldMk cId="1248897227" sldId="474"/>
        </pc:sldMkLst>
        <pc:spChg chg="add mod">
          <ac:chgData name="김병욱" userId="ce2315ba-dfc8-46e4-b6a1-9910caa687ba" providerId="ADAL" clId="{40C47EC7-5D94-4B65-9227-A6177AFF5B81}" dt="2024-12-02T00:32:54.203" v="9" actId="1076"/>
          <ac:spMkLst>
            <pc:docMk/>
            <pc:sldMk cId="1248897227" sldId="474"/>
            <ac:spMk id="2" creationId="{D3C710D5-9606-C3CE-843B-3D2AEE2B896E}"/>
          </ac:spMkLst>
        </pc:spChg>
        <pc:cxnChg chg="add mod">
          <ac:chgData name="김병욱" userId="ce2315ba-dfc8-46e4-b6a1-9910caa687ba" providerId="ADAL" clId="{40C47EC7-5D94-4B65-9227-A6177AFF5B81}" dt="2024-12-02T00:38:08.463" v="11" actId="14100"/>
          <ac:cxnSpMkLst>
            <pc:docMk/>
            <pc:sldMk cId="1248897227" sldId="474"/>
            <ac:cxnSpMk id="4" creationId="{CB6B67FE-90CD-9554-690D-2ECAF6A7593E}"/>
          </ac:cxnSpMkLst>
        </pc:cxnChg>
      </pc:sldChg>
    </pc:docChg>
  </pc:docChgLst>
  <pc:docChgLst>
    <pc:chgData name="위서현" userId="b2c7588e-daca-4ee1-8815-1178a8d7188e" providerId="ADAL" clId="{5B8DD798-E7C3-4C53-929B-C6390A1EAFCA}"/>
    <pc:docChg chg="undo custSel modSld">
      <pc:chgData name="위서현" userId="b2c7588e-daca-4ee1-8815-1178a8d7188e" providerId="ADAL" clId="{5B8DD798-E7C3-4C53-929B-C6390A1EAFCA}" dt="2024-11-01T02:14:06.527" v="9" actId="14100"/>
      <pc:docMkLst>
        <pc:docMk/>
      </pc:docMkLst>
      <pc:sldChg chg="modSp mod">
        <pc:chgData name="위서현" userId="b2c7588e-daca-4ee1-8815-1178a8d7188e" providerId="ADAL" clId="{5B8DD798-E7C3-4C53-929B-C6390A1EAFCA}" dt="2024-11-01T02:14:06.527" v="9" actId="14100"/>
        <pc:sldMkLst>
          <pc:docMk/>
          <pc:sldMk cId="3597415936" sldId="481"/>
        </pc:sldMkLst>
      </pc:sldChg>
    </pc:docChg>
  </pc:docChgLst>
  <pc:docChgLst>
    <pc:chgData name="오해연" userId="7017ba34-ed94-438e-aca3-3e421a4d55c7" providerId="ADAL" clId="{460738E4-8269-4635-8C48-75FD1E199D4C}"/>
    <pc:docChg chg="custSel addSld modSld modSection">
      <pc:chgData name="오해연" userId="7017ba34-ed94-438e-aca3-3e421a4d55c7" providerId="ADAL" clId="{460738E4-8269-4635-8C48-75FD1E199D4C}" dt="2024-11-08T05:01:36.633" v="33"/>
      <pc:docMkLst>
        <pc:docMk/>
      </pc:docMkLst>
      <pc:sldChg chg="addSp delSp modSp new mod">
        <pc:chgData name="오해연" userId="7017ba34-ed94-438e-aca3-3e421a4d55c7" providerId="ADAL" clId="{460738E4-8269-4635-8C48-75FD1E199D4C}" dt="2024-11-08T05:01:36.633" v="33"/>
        <pc:sldMkLst>
          <pc:docMk/>
          <pc:sldMk cId="1303424722" sldId="485"/>
        </pc:sldMkLst>
      </pc:sldChg>
    </pc:docChg>
  </pc:docChgLst>
  <pc:docChgLst>
    <pc:chgData name="최은화" userId="d3e0d903-6910-4bd6-8c57-6ff8e7bf74c3" providerId="ADAL" clId="{25E4D5FE-99EF-43EB-9E2F-D976488289DE}"/>
    <pc:docChg chg="modSld">
      <pc:chgData name="최은화" userId="d3e0d903-6910-4bd6-8c57-6ff8e7bf74c3" providerId="ADAL" clId="{25E4D5FE-99EF-43EB-9E2F-D976488289DE}" dt="2024-12-11T01:18:25.033" v="1" actId="1076"/>
      <pc:docMkLst>
        <pc:docMk/>
      </pc:docMkLst>
      <pc:sldChg chg="modSp mod">
        <pc:chgData name="최은화" userId="d3e0d903-6910-4bd6-8c57-6ff8e7bf74c3" providerId="ADAL" clId="{25E4D5FE-99EF-43EB-9E2F-D976488289DE}" dt="2024-12-11T01:18:25.033" v="1" actId="1076"/>
        <pc:sldMkLst>
          <pc:docMk/>
          <pc:sldMk cId="1698160984" sldId="465"/>
        </pc:sldMkLst>
        <pc:picChg chg="mod">
          <ac:chgData name="최은화" userId="d3e0d903-6910-4bd6-8c57-6ff8e7bf74c3" providerId="ADAL" clId="{25E4D5FE-99EF-43EB-9E2F-D976488289DE}" dt="2024-12-11T01:18:25.033" v="1" actId="1076"/>
          <ac:picMkLst>
            <pc:docMk/>
            <pc:sldMk cId="1698160984" sldId="465"/>
            <ac:picMk id="5" creationId="{764DFC4C-444B-F410-4BDA-157CF23E53AC}"/>
          </ac:picMkLst>
        </pc:picChg>
      </pc:sldChg>
    </pc:docChg>
  </pc:docChgLst>
  <pc:docChgLst>
    <pc:chgData name="박미화_Y" userId="38f93cd7-6593-4fe2-9589-972eca35f8af" providerId="ADAL" clId="{10607A86-1A7A-433F-8453-C1081706742D}"/>
    <pc:docChg chg="undo custSel modSld">
      <pc:chgData name="박미화_Y" userId="38f93cd7-6593-4fe2-9589-972eca35f8af" providerId="ADAL" clId="{10607A86-1A7A-433F-8453-C1081706742D}" dt="2024-10-23T06:41:47.893" v="7" actId="14100"/>
      <pc:docMkLst>
        <pc:docMk/>
      </pc:docMkLst>
      <pc:sldChg chg="modSp mod">
        <pc:chgData name="박미화_Y" userId="38f93cd7-6593-4fe2-9589-972eca35f8af" providerId="ADAL" clId="{10607A86-1A7A-433F-8453-C1081706742D}" dt="2024-10-23T06:41:47.893" v="7" actId="14100"/>
        <pc:sldMkLst>
          <pc:docMk/>
          <pc:sldMk cId="1698160984" sldId="465"/>
        </pc:sldMkLst>
      </pc:sldChg>
    </pc:docChg>
  </pc:docChgLst>
  <pc:docChgLst>
    <pc:chgData name="박미화_Y" userId="38f93cd7-6593-4fe2-9589-972eca35f8af" providerId="ADAL" clId="{79DCD510-B2DD-4839-9E8A-1F02E0297D59}"/>
    <pc:docChg chg="undo custSel modSld">
      <pc:chgData name="박미화_Y" userId="38f93cd7-6593-4fe2-9589-972eca35f8af" providerId="ADAL" clId="{79DCD510-B2DD-4839-9E8A-1F02E0297D59}" dt="2024-12-04T08:11:00.301" v="1" actId="14100"/>
      <pc:docMkLst>
        <pc:docMk/>
      </pc:docMkLst>
      <pc:sldChg chg="modSp mod">
        <pc:chgData name="박미화_Y" userId="38f93cd7-6593-4fe2-9589-972eca35f8af" providerId="ADAL" clId="{79DCD510-B2DD-4839-9E8A-1F02E0297D59}" dt="2024-12-04T08:11:00.301" v="1" actId="14100"/>
        <pc:sldMkLst>
          <pc:docMk/>
          <pc:sldMk cId="2763788930" sldId="483"/>
        </pc:sldMkLst>
        <pc:picChg chg="mod">
          <ac:chgData name="박미화_Y" userId="38f93cd7-6593-4fe2-9589-972eca35f8af" providerId="ADAL" clId="{79DCD510-B2DD-4839-9E8A-1F02E0297D59}" dt="2024-12-04T08:11:00.301" v="1" actId="14100"/>
          <ac:picMkLst>
            <pc:docMk/>
            <pc:sldMk cId="2763788930" sldId="483"/>
            <ac:picMk id="11" creationId="{68ACA143-1DEC-5376-4707-F14E129B4721}"/>
          </ac:picMkLst>
        </pc:picChg>
      </pc:sldChg>
    </pc:docChg>
  </pc:docChgLst>
  <pc:docChgLst>
    <pc:chgData name="김병욱" userId="ce2315ba-dfc8-46e4-b6a1-9910caa687ba" providerId="ADAL" clId="{CBF44E21-148E-40EF-934A-30D655EA882F}"/>
    <pc:docChg chg="undo custSel addSld modSld sldOrd modSection">
      <pc:chgData name="김병욱" userId="ce2315ba-dfc8-46e4-b6a1-9910caa687ba" providerId="ADAL" clId="{CBF44E21-148E-40EF-934A-30D655EA882F}" dt="2024-10-28T09:19:48.080" v="597" actId="1076"/>
      <pc:docMkLst>
        <pc:docMk/>
      </pc:docMkLst>
      <pc:sldChg chg="addSp modSp">
        <pc:chgData name="김병욱" userId="ce2315ba-dfc8-46e4-b6a1-9910caa687ba" providerId="ADAL" clId="{CBF44E21-148E-40EF-934A-30D655EA882F}" dt="2024-10-28T00:47:58.480" v="233"/>
        <pc:sldMkLst>
          <pc:docMk/>
          <pc:sldMk cId="3435535342" sldId="424"/>
        </pc:sldMkLst>
      </pc:sldChg>
      <pc:sldChg chg="addSp modSp">
        <pc:chgData name="김병욱" userId="ce2315ba-dfc8-46e4-b6a1-9910caa687ba" providerId="ADAL" clId="{CBF44E21-148E-40EF-934A-30D655EA882F}" dt="2024-10-25T07:40:29.159" v="2"/>
        <pc:sldMkLst>
          <pc:docMk/>
          <pc:sldMk cId="300161688" sldId="426"/>
        </pc:sldMkLst>
      </pc:sldChg>
      <pc:sldChg chg="addSp modSp">
        <pc:chgData name="김병욱" userId="ce2315ba-dfc8-46e4-b6a1-9910caa687ba" providerId="ADAL" clId="{CBF44E21-148E-40EF-934A-30D655EA882F}" dt="2024-10-28T00:47:57.277" v="232"/>
        <pc:sldMkLst>
          <pc:docMk/>
          <pc:sldMk cId="1419601614" sldId="439"/>
        </pc:sldMkLst>
      </pc:sldChg>
      <pc:sldChg chg="addSp modSp mod">
        <pc:chgData name="김병욱" userId="ce2315ba-dfc8-46e4-b6a1-9910caa687ba" providerId="ADAL" clId="{CBF44E21-148E-40EF-934A-30D655EA882F}" dt="2024-10-28T00:47:49.248" v="231" actId="20577"/>
        <pc:sldMkLst>
          <pc:docMk/>
          <pc:sldMk cId="1539943283" sldId="440"/>
        </pc:sldMkLst>
      </pc:sldChg>
      <pc:sldChg chg="addSp modSp">
        <pc:chgData name="김병욱" userId="ce2315ba-dfc8-46e4-b6a1-9910caa687ba" providerId="ADAL" clId="{CBF44E21-148E-40EF-934A-30D655EA882F}" dt="2024-10-25T07:40:27.891" v="1"/>
        <pc:sldMkLst>
          <pc:docMk/>
          <pc:sldMk cId="3166328343" sldId="443"/>
        </pc:sldMkLst>
      </pc:sldChg>
      <pc:sldChg chg="addSp modSp">
        <pc:chgData name="김병욱" userId="ce2315ba-dfc8-46e4-b6a1-9910caa687ba" providerId="ADAL" clId="{CBF44E21-148E-40EF-934A-30D655EA882F}" dt="2024-10-25T07:40:24.304" v="0"/>
        <pc:sldMkLst>
          <pc:docMk/>
          <pc:sldMk cId="74377510" sldId="444"/>
        </pc:sldMkLst>
      </pc:sldChg>
      <pc:sldChg chg="ord">
        <pc:chgData name="김병욱" userId="ce2315ba-dfc8-46e4-b6a1-9910caa687ba" providerId="ADAL" clId="{CBF44E21-148E-40EF-934A-30D655EA882F}" dt="2024-10-28T09:16:47.135" v="462"/>
        <pc:sldMkLst>
          <pc:docMk/>
          <pc:sldMk cId="2999593253" sldId="466"/>
        </pc:sldMkLst>
      </pc:sldChg>
      <pc:sldChg chg="addSp delSp modSp new mod">
        <pc:chgData name="김병욱" userId="ce2315ba-dfc8-46e4-b6a1-9910caa687ba" providerId="ADAL" clId="{CBF44E21-148E-40EF-934A-30D655EA882F}" dt="2024-10-25T07:47:07.743" v="190" actId="1076"/>
        <pc:sldMkLst>
          <pc:docMk/>
          <pc:sldMk cId="1248897227" sldId="474"/>
        </pc:sldMkLst>
      </pc:sldChg>
      <pc:sldChg chg="addSp modSp add mod">
        <pc:chgData name="김병욱" userId="ce2315ba-dfc8-46e4-b6a1-9910caa687ba" providerId="ADAL" clId="{CBF44E21-148E-40EF-934A-30D655EA882F}" dt="2024-10-25T07:47:08.972" v="191"/>
        <pc:sldMkLst>
          <pc:docMk/>
          <pc:sldMk cId="1401251744" sldId="475"/>
        </pc:sldMkLst>
      </pc:sldChg>
      <pc:sldChg chg="addSp modSp add mod">
        <pc:chgData name="김병욱" userId="ce2315ba-dfc8-46e4-b6a1-9910caa687ba" providerId="ADAL" clId="{CBF44E21-148E-40EF-934A-30D655EA882F}" dt="2024-10-28T09:11:19.072" v="261" actId="207"/>
        <pc:sldMkLst>
          <pc:docMk/>
          <pc:sldMk cId="1603062262" sldId="476"/>
        </pc:sldMkLst>
      </pc:sldChg>
      <pc:sldChg chg="addSp modSp add mod">
        <pc:chgData name="김병욱" userId="ce2315ba-dfc8-46e4-b6a1-9910caa687ba" providerId="ADAL" clId="{CBF44E21-148E-40EF-934A-30D655EA882F}" dt="2024-10-25T07:47:11.696" v="193"/>
        <pc:sldMkLst>
          <pc:docMk/>
          <pc:sldMk cId="3479265564" sldId="477"/>
        </pc:sldMkLst>
      </pc:sldChg>
      <pc:sldChg chg="addSp modSp add mod">
        <pc:chgData name="김병욱" userId="ce2315ba-dfc8-46e4-b6a1-9910caa687ba" providerId="ADAL" clId="{CBF44E21-148E-40EF-934A-30D655EA882F}" dt="2024-10-25T07:47:13.094" v="194"/>
        <pc:sldMkLst>
          <pc:docMk/>
          <pc:sldMk cId="269544173" sldId="478"/>
        </pc:sldMkLst>
      </pc:sldChg>
      <pc:sldChg chg="addSp delSp modSp new mod">
        <pc:chgData name="김병욱" userId="ce2315ba-dfc8-46e4-b6a1-9910caa687ba" providerId="ADAL" clId="{CBF44E21-148E-40EF-934A-30D655EA882F}" dt="2024-10-28T09:14:29.733" v="334" actId="1076"/>
        <pc:sldMkLst>
          <pc:docMk/>
          <pc:sldMk cId="2474771908" sldId="479"/>
        </pc:sldMkLst>
      </pc:sldChg>
      <pc:sldChg chg="addSp modSp add mod">
        <pc:chgData name="김병욱" userId="ce2315ba-dfc8-46e4-b6a1-9910caa687ba" providerId="ADAL" clId="{CBF44E21-148E-40EF-934A-30D655EA882F}" dt="2024-10-28T09:14:55.826" v="355"/>
        <pc:sldMkLst>
          <pc:docMk/>
          <pc:sldMk cId="1693577003" sldId="480"/>
        </pc:sldMkLst>
      </pc:sldChg>
      <pc:sldChg chg="addSp modSp add mod">
        <pc:chgData name="김병욱" userId="ce2315ba-dfc8-46e4-b6a1-9910caa687ba" providerId="ADAL" clId="{CBF44E21-148E-40EF-934A-30D655EA882F}" dt="2024-10-28T09:15:22.888" v="376"/>
        <pc:sldMkLst>
          <pc:docMk/>
          <pc:sldMk cId="3597415936" sldId="481"/>
        </pc:sldMkLst>
      </pc:sldChg>
      <pc:sldChg chg="addSp modSp add mod">
        <pc:chgData name="김병욱" userId="ce2315ba-dfc8-46e4-b6a1-9910caa687ba" providerId="ADAL" clId="{CBF44E21-148E-40EF-934A-30D655EA882F}" dt="2024-10-28T09:16:36.247" v="458" actId="1076"/>
        <pc:sldMkLst>
          <pc:docMk/>
          <pc:sldMk cId="4012421500" sldId="482"/>
        </pc:sldMkLst>
      </pc:sldChg>
      <pc:sldChg chg="addSp delSp modSp new mod ord">
        <pc:chgData name="김병욱" userId="ce2315ba-dfc8-46e4-b6a1-9910caa687ba" providerId="ADAL" clId="{CBF44E21-148E-40EF-934A-30D655EA882F}" dt="2024-10-28T09:18:20.040" v="532" actId="1076"/>
        <pc:sldMkLst>
          <pc:docMk/>
          <pc:sldMk cId="2763788930" sldId="483"/>
        </pc:sldMkLst>
      </pc:sldChg>
      <pc:sldChg chg="addSp delSp modSp add mod">
        <pc:chgData name="김병욱" userId="ce2315ba-dfc8-46e4-b6a1-9910caa687ba" providerId="ADAL" clId="{CBF44E21-148E-40EF-934A-30D655EA882F}" dt="2024-10-28T09:19:48.080" v="597" actId="1076"/>
        <pc:sldMkLst>
          <pc:docMk/>
          <pc:sldMk cId="174739350" sldId="484"/>
        </pc:sldMkLst>
      </pc:sldChg>
    </pc:docChg>
  </pc:docChgLst>
  <pc:docChgLst>
    <pc:chgData name="김병욱" userId="ce2315ba-dfc8-46e4-b6a1-9910caa687ba" providerId="ADAL" clId="{7373719F-9B6E-49D3-B9E6-5A76C9D29AB8}"/>
    <pc:docChg chg="custSel addSld delSld modSld addSection delSection modSection">
      <pc:chgData name="김병욱" userId="ce2315ba-dfc8-46e4-b6a1-9910caa687ba" providerId="ADAL" clId="{7373719F-9B6E-49D3-B9E6-5A76C9D29AB8}" dt="2024-09-03T03:12:56.435" v="255" actId="47"/>
      <pc:docMkLst>
        <pc:docMk/>
      </pc:docMkLst>
      <pc:sldChg chg="addSp delSp modSp mod">
        <pc:chgData name="김병욱" userId="ce2315ba-dfc8-46e4-b6a1-9910caa687ba" providerId="ADAL" clId="{7373719F-9B6E-49D3-B9E6-5A76C9D29AB8}" dt="2024-08-09T09:21:57.544" v="245"/>
        <pc:sldMkLst>
          <pc:docMk/>
          <pc:sldMk cId="1183158221" sldId="404"/>
        </pc:sldMkLst>
      </pc:sldChg>
      <pc:sldChg chg="addSp delSp modSp mod">
        <pc:chgData name="김병욱" userId="ce2315ba-dfc8-46e4-b6a1-9910caa687ba" providerId="ADAL" clId="{7373719F-9B6E-49D3-B9E6-5A76C9D29AB8}" dt="2024-08-09T08:09:21.788" v="243"/>
        <pc:sldMkLst>
          <pc:docMk/>
          <pc:sldMk cId="3665709775" sldId="420"/>
        </pc:sldMkLst>
      </pc:sldChg>
      <pc:sldChg chg="modSp mod">
        <pc:chgData name="김병욱" userId="ce2315ba-dfc8-46e4-b6a1-9910caa687ba" providerId="ADAL" clId="{7373719F-9B6E-49D3-B9E6-5A76C9D29AB8}" dt="2024-08-09T08:08:26.034" v="239" actId="1038"/>
        <pc:sldMkLst>
          <pc:docMk/>
          <pc:sldMk cId="3828798220" sldId="421"/>
        </pc:sldMkLst>
      </pc:sldChg>
      <pc:sldChg chg="addSp delSp modSp mod">
        <pc:chgData name="김병욱" userId="ce2315ba-dfc8-46e4-b6a1-9910caa687ba" providerId="ADAL" clId="{7373719F-9B6E-49D3-B9E6-5A76C9D29AB8}" dt="2024-08-09T08:09:18.983" v="241"/>
        <pc:sldMkLst>
          <pc:docMk/>
          <pc:sldMk cId="1814470369" sldId="422"/>
        </pc:sldMkLst>
      </pc:sldChg>
      <pc:sldChg chg="addSp delSp modSp new del mod">
        <pc:chgData name="김병욱" userId="ce2315ba-dfc8-46e4-b6a1-9910caa687ba" providerId="ADAL" clId="{7373719F-9B6E-49D3-B9E6-5A76C9D29AB8}" dt="2024-09-03T03:12:56.435" v="255" actId="47"/>
        <pc:sldMkLst>
          <pc:docMk/>
          <pc:sldMk cId="3270180091" sldId="42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1BC60-84CE-471A-8396-C8FB440E2B50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B8791-B4AE-492C-982A-092AC6B1F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08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4132D-5CD9-D465-C510-459B7FDB5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DDD24-A952-4CBB-D865-971DBB515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B6EC4E-C9AE-693F-8CA7-2C0B8DA0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1B556-D710-6544-09A8-6649AC2A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C4D62-F90E-9AC4-5391-69ED7EF8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54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59494-CE0D-772A-F500-423740CC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C7BF5-EF0A-A762-1FBD-7E2EC24D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FCB01-B086-3520-5164-BE32B4D0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E3226-BE6A-BE74-9BD0-F4F5ACF8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1622E-5100-4B91-B4E6-A0D7F301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5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0331D-1CAF-B8BE-69AA-8DCC86EB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4044D0-955B-5AE3-4EB6-E274270E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CFB3F-EF0A-95EF-7392-105ED039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81434-14BA-8286-0BCA-03BA9D90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667D6-578A-B82E-4C2C-AF91F2F2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06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EB666-5793-B7D8-E829-179CE2B1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C7233-E8E0-374A-38FB-F46BFC900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78D50C-BE67-61F9-D3FB-07F3AF077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3CCEF-012C-8FED-CC68-2E1FA774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6F093B-9F81-AD2C-6CF7-8C903F33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638505-5117-059A-3009-7F1394FC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7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D3B1E-B3F1-C5BB-A2E8-2BA41AFA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972BC-436F-C744-DD4E-58BA81F8F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1EC42A-27B7-0E5E-2798-0D739C43B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2B7B30-ACC9-5337-78D2-EDC92E447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6D14B4-F5A5-4F31-D43F-573742C14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2B852-63E0-EB67-37A9-ED5F8EFE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8B91F2-E21F-07D1-A5AA-43F2D821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7B14BE-345A-6C28-B0E1-542B83C6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E795A-43BB-F166-8D27-FCD68B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B38B6A-8763-ED56-A657-6FEC1246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1B8EE3-1A3A-96BA-7855-8203D0CE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13528-DE5D-821D-635E-20889F16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68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4992FE-8DFC-FB3C-B553-69EE75EF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B9B948-D538-6EE7-EAA4-012F1C01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72F1B-B563-D843-1E58-963BAC8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1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FBAEC-4883-5453-C61E-24F36ABC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7C827-72CC-F3FB-9B95-74CA2EBB8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7CC8C4-D7F1-2FAA-F5DD-C131DE8AB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B4095-E2E7-4281-1B71-A3B1B107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FDBA51-0D4C-F789-2477-254AC68F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7E012-6B7D-7249-B174-4F6DC687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93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0A46F-4E95-47CE-6E1A-F5761718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3C94B0-CB9A-B40C-D2A8-1B0918301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EA6B3E-D67A-6FF8-E931-8BE9D419E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F33A5-E4E1-848F-48B5-9F50040F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FD7D7-5836-1225-DE02-AE17E828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B3E43-DA59-E513-E185-862A10A0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A2858-4E54-98D9-555C-D64B3C22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62B32-58C2-43D5-548E-7CACFF7A5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C1112-CC9B-920F-0C0A-21561ED8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A732D-FF7F-70E4-D9A6-F607BDE9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5F61F-B488-E251-2876-128E4801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CA5AA4-11B1-1E56-B08F-5455F299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F9748C-37F0-E3F1-DA39-A0CC6975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78FF8-4562-0FBE-7553-952AF895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82703-B494-8D9D-44CF-DA76AA30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7F568-B5AF-2A08-454F-1775CAA1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3842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4556DE-23F9-1367-598A-47D9BDB4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5D0BE-E00B-D40C-7F2B-1D59A88E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CCEF3-7D54-E862-B787-4D2F5AE9A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DB13-AF67-4518-B78E-BF50D1ACDC44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3C35C-5096-F814-77ED-79A8AC966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27289-7D16-FB21-0008-447BACB9E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38412-4E17-45F6-9628-6A4F010F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9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microsoft.com/office/2007/relationships/hdphoto" Target="../media/hdphoto1.wdp"/><Relationship Id="rId4" Type="http://schemas.openxmlformats.org/officeDocument/2006/relationships/image" Target="../media/image7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microsoft.com/office/2007/relationships/hdphoto" Target="../media/hdphoto1.wdp"/><Relationship Id="rId4" Type="http://schemas.openxmlformats.org/officeDocument/2006/relationships/image" Target="../media/image7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microsoft.com/office/2007/relationships/hdphoto" Target="../media/hdphoto1.wdp"/><Relationship Id="rId4" Type="http://schemas.openxmlformats.org/officeDocument/2006/relationships/image" Target="../media/image7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microsoft.com/office/2007/relationships/hdphoto" Target="../media/hdphoto2.wdp"/><Relationship Id="rId4" Type="http://schemas.openxmlformats.org/officeDocument/2006/relationships/image" Target="../media/image8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microsoft.com/office/2007/relationships/hdphoto" Target="../media/hdphoto2.wdp"/><Relationship Id="rId4" Type="http://schemas.openxmlformats.org/officeDocument/2006/relationships/image" Target="../media/image8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microsoft.com/office/2007/relationships/hdphoto" Target="../media/hdphoto2.wdp"/><Relationship Id="rId4" Type="http://schemas.openxmlformats.org/officeDocument/2006/relationships/image" Target="../media/image8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microsoft.com/office/2007/relationships/hdphoto" Target="../media/hdphoto3.wdp"/><Relationship Id="rId4" Type="http://schemas.openxmlformats.org/officeDocument/2006/relationships/image" Target="../media/image8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microsoft.com/office/2007/relationships/hdphoto" Target="../media/hdphoto3.wdp"/><Relationship Id="rId4" Type="http://schemas.openxmlformats.org/officeDocument/2006/relationships/image" Target="../media/image8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microsoft.com/office/2007/relationships/hdphoto" Target="../media/hdphoto3.wdp"/><Relationship Id="rId4" Type="http://schemas.openxmlformats.org/officeDocument/2006/relationships/image" Target="../media/image8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microsoft.com/office/2007/relationships/hdphoto" Target="../media/hdphoto4.wdp"/><Relationship Id="rId4" Type="http://schemas.openxmlformats.org/officeDocument/2006/relationships/image" Target="../media/image8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microsoft.com/office/2007/relationships/hdphoto" Target="../media/hdphoto4.wdp"/><Relationship Id="rId4" Type="http://schemas.openxmlformats.org/officeDocument/2006/relationships/image" Target="../media/image8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microsoft.com/office/2007/relationships/hdphoto" Target="../media/hdphoto4.wdp"/><Relationship Id="rId4" Type="http://schemas.openxmlformats.org/officeDocument/2006/relationships/image" Target="../media/image8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microsoft.com/office/2007/relationships/hdphoto" Target="../media/hdphoto5.wdp"/><Relationship Id="rId4" Type="http://schemas.openxmlformats.org/officeDocument/2006/relationships/image" Target="../media/image8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microsoft.com/office/2007/relationships/hdphoto" Target="../media/hdphoto5.wdp"/><Relationship Id="rId4" Type="http://schemas.openxmlformats.org/officeDocument/2006/relationships/image" Target="../media/image8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microsoft.com/office/2007/relationships/hdphoto" Target="../media/hdphoto5.wdp"/><Relationship Id="rId4" Type="http://schemas.openxmlformats.org/officeDocument/2006/relationships/image" Target="../media/image8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microsoft.com/office/2007/relationships/hdphoto" Target="../media/hdphoto6.wdp"/><Relationship Id="rId4" Type="http://schemas.openxmlformats.org/officeDocument/2006/relationships/image" Target="../media/image8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microsoft.com/office/2007/relationships/hdphoto" Target="../media/hdphoto6.wdp"/><Relationship Id="rId4" Type="http://schemas.openxmlformats.org/officeDocument/2006/relationships/image" Target="../media/image8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microsoft.com/office/2007/relationships/hdphoto" Target="../media/hdphoto6.wdp"/><Relationship Id="rId4" Type="http://schemas.openxmlformats.org/officeDocument/2006/relationships/image" Target="../media/image8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microsoft.com/office/2007/relationships/hdphoto" Target="../media/hdphoto7.wdp"/><Relationship Id="rId4" Type="http://schemas.openxmlformats.org/officeDocument/2006/relationships/image" Target="../media/image9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microsoft.com/office/2007/relationships/hdphoto" Target="../media/hdphoto7.wdp"/><Relationship Id="rId4" Type="http://schemas.openxmlformats.org/officeDocument/2006/relationships/image" Target="../media/image9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microsoft.com/office/2007/relationships/hdphoto" Target="../media/hdphoto7.wdp"/><Relationship Id="rId4" Type="http://schemas.openxmlformats.org/officeDocument/2006/relationships/image" Target="../media/image9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microsoft.com/office/2007/relationships/hdphoto" Target="../media/hdphoto8.wdp"/><Relationship Id="rId4" Type="http://schemas.openxmlformats.org/officeDocument/2006/relationships/image" Target="../media/image9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microsoft.com/office/2007/relationships/hdphoto" Target="../media/hdphoto8.wdp"/><Relationship Id="rId4" Type="http://schemas.openxmlformats.org/officeDocument/2006/relationships/image" Target="../media/image9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microsoft.com/office/2007/relationships/hdphoto" Target="../media/hdphoto8.wdp"/><Relationship Id="rId4" Type="http://schemas.openxmlformats.org/officeDocument/2006/relationships/image" Target="../media/image9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microsoft.com/office/2007/relationships/hdphoto" Target="../media/hdphoto9.wdp"/><Relationship Id="rId4" Type="http://schemas.openxmlformats.org/officeDocument/2006/relationships/image" Target="../media/image9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microsoft.com/office/2007/relationships/hdphoto" Target="../media/hdphoto9.wdp"/><Relationship Id="rId4" Type="http://schemas.openxmlformats.org/officeDocument/2006/relationships/image" Target="../media/image9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microsoft.com/office/2007/relationships/hdphoto" Target="../media/hdphoto9.wdp"/><Relationship Id="rId4" Type="http://schemas.openxmlformats.org/officeDocument/2006/relationships/image" Target="../media/image9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microsoft.com/office/2007/relationships/hdphoto" Target="../media/hdphoto10.wdp"/><Relationship Id="rId4" Type="http://schemas.openxmlformats.org/officeDocument/2006/relationships/image" Target="../media/image9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microsoft.com/office/2007/relationships/hdphoto" Target="../media/hdphoto10.wdp"/><Relationship Id="rId4" Type="http://schemas.openxmlformats.org/officeDocument/2006/relationships/image" Target="../media/image9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microsoft.com/office/2007/relationships/hdphoto" Target="../media/hdphoto10.wdp"/><Relationship Id="rId4" Type="http://schemas.openxmlformats.org/officeDocument/2006/relationships/image" Target="../media/image9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microsoft.com/office/2007/relationships/hdphoto" Target="../media/hdphoto11.wdp"/><Relationship Id="rId4" Type="http://schemas.openxmlformats.org/officeDocument/2006/relationships/image" Target="../media/image9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microsoft.com/office/2007/relationships/hdphoto" Target="../media/hdphoto11.wdp"/><Relationship Id="rId4" Type="http://schemas.openxmlformats.org/officeDocument/2006/relationships/image" Target="../media/image9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microsoft.com/office/2007/relationships/hdphoto" Target="../media/hdphoto11.wdp"/><Relationship Id="rId4" Type="http://schemas.openxmlformats.org/officeDocument/2006/relationships/image" Target="../media/image9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microsoft.com/office/2007/relationships/hdphoto" Target="../media/hdphoto12.wdp"/><Relationship Id="rId4" Type="http://schemas.openxmlformats.org/officeDocument/2006/relationships/image" Target="../media/image10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microsoft.com/office/2007/relationships/hdphoto" Target="../media/hdphoto12.wdp"/><Relationship Id="rId4" Type="http://schemas.openxmlformats.org/officeDocument/2006/relationships/image" Target="../media/image10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microsoft.com/office/2007/relationships/hdphoto" Target="../media/hdphoto12.wdp"/><Relationship Id="rId4" Type="http://schemas.openxmlformats.org/officeDocument/2006/relationships/image" Target="../media/image10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microsoft.com/office/2007/relationships/hdphoto" Target="../media/hdphoto13.wdp"/><Relationship Id="rId4" Type="http://schemas.openxmlformats.org/officeDocument/2006/relationships/image" Target="../media/image10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microsoft.com/office/2007/relationships/hdphoto" Target="../media/hdphoto13.wdp"/><Relationship Id="rId4" Type="http://schemas.openxmlformats.org/officeDocument/2006/relationships/image" Target="../media/image10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microsoft.com/office/2007/relationships/hdphoto" Target="../media/hdphoto13.wdp"/><Relationship Id="rId4" Type="http://schemas.openxmlformats.org/officeDocument/2006/relationships/image" Target="../media/image10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microsoft.com/office/2007/relationships/hdphoto" Target="../media/hdphoto14.wdp"/><Relationship Id="rId4" Type="http://schemas.openxmlformats.org/officeDocument/2006/relationships/image" Target="../media/image10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microsoft.com/office/2007/relationships/hdphoto" Target="../media/hdphoto14.wdp"/><Relationship Id="rId4" Type="http://schemas.openxmlformats.org/officeDocument/2006/relationships/image" Target="../media/image10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microsoft.com/office/2007/relationships/hdphoto" Target="../media/hdphoto14.wdp"/><Relationship Id="rId4" Type="http://schemas.openxmlformats.org/officeDocument/2006/relationships/image" Target="../media/image104.png"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직사각형, 스케치, 평면도, 디자인이(가) 표시된 사진&#10;&#10;자동 생성된 설명">
            <a:extLst>
              <a:ext uri="{FF2B5EF4-FFF2-40B4-BE49-F238E27FC236}">
                <a16:creationId xmlns:a16="http://schemas.microsoft.com/office/drawing/2014/main" id="{91C7ED1A-4186-63E3-FF87-51B424DB89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547" y="520330"/>
            <a:ext cx="7942906" cy="5817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2FC2DCE-0E0E-E49C-71F9-89E9DCF0EEFE}"/>
                  </a:ext>
                </a:extLst>
              </p:cNvPr>
              <p:cNvSpPr txBox="1"/>
              <p:nvPr/>
            </p:nvSpPr>
            <p:spPr>
              <a:xfrm>
                <a:off x="10795145" y="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2FC2DCE-0E0E-E49C-71F9-89E9DCF0E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145" y="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56EB09C-4F3C-6A4A-3FF0-F0ECEF7B3A87}"/>
              </a:ext>
            </a:extLst>
          </p:cNvPr>
          <p:cNvSpPr/>
          <p:nvPr/>
        </p:nvSpPr>
        <p:spPr>
          <a:xfrm rot="5400000">
            <a:off x="6499981" y="468806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D6B8F89-94B9-22D0-772C-A3D9F8A49870}"/>
              </a:ext>
            </a:extLst>
          </p:cNvPr>
          <p:cNvSpPr txBox="1"/>
          <p:nvPr/>
        </p:nvSpPr>
        <p:spPr>
          <a:xfrm>
            <a:off x="5797553" y="47824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B293B91-2854-1040-B7DC-F246151E12FF}"/>
              </a:ext>
            </a:extLst>
          </p:cNvPr>
          <p:cNvSpPr txBox="1"/>
          <p:nvPr/>
        </p:nvSpPr>
        <p:spPr>
          <a:xfrm>
            <a:off x="0" y="68545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2E976CC-91C7-1B7D-7559-76CCF8EBDAA3}"/>
              </a:ext>
            </a:extLst>
          </p:cNvPr>
          <p:cNvSpPr txBox="1"/>
          <p:nvPr/>
        </p:nvSpPr>
        <p:spPr>
          <a:xfrm>
            <a:off x="125392" y="40709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616AF36-3AF8-777F-B257-55112F0A4B19}"/>
              </a:ext>
            </a:extLst>
          </p:cNvPr>
          <p:cNvGrpSpPr/>
          <p:nvPr/>
        </p:nvGrpSpPr>
        <p:grpSpPr>
          <a:xfrm>
            <a:off x="5599619" y="3953527"/>
            <a:ext cx="98891" cy="1331233"/>
            <a:chOff x="4737834" y="4900127"/>
            <a:chExt cx="98891" cy="1331233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214C35C6-7A6E-513A-0EFC-8C6BA271DA7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C5EEB63D-483D-CFAE-D273-270CB7B25F2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AA498F99-6F28-AC98-3331-56C28737C83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2F857CA-2C15-C47F-5D12-0E4FA9CFC165}"/>
              </a:ext>
            </a:extLst>
          </p:cNvPr>
          <p:cNvGrpSpPr/>
          <p:nvPr/>
        </p:nvGrpSpPr>
        <p:grpSpPr>
          <a:xfrm>
            <a:off x="7511938" y="3949025"/>
            <a:ext cx="98891" cy="1331233"/>
            <a:chOff x="4737834" y="4900127"/>
            <a:chExt cx="98891" cy="1331233"/>
          </a:xfrm>
        </p:grpSpPr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1156DAE1-7338-9B8A-D5BE-B55A96944BA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A16F1EC9-BAFE-7CE2-402A-5EDA4290D7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571F372A-1BBA-1CAE-A0F2-D2CCF47E028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BBBA3CC-610B-2F63-F738-C48A1A83FED9}"/>
              </a:ext>
            </a:extLst>
          </p:cNvPr>
          <p:cNvSpPr/>
          <p:nvPr/>
        </p:nvSpPr>
        <p:spPr>
          <a:xfrm flipV="1">
            <a:off x="2711286" y="3110648"/>
            <a:ext cx="98384" cy="751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8B3A7A26-686E-858D-E0C2-2F9BD488F936}"/>
              </a:ext>
            </a:extLst>
          </p:cNvPr>
          <p:cNvSpPr/>
          <p:nvPr/>
        </p:nvSpPr>
        <p:spPr>
          <a:xfrm flipV="1">
            <a:off x="7689285" y="2470585"/>
            <a:ext cx="98384" cy="7332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A4A09F2-BE57-787A-656E-A7DA86D30576}"/>
              </a:ext>
            </a:extLst>
          </p:cNvPr>
          <p:cNvGrpSpPr/>
          <p:nvPr/>
        </p:nvGrpSpPr>
        <p:grpSpPr>
          <a:xfrm rot="5400000">
            <a:off x="4596800" y="3422818"/>
            <a:ext cx="98814" cy="711634"/>
            <a:chOff x="4737834" y="4900127"/>
            <a:chExt cx="98814" cy="711634"/>
          </a:xfrm>
        </p:grpSpPr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FEF0F209-296C-B907-E909-0DB5531568B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CE86BDDF-6F96-777C-1E99-FBE2C3DDF6F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FF2C714-D9FC-4BC8-E36E-553FFD8248AD}"/>
              </a:ext>
            </a:extLst>
          </p:cNvPr>
          <p:cNvSpPr/>
          <p:nvPr/>
        </p:nvSpPr>
        <p:spPr>
          <a:xfrm flipV="1">
            <a:off x="4453298" y="2358910"/>
            <a:ext cx="98385" cy="8486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1FAA703-5B5B-3162-AB04-05A6C6D908F8}"/>
              </a:ext>
            </a:extLst>
          </p:cNvPr>
          <p:cNvSpPr txBox="1"/>
          <p:nvPr/>
        </p:nvSpPr>
        <p:spPr>
          <a:xfrm>
            <a:off x="6386035" y="593374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A123BDA-0453-378A-041D-050810DDB6C8}"/>
              </a:ext>
            </a:extLst>
          </p:cNvPr>
          <p:cNvCxnSpPr>
            <a:cxnSpLocks/>
            <a:stCxn id="150" idx="0"/>
          </p:cNvCxnSpPr>
          <p:nvPr/>
        </p:nvCxnSpPr>
        <p:spPr>
          <a:xfrm flipH="1" flipV="1">
            <a:off x="6606116" y="5242045"/>
            <a:ext cx="1002369" cy="69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2B09193-9D09-0E13-FCDC-C49B81125790}"/>
              </a:ext>
            </a:extLst>
          </p:cNvPr>
          <p:cNvSpPr txBox="1"/>
          <p:nvPr/>
        </p:nvSpPr>
        <p:spPr>
          <a:xfrm>
            <a:off x="1869724" y="3304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6E2F0-C18E-857B-8912-535D81F1ACBF}"/>
              </a:ext>
            </a:extLst>
          </p:cNvPr>
          <p:cNvSpPr txBox="1"/>
          <p:nvPr/>
        </p:nvSpPr>
        <p:spPr>
          <a:xfrm>
            <a:off x="2167352" y="72141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1D7A2-DEB0-67BA-A0D8-3CCDF8C7F91D}"/>
              </a:ext>
            </a:extLst>
          </p:cNvPr>
          <p:cNvSpPr txBox="1"/>
          <p:nvPr/>
        </p:nvSpPr>
        <p:spPr>
          <a:xfrm>
            <a:off x="6458682" y="3939688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3402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7D12E-1A1B-8982-FC4D-2CA2479E8C70}"/>
              </a:ext>
            </a:extLst>
          </p:cNvPr>
          <p:cNvSpPr txBox="1"/>
          <p:nvPr/>
        </p:nvSpPr>
        <p:spPr>
          <a:xfrm rot="5400000">
            <a:off x="5995386" y="435021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2623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982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B33B-5977-47D7-481E-3BED1E2A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직사각형, 스케치, 평면도, 디자인이(가) 표시된 사진&#10;&#10;자동 생성된 설명">
            <a:extLst>
              <a:ext uri="{FF2B5EF4-FFF2-40B4-BE49-F238E27FC236}">
                <a16:creationId xmlns:a16="http://schemas.microsoft.com/office/drawing/2014/main" id="{BEC0E85A-ABD0-EA86-AAAC-826EFE0A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547" y="520330"/>
            <a:ext cx="7942906" cy="5817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3F69763-78F0-6BB4-2708-3E08534CE3E8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3F69763-78F0-6BB4-2708-3E08534C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0A1EB6C3-A635-B34C-0834-9DCE57DE9EAC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F15A296-F637-E8A0-F14B-6529B39EEDE6}"/>
              </a:ext>
            </a:extLst>
          </p:cNvPr>
          <p:cNvSpPr/>
          <p:nvPr/>
        </p:nvSpPr>
        <p:spPr>
          <a:xfrm>
            <a:off x="7726572" y="4908223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AE200E1-A822-2FD3-E04C-7757F3E366F1}"/>
              </a:ext>
            </a:extLst>
          </p:cNvPr>
          <p:cNvSpPr txBox="1"/>
          <p:nvPr/>
        </p:nvSpPr>
        <p:spPr>
          <a:xfrm>
            <a:off x="7965598" y="416866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4DBDF15-C40E-0D22-75D0-1B9FD5D69474}"/>
              </a:ext>
            </a:extLst>
          </p:cNvPr>
          <p:cNvSpPr/>
          <p:nvPr/>
        </p:nvSpPr>
        <p:spPr>
          <a:xfrm rot="5400000">
            <a:off x="6499981" y="468806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C5464FC-4C0B-20C1-D399-641D9C43CFD3}"/>
              </a:ext>
            </a:extLst>
          </p:cNvPr>
          <p:cNvSpPr/>
          <p:nvPr/>
        </p:nvSpPr>
        <p:spPr>
          <a:xfrm>
            <a:off x="5986832" y="399114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BE0318D-9EE5-8AA8-EB86-63125582A803}"/>
              </a:ext>
            </a:extLst>
          </p:cNvPr>
          <p:cNvSpPr/>
          <p:nvPr/>
        </p:nvSpPr>
        <p:spPr>
          <a:xfrm>
            <a:off x="6155769" y="414323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3AACE32-5217-4834-6370-BE7A21CF62FD}"/>
              </a:ext>
            </a:extLst>
          </p:cNvPr>
          <p:cNvSpPr txBox="1"/>
          <p:nvPr/>
        </p:nvSpPr>
        <p:spPr>
          <a:xfrm>
            <a:off x="5630365" y="35371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FB61B4D7-242F-C9B0-15D0-515556AE03AE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66FC419-513D-284C-E0EC-F65E38DC5FDC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DE22CF03-F68E-789B-C571-BF839FF75BB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99C5B42A-9981-1257-4D04-19EE3D61789A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4069C217-3F23-2C59-0D19-489EE7B2ABDE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타원 119">
                  <a:extLst>
                    <a:ext uri="{FF2B5EF4-FFF2-40B4-BE49-F238E27FC236}">
                      <a16:creationId xmlns:a16="http://schemas.microsoft.com/office/drawing/2014/main" id="{67F5E075-6CBE-CA44-C226-15DF1E3AD469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19341D5-64A1-5684-D4FB-9B8A1599B590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E3E53B6B-8478-5294-3992-8938EDDCC0E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9CE92C05-7F56-8B88-C9CA-6E011FD2EEDC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27AAE33E-CDC9-BD7F-66BA-74703DDD2190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59BCE69-DF40-1E95-BF86-FEE6CD599524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388706E-5FDB-6DD1-FE0A-0D3935C950A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F13B335-0BC8-876E-67C9-E7E1C7D27065}"/>
              </a:ext>
            </a:extLst>
          </p:cNvPr>
          <p:cNvGrpSpPr/>
          <p:nvPr/>
        </p:nvGrpSpPr>
        <p:grpSpPr>
          <a:xfrm>
            <a:off x="5599619" y="3953527"/>
            <a:ext cx="98891" cy="1331233"/>
            <a:chOff x="4737834" y="4900127"/>
            <a:chExt cx="98891" cy="1331233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64CF672C-A242-A71F-2694-2E3DE20EA19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938DE23B-6B93-B146-13E3-0804C6EFBBE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1B13EA37-DE3C-8D47-FF63-18FE37E738C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AF9AC3D-F36D-632E-7C33-3D6998BBF98A}"/>
              </a:ext>
            </a:extLst>
          </p:cNvPr>
          <p:cNvGrpSpPr/>
          <p:nvPr/>
        </p:nvGrpSpPr>
        <p:grpSpPr>
          <a:xfrm>
            <a:off x="7511938" y="3949025"/>
            <a:ext cx="98891" cy="1331233"/>
            <a:chOff x="4737834" y="4900127"/>
            <a:chExt cx="98891" cy="1331233"/>
          </a:xfrm>
        </p:grpSpPr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1A86A348-08BE-8AD5-3216-90EF4903C12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4AE8C9AA-05DD-358C-1985-F5A58D08523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94556E3-A3C0-F22D-B00C-528DF8A90AD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1627D05-1D1B-CD51-9381-BBD6E9F7B1D4}"/>
              </a:ext>
            </a:extLst>
          </p:cNvPr>
          <p:cNvGrpSpPr/>
          <p:nvPr/>
        </p:nvGrpSpPr>
        <p:grpSpPr>
          <a:xfrm>
            <a:off x="7740858" y="3788046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82D47733-3C08-E8B3-AFE6-299F7CFC0AE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3BE18C2A-285F-903B-A9DA-60416922BDC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EC4C237-04E6-BBC4-05AF-22D802FDFCBF}"/>
              </a:ext>
            </a:extLst>
          </p:cNvPr>
          <p:cNvGrpSpPr/>
          <p:nvPr/>
        </p:nvGrpSpPr>
        <p:grpSpPr>
          <a:xfrm>
            <a:off x="3940938" y="250722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86974BE0-DCA4-49EF-AE88-7B4C853123E3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E378D5B4-659B-C61E-CFD4-B6DE6B61BCC1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1F6799B3-2BCC-07F3-CEAA-4A8CEAAD5BF6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8" name="별: 꼭짓점 7개 137">
              <a:extLst>
                <a:ext uri="{FF2B5EF4-FFF2-40B4-BE49-F238E27FC236}">
                  <a16:creationId xmlns:a16="http://schemas.microsoft.com/office/drawing/2014/main" id="{C9790F74-ADBD-2129-E56F-B1E8D5A4390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A8A3D329-F677-A277-0478-A3E691D249E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31C940C8-A462-8128-4022-25B19CCAC8F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02618F0C-D89A-5BD4-014B-82734A11993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15DE957-B75E-C413-DA6F-85498715C6D3}"/>
              </a:ext>
            </a:extLst>
          </p:cNvPr>
          <p:cNvSpPr/>
          <p:nvPr/>
        </p:nvSpPr>
        <p:spPr>
          <a:xfrm flipV="1">
            <a:off x="2711286" y="3110648"/>
            <a:ext cx="98384" cy="751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B4DA910-A132-E08A-3234-43B8709253C9}"/>
              </a:ext>
            </a:extLst>
          </p:cNvPr>
          <p:cNvSpPr/>
          <p:nvPr/>
        </p:nvSpPr>
        <p:spPr>
          <a:xfrm flipV="1">
            <a:off x="7689285" y="2470585"/>
            <a:ext cx="98384" cy="7332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D18EF5A-579C-806F-B670-99FE532AB1FA}"/>
              </a:ext>
            </a:extLst>
          </p:cNvPr>
          <p:cNvGrpSpPr/>
          <p:nvPr/>
        </p:nvGrpSpPr>
        <p:grpSpPr>
          <a:xfrm rot="5400000">
            <a:off x="4596800" y="3422818"/>
            <a:ext cx="98814" cy="711634"/>
            <a:chOff x="4737834" y="4900127"/>
            <a:chExt cx="98814" cy="711634"/>
          </a:xfrm>
        </p:grpSpPr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8DAF9835-9E8B-7F10-81CB-DF88F10D573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937CA8EF-18D2-C23C-7B96-EFC5632D9EB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AC2138C-406A-382C-CB0B-F5532988CC6B}"/>
              </a:ext>
            </a:extLst>
          </p:cNvPr>
          <p:cNvSpPr/>
          <p:nvPr/>
        </p:nvSpPr>
        <p:spPr>
          <a:xfrm flipV="1">
            <a:off x="4453298" y="2358910"/>
            <a:ext cx="98385" cy="8486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527D043-3F2B-13E3-EB89-8B189D37A98C}"/>
              </a:ext>
            </a:extLst>
          </p:cNvPr>
          <p:cNvSpPr txBox="1"/>
          <p:nvPr/>
        </p:nvSpPr>
        <p:spPr>
          <a:xfrm>
            <a:off x="6386035" y="593374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1267C852-4DB1-71D9-C389-C89FC6B65356}"/>
              </a:ext>
            </a:extLst>
          </p:cNvPr>
          <p:cNvCxnSpPr>
            <a:cxnSpLocks/>
            <a:stCxn id="150" idx="0"/>
            <a:endCxn id="109" idx="2"/>
          </p:cNvCxnSpPr>
          <p:nvPr/>
        </p:nvCxnSpPr>
        <p:spPr>
          <a:xfrm flipH="1" flipV="1">
            <a:off x="6606116" y="5242045"/>
            <a:ext cx="1002369" cy="69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24E94F0-370F-ADC0-D3E6-B5C678FF6C27}"/>
              </a:ext>
            </a:extLst>
          </p:cNvPr>
          <p:cNvSpPr txBox="1"/>
          <p:nvPr/>
        </p:nvSpPr>
        <p:spPr>
          <a:xfrm>
            <a:off x="2320761" y="581656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CC22-89AA-AF75-DCB1-54F5B9AA9C38}"/>
              </a:ext>
            </a:extLst>
          </p:cNvPr>
          <p:cNvSpPr txBox="1"/>
          <p:nvPr/>
        </p:nvSpPr>
        <p:spPr>
          <a:xfrm>
            <a:off x="6409918" y="414006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3402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48ADA-7CC6-2CBF-44BD-C07572ED5243}"/>
              </a:ext>
            </a:extLst>
          </p:cNvPr>
          <p:cNvSpPr txBox="1"/>
          <p:nvPr/>
        </p:nvSpPr>
        <p:spPr>
          <a:xfrm rot="5400000">
            <a:off x="6058948" y="457904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2623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818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DB79-F4C9-F9A5-AFE7-18F57587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직사각형, 스케치, 평면도, 디자인이(가) 표시된 사진&#10;&#10;자동 생성된 설명">
            <a:extLst>
              <a:ext uri="{FF2B5EF4-FFF2-40B4-BE49-F238E27FC236}">
                <a16:creationId xmlns:a16="http://schemas.microsoft.com/office/drawing/2014/main" id="{807B0F62-ADAE-48CE-C77D-E0446348C6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547" y="520330"/>
            <a:ext cx="7942906" cy="5817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3087965-43BF-FC59-82A8-489036009A42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3087965-43BF-FC59-82A8-48903600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AD25D300-0F24-ABAA-BD77-32AC3F996799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633BEFC-B938-7580-9A2B-987C6B2CB980}"/>
              </a:ext>
            </a:extLst>
          </p:cNvPr>
          <p:cNvSpPr/>
          <p:nvPr/>
        </p:nvSpPr>
        <p:spPr>
          <a:xfrm>
            <a:off x="7726572" y="4908223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9B2451-C4E7-6AB7-FF75-DB1484EB3038}"/>
              </a:ext>
            </a:extLst>
          </p:cNvPr>
          <p:cNvSpPr txBox="1"/>
          <p:nvPr/>
        </p:nvSpPr>
        <p:spPr>
          <a:xfrm>
            <a:off x="7965598" y="416866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8E85509-7882-A8DF-C651-53E89654D62B}"/>
              </a:ext>
            </a:extLst>
          </p:cNvPr>
          <p:cNvSpPr/>
          <p:nvPr/>
        </p:nvSpPr>
        <p:spPr>
          <a:xfrm rot="5400000">
            <a:off x="6499981" y="468806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E7E4489-7086-B2E6-AC39-01E0992BCCFE}"/>
              </a:ext>
            </a:extLst>
          </p:cNvPr>
          <p:cNvSpPr/>
          <p:nvPr/>
        </p:nvSpPr>
        <p:spPr>
          <a:xfrm>
            <a:off x="5986832" y="399114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407AF77F-A882-4C6A-EDD1-6019FDEB37AC}"/>
              </a:ext>
            </a:extLst>
          </p:cNvPr>
          <p:cNvSpPr/>
          <p:nvPr/>
        </p:nvSpPr>
        <p:spPr>
          <a:xfrm>
            <a:off x="6155769" y="414323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6026D86-850E-72CE-DCDF-16151EE322DA}"/>
              </a:ext>
            </a:extLst>
          </p:cNvPr>
          <p:cNvSpPr txBox="1"/>
          <p:nvPr/>
        </p:nvSpPr>
        <p:spPr>
          <a:xfrm>
            <a:off x="5630365" y="35371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1BF57FB1-3766-3841-32DA-874926B4A900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04F2B7A0-2D8F-D4F1-59C9-70B15F549AB7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B315E217-3933-DC7A-4A5E-BF49EFF6D774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F1B30F15-307F-EFB7-0D83-FE69F7FECA3A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4611E12E-CCEF-AFEC-80C0-B4B79F80A688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타원 119">
                  <a:extLst>
                    <a:ext uri="{FF2B5EF4-FFF2-40B4-BE49-F238E27FC236}">
                      <a16:creationId xmlns:a16="http://schemas.microsoft.com/office/drawing/2014/main" id="{688A1919-AAC4-7F08-CADC-ACAD22089754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38AB6D41-104D-ABF0-C6FC-D505E049FA17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318753C5-2713-EF70-78BB-81EC4A42DF66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E09A992C-E1E9-0770-EF93-90213887E724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B76D425-C004-26BE-1564-5DDA98413AE0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337D5805-3AA8-B045-4E32-42EDA6B6892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2659161-EEAF-8BB1-1B20-73109507AF2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24" name="별: 꼭짓점 4개 123">
            <a:extLst>
              <a:ext uri="{FF2B5EF4-FFF2-40B4-BE49-F238E27FC236}">
                <a16:creationId xmlns:a16="http://schemas.microsoft.com/office/drawing/2014/main" id="{BC8C6134-CC28-2701-C341-D2C1100FD37E}"/>
              </a:ext>
            </a:extLst>
          </p:cNvPr>
          <p:cNvSpPr/>
          <p:nvPr/>
        </p:nvSpPr>
        <p:spPr>
          <a:xfrm>
            <a:off x="6335197" y="432656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15115016-5B0B-0D55-2090-2ED675B68AFD}"/>
              </a:ext>
            </a:extLst>
          </p:cNvPr>
          <p:cNvGrpSpPr/>
          <p:nvPr/>
        </p:nvGrpSpPr>
        <p:grpSpPr>
          <a:xfrm>
            <a:off x="5599619" y="3953527"/>
            <a:ext cx="98891" cy="1331233"/>
            <a:chOff x="4737834" y="4900127"/>
            <a:chExt cx="98891" cy="1331233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044EF2B7-4FB1-6081-9ECC-8867B0BDC29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1EC0A659-19EF-69E4-4C7C-C7064EB2E00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F6B5FFFC-3E3C-29A1-B1E8-CAAF7ABD9E8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BA4CDC3-5340-A858-B7AA-1ECAE29F9BFE}"/>
              </a:ext>
            </a:extLst>
          </p:cNvPr>
          <p:cNvGrpSpPr/>
          <p:nvPr/>
        </p:nvGrpSpPr>
        <p:grpSpPr>
          <a:xfrm>
            <a:off x="7511938" y="3949025"/>
            <a:ext cx="98891" cy="1331233"/>
            <a:chOff x="4737834" y="4900127"/>
            <a:chExt cx="98891" cy="1331233"/>
          </a:xfrm>
        </p:grpSpPr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FC61CECE-B516-4136-19B0-B84F9E8D575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54D2901-3DB0-44BC-24A1-23DB82EB915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10A469C-6295-76E4-4BC0-9D936ED4C0C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4CCBCD7-7E08-3FA1-10C2-9FF303805E2F}"/>
              </a:ext>
            </a:extLst>
          </p:cNvPr>
          <p:cNvGrpSpPr/>
          <p:nvPr/>
        </p:nvGrpSpPr>
        <p:grpSpPr>
          <a:xfrm>
            <a:off x="7740858" y="3788046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993B49E-EAFF-0267-88A7-E4C77A192AF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9F98542-B363-CD03-0AF8-893640C43A0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5AB25EB-CBEB-4F6B-892A-C0C0622BCED8}"/>
              </a:ext>
            </a:extLst>
          </p:cNvPr>
          <p:cNvGrpSpPr/>
          <p:nvPr/>
        </p:nvGrpSpPr>
        <p:grpSpPr>
          <a:xfrm>
            <a:off x="3940938" y="250722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3267E2E-6623-E0DB-F6C4-A58D2917682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A64FC7D9-7C53-1693-A172-81D39B50D1A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E97CDC-D1B5-FBF2-49EE-B9ECE891A98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8" name="별: 꼭짓점 7개 137">
              <a:extLst>
                <a:ext uri="{FF2B5EF4-FFF2-40B4-BE49-F238E27FC236}">
                  <a16:creationId xmlns:a16="http://schemas.microsoft.com/office/drawing/2014/main" id="{61B673B7-59F7-228A-F527-3956A17753F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C2DF68CA-6E27-20F7-0219-9AC1780EE81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83EA641-83EB-A2A7-AD54-DC23647055F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59C159DF-AD83-10FA-EDF7-BE1EA9920D4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C3AFA46-72C9-2651-CD8A-E928A1E90777}"/>
              </a:ext>
            </a:extLst>
          </p:cNvPr>
          <p:cNvSpPr/>
          <p:nvPr/>
        </p:nvSpPr>
        <p:spPr>
          <a:xfrm flipV="1">
            <a:off x="2711286" y="3110648"/>
            <a:ext cx="98384" cy="751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FA2C54D-1BF4-596E-800A-2D3137BC7368}"/>
              </a:ext>
            </a:extLst>
          </p:cNvPr>
          <p:cNvSpPr/>
          <p:nvPr/>
        </p:nvSpPr>
        <p:spPr>
          <a:xfrm flipV="1">
            <a:off x="7689285" y="2470585"/>
            <a:ext cx="98384" cy="7332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EC83C82D-02D0-1324-C2FE-60DE4A4966A2}"/>
              </a:ext>
            </a:extLst>
          </p:cNvPr>
          <p:cNvGrpSpPr/>
          <p:nvPr/>
        </p:nvGrpSpPr>
        <p:grpSpPr>
          <a:xfrm rot="5400000">
            <a:off x="4596800" y="3422818"/>
            <a:ext cx="98814" cy="711634"/>
            <a:chOff x="4737834" y="4900127"/>
            <a:chExt cx="98814" cy="711634"/>
          </a:xfrm>
        </p:grpSpPr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D8AB977C-6277-BA82-202F-5F3CB21343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6FE6E319-D06B-1C52-46C5-03974714D4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22A8315-C4C7-3D1D-CE62-1D75EE3C2332}"/>
              </a:ext>
            </a:extLst>
          </p:cNvPr>
          <p:cNvSpPr/>
          <p:nvPr/>
        </p:nvSpPr>
        <p:spPr>
          <a:xfrm flipV="1">
            <a:off x="4453298" y="2358910"/>
            <a:ext cx="98385" cy="8486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85F2AA0-D15B-8F66-46D3-E20C9C06569D}"/>
              </a:ext>
            </a:extLst>
          </p:cNvPr>
          <p:cNvSpPr txBox="1"/>
          <p:nvPr/>
        </p:nvSpPr>
        <p:spPr>
          <a:xfrm>
            <a:off x="6386035" y="593374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FE93BDBD-2A5B-D86C-D3CA-65B9A264C654}"/>
              </a:ext>
            </a:extLst>
          </p:cNvPr>
          <p:cNvCxnSpPr>
            <a:cxnSpLocks/>
            <a:stCxn id="150" idx="0"/>
            <a:endCxn id="109" idx="2"/>
          </p:cNvCxnSpPr>
          <p:nvPr/>
        </p:nvCxnSpPr>
        <p:spPr>
          <a:xfrm flipH="1" flipV="1">
            <a:off x="6606116" y="5242045"/>
            <a:ext cx="1002369" cy="69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992FBBEA-49E5-C42F-0C50-F6EDA4947C26}"/>
              </a:ext>
            </a:extLst>
          </p:cNvPr>
          <p:cNvSpPr txBox="1"/>
          <p:nvPr/>
        </p:nvSpPr>
        <p:spPr>
          <a:xfrm>
            <a:off x="4488681" y="5844837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41E96-4E3A-8A7C-D6CF-A5C3C454BD36}"/>
              </a:ext>
            </a:extLst>
          </p:cNvPr>
          <p:cNvSpPr txBox="1"/>
          <p:nvPr/>
        </p:nvSpPr>
        <p:spPr>
          <a:xfrm>
            <a:off x="2429248" y="687091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2583A-3110-B98F-10E7-F966A06D5256}"/>
              </a:ext>
            </a:extLst>
          </p:cNvPr>
          <p:cNvSpPr txBox="1"/>
          <p:nvPr/>
        </p:nvSpPr>
        <p:spPr>
          <a:xfrm>
            <a:off x="6409918" y="414006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3402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2E075-CA9A-70F8-971D-147B3E77D44A}"/>
              </a:ext>
            </a:extLst>
          </p:cNvPr>
          <p:cNvSpPr txBox="1"/>
          <p:nvPr/>
        </p:nvSpPr>
        <p:spPr>
          <a:xfrm rot="5400000">
            <a:off x="6058948" y="457904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2623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19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0B0C-C38F-EE41-CEF1-DF39CE68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CEA3DD12-11FA-96EF-BE75-F90994556F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49" y="457200"/>
            <a:ext cx="8115302" cy="594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B997A0-3C6C-613C-0DCA-1301F2FE9927}"/>
                  </a:ext>
                </a:extLst>
              </p:cNvPr>
              <p:cNvSpPr txBox="1"/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B997A0-3C6C-613C-0DCA-1301F2FE9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1569E58E-CAB2-B7ED-1C53-DE496E3B2D1F}"/>
              </a:ext>
            </a:extLst>
          </p:cNvPr>
          <p:cNvSpPr txBox="1"/>
          <p:nvPr/>
        </p:nvSpPr>
        <p:spPr>
          <a:xfrm>
            <a:off x="2110930" y="206134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18CE1C2-4C6B-673D-6636-AD136A641BA8}"/>
              </a:ext>
            </a:extLst>
          </p:cNvPr>
          <p:cNvSpPr/>
          <p:nvPr/>
        </p:nvSpPr>
        <p:spPr>
          <a:xfrm rot="5400000">
            <a:off x="6423754" y="477374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B091057-87B6-5D4E-7DF8-5D1C7E486A86}"/>
              </a:ext>
            </a:extLst>
          </p:cNvPr>
          <p:cNvSpPr/>
          <p:nvPr/>
        </p:nvSpPr>
        <p:spPr>
          <a:xfrm>
            <a:off x="5926926" y="408254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628CD6C-11B0-C947-5BE4-E9005EB2097F}"/>
              </a:ext>
            </a:extLst>
          </p:cNvPr>
          <p:cNvSpPr/>
          <p:nvPr/>
        </p:nvSpPr>
        <p:spPr>
          <a:xfrm>
            <a:off x="6095863" y="423463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EAE59A-3F1B-9305-7FF0-A89542E1028F}"/>
              </a:ext>
            </a:extLst>
          </p:cNvPr>
          <p:cNvSpPr txBox="1"/>
          <p:nvPr/>
        </p:nvSpPr>
        <p:spPr>
          <a:xfrm>
            <a:off x="5468556" y="367907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681003-418F-D6D8-574F-4CBB8CD8BAC4}"/>
              </a:ext>
            </a:extLst>
          </p:cNvPr>
          <p:cNvSpPr txBox="1"/>
          <p:nvPr/>
        </p:nvSpPr>
        <p:spPr>
          <a:xfrm>
            <a:off x="-1458" y="67828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B21DA3-B40B-DFA8-0015-4AFE73E654D1}"/>
              </a:ext>
            </a:extLst>
          </p:cNvPr>
          <p:cNvSpPr txBox="1"/>
          <p:nvPr/>
        </p:nvSpPr>
        <p:spPr>
          <a:xfrm>
            <a:off x="-2156" y="99693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9F3E8C2-7D3C-C942-EBA0-69E6BC028E71}"/>
              </a:ext>
            </a:extLst>
          </p:cNvPr>
          <p:cNvGrpSpPr/>
          <p:nvPr/>
        </p:nvGrpSpPr>
        <p:grpSpPr>
          <a:xfrm>
            <a:off x="5483106" y="4022944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FDF08AF2-6097-EB04-2191-AC0ED372836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BDA87DA4-1472-84FE-0A8D-2B46CCCD8F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6F5B864A-3ED3-8136-53C1-B752A71F2CA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CB56BFA5-93B0-9858-2CF8-79C3DF128F21}"/>
              </a:ext>
            </a:extLst>
          </p:cNvPr>
          <p:cNvGrpSpPr/>
          <p:nvPr/>
        </p:nvGrpSpPr>
        <p:grpSpPr>
          <a:xfrm>
            <a:off x="7431637" y="4018442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A5CDE26-EA8F-0E97-1685-30261A7186E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AED9035-AF8A-D49E-2A3D-1237CB9AE30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5836292B-14E0-3D0D-6CD6-DF6E8CB45A2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877DCA7-9BA7-0F65-1526-99D721187DF8}"/>
              </a:ext>
            </a:extLst>
          </p:cNvPr>
          <p:cNvSpPr/>
          <p:nvPr/>
        </p:nvSpPr>
        <p:spPr>
          <a:xfrm rot="16200000" flipV="1">
            <a:off x="3602793" y="2323688"/>
            <a:ext cx="98384" cy="7208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A9911CA-ABF9-2E4D-9128-D3DAB8B88CB3}"/>
              </a:ext>
            </a:extLst>
          </p:cNvPr>
          <p:cNvSpPr/>
          <p:nvPr/>
        </p:nvSpPr>
        <p:spPr>
          <a:xfrm flipV="1">
            <a:off x="4954257" y="2467348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306B42A-9FC0-4DAA-C831-7FC27217919E}"/>
              </a:ext>
            </a:extLst>
          </p:cNvPr>
          <p:cNvGrpSpPr/>
          <p:nvPr/>
        </p:nvGrpSpPr>
        <p:grpSpPr>
          <a:xfrm rot="5400000">
            <a:off x="4503860" y="3533519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882E8820-0CD5-869D-91FB-6AB84CE7B6B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DBD5D2C3-AEEB-C81F-568D-C35FC91BF7B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88E04A2-ED26-7829-C8A0-57B48903849F}"/>
              </a:ext>
            </a:extLst>
          </p:cNvPr>
          <p:cNvSpPr/>
          <p:nvPr/>
        </p:nvSpPr>
        <p:spPr>
          <a:xfrm flipV="1">
            <a:off x="7602509" y="2582796"/>
            <a:ext cx="98385" cy="7295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024F4AC-6F68-7956-D6B7-32FF1C68CD66}"/>
              </a:ext>
            </a:extLst>
          </p:cNvPr>
          <p:cNvSpPr txBox="1"/>
          <p:nvPr/>
        </p:nvSpPr>
        <p:spPr>
          <a:xfrm>
            <a:off x="6216961" y="593570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2465D0B-46A3-C5EF-DF27-4AC5B4C19A03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546210" y="5333445"/>
            <a:ext cx="893201" cy="60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DE4DDA5-EDBC-5BA2-B296-FCEE42AFA4FF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EA2F354C-1C47-10E4-C1B2-AFFA92BA16A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004DA5F9-FAD5-DA9F-80F4-64437AB91B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45F3E55E-145A-1FAA-5407-39B787C1B6B0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E7CC6F1-5E34-80F6-2322-FBA3136B2E24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F86AEAD-C4AD-C048-9EB8-9A4873A1100B}"/>
              </a:ext>
            </a:extLst>
          </p:cNvPr>
          <p:cNvSpPr txBox="1"/>
          <p:nvPr/>
        </p:nvSpPr>
        <p:spPr>
          <a:xfrm>
            <a:off x="1710671" y="1226316"/>
            <a:ext cx="3872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highlight>
                  <a:srgbClr val="FFFF00"/>
                </a:highlight>
                <a:ea typeface="맑은 고딕"/>
              </a:rPr>
              <a:t>조명옵션세대 맞나 확인 필요 함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6DC2DA-A3B2-F8ED-8058-C4F15D2805A7}"/>
              </a:ext>
            </a:extLst>
          </p:cNvPr>
          <p:cNvSpPr txBox="1"/>
          <p:nvPr/>
        </p:nvSpPr>
        <p:spPr>
          <a:xfrm>
            <a:off x="6275291" y="5405321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4523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4E505-6C40-8DF7-0FB4-BAD78E8A5B74}"/>
              </a:ext>
            </a:extLst>
          </p:cNvPr>
          <p:cNvSpPr txBox="1"/>
          <p:nvPr/>
        </p:nvSpPr>
        <p:spPr>
          <a:xfrm>
            <a:off x="6341667" y="38893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D95C9-75A9-CBFE-AC5E-97F40F203399}"/>
              </a:ext>
            </a:extLst>
          </p:cNvPr>
          <p:cNvSpPr txBox="1"/>
          <p:nvPr/>
        </p:nvSpPr>
        <p:spPr>
          <a:xfrm>
            <a:off x="5585029" y="45809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2800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8507B-FFDA-1FA4-9459-3BDD37C033CC}"/>
              </a:ext>
            </a:extLst>
          </p:cNvPr>
          <p:cNvSpPr txBox="1"/>
          <p:nvPr/>
        </p:nvSpPr>
        <p:spPr>
          <a:xfrm>
            <a:off x="4636483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E101-AEB5-1641-393A-325CE8109169}"/>
              </a:ext>
            </a:extLst>
          </p:cNvPr>
          <p:cNvSpPr txBox="1"/>
          <p:nvPr/>
        </p:nvSpPr>
        <p:spPr>
          <a:xfrm>
            <a:off x="3224167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476D5-1153-B576-9407-E0C02C442620}"/>
              </a:ext>
            </a:extLst>
          </p:cNvPr>
          <p:cNvSpPr txBox="1"/>
          <p:nvPr/>
        </p:nvSpPr>
        <p:spPr>
          <a:xfrm>
            <a:off x="7896294" y="47373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2000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35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8247-3480-964E-2092-E4AD6F01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E2AFB380-CBA0-749F-02F1-53E24A9559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49" y="457200"/>
            <a:ext cx="8115302" cy="594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6BF6D8-257F-AB61-46BD-78ACC8D7DAB7}"/>
                  </a:ext>
                </a:extLst>
              </p:cNvPr>
              <p:cNvSpPr txBox="1"/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6BF6D8-257F-AB61-46BD-78ACC8D7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E0162AB3-059E-EF0C-1B01-C74D339C7540}"/>
              </a:ext>
            </a:extLst>
          </p:cNvPr>
          <p:cNvSpPr txBox="1"/>
          <p:nvPr/>
        </p:nvSpPr>
        <p:spPr>
          <a:xfrm>
            <a:off x="2110930" y="206134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9F53187-9A25-0E18-9E68-E1DEA818C251}"/>
              </a:ext>
            </a:extLst>
          </p:cNvPr>
          <p:cNvSpPr/>
          <p:nvPr/>
        </p:nvSpPr>
        <p:spPr>
          <a:xfrm>
            <a:off x="7636369" y="4940700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1C0D5F-0ECD-3988-729D-9D1FE8816659}"/>
              </a:ext>
            </a:extLst>
          </p:cNvPr>
          <p:cNvSpPr txBox="1"/>
          <p:nvPr/>
        </p:nvSpPr>
        <p:spPr>
          <a:xfrm>
            <a:off x="7909172" y="428476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53CF6BA-5068-549F-F693-4C0B2A22C536}"/>
              </a:ext>
            </a:extLst>
          </p:cNvPr>
          <p:cNvSpPr/>
          <p:nvPr/>
        </p:nvSpPr>
        <p:spPr>
          <a:xfrm rot="5400000">
            <a:off x="6423754" y="477374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233625-0FC2-2F10-2C8E-40FBC7C2E251}"/>
              </a:ext>
            </a:extLst>
          </p:cNvPr>
          <p:cNvSpPr/>
          <p:nvPr/>
        </p:nvSpPr>
        <p:spPr>
          <a:xfrm>
            <a:off x="5926926" y="408254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EFDFE9A-B399-F942-A4F5-210017381CFB}"/>
              </a:ext>
            </a:extLst>
          </p:cNvPr>
          <p:cNvSpPr/>
          <p:nvPr/>
        </p:nvSpPr>
        <p:spPr>
          <a:xfrm>
            <a:off x="6095863" y="423463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8AFFD4-F1EA-7CA2-00F7-4F2C5D9B3072}"/>
              </a:ext>
            </a:extLst>
          </p:cNvPr>
          <p:cNvSpPr txBox="1"/>
          <p:nvPr/>
        </p:nvSpPr>
        <p:spPr>
          <a:xfrm>
            <a:off x="5468556" y="367907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AE53AA2-022F-1AEB-DCDA-E4A9103ADA24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DA9398B-3D29-339D-336A-6C582997B1FE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3C057E68-4CC4-C1D7-8A2A-7CBDD1391398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E0122524-97C8-C3DE-82FF-C25D94DEC877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676293A4-E7EE-1C71-CD87-71C71EFDFCC0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3F4D3CA6-8789-7A5A-AC38-9075E4A6AD9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4E7AC753-8507-6C63-E106-6236C7A828F4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FF51AC2C-477E-7388-7B91-9D3D27FD5F3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A502324C-20D8-880C-BE96-1E364D687A9D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447AB9A7-ABAD-2395-06D7-7C1233CC53B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DED27D2-0D40-AFD1-5024-D96F20F76EC4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06668D-8E24-0091-E570-45173166376D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4B113CB-E2CA-D44D-631F-1C579249D0FB}"/>
              </a:ext>
            </a:extLst>
          </p:cNvPr>
          <p:cNvGrpSpPr/>
          <p:nvPr/>
        </p:nvGrpSpPr>
        <p:grpSpPr>
          <a:xfrm>
            <a:off x="5483106" y="4022944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AA273607-974C-BF49-87C9-90C46D76A21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7E5BC91C-1D5E-1895-8404-66CAD8FB73B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C64D5779-9698-67A0-49DB-D957BFFC006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BF3AD3B-F05E-B31F-56ED-B4705FAFEE81}"/>
              </a:ext>
            </a:extLst>
          </p:cNvPr>
          <p:cNvGrpSpPr/>
          <p:nvPr/>
        </p:nvGrpSpPr>
        <p:grpSpPr>
          <a:xfrm>
            <a:off x="7431637" y="4018442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4272CBA-F22B-B146-48E9-90EC31D77C4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BA137322-CAC9-F356-C47A-FE0EA138CAC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97F97EE3-632B-3B86-5F18-511BFEF24A4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D44B9D1-F455-179E-A746-6057E99D44DB}"/>
              </a:ext>
            </a:extLst>
          </p:cNvPr>
          <p:cNvGrpSpPr/>
          <p:nvPr/>
        </p:nvGrpSpPr>
        <p:grpSpPr>
          <a:xfrm>
            <a:off x="7622083" y="387156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5BE133F-E347-022C-C90C-AD44690C1DD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B59FCE2E-24E1-0CDC-E4F0-BEBA943EC48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B6E509B-0A96-7E59-B753-E569ACD29ECC}"/>
              </a:ext>
            </a:extLst>
          </p:cNvPr>
          <p:cNvGrpSpPr/>
          <p:nvPr/>
        </p:nvGrpSpPr>
        <p:grpSpPr>
          <a:xfrm>
            <a:off x="4448214" y="264071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61BA5BA6-9CC3-1F68-F191-F89A5B32A31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8BBC3F7C-97AA-F029-A043-1D727A1110D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6A4F0818-0666-FB0D-FE0F-E59EBA383F73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C7990657-545A-3C8C-DBC3-1A787D8CC82D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7542EF4-A745-A50F-78FA-F74C12B5CB4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2542756E-DC71-C66C-BE97-8FA492045EC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6FE8CBFF-D467-7F01-44A3-6B750791087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F2E4814-4B7A-405A-3639-F76A66339E1F}"/>
              </a:ext>
            </a:extLst>
          </p:cNvPr>
          <p:cNvSpPr/>
          <p:nvPr/>
        </p:nvSpPr>
        <p:spPr>
          <a:xfrm rot="16200000" flipV="1">
            <a:off x="3602793" y="2323688"/>
            <a:ext cx="98384" cy="7208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8244A35-E385-C6BA-731A-62D75F54F813}"/>
              </a:ext>
            </a:extLst>
          </p:cNvPr>
          <p:cNvSpPr/>
          <p:nvPr/>
        </p:nvSpPr>
        <p:spPr>
          <a:xfrm flipV="1">
            <a:off x="4954257" y="2467348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C3ACF80-C806-4204-7884-4327BF0132A6}"/>
              </a:ext>
            </a:extLst>
          </p:cNvPr>
          <p:cNvGrpSpPr/>
          <p:nvPr/>
        </p:nvGrpSpPr>
        <p:grpSpPr>
          <a:xfrm rot="5400000">
            <a:off x="4503860" y="3533519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CDF95AD-A70E-8A71-F1E2-2C5B830ABDB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7DF33AC-4613-024B-0862-6AD9BDAB1E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86E0D9F-0E6C-150B-E572-694C14B7F2FA}"/>
              </a:ext>
            </a:extLst>
          </p:cNvPr>
          <p:cNvSpPr/>
          <p:nvPr/>
        </p:nvSpPr>
        <p:spPr>
          <a:xfrm flipV="1">
            <a:off x="7602509" y="2582796"/>
            <a:ext cx="98385" cy="7295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3DB3D6-0F40-0B62-5FAB-686579CBBBF6}"/>
              </a:ext>
            </a:extLst>
          </p:cNvPr>
          <p:cNvSpPr txBox="1"/>
          <p:nvPr/>
        </p:nvSpPr>
        <p:spPr>
          <a:xfrm>
            <a:off x="6216961" y="593570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1B8EA66-03F1-FBCF-D42E-CCD93F1148C1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546210" y="5333445"/>
            <a:ext cx="893201" cy="60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4A82760-BF86-AD99-5564-B8D8BA6A2F47}"/>
              </a:ext>
            </a:extLst>
          </p:cNvPr>
          <p:cNvSpPr txBox="1"/>
          <p:nvPr/>
        </p:nvSpPr>
        <p:spPr>
          <a:xfrm>
            <a:off x="2490402" y="80148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AFEC6-8EAC-EDA8-6263-3F96D981B20C}"/>
              </a:ext>
            </a:extLst>
          </p:cNvPr>
          <p:cNvSpPr txBox="1"/>
          <p:nvPr/>
        </p:nvSpPr>
        <p:spPr>
          <a:xfrm>
            <a:off x="6275291" y="5405321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4523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47CE0-27A7-EDD5-6450-7AB1B5AAEE31}"/>
              </a:ext>
            </a:extLst>
          </p:cNvPr>
          <p:cNvSpPr txBox="1"/>
          <p:nvPr/>
        </p:nvSpPr>
        <p:spPr>
          <a:xfrm>
            <a:off x="6341667" y="38893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45C31-BF93-CE63-E265-D2520C21E684}"/>
              </a:ext>
            </a:extLst>
          </p:cNvPr>
          <p:cNvSpPr txBox="1"/>
          <p:nvPr/>
        </p:nvSpPr>
        <p:spPr>
          <a:xfrm>
            <a:off x="5585029" y="45809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2800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8D0D9-D704-5244-717D-A56FA865FC9A}"/>
              </a:ext>
            </a:extLst>
          </p:cNvPr>
          <p:cNvSpPr txBox="1"/>
          <p:nvPr/>
        </p:nvSpPr>
        <p:spPr>
          <a:xfrm>
            <a:off x="4636483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F5A6A-A1AD-4069-BC87-D8F584288BCC}"/>
              </a:ext>
            </a:extLst>
          </p:cNvPr>
          <p:cNvSpPr txBox="1"/>
          <p:nvPr/>
        </p:nvSpPr>
        <p:spPr>
          <a:xfrm>
            <a:off x="3224167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C53AA-B8C4-6C8E-714B-09208DB426E2}"/>
              </a:ext>
            </a:extLst>
          </p:cNvPr>
          <p:cNvSpPr txBox="1"/>
          <p:nvPr/>
        </p:nvSpPr>
        <p:spPr>
          <a:xfrm>
            <a:off x="7896294" y="47373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2000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601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52E6-3DF2-B27D-3732-A831C747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5DB18966-4E41-DB7F-1072-4E899BEF54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49" y="457200"/>
            <a:ext cx="8115302" cy="594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4823C39-8495-633C-0B11-1C4A374D85C8}"/>
                  </a:ext>
                </a:extLst>
              </p:cNvPr>
              <p:cNvSpPr txBox="1"/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4823C39-8495-633C-0B11-1C4A374D8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0798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BA16C1A-E64D-AD41-693F-170C04AF7CE4}"/>
              </a:ext>
            </a:extLst>
          </p:cNvPr>
          <p:cNvSpPr txBox="1"/>
          <p:nvPr/>
        </p:nvSpPr>
        <p:spPr>
          <a:xfrm>
            <a:off x="2110930" y="206134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51A18BB-8E86-94D8-19C8-E710579454D8}"/>
              </a:ext>
            </a:extLst>
          </p:cNvPr>
          <p:cNvSpPr/>
          <p:nvPr/>
        </p:nvSpPr>
        <p:spPr>
          <a:xfrm>
            <a:off x="7636369" y="4940700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874D2C-9D2E-464D-CE33-C1733DE1172B}"/>
              </a:ext>
            </a:extLst>
          </p:cNvPr>
          <p:cNvSpPr txBox="1"/>
          <p:nvPr/>
        </p:nvSpPr>
        <p:spPr>
          <a:xfrm>
            <a:off x="7909172" y="428476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2ECF16E-ACF8-824C-87A1-3C2527BDD535}"/>
              </a:ext>
            </a:extLst>
          </p:cNvPr>
          <p:cNvSpPr/>
          <p:nvPr/>
        </p:nvSpPr>
        <p:spPr>
          <a:xfrm rot="5400000">
            <a:off x="6423754" y="477374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2DE7625-DF59-F592-57B9-7D35203428E8}"/>
              </a:ext>
            </a:extLst>
          </p:cNvPr>
          <p:cNvSpPr/>
          <p:nvPr/>
        </p:nvSpPr>
        <p:spPr>
          <a:xfrm>
            <a:off x="5926926" y="408254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9F9AE5-504C-A232-D27A-C131DB033339}"/>
              </a:ext>
            </a:extLst>
          </p:cNvPr>
          <p:cNvSpPr/>
          <p:nvPr/>
        </p:nvSpPr>
        <p:spPr>
          <a:xfrm>
            <a:off x="6095863" y="423463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E7163F-E7AD-72CD-5FCF-F3C99F3ECD2B}"/>
              </a:ext>
            </a:extLst>
          </p:cNvPr>
          <p:cNvSpPr txBox="1"/>
          <p:nvPr/>
        </p:nvSpPr>
        <p:spPr>
          <a:xfrm>
            <a:off x="5468556" y="367907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DC409B7-864B-6DCF-F08B-69B467A25563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899B1EB-F6A2-0AED-F48A-C8046FCBEEBD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8043DE36-AC36-CECA-6D24-562D3633A4A3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F8566772-EC25-ABA2-A48F-4DFF67AC8BB0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C53922FA-54AE-F582-63D3-A3E7336ECA0C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B422D41D-ABF1-2E37-0939-20BD2BB51992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E362488A-F58B-29F9-B5B9-076568F26E3B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6445ACA8-8DB2-6E4C-568E-DD0EFFF5D8D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E5B6FC86-3793-7D13-710D-ED84821F954D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47655511-F1D4-4FF4-99C2-DFEBAEF85974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7D8A4DB-667D-F848-6DC7-C1424C641C62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E81DE8-566E-B4A0-2E37-8E0CB54162DE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52864765-4267-6332-7B15-5960CB086C7D}"/>
              </a:ext>
            </a:extLst>
          </p:cNvPr>
          <p:cNvSpPr/>
          <p:nvPr/>
        </p:nvSpPr>
        <p:spPr>
          <a:xfrm>
            <a:off x="6275291" y="441796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C8B1E31-7BB4-C647-AF25-4DB7A0768E6A}"/>
              </a:ext>
            </a:extLst>
          </p:cNvPr>
          <p:cNvGrpSpPr/>
          <p:nvPr/>
        </p:nvGrpSpPr>
        <p:grpSpPr>
          <a:xfrm>
            <a:off x="5483106" y="4022944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C9805178-25AF-AF3A-5C84-A8CB28589A1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5AB2DAFE-BFEB-B670-744F-950E3B6FBF7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6E8AD0AB-CF8F-1D2C-D57E-D184F3DCAEF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84A1A09-EE36-2147-BAC3-066C634BED33}"/>
              </a:ext>
            </a:extLst>
          </p:cNvPr>
          <p:cNvGrpSpPr/>
          <p:nvPr/>
        </p:nvGrpSpPr>
        <p:grpSpPr>
          <a:xfrm>
            <a:off x="7431637" y="4018442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FD29522-773B-46EF-6D69-E8BFAC88224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86C919F-684F-8F97-E129-496387F657D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56746AD-BC82-B18E-7165-511CF32B501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0E4935B-C4E5-9F99-D939-397F256BEF02}"/>
              </a:ext>
            </a:extLst>
          </p:cNvPr>
          <p:cNvGrpSpPr/>
          <p:nvPr/>
        </p:nvGrpSpPr>
        <p:grpSpPr>
          <a:xfrm>
            <a:off x="7622083" y="387156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9EA23083-6ECF-A75A-F92F-326EFBFCAB1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90E5A35D-BE53-0BD4-1610-A86B75C333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41A193A7-1287-488D-FFD6-2004285E3325}"/>
              </a:ext>
            </a:extLst>
          </p:cNvPr>
          <p:cNvGrpSpPr/>
          <p:nvPr/>
        </p:nvGrpSpPr>
        <p:grpSpPr>
          <a:xfrm>
            <a:off x="4448214" y="264071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07B05845-C97D-075D-F203-F320425A515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5F1B6553-6ABD-1C96-89B1-E9712CFA7E9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14603DC4-05FB-B0AA-3440-F185AB7AC77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2FBCDA96-23A4-B517-F4FB-280FD78AE48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7C7FDCB2-D920-DB8B-7479-9FE5A03837F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8A54BE8D-BF8E-3C6F-9DA6-47290C80F4D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05717D4-3C64-7BA9-CA6C-105BFEBDBDE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A5F9D24-3D9B-AE09-178B-4D2884546561}"/>
              </a:ext>
            </a:extLst>
          </p:cNvPr>
          <p:cNvSpPr/>
          <p:nvPr/>
        </p:nvSpPr>
        <p:spPr>
          <a:xfrm rot="16200000" flipV="1">
            <a:off x="3602793" y="2323688"/>
            <a:ext cx="98384" cy="7208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9D44A89-A3B8-296C-FEAF-4016B44CA7C3}"/>
              </a:ext>
            </a:extLst>
          </p:cNvPr>
          <p:cNvSpPr/>
          <p:nvPr/>
        </p:nvSpPr>
        <p:spPr>
          <a:xfrm flipV="1">
            <a:off x="4954257" y="2467348"/>
            <a:ext cx="98384" cy="880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51694DB-53A2-52E6-A85F-CE0126CA3DF0}"/>
              </a:ext>
            </a:extLst>
          </p:cNvPr>
          <p:cNvGrpSpPr/>
          <p:nvPr/>
        </p:nvGrpSpPr>
        <p:grpSpPr>
          <a:xfrm rot="5400000">
            <a:off x="4503860" y="3533519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C4781F77-E1F7-FEDE-D475-B781AD69AEE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D525C13B-A88C-E95B-800C-BE1BB908797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AA242DD-F80E-B3B3-2F23-F57BEF84DE32}"/>
              </a:ext>
            </a:extLst>
          </p:cNvPr>
          <p:cNvSpPr/>
          <p:nvPr/>
        </p:nvSpPr>
        <p:spPr>
          <a:xfrm flipV="1">
            <a:off x="7602509" y="2582796"/>
            <a:ext cx="98385" cy="7295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45A09F-1F23-99E3-9C78-1DD0520F6C7E}"/>
              </a:ext>
            </a:extLst>
          </p:cNvPr>
          <p:cNvSpPr txBox="1"/>
          <p:nvPr/>
        </p:nvSpPr>
        <p:spPr>
          <a:xfrm>
            <a:off x="6216961" y="593570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BD65129C-3181-5005-E5AC-9B2B89F855D2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546210" y="5333445"/>
            <a:ext cx="893201" cy="60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B8CB16A-E0BF-CA38-A965-11D73D5EC4AD}"/>
              </a:ext>
            </a:extLst>
          </p:cNvPr>
          <p:cNvSpPr txBox="1"/>
          <p:nvPr/>
        </p:nvSpPr>
        <p:spPr>
          <a:xfrm>
            <a:off x="4319607" y="5846802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FBCD0-B516-87C0-67A4-D22399EF2924}"/>
              </a:ext>
            </a:extLst>
          </p:cNvPr>
          <p:cNvSpPr txBox="1"/>
          <p:nvPr/>
        </p:nvSpPr>
        <p:spPr>
          <a:xfrm>
            <a:off x="2404021" y="72119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70591-654C-E170-7878-044E3F80EF8D}"/>
              </a:ext>
            </a:extLst>
          </p:cNvPr>
          <p:cNvSpPr txBox="1"/>
          <p:nvPr/>
        </p:nvSpPr>
        <p:spPr>
          <a:xfrm>
            <a:off x="6275291" y="5405321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4523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8E26E-5111-636A-C714-FEC51A151520}"/>
              </a:ext>
            </a:extLst>
          </p:cNvPr>
          <p:cNvSpPr txBox="1"/>
          <p:nvPr/>
        </p:nvSpPr>
        <p:spPr>
          <a:xfrm>
            <a:off x="6341667" y="38893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1C739-9D60-EF1E-BBDA-42566602167E}"/>
              </a:ext>
            </a:extLst>
          </p:cNvPr>
          <p:cNvSpPr txBox="1"/>
          <p:nvPr/>
        </p:nvSpPr>
        <p:spPr>
          <a:xfrm>
            <a:off x="5585029" y="45809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2800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A1901-E97B-BED2-8CEC-CC500B2C3676}"/>
              </a:ext>
            </a:extLst>
          </p:cNvPr>
          <p:cNvSpPr txBox="1"/>
          <p:nvPr/>
        </p:nvSpPr>
        <p:spPr>
          <a:xfrm>
            <a:off x="4636483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7D4D2-8461-B7CE-C2A5-52A5E76B54EC}"/>
              </a:ext>
            </a:extLst>
          </p:cNvPr>
          <p:cNvSpPr txBox="1"/>
          <p:nvPr/>
        </p:nvSpPr>
        <p:spPr>
          <a:xfrm>
            <a:off x="3224167" y="549190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9FE57-0D07-BCA0-3356-11EEB1F2FBF4}"/>
              </a:ext>
            </a:extLst>
          </p:cNvPr>
          <p:cNvSpPr txBox="1"/>
          <p:nvPr/>
        </p:nvSpPr>
        <p:spPr>
          <a:xfrm>
            <a:off x="7896294" y="473738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2000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943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95EF-F6D3-FFFA-96DB-138F1F7A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B8C750B3-0CC8-4FC3-9D41-FCBE1AF154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16" y="652944"/>
            <a:ext cx="7580768" cy="5552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D9A2BDD-CA64-0D17-2392-41F5EBF2932B}"/>
                  </a:ext>
                </a:extLst>
              </p:cNvPr>
              <p:cNvSpPr txBox="1"/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D9A2BDD-CA64-0D17-2392-41F5EBF29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8D267A89-7665-FCB4-C49D-DB969EB419D8}"/>
              </a:ext>
            </a:extLst>
          </p:cNvPr>
          <p:cNvSpPr txBox="1"/>
          <p:nvPr/>
        </p:nvSpPr>
        <p:spPr>
          <a:xfrm>
            <a:off x="2110930" y="2133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D652F0E-0AED-F82A-E300-FF9332AB46F6}"/>
              </a:ext>
            </a:extLst>
          </p:cNvPr>
          <p:cNvSpPr/>
          <p:nvPr/>
        </p:nvSpPr>
        <p:spPr>
          <a:xfrm rot="10800000">
            <a:off x="2720748" y="318927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E2E32414-1AA5-CDE3-C2DB-7106D95EE543}"/>
              </a:ext>
            </a:extLst>
          </p:cNvPr>
          <p:cNvSpPr/>
          <p:nvPr/>
        </p:nvSpPr>
        <p:spPr>
          <a:xfrm>
            <a:off x="3145346" y="34399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D5108790-7BB9-0383-101A-E927669EAD55}"/>
              </a:ext>
            </a:extLst>
          </p:cNvPr>
          <p:cNvSpPr/>
          <p:nvPr/>
        </p:nvSpPr>
        <p:spPr>
          <a:xfrm>
            <a:off x="3314283" y="35920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362AE1-D780-1E91-4DCC-8979FDC5D19C}"/>
              </a:ext>
            </a:extLst>
          </p:cNvPr>
          <p:cNvSpPr txBox="1"/>
          <p:nvPr/>
        </p:nvSpPr>
        <p:spPr>
          <a:xfrm>
            <a:off x="4648002" y="32066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E0E0A64-9556-9B1D-E0D6-DCBCCDEB9CA2}"/>
              </a:ext>
            </a:extLst>
          </p:cNvPr>
          <p:cNvSpPr txBox="1"/>
          <p:nvPr/>
        </p:nvSpPr>
        <p:spPr>
          <a:xfrm>
            <a:off x="-1458" y="64971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E41CAA8-A8FD-B636-AC61-688E90BA723E}"/>
              </a:ext>
            </a:extLst>
          </p:cNvPr>
          <p:cNvSpPr txBox="1"/>
          <p:nvPr/>
        </p:nvSpPr>
        <p:spPr>
          <a:xfrm>
            <a:off x="-2156" y="96835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09986C4E-6BC9-6D64-48B7-C1502D6C1DB6}"/>
              </a:ext>
            </a:extLst>
          </p:cNvPr>
          <p:cNvGrpSpPr/>
          <p:nvPr/>
        </p:nvGrpSpPr>
        <p:grpSpPr>
          <a:xfrm rot="5400000">
            <a:off x="3762475" y="2388331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152EBE0-3F74-FA22-1069-B9C3DA6DDAD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6AB2966E-F82A-2E04-A4DF-A405378C5BD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45C517A6-4F3F-BD83-CB94-CFBD6F7BC47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E4A65B6-2199-F4A1-857F-DF69DCD8B5A4}"/>
              </a:ext>
            </a:extLst>
          </p:cNvPr>
          <p:cNvGrpSpPr/>
          <p:nvPr/>
        </p:nvGrpSpPr>
        <p:grpSpPr>
          <a:xfrm rot="5400000">
            <a:off x="3759301" y="441177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C0F92F7-DD9F-928F-9242-51FDAA4C957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FFA800F-E595-2787-EA30-51CDACC4908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9B71EE0-6B2C-4C10-F132-CAD668AEE99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CA9FAB3D-5EB9-D539-1002-8952F470F7A6}"/>
              </a:ext>
            </a:extLst>
          </p:cNvPr>
          <p:cNvSpPr/>
          <p:nvPr/>
        </p:nvSpPr>
        <p:spPr>
          <a:xfrm rot="16200000" flipV="1">
            <a:off x="5281570" y="2535973"/>
            <a:ext cx="98384" cy="6732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963B302-5E3A-3354-CC5C-9AD51CF21E0A}"/>
              </a:ext>
            </a:extLst>
          </p:cNvPr>
          <p:cNvSpPr/>
          <p:nvPr/>
        </p:nvSpPr>
        <p:spPr>
          <a:xfrm flipV="1">
            <a:off x="6410834" y="2030825"/>
            <a:ext cx="98384" cy="910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A766EB0-E7E1-D375-335E-416933AC04B5}"/>
              </a:ext>
            </a:extLst>
          </p:cNvPr>
          <p:cNvGrpSpPr/>
          <p:nvPr/>
        </p:nvGrpSpPr>
        <p:grpSpPr>
          <a:xfrm rot="5400000">
            <a:off x="5712222" y="268706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28375D7D-6E76-A7BD-B4E0-7FE51264766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EC0369C5-1AE8-8E27-12BA-22F76BB1F2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32715C3A-8C79-D453-9C01-941958EFCEA2}"/>
              </a:ext>
            </a:extLst>
          </p:cNvPr>
          <p:cNvSpPr/>
          <p:nvPr/>
        </p:nvSpPr>
        <p:spPr>
          <a:xfrm rot="16200000" flipV="1">
            <a:off x="8138663" y="1904106"/>
            <a:ext cx="98385" cy="712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81EF32B-FE9D-D6FB-3E0A-70391D67FFB7}"/>
              </a:ext>
            </a:extLst>
          </p:cNvPr>
          <p:cNvSpPr txBox="1"/>
          <p:nvPr/>
        </p:nvSpPr>
        <p:spPr>
          <a:xfrm>
            <a:off x="1824836" y="5294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DAAF301B-105F-3F52-650F-42B9C4A0D05C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V="1">
            <a:off x="3047286" y="4690864"/>
            <a:ext cx="717344" cy="60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E7FCE38F-B60B-69B2-5D75-8F412C8545D8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EC46ED3C-E165-1AA3-A22E-47449ED2C9A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1EE830D7-984C-ACE9-C586-8C448C3758B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39F68538-BF7C-7C38-5A32-A6A389FBA4F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589DC30E-DD08-4549-0087-BEC76EC5DDCC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B9550D1E-08C6-DC39-6F88-9511245D318F}"/>
              </a:ext>
            </a:extLst>
          </p:cNvPr>
          <p:cNvSpPr/>
          <p:nvPr/>
        </p:nvSpPr>
        <p:spPr>
          <a:xfrm>
            <a:off x="4418820" y="3475578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3C984-08BE-CB08-1E53-782BAA0CA4E3}"/>
              </a:ext>
            </a:extLst>
          </p:cNvPr>
          <p:cNvSpPr txBox="1"/>
          <p:nvPr/>
        </p:nvSpPr>
        <p:spPr>
          <a:xfrm>
            <a:off x="2350400" y="53553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9530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351E-A390-C984-73D6-81E3AC2A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2B15897B-A94C-47B1-D319-15BD141A2F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16" y="652944"/>
            <a:ext cx="7580768" cy="5552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B4EC9F8-E084-FDD6-53DB-1905D9E353EF}"/>
                  </a:ext>
                </a:extLst>
              </p:cNvPr>
              <p:cNvSpPr txBox="1"/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B4EC9F8-E084-FDD6-53DB-1905D9E35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77E2A7E9-A8BA-8CD3-702B-977513AA4D28}"/>
              </a:ext>
            </a:extLst>
          </p:cNvPr>
          <p:cNvSpPr txBox="1"/>
          <p:nvPr/>
        </p:nvSpPr>
        <p:spPr>
          <a:xfrm>
            <a:off x="2110930" y="2133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FA402D4-9E58-D013-1589-E62D2BE1CE9A}"/>
              </a:ext>
            </a:extLst>
          </p:cNvPr>
          <p:cNvSpPr/>
          <p:nvPr/>
        </p:nvSpPr>
        <p:spPr>
          <a:xfrm rot="5400000">
            <a:off x="2924944" y="2409110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D91DB8E-E66D-E0F2-0634-476C97F8A952}"/>
              </a:ext>
            </a:extLst>
          </p:cNvPr>
          <p:cNvSpPr txBox="1"/>
          <p:nvPr/>
        </p:nvSpPr>
        <p:spPr>
          <a:xfrm>
            <a:off x="3455351" y="213844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D60D2E7-6387-1C3F-69A1-B903185E961F}"/>
              </a:ext>
            </a:extLst>
          </p:cNvPr>
          <p:cNvSpPr/>
          <p:nvPr/>
        </p:nvSpPr>
        <p:spPr>
          <a:xfrm rot="10800000">
            <a:off x="2720748" y="318927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18BFFF4D-A94A-F96B-9974-9B4B6121DBF4}"/>
              </a:ext>
            </a:extLst>
          </p:cNvPr>
          <p:cNvSpPr/>
          <p:nvPr/>
        </p:nvSpPr>
        <p:spPr>
          <a:xfrm>
            <a:off x="3145346" y="34399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32D5E69-732C-6146-055D-FE59C9086BEB}"/>
              </a:ext>
            </a:extLst>
          </p:cNvPr>
          <p:cNvSpPr/>
          <p:nvPr/>
        </p:nvSpPr>
        <p:spPr>
          <a:xfrm>
            <a:off x="3314283" y="35920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33CEE20-847D-5919-9F14-A5B744ECF858}"/>
              </a:ext>
            </a:extLst>
          </p:cNvPr>
          <p:cNvSpPr txBox="1"/>
          <p:nvPr/>
        </p:nvSpPr>
        <p:spPr>
          <a:xfrm>
            <a:off x="4648002" y="32066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FACBDF88-4021-D103-6A11-7F98F8F9ADE9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AE8079F9-821D-BE8F-5295-3B4FD76EF0B4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45D86911-15F1-1D4C-BCB4-0B856EE3FBA8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32D372E-AE25-44FE-BAB5-F4ABEE93DFAC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D883A272-9906-E2ED-F5A4-3C5EF74E3A2E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4FBC3A21-7E9D-DF1B-B651-3F77D739B939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CAE50F65-3EA9-19CA-D954-A2F17BF3FEF7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1FD2E7CB-DF14-699B-550B-316D3B6FB1DB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F75E476D-B04C-F7B1-FCA4-611269E80C55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BE5ECAD7-7745-9105-E61D-062AD24FE22D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65877E00-5033-49C7-FE05-DC036D73AF54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CDCA6EC-4099-C850-AB17-AA1F3FA3964F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C6059A01-DE49-1FDC-65E1-1E5CF70BB462}"/>
              </a:ext>
            </a:extLst>
          </p:cNvPr>
          <p:cNvGrpSpPr/>
          <p:nvPr/>
        </p:nvGrpSpPr>
        <p:grpSpPr>
          <a:xfrm rot="5400000">
            <a:off x="3762475" y="2388331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9ED201FC-B4D5-8A64-7614-0E6F6B3B977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5C51D950-7130-90FE-45B2-BF0A16D2090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D520A552-882A-D02D-17D7-6DC7D94AED2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A3100C8-E30A-AD19-A2D3-1059D0BA45FA}"/>
              </a:ext>
            </a:extLst>
          </p:cNvPr>
          <p:cNvGrpSpPr/>
          <p:nvPr/>
        </p:nvGrpSpPr>
        <p:grpSpPr>
          <a:xfrm rot="5400000">
            <a:off x="3759301" y="441177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F2FD1D0-79C1-6155-2A1C-93F884BADA2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1534EE20-C125-812A-FF30-04114564E87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70311432-B3BB-9BA2-6EC4-CB709903037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1B3EFECE-C31D-E87F-FFDC-E1041BFA50B9}"/>
              </a:ext>
            </a:extLst>
          </p:cNvPr>
          <p:cNvGrpSpPr/>
          <p:nvPr/>
        </p:nvGrpSpPr>
        <p:grpSpPr>
          <a:xfrm rot="5400000">
            <a:off x="3956522" y="2502310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E94C904-02D1-1AE4-A76F-D74A3B05B59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5DCAC81-99E8-3301-650F-8D2D1C087CA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36FB94DF-914F-AD49-1D78-05BCA3B82BAB}"/>
              </a:ext>
            </a:extLst>
          </p:cNvPr>
          <p:cNvGrpSpPr/>
          <p:nvPr/>
        </p:nvGrpSpPr>
        <p:grpSpPr>
          <a:xfrm>
            <a:off x="6555066" y="221986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0B3F141D-A407-00CE-3C09-29E6377CF2E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1DBCD169-EDF3-18A7-FF26-C0FCEF12905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FBD67592-5E95-C381-85B0-1AA442F3D07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D628F565-2BC4-A4EF-A99F-BD88E6AFE28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1C294598-DC7D-4193-6B60-B8D8D162B3E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5448B131-4FA5-5590-4392-677964A6738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738693EC-2C84-5FD7-6EAC-41A3F529C09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76B0D8D-9CC6-3CB7-CA7B-602007C3FDAE}"/>
              </a:ext>
            </a:extLst>
          </p:cNvPr>
          <p:cNvSpPr/>
          <p:nvPr/>
        </p:nvSpPr>
        <p:spPr>
          <a:xfrm rot="16200000" flipV="1">
            <a:off x="5281570" y="2535973"/>
            <a:ext cx="98384" cy="6732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492B4CE1-6485-4227-4F64-2AB69FF58090}"/>
              </a:ext>
            </a:extLst>
          </p:cNvPr>
          <p:cNvSpPr/>
          <p:nvPr/>
        </p:nvSpPr>
        <p:spPr>
          <a:xfrm flipV="1">
            <a:off x="6410834" y="2030825"/>
            <a:ext cx="98384" cy="910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D489F716-8070-FAF2-961B-13BB30C54013}"/>
              </a:ext>
            </a:extLst>
          </p:cNvPr>
          <p:cNvGrpSpPr/>
          <p:nvPr/>
        </p:nvGrpSpPr>
        <p:grpSpPr>
          <a:xfrm rot="5400000">
            <a:off x="5712222" y="268706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13DCF2FB-C90A-6A21-A97F-027E2191AC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979FEF4A-29C7-D388-4A66-8C39ABD3EA4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B87D093-B550-4114-5A72-E98DC24CB5E4}"/>
              </a:ext>
            </a:extLst>
          </p:cNvPr>
          <p:cNvSpPr/>
          <p:nvPr/>
        </p:nvSpPr>
        <p:spPr>
          <a:xfrm rot="16200000" flipV="1">
            <a:off x="8138663" y="1904106"/>
            <a:ext cx="98385" cy="712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12F70E8-85DD-6D42-2C5B-ADB924E8E046}"/>
              </a:ext>
            </a:extLst>
          </p:cNvPr>
          <p:cNvSpPr txBox="1"/>
          <p:nvPr/>
        </p:nvSpPr>
        <p:spPr>
          <a:xfrm>
            <a:off x="1824836" y="5294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BF03EC9B-5FC0-3F5E-01A5-AE40CB19AB24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V="1">
            <a:off x="3047286" y="4690864"/>
            <a:ext cx="717344" cy="60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5C9A87-2735-10F4-939B-DB6D3C3B6EE6}"/>
              </a:ext>
            </a:extLst>
          </p:cNvPr>
          <p:cNvSpPr/>
          <p:nvPr/>
        </p:nvSpPr>
        <p:spPr>
          <a:xfrm>
            <a:off x="4418820" y="3475578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F63C-1B16-7F04-A9DF-51F8822EDDEB}"/>
              </a:ext>
            </a:extLst>
          </p:cNvPr>
          <p:cNvSpPr txBox="1"/>
          <p:nvPr/>
        </p:nvSpPr>
        <p:spPr>
          <a:xfrm>
            <a:off x="2475772" y="523882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61883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5D81-55E9-DA5F-8270-8A379781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95F5D626-F4F0-D65B-FE3E-146A1BC090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16" y="652944"/>
            <a:ext cx="7580768" cy="5552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5950E5-D854-AC2C-D862-0D9188F06171}"/>
                  </a:ext>
                </a:extLst>
              </p:cNvPr>
              <p:cNvSpPr txBox="1"/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5950E5-D854-AC2C-D862-0D9188F06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580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EAB0FDA7-5A0D-61F4-1650-59A511B7345E}"/>
              </a:ext>
            </a:extLst>
          </p:cNvPr>
          <p:cNvSpPr txBox="1"/>
          <p:nvPr/>
        </p:nvSpPr>
        <p:spPr>
          <a:xfrm>
            <a:off x="2110930" y="2133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2704B46-FE37-F3C4-714A-391FF43EDA91}"/>
              </a:ext>
            </a:extLst>
          </p:cNvPr>
          <p:cNvSpPr/>
          <p:nvPr/>
        </p:nvSpPr>
        <p:spPr>
          <a:xfrm rot="5400000">
            <a:off x="2924944" y="2409110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EE8945F-752E-5042-6404-49F534760E79}"/>
              </a:ext>
            </a:extLst>
          </p:cNvPr>
          <p:cNvSpPr txBox="1"/>
          <p:nvPr/>
        </p:nvSpPr>
        <p:spPr>
          <a:xfrm>
            <a:off x="3455351" y="213844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8F18978-3331-ABF1-0E3E-537B29F30FEB}"/>
              </a:ext>
            </a:extLst>
          </p:cNvPr>
          <p:cNvSpPr/>
          <p:nvPr/>
        </p:nvSpPr>
        <p:spPr>
          <a:xfrm rot="10800000">
            <a:off x="2720748" y="318927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4567410B-1F4E-9F2C-81EC-412A06DEA0E2}"/>
              </a:ext>
            </a:extLst>
          </p:cNvPr>
          <p:cNvSpPr/>
          <p:nvPr/>
        </p:nvSpPr>
        <p:spPr>
          <a:xfrm>
            <a:off x="3145346" y="34399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FC5FFB7A-88BA-738B-B45E-CCE80CC2CAEC}"/>
              </a:ext>
            </a:extLst>
          </p:cNvPr>
          <p:cNvSpPr/>
          <p:nvPr/>
        </p:nvSpPr>
        <p:spPr>
          <a:xfrm>
            <a:off x="3314283" y="35920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F1AD3B-AAC4-BE3F-74A9-0022CB7D9E08}"/>
              </a:ext>
            </a:extLst>
          </p:cNvPr>
          <p:cNvSpPr txBox="1"/>
          <p:nvPr/>
        </p:nvSpPr>
        <p:spPr>
          <a:xfrm>
            <a:off x="4648002" y="320661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83DAF86-C2C2-0CFD-4BE5-DF4524C5AA9E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45386998-592A-4C1A-E144-BE16E9691B17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00FF7E4F-132E-A04E-5CD4-BB924707DA21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66CC22DB-D264-FD1D-549E-699D747E8359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3896587E-A0AF-113C-3248-0122CBBA4646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B0273A79-DD8B-ADBA-846F-423ED35C41FA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65CB7037-C779-BEE2-4039-DA56B98D61AB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FEEA00B2-9FA6-71AE-276C-003E38539AF7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2824392-9A0E-6815-EF15-5DFEB0C4F2A6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0A6B7E6E-9602-752A-32D6-F24FB05CA544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07A37EA-8F29-4A53-DFDA-9BBDDBDBAEBB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D47F994-621D-EA43-9AB0-684C3D2B6E83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74DA4997-61AD-A5CB-6521-8AE61C071153}"/>
              </a:ext>
            </a:extLst>
          </p:cNvPr>
          <p:cNvSpPr/>
          <p:nvPr/>
        </p:nvSpPr>
        <p:spPr>
          <a:xfrm>
            <a:off x="3493711" y="37753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B8E5C975-8E2E-B7F2-52B5-7D46CDE46E3E}"/>
              </a:ext>
            </a:extLst>
          </p:cNvPr>
          <p:cNvGrpSpPr/>
          <p:nvPr/>
        </p:nvGrpSpPr>
        <p:grpSpPr>
          <a:xfrm rot="5400000">
            <a:off x="3762475" y="2388331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8C6C896A-F8E1-803A-EF3D-6001CABBC5A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72B9D67-86F3-9B69-4918-4B0F8DE1915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CD1A14A-B40A-6FB8-29E9-8C37D6E0ACF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22E79DA-EA04-B3A5-48EA-FF559161B79F}"/>
              </a:ext>
            </a:extLst>
          </p:cNvPr>
          <p:cNvGrpSpPr/>
          <p:nvPr/>
        </p:nvGrpSpPr>
        <p:grpSpPr>
          <a:xfrm rot="5400000">
            <a:off x="3759301" y="441177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DBBF1BC-A1B1-9714-FA04-FB1524DB114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A5942697-7ECE-7756-0CB7-5F361ABF82B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98CFAE9-3B09-74D3-3F55-13DF41C5223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94BA733C-2759-1D7E-569A-0B9825DC81D3}"/>
              </a:ext>
            </a:extLst>
          </p:cNvPr>
          <p:cNvGrpSpPr/>
          <p:nvPr/>
        </p:nvGrpSpPr>
        <p:grpSpPr>
          <a:xfrm rot="5400000">
            <a:off x="3956522" y="2502310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E13E537-8954-1123-C444-402F350F66C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76278600-0DB5-591C-6DCD-549FF1D524D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B850004E-43A4-A75B-47D4-00DBC1F118E0}"/>
              </a:ext>
            </a:extLst>
          </p:cNvPr>
          <p:cNvGrpSpPr/>
          <p:nvPr/>
        </p:nvGrpSpPr>
        <p:grpSpPr>
          <a:xfrm>
            <a:off x="6555066" y="221986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0EF844F-4851-A21A-273C-CB6EAABA68E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AD63B606-EF3A-A066-28A3-F94897EB46A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85E11345-7693-FCED-0955-7AC0A36A1DB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48FD07F5-E8D2-BCF3-7C01-E777864ADFAF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C11FB7D5-C1FC-A74B-0F39-144F1302964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3F7F3BB9-0DA6-A2A4-2B03-105AED58010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65306D81-91ED-ED31-2658-D6C59356E9D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3029390-7678-73D4-AAC5-39EB4EF55F5E}"/>
              </a:ext>
            </a:extLst>
          </p:cNvPr>
          <p:cNvSpPr/>
          <p:nvPr/>
        </p:nvSpPr>
        <p:spPr>
          <a:xfrm rot="16200000" flipV="1">
            <a:off x="5281570" y="2535973"/>
            <a:ext cx="98384" cy="6732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C1CC717-5648-DDAA-F3DC-FEF3681863D2}"/>
              </a:ext>
            </a:extLst>
          </p:cNvPr>
          <p:cNvSpPr/>
          <p:nvPr/>
        </p:nvSpPr>
        <p:spPr>
          <a:xfrm flipV="1">
            <a:off x="6410834" y="2030825"/>
            <a:ext cx="98384" cy="910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8B1837E-FE31-07FB-29CE-27D9607F4898}"/>
              </a:ext>
            </a:extLst>
          </p:cNvPr>
          <p:cNvGrpSpPr/>
          <p:nvPr/>
        </p:nvGrpSpPr>
        <p:grpSpPr>
          <a:xfrm rot="5400000">
            <a:off x="5712222" y="268706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92555B15-4EB4-B449-B44E-F4CA3286EDB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CAE7021-C2BC-0A0A-17F0-C704E7B8702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12F71463-398F-7263-BDBE-DE9412B6F793}"/>
              </a:ext>
            </a:extLst>
          </p:cNvPr>
          <p:cNvSpPr/>
          <p:nvPr/>
        </p:nvSpPr>
        <p:spPr>
          <a:xfrm rot="16200000" flipV="1">
            <a:off x="8138663" y="1904106"/>
            <a:ext cx="98385" cy="712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B0DDE75-59E9-86B1-B501-6CE456127F95}"/>
              </a:ext>
            </a:extLst>
          </p:cNvPr>
          <p:cNvSpPr txBox="1"/>
          <p:nvPr/>
        </p:nvSpPr>
        <p:spPr>
          <a:xfrm>
            <a:off x="1824836" y="5294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F063730D-1945-4ABD-D440-42A4DBC3C421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V="1">
            <a:off x="3047286" y="4690864"/>
            <a:ext cx="717344" cy="60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F8C56DF-1F5B-7111-B5F7-F9129E16A246}"/>
              </a:ext>
            </a:extLst>
          </p:cNvPr>
          <p:cNvSpPr txBox="1"/>
          <p:nvPr/>
        </p:nvSpPr>
        <p:spPr>
          <a:xfrm>
            <a:off x="646477" y="4601937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45C217-17C8-42FF-EAF1-46501B3047E1}"/>
              </a:ext>
            </a:extLst>
          </p:cNvPr>
          <p:cNvSpPr/>
          <p:nvPr/>
        </p:nvSpPr>
        <p:spPr>
          <a:xfrm>
            <a:off x="4418820" y="3475578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F87B0-9777-5EF2-9FD3-46BB7B85D1A1}"/>
              </a:ext>
            </a:extLst>
          </p:cNvPr>
          <p:cNvSpPr txBox="1"/>
          <p:nvPr/>
        </p:nvSpPr>
        <p:spPr>
          <a:xfrm>
            <a:off x="2678191" y="475362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416041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3028-101B-5939-4F0C-E9CA204B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자동 생성된 설명">
            <a:extLst>
              <a:ext uri="{FF2B5EF4-FFF2-40B4-BE49-F238E27FC236}">
                <a16:creationId xmlns:a16="http://schemas.microsoft.com/office/drawing/2014/main" id="{0994B24A-C360-8138-AD77-2BCC95C685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883" y="686098"/>
            <a:ext cx="7490234" cy="5485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97B876-5DC5-2BE7-B2C2-834400845272}"/>
                  </a:ext>
                </a:extLst>
              </p:cNvPr>
              <p:cNvSpPr txBox="1"/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97B876-5DC5-2BE7-B2C2-834400845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F385E555-B5E3-B9E5-5BC0-7AB579231B18}"/>
              </a:ext>
            </a:extLst>
          </p:cNvPr>
          <p:cNvSpPr txBox="1"/>
          <p:nvPr/>
        </p:nvSpPr>
        <p:spPr>
          <a:xfrm>
            <a:off x="2110930" y="1371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93A</a:t>
            </a:r>
            <a:r>
              <a:rPr lang="ko-KR" altLang="en-US" sz="2000" b="1"/>
              <a:t>타입 간접 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4239B47-DE1D-F598-18DD-D87F5F48EA17}"/>
              </a:ext>
            </a:extLst>
          </p:cNvPr>
          <p:cNvSpPr/>
          <p:nvPr/>
        </p:nvSpPr>
        <p:spPr>
          <a:xfrm rot="5400000">
            <a:off x="6473236" y="426232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C8748617-3CA8-E289-933F-2DD97AB3E0AE}"/>
              </a:ext>
            </a:extLst>
          </p:cNvPr>
          <p:cNvSpPr/>
          <p:nvPr/>
        </p:nvSpPr>
        <p:spPr>
          <a:xfrm>
            <a:off x="5967867" y="362584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3A5D5C5-28B9-614B-09F0-F9C2A12EB618}"/>
              </a:ext>
            </a:extLst>
          </p:cNvPr>
          <p:cNvSpPr/>
          <p:nvPr/>
        </p:nvSpPr>
        <p:spPr>
          <a:xfrm>
            <a:off x="6136804" y="377793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BD0F229-81B8-570C-3506-F35639BB4C03}"/>
              </a:ext>
            </a:extLst>
          </p:cNvPr>
          <p:cNvSpPr txBox="1"/>
          <p:nvPr/>
        </p:nvSpPr>
        <p:spPr>
          <a:xfrm>
            <a:off x="5569310" y="318277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B75C9BD-CF7D-69CE-0513-AA5FB1EE9F09}"/>
              </a:ext>
            </a:extLst>
          </p:cNvPr>
          <p:cNvSpPr txBox="1"/>
          <p:nvPr/>
        </p:nvSpPr>
        <p:spPr>
          <a:xfrm>
            <a:off x="-1458" y="67320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C082C92-CA00-A89F-AE4D-EDAB9667F6B7}"/>
              </a:ext>
            </a:extLst>
          </p:cNvPr>
          <p:cNvSpPr txBox="1"/>
          <p:nvPr/>
        </p:nvSpPr>
        <p:spPr>
          <a:xfrm>
            <a:off x="-2156" y="99184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C9E9139-4FAF-C5B4-FA5A-9CBB8DAE93DF}"/>
              </a:ext>
            </a:extLst>
          </p:cNvPr>
          <p:cNvGrpSpPr/>
          <p:nvPr/>
        </p:nvGrpSpPr>
        <p:grpSpPr>
          <a:xfrm>
            <a:off x="5637956" y="356552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CF9BDB2E-328C-F15E-D357-D4FC9C368B0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1C311DC0-F724-9768-3B93-5EDC4F13DE7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ECE7526-492B-47D3-72CD-1DE33859749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6BFBBB7-57CC-8FE6-3D22-80C74FCA2AF9}"/>
              </a:ext>
            </a:extLst>
          </p:cNvPr>
          <p:cNvGrpSpPr/>
          <p:nvPr/>
        </p:nvGrpSpPr>
        <p:grpSpPr>
          <a:xfrm>
            <a:off x="7431913" y="356102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8EC7E2A2-B934-FDC7-F5A2-E1AC6C03124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CEF53687-ECE9-D690-0B10-C3423DA8361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4510AB8C-75DE-EC21-4509-A29429DE4BD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63BA7F0-281A-FC38-7FF9-4EC7A822E4F7}"/>
              </a:ext>
            </a:extLst>
          </p:cNvPr>
          <p:cNvSpPr/>
          <p:nvPr/>
        </p:nvSpPr>
        <p:spPr>
          <a:xfrm flipV="1">
            <a:off x="2901126" y="2825346"/>
            <a:ext cx="98384" cy="709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FE9374A-7FD5-2DAA-28BA-FFD71570D382}"/>
              </a:ext>
            </a:extLst>
          </p:cNvPr>
          <p:cNvSpPr/>
          <p:nvPr/>
        </p:nvSpPr>
        <p:spPr>
          <a:xfrm flipV="1">
            <a:off x="4538515" y="2118496"/>
            <a:ext cx="98384" cy="79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6E3D813C-63B5-E2DC-0C4B-C4449E99EFAF}"/>
              </a:ext>
            </a:extLst>
          </p:cNvPr>
          <p:cNvGrpSpPr/>
          <p:nvPr/>
        </p:nvGrpSpPr>
        <p:grpSpPr>
          <a:xfrm rot="5400000">
            <a:off x="4642414" y="309510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2C8B9E1D-5F5B-5F2F-FB7C-E15735EC6C5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73A5E7AA-0864-2F80-954B-8EB9EB1340D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61406F9-AADA-18F1-BF8E-89A4CFCADB4B}"/>
              </a:ext>
            </a:extLst>
          </p:cNvPr>
          <p:cNvSpPr/>
          <p:nvPr/>
        </p:nvSpPr>
        <p:spPr>
          <a:xfrm flipV="1">
            <a:off x="7587164" y="2233473"/>
            <a:ext cx="98385" cy="6811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3CA6777-EFB5-38E8-987B-7EC7FF1EF01B}"/>
              </a:ext>
            </a:extLst>
          </p:cNvPr>
          <p:cNvSpPr txBox="1"/>
          <p:nvPr/>
        </p:nvSpPr>
        <p:spPr>
          <a:xfrm>
            <a:off x="7651597" y="54322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035D9CE-5065-53FE-3DAC-78A0E9F427F3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587151" y="4876747"/>
            <a:ext cx="2286896" cy="555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FE6688A4-5459-AD4B-A690-7042A5B3C483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65440E68-3F13-ADD4-611E-9C3E83A93FA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23CB731E-4011-8C61-8D09-8DA26CD8AB2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9F8CE1D7-2F3E-FB0B-D0A8-2B5B584DC29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F3E652A-9DB5-4612-8CB5-623FBF772F2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D1A4EC6-A8D8-D652-C7E6-55C1B31C9172}"/>
              </a:ext>
            </a:extLst>
          </p:cNvPr>
          <p:cNvSpPr txBox="1"/>
          <p:nvPr/>
        </p:nvSpPr>
        <p:spPr>
          <a:xfrm>
            <a:off x="2415477" y="478967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AD4EE-F92A-F3F5-B864-3D6D62C7AE6C}"/>
              </a:ext>
            </a:extLst>
          </p:cNvPr>
          <p:cNvSpPr txBox="1"/>
          <p:nvPr/>
        </p:nvSpPr>
        <p:spPr>
          <a:xfrm>
            <a:off x="6418709" y="45988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594B7-7E04-210A-B00B-5D88CB35410B}"/>
              </a:ext>
            </a:extLst>
          </p:cNvPr>
          <p:cNvSpPr txBox="1"/>
          <p:nvPr/>
        </p:nvSpPr>
        <p:spPr>
          <a:xfrm>
            <a:off x="6815923" y="416130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31229-DD2C-0789-C15E-504CBDA073F5}"/>
              </a:ext>
            </a:extLst>
          </p:cNvPr>
          <p:cNvSpPr txBox="1"/>
          <p:nvPr/>
        </p:nvSpPr>
        <p:spPr>
          <a:xfrm>
            <a:off x="6441320" y="52012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7C1A5-2185-D846-2D67-D7386043C1C0}"/>
              </a:ext>
            </a:extLst>
          </p:cNvPr>
          <p:cNvSpPr txBox="1"/>
          <p:nvPr/>
        </p:nvSpPr>
        <p:spPr>
          <a:xfrm>
            <a:off x="7791789" y="465894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F5847-9847-9B02-694F-0F8E487220F6}"/>
              </a:ext>
            </a:extLst>
          </p:cNvPr>
          <p:cNvSpPr txBox="1"/>
          <p:nvPr/>
        </p:nvSpPr>
        <p:spPr>
          <a:xfrm>
            <a:off x="4820360" y="493594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27E73-B44C-A00B-884A-1F96C51B0087}"/>
              </a:ext>
            </a:extLst>
          </p:cNvPr>
          <p:cNvSpPr txBox="1"/>
          <p:nvPr/>
        </p:nvSpPr>
        <p:spPr>
          <a:xfrm>
            <a:off x="3434184" y="490051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3000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83964-041A-4BF6-B13C-E54DAB85394E}"/>
              </a:ext>
            </a:extLst>
          </p:cNvPr>
          <p:cNvSpPr txBox="1"/>
          <p:nvPr/>
        </p:nvSpPr>
        <p:spPr>
          <a:xfrm rot="16200000">
            <a:off x="4376397" y="239777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1600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F0D2D1-1729-04B0-B79F-EF98F8C22A8F}"/>
              </a:ext>
            </a:extLst>
          </p:cNvPr>
          <p:cNvSpPr txBox="1"/>
          <p:nvPr/>
        </p:nvSpPr>
        <p:spPr>
          <a:xfrm rot="16200000">
            <a:off x="7438719" y="2455579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3AF6B-95D9-926A-8DF8-97452B2B915F}"/>
              </a:ext>
            </a:extLst>
          </p:cNvPr>
          <p:cNvSpPr txBox="1"/>
          <p:nvPr/>
        </p:nvSpPr>
        <p:spPr>
          <a:xfrm rot="16200000">
            <a:off x="2745775" y="311280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1400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7DA96-03C9-8416-0C59-1819977C19FD}"/>
              </a:ext>
            </a:extLst>
          </p:cNvPr>
          <p:cNvSpPr txBox="1"/>
          <p:nvPr/>
        </p:nvSpPr>
        <p:spPr>
          <a:xfrm>
            <a:off x="6241472" y="80766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1200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1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F847-161C-DDC1-630F-64FC4A43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자동 생성된 설명">
            <a:extLst>
              <a:ext uri="{FF2B5EF4-FFF2-40B4-BE49-F238E27FC236}">
                <a16:creationId xmlns:a16="http://schemas.microsoft.com/office/drawing/2014/main" id="{7135C55C-00B8-E6BC-8095-FF6B106514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883" y="686098"/>
            <a:ext cx="7490234" cy="5485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1DA9195-8206-39FA-CBEB-F65257CEFF3E}"/>
                  </a:ext>
                </a:extLst>
              </p:cNvPr>
              <p:cNvSpPr txBox="1"/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1DA9195-8206-39FA-CBEB-F65257CEF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FC8D36EE-6525-CDD1-0C10-57B596728B0E}"/>
              </a:ext>
            </a:extLst>
          </p:cNvPr>
          <p:cNvSpPr txBox="1"/>
          <p:nvPr/>
        </p:nvSpPr>
        <p:spPr>
          <a:xfrm>
            <a:off x="2110930" y="1371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93A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455FD63-194E-2C6C-0400-BB499F601FA9}"/>
              </a:ext>
            </a:extLst>
          </p:cNvPr>
          <p:cNvSpPr/>
          <p:nvPr/>
        </p:nvSpPr>
        <p:spPr>
          <a:xfrm>
            <a:off x="7643416" y="4521941"/>
            <a:ext cx="7528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16E6B32-6729-6A4C-D152-20B1B88838B4}"/>
              </a:ext>
            </a:extLst>
          </p:cNvPr>
          <p:cNvSpPr txBox="1"/>
          <p:nvPr/>
        </p:nvSpPr>
        <p:spPr>
          <a:xfrm>
            <a:off x="7825881" y="382225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F54BAD4-60CA-734A-0DF5-9F3166530D23}"/>
              </a:ext>
            </a:extLst>
          </p:cNvPr>
          <p:cNvSpPr/>
          <p:nvPr/>
        </p:nvSpPr>
        <p:spPr>
          <a:xfrm rot="5400000">
            <a:off x="6473236" y="426232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B2701814-A094-53AA-F02D-1873902178B5}"/>
              </a:ext>
            </a:extLst>
          </p:cNvPr>
          <p:cNvSpPr/>
          <p:nvPr/>
        </p:nvSpPr>
        <p:spPr>
          <a:xfrm>
            <a:off x="5967867" y="362584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3F96C533-A323-A272-66A8-3627B17044B7}"/>
              </a:ext>
            </a:extLst>
          </p:cNvPr>
          <p:cNvSpPr/>
          <p:nvPr/>
        </p:nvSpPr>
        <p:spPr>
          <a:xfrm>
            <a:off x="6136804" y="377793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EDB7D72-2B8B-C8C5-99BC-BDB2BCECA495}"/>
              </a:ext>
            </a:extLst>
          </p:cNvPr>
          <p:cNvSpPr txBox="1"/>
          <p:nvPr/>
        </p:nvSpPr>
        <p:spPr>
          <a:xfrm>
            <a:off x="5569310" y="318277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4EF0FD7-9362-D71B-A642-322AD6FE6961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966F6AC6-1DC2-5F23-3A09-8745FF5080DF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E54798E6-6C83-15A4-EB7F-FF374714451C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49623F66-8F77-A0CD-A87C-8249BE48FA7E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114D169B-F2BE-7413-B0A2-0BE6AC2BAD31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0BFA1EC5-0A15-14EC-34E4-B3E98F42F05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8CFBEF8-D507-9426-72CD-4C74A787DA21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60422F-D5B7-90C4-C96A-8F6A6F47F2F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A8666DB2-E8EF-663B-6648-13ECA0782672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0E62E7D0-6EC8-84E9-7157-B0471ED9A40D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B4667ACC-B507-5B06-DB35-E3D888225C2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DD1905F-1F21-8A2A-7366-82453D9B2DF1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4434CF70-77B5-8CB0-1CD8-90D6601E982F}"/>
              </a:ext>
            </a:extLst>
          </p:cNvPr>
          <p:cNvGrpSpPr/>
          <p:nvPr/>
        </p:nvGrpSpPr>
        <p:grpSpPr>
          <a:xfrm>
            <a:off x="5637956" y="356552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B453ADCA-4504-5146-767A-62262A5CC16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E086A6D4-9076-5D38-463B-48AE81BAD82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01175F6E-C354-2F61-0143-AF3F47A9719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556DE96-B96F-C911-9128-2571A35FB1DE}"/>
              </a:ext>
            </a:extLst>
          </p:cNvPr>
          <p:cNvGrpSpPr/>
          <p:nvPr/>
        </p:nvGrpSpPr>
        <p:grpSpPr>
          <a:xfrm>
            <a:off x="7431913" y="356102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63C5441-2AE3-1E34-3EDE-378634DF47D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FF9C544-B57A-05F5-5F40-FEDBCF4B4AA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E92C33B2-5847-4D56-85D4-93F8F41075F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F98D4366-BC40-F2C2-24F7-92F82772CC38}"/>
              </a:ext>
            </a:extLst>
          </p:cNvPr>
          <p:cNvGrpSpPr/>
          <p:nvPr/>
        </p:nvGrpSpPr>
        <p:grpSpPr>
          <a:xfrm>
            <a:off x="7622297" y="343688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C22036E1-341B-1791-8F9C-01A4FD1ACC1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346A942-26E1-75AE-3C13-8E5098AB4B6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6371EAE-98FD-12DA-D898-42CF5A97EB78}"/>
              </a:ext>
            </a:extLst>
          </p:cNvPr>
          <p:cNvGrpSpPr/>
          <p:nvPr/>
        </p:nvGrpSpPr>
        <p:grpSpPr>
          <a:xfrm>
            <a:off x="4049605" y="224411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79C93C0F-79C3-8BDA-117B-0B1F6FCEE99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F70D2700-393D-A70F-60B3-B3A39E3718C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9E0175F7-5B8A-C40C-5D54-AD0BF11735DF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5802CF41-970A-0E63-C3CA-99230686B63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31629827-68BA-AFD8-85B7-621BA00A947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9CB20C6B-60AE-558C-7536-F5D0121D0DD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1A3D792D-9861-6FD2-7E5B-1511F83C112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D2616A7-0D75-1501-A663-59AD151B62F8}"/>
              </a:ext>
            </a:extLst>
          </p:cNvPr>
          <p:cNvSpPr/>
          <p:nvPr/>
        </p:nvSpPr>
        <p:spPr>
          <a:xfrm flipV="1">
            <a:off x="2901126" y="2825346"/>
            <a:ext cx="98384" cy="709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D90518A-CD5B-671C-2C43-2BA295DA3EFE}"/>
              </a:ext>
            </a:extLst>
          </p:cNvPr>
          <p:cNvSpPr/>
          <p:nvPr/>
        </p:nvSpPr>
        <p:spPr>
          <a:xfrm flipV="1">
            <a:off x="4538515" y="2118496"/>
            <a:ext cx="98384" cy="79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A23FDE7-086A-0DFF-0A58-E08D579CF6A6}"/>
              </a:ext>
            </a:extLst>
          </p:cNvPr>
          <p:cNvGrpSpPr/>
          <p:nvPr/>
        </p:nvGrpSpPr>
        <p:grpSpPr>
          <a:xfrm rot="5400000">
            <a:off x="4642414" y="309510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CF73907C-347F-0312-2503-C3BEC5B1DF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EB8C29D0-C6E9-9C40-A915-182796C40D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346956BE-D0E0-F46A-2EEE-932FAB5ED79B}"/>
              </a:ext>
            </a:extLst>
          </p:cNvPr>
          <p:cNvSpPr/>
          <p:nvPr/>
        </p:nvSpPr>
        <p:spPr>
          <a:xfrm flipV="1">
            <a:off x="7587164" y="2233473"/>
            <a:ext cx="98385" cy="6811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293B198-46E6-FE5B-2F87-86A85F4B1701}"/>
              </a:ext>
            </a:extLst>
          </p:cNvPr>
          <p:cNvSpPr txBox="1"/>
          <p:nvPr/>
        </p:nvSpPr>
        <p:spPr>
          <a:xfrm>
            <a:off x="7651597" y="54322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8EC04E2-0F0C-196C-7D28-317F311D0A94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587151" y="4876747"/>
            <a:ext cx="2286896" cy="555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1CCABCC-07DF-3752-D1B4-231A52F284EC}"/>
              </a:ext>
            </a:extLst>
          </p:cNvPr>
          <p:cNvSpPr txBox="1"/>
          <p:nvPr/>
        </p:nvSpPr>
        <p:spPr>
          <a:xfrm>
            <a:off x="2464669" y="499171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1E258-8374-ADDB-0B3C-A290AC5A7E08}"/>
              </a:ext>
            </a:extLst>
          </p:cNvPr>
          <p:cNvSpPr txBox="1"/>
          <p:nvPr/>
        </p:nvSpPr>
        <p:spPr>
          <a:xfrm>
            <a:off x="6418709" y="45988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DCF4D-6A03-8BD2-6D24-3B5740AB654D}"/>
              </a:ext>
            </a:extLst>
          </p:cNvPr>
          <p:cNvSpPr txBox="1"/>
          <p:nvPr/>
        </p:nvSpPr>
        <p:spPr>
          <a:xfrm>
            <a:off x="6815923" y="416130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478F7-9C9D-24DF-0E55-300F3E0FEC20}"/>
              </a:ext>
            </a:extLst>
          </p:cNvPr>
          <p:cNvSpPr txBox="1"/>
          <p:nvPr/>
        </p:nvSpPr>
        <p:spPr>
          <a:xfrm>
            <a:off x="6441320" y="52012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069BB-8737-6748-0487-BD1D03CAC78E}"/>
              </a:ext>
            </a:extLst>
          </p:cNvPr>
          <p:cNvSpPr txBox="1"/>
          <p:nvPr/>
        </p:nvSpPr>
        <p:spPr>
          <a:xfrm>
            <a:off x="7791789" y="465894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98F84-1256-1D1C-6B1A-639FC8B7F939}"/>
              </a:ext>
            </a:extLst>
          </p:cNvPr>
          <p:cNvSpPr txBox="1"/>
          <p:nvPr/>
        </p:nvSpPr>
        <p:spPr>
          <a:xfrm>
            <a:off x="4820360" y="493594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19C32-4FC7-A8AC-AB22-18B425CD6850}"/>
              </a:ext>
            </a:extLst>
          </p:cNvPr>
          <p:cNvSpPr txBox="1"/>
          <p:nvPr/>
        </p:nvSpPr>
        <p:spPr>
          <a:xfrm>
            <a:off x="3434184" y="490051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3000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3A1074-512A-355F-0B88-888B6930ABD4}"/>
              </a:ext>
            </a:extLst>
          </p:cNvPr>
          <p:cNvSpPr txBox="1"/>
          <p:nvPr/>
        </p:nvSpPr>
        <p:spPr>
          <a:xfrm rot="16200000">
            <a:off x="4376397" y="239777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1600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772F6-7AB3-DC21-8AB2-D30B7B27D974}"/>
              </a:ext>
            </a:extLst>
          </p:cNvPr>
          <p:cNvSpPr txBox="1"/>
          <p:nvPr/>
        </p:nvSpPr>
        <p:spPr>
          <a:xfrm rot="16200000">
            <a:off x="7438719" y="2455579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BD9DE-14C0-D30A-D855-5179655520B9}"/>
              </a:ext>
            </a:extLst>
          </p:cNvPr>
          <p:cNvSpPr txBox="1"/>
          <p:nvPr/>
        </p:nvSpPr>
        <p:spPr>
          <a:xfrm rot="16200000">
            <a:off x="2745775" y="311280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1400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86AF5-42BE-85A3-BC14-4CDD6F94000E}"/>
              </a:ext>
            </a:extLst>
          </p:cNvPr>
          <p:cNvSpPr txBox="1"/>
          <p:nvPr/>
        </p:nvSpPr>
        <p:spPr>
          <a:xfrm>
            <a:off x="6241472" y="80766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1200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328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13BA-798C-4752-2F93-F2D26532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7590C-D5FD-124A-9903-CB45198FFF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883" y="686098"/>
            <a:ext cx="7490234" cy="5485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C42C975-65F8-E42A-1D86-501F9631F1FD}"/>
                  </a:ext>
                </a:extLst>
              </p:cNvPr>
              <p:cNvSpPr txBox="1"/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C42C975-65F8-E42A-1D86-501F9631F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818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3FEBD821-AF1B-EA46-9E39-10D046CCD1FA}"/>
              </a:ext>
            </a:extLst>
          </p:cNvPr>
          <p:cNvSpPr txBox="1"/>
          <p:nvPr/>
        </p:nvSpPr>
        <p:spPr>
          <a:xfrm>
            <a:off x="2110930" y="1371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93A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819AC60-4835-1356-6FE5-E7EE47EC91A4}"/>
              </a:ext>
            </a:extLst>
          </p:cNvPr>
          <p:cNvSpPr/>
          <p:nvPr/>
        </p:nvSpPr>
        <p:spPr>
          <a:xfrm>
            <a:off x="7643416" y="4521941"/>
            <a:ext cx="7528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AB297C-5B73-2083-610D-8416A21B3336}"/>
              </a:ext>
            </a:extLst>
          </p:cNvPr>
          <p:cNvSpPr txBox="1"/>
          <p:nvPr/>
        </p:nvSpPr>
        <p:spPr>
          <a:xfrm>
            <a:off x="7825881" y="382225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3D82EE9-43A4-40E0-A8CB-3C57D64AA208}"/>
              </a:ext>
            </a:extLst>
          </p:cNvPr>
          <p:cNvSpPr/>
          <p:nvPr/>
        </p:nvSpPr>
        <p:spPr>
          <a:xfrm rot="5400000">
            <a:off x="6473236" y="4262324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44EE480-EAD7-D87E-DA33-0451DC888AAB}"/>
              </a:ext>
            </a:extLst>
          </p:cNvPr>
          <p:cNvSpPr/>
          <p:nvPr/>
        </p:nvSpPr>
        <p:spPr>
          <a:xfrm>
            <a:off x="5967867" y="362584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E8277624-3266-4FC3-A6FD-2D71F82C309D}"/>
              </a:ext>
            </a:extLst>
          </p:cNvPr>
          <p:cNvSpPr/>
          <p:nvPr/>
        </p:nvSpPr>
        <p:spPr>
          <a:xfrm>
            <a:off x="6136804" y="377793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CEE7FF-5BE8-068F-1E1F-2A71AAFE67DA}"/>
              </a:ext>
            </a:extLst>
          </p:cNvPr>
          <p:cNvSpPr txBox="1"/>
          <p:nvPr/>
        </p:nvSpPr>
        <p:spPr>
          <a:xfrm>
            <a:off x="5569310" y="318277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67B417B-0038-29F4-3552-2955889BD40F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9308A9AA-5D18-318C-50F6-C8759ADBDDDB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6B7D99D3-6203-470A-35AF-80F298A972DD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8FBC4A32-E0F1-8A92-F771-B78652D5C0CD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E3EA542A-64D3-ED76-28D6-49BCBCD2A8BD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13654707-AA93-AEB5-C0D5-617D91AD21D1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CF556D51-FFBD-6011-D85F-F59D8E1CC1F6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D534E3C3-D555-70A6-CCAB-DC70842D209E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B538DEFA-ADA2-96C7-CAE8-C1B1C21CBF12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3F508817-8473-5060-36FD-7DFD827DA121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0D336E78-A4F7-399B-A500-DCB948676583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CEE62CA-0CB9-31C0-6AB6-03F06E7909E7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869EFED3-8795-B2CF-4870-E48291B1C417}"/>
              </a:ext>
            </a:extLst>
          </p:cNvPr>
          <p:cNvSpPr/>
          <p:nvPr/>
        </p:nvSpPr>
        <p:spPr>
          <a:xfrm>
            <a:off x="6316232" y="396126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FF1EC3F-19C6-7501-BCCE-725CDABFFA15}"/>
              </a:ext>
            </a:extLst>
          </p:cNvPr>
          <p:cNvGrpSpPr/>
          <p:nvPr/>
        </p:nvGrpSpPr>
        <p:grpSpPr>
          <a:xfrm>
            <a:off x="5637956" y="3565522"/>
            <a:ext cx="98891" cy="1331233"/>
            <a:chOff x="4737834" y="4900127"/>
            <a:chExt cx="98891" cy="133123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C4808B8-74C8-51BA-C7DB-8B293F678C9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C806CD6-705F-A888-748A-BBA360DE8B9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BDCDEFC9-B16C-5DCB-64F1-CC2A5B628E4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0951546-5EE2-9DBF-EE4B-DE6E9C248670}"/>
              </a:ext>
            </a:extLst>
          </p:cNvPr>
          <p:cNvGrpSpPr/>
          <p:nvPr/>
        </p:nvGrpSpPr>
        <p:grpSpPr>
          <a:xfrm>
            <a:off x="7431913" y="3561020"/>
            <a:ext cx="98891" cy="1331233"/>
            <a:chOff x="4737834" y="4900127"/>
            <a:chExt cx="98891" cy="1331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E39AC926-E9B6-8BE6-BCD5-FDC13F6E9E8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DB16B67-A237-A68F-C9B1-30E9FDD120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E628B813-DC67-6AF1-C832-B1224FF1B62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521D37E-DF3E-3242-DA09-E70B96D01931}"/>
              </a:ext>
            </a:extLst>
          </p:cNvPr>
          <p:cNvGrpSpPr/>
          <p:nvPr/>
        </p:nvGrpSpPr>
        <p:grpSpPr>
          <a:xfrm>
            <a:off x="7622297" y="343688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17AF7911-7013-AB8B-9EF1-AEA8226D447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8D570CC7-FAE2-4748-F275-8059B356543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0BD7C97-7CA4-0B09-15A7-2AF653F71C14}"/>
              </a:ext>
            </a:extLst>
          </p:cNvPr>
          <p:cNvGrpSpPr/>
          <p:nvPr/>
        </p:nvGrpSpPr>
        <p:grpSpPr>
          <a:xfrm>
            <a:off x="4049605" y="224411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C81A0AF3-4850-CD1E-6D3C-3716E1D0C6E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2055A3C1-A37E-2ED5-1880-D4E7D9A753E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A8563E08-BCA5-DADC-F811-EA1A14D8D73E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CFDEB38C-A940-A946-9708-1C80F6D8EAD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572ED81A-3FF7-AA77-DCA1-7B0649B7E8B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71FA43BF-52E6-F431-F8D9-CFE7FD8BC5C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F30D979F-EFD2-EC25-3CBC-99AAFCA343B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808D90C-937A-1086-4248-061D5601F5A5}"/>
              </a:ext>
            </a:extLst>
          </p:cNvPr>
          <p:cNvSpPr/>
          <p:nvPr/>
        </p:nvSpPr>
        <p:spPr>
          <a:xfrm flipV="1">
            <a:off x="2901126" y="2825346"/>
            <a:ext cx="98384" cy="709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ED9F3C3-B2B9-1F06-5365-D098D3B84B0F}"/>
              </a:ext>
            </a:extLst>
          </p:cNvPr>
          <p:cNvSpPr/>
          <p:nvPr/>
        </p:nvSpPr>
        <p:spPr>
          <a:xfrm flipV="1">
            <a:off x="4538515" y="2118496"/>
            <a:ext cx="98384" cy="793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970917D2-BAC3-25E2-5FFE-EA75A28BEE68}"/>
              </a:ext>
            </a:extLst>
          </p:cNvPr>
          <p:cNvGrpSpPr/>
          <p:nvPr/>
        </p:nvGrpSpPr>
        <p:grpSpPr>
          <a:xfrm rot="5400000">
            <a:off x="4642414" y="3095103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65430B74-C79A-760E-DFC6-4D062D32D74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04C3634D-BF4E-7C56-8E45-4E7A26F3884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C2706AD-DC29-E69F-CDE0-05F5D1566025}"/>
              </a:ext>
            </a:extLst>
          </p:cNvPr>
          <p:cNvSpPr/>
          <p:nvPr/>
        </p:nvSpPr>
        <p:spPr>
          <a:xfrm flipV="1">
            <a:off x="7587164" y="2233473"/>
            <a:ext cx="98385" cy="6811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CAC76CC-B8D2-0AA2-CDD3-AA81E2785BBE}"/>
              </a:ext>
            </a:extLst>
          </p:cNvPr>
          <p:cNvSpPr txBox="1"/>
          <p:nvPr/>
        </p:nvSpPr>
        <p:spPr>
          <a:xfrm>
            <a:off x="7651597" y="54322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45CF18B-71A5-2867-9451-3C86618C5705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6587151" y="4876747"/>
            <a:ext cx="2286896" cy="555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7C63440-CC26-CA0A-68F8-A0EBAAFE6F57}"/>
              </a:ext>
            </a:extLst>
          </p:cNvPr>
          <p:cNvSpPr txBox="1"/>
          <p:nvPr/>
        </p:nvSpPr>
        <p:spPr>
          <a:xfrm>
            <a:off x="3670820" y="5355271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876A1-1E1D-EBDE-58D3-D15BCF959B1C}"/>
              </a:ext>
            </a:extLst>
          </p:cNvPr>
          <p:cNvSpPr txBox="1"/>
          <p:nvPr/>
        </p:nvSpPr>
        <p:spPr>
          <a:xfrm>
            <a:off x="2319517" y="69814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4448-2D1E-8FC7-0AFF-58AC7A54D8A1}"/>
              </a:ext>
            </a:extLst>
          </p:cNvPr>
          <p:cNvSpPr txBox="1"/>
          <p:nvPr/>
        </p:nvSpPr>
        <p:spPr>
          <a:xfrm>
            <a:off x="6418709" y="45988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CC5A7-2B84-3E6B-2C48-3215B7B60E1F}"/>
              </a:ext>
            </a:extLst>
          </p:cNvPr>
          <p:cNvSpPr txBox="1"/>
          <p:nvPr/>
        </p:nvSpPr>
        <p:spPr>
          <a:xfrm>
            <a:off x="6815923" y="416130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DF96C-8DB2-7E54-1BA2-862D92E908D8}"/>
              </a:ext>
            </a:extLst>
          </p:cNvPr>
          <p:cNvSpPr txBox="1"/>
          <p:nvPr/>
        </p:nvSpPr>
        <p:spPr>
          <a:xfrm>
            <a:off x="6441320" y="520122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4500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13B19-62F9-FE58-4C7F-22C281ACD4CC}"/>
              </a:ext>
            </a:extLst>
          </p:cNvPr>
          <p:cNvSpPr txBox="1"/>
          <p:nvPr/>
        </p:nvSpPr>
        <p:spPr>
          <a:xfrm>
            <a:off x="7791789" y="465894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1900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5DAF5-0DFF-3FF6-879D-974D9285A8F0}"/>
              </a:ext>
            </a:extLst>
          </p:cNvPr>
          <p:cNvSpPr txBox="1"/>
          <p:nvPr/>
        </p:nvSpPr>
        <p:spPr>
          <a:xfrm>
            <a:off x="4820360" y="493594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2700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C6237-78EE-73FF-BB39-8512C4C8062F}"/>
              </a:ext>
            </a:extLst>
          </p:cNvPr>
          <p:cNvSpPr txBox="1"/>
          <p:nvPr/>
        </p:nvSpPr>
        <p:spPr>
          <a:xfrm>
            <a:off x="3434184" y="490051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3000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5D4FA-73FA-FE40-E94E-D4F1AF71548A}"/>
              </a:ext>
            </a:extLst>
          </p:cNvPr>
          <p:cNvSpPr txBox="1"/>
          <p:nvPr/>
        </p:nvSpPr>
        <p:spPr>
          <a:xfrm rot="16200000">
            <a:off x="4376397" y="239777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1600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C7E23-C06A-C7F8-9A49-8C6993488B02}"/>
              </a:ext>
            </a:extLst>
          </p:cNvPr>
          <p:cNvSpPr txBox="1"/>
          <p:nvPr/>
        </p:nvSpPr>
        <p:spPr>
          <a:xfrm rot="16200000">
            <a:off x="7438719" y="2455579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1300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EF55D-3F9A-4477-0E56-8D9BFBA36129}"/>
              </a:ext>
            </a:extLst>
          </p:cNvPr>
          <p:cNvSpPr txBox="1"/>
          <p:nvPr/>
        </p:nvSpPr>
        <p:spPr>
          <a:xfrm rot="16200000">
            <a:off x="2745775" y="311280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1400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58B55-131F-8320-2978-EC1D2102A439}"/>
              </a:ext>
            </a:extLst>
          </p:cNvPr>
          <p:cNvSpPr txBox="1"/>
          <p:nvPr/>
        </p:nvSpPr>
        <p:spPr>
          <a:xfrm>
            <a:off x="6241472" y="80766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1200</a:t>
            </a:r>
            <a:endParaRPr lang="ko-KR" altLang="en-US" sz="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9254-2079-044A-6B66-C0BF8E50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2E424D16-C55C-9D20-30E0-D3F397B95D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72" y="593002"/>
            <a:ext cx="7744456" cy="5671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6079423-E8BB-E0D2-2FE3-2A8690DBE0F3}"/>
                  </a:ext>
                </a:extLst>
              </p:cNvPr>
              <p:cNvSpPr txBox="1"/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6079423-E8BB-E0D2-2FE3-2A8690DBE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2B44A35-0776-B79B-7BD7-AF79B1FD17CB}"/>
              </a:ext>
            </a:extLst>
          </p:cNvPr>
          <p:cNvSpPr txBox="1"/>
          <p:nvPr/>
        </p:nvSpPr>
        <p:spPr>
          <a:xfrm>
            <a:off x="2110930" y="16992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83B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CA74029-A92F-802D-789F-C42B20FB7C28}"/>
              </a:ext>
            </a:extLst>
          </p:cNvPr>
          <p:cNvSpPr/>
          <p:nvPr/>
        </p:nvSpPr>
        <p:spPr>
          <a:xfrm rot="5400000">
            <a:off x="6405928" y="433602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8ED8893-7A0C-0BC6-5C48-48608295BA04}"/>
              </a:ext>
            </a:extLst>
          </p:cNvPr>
          <p:cNvSpPr/>
          <p:nvPr/>
        </p:nvSpPr>
        <p:spPr>
          <a:xfrm>
            <a:off x="5869971" y="368804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497476C-B034-33E3-04C7-3EE84B7893DB}"/>
              </a:ext>
            </a:extLst>
          </p:cNvPr>
          <p:cNvSpPr/>
          <p:nvPr/>
        </p:nvSpPr>
        <p:spPr>
          <a:xfrm>
            <a:off x="6038908" y="384013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8CCA1B-D534-6BA7-7E93-2B8977731FFA}"/>
              </a:ext>
            </a:extLst>
          </p:cNvPr>
          <p:cNvSpPr txBox="1"/>
          <p:nvPr/>
        </p:nvSpPr>
        <p:spPr>
          <a:xfrm>
            <a:off x="5579358" y="320551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E41AEA-3246-BC17-AA93-613E0F3F1021}"/>
              </a:ext>
            </a:extLst>
          </p:cNvPr>
          <p:cNvSpPr txBox="1"/>
          <p:nvPr/>
        </p:nvSpPr>
        <p:spPr>
          <a:xfrm>
            <a:off x="-1458" y="718473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4EC6F6-E8DF-9608-EC4A-D022BE839407}"/>
              </a:ext>
            </a:extLst>
          </p:cNvPr>
          <p:cNvSpPr txBox="1"/>
          <p:nvPr/>
        </p:nvSpPr>
        <p:spPr>
          <a:xfrm>
            <a:off x="-2156" y="103711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E2A9BE5-E67B-CB42-EF00-063F5C748ADA}"/>
              </a:ext>
            </a:extLst>
          </p:cNvPr>
          <p:cNvGrpSpPr/>
          <p:nvPr/>
        </p:nvGrpSpPr>
        <p:grpSpPr>
          <a:xfrm>
            <a:off x="5509149" y="369501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B38C8A5-2FF4-BB47-65EF-F8F898C42E6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6F7409D-791C-331D-97E6-B98A8598252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88482F6C-F440-FDD1-F9B9-A2874B32FF6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C6B70A2-3111-956C-CA76-9A7299CD85AB}"/>
              </a:ext>
            </a:extLst>
          </p:cNvPr>
          <p:cNvGrpSpPr/>
          <p:nvPr/>
        </p:nvGrpSpPr>
        <p:grpSpPr>
          <a:xfrm>
            <a:off x="7367141" y="369051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77678E7-D3A1-D1CC-3821-E0B6C9E3CDD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C3FBA7A2-53AD-4C63-078D-30595EA75FF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7ED2DF0C-D8CA-78EE-A4F9-8BE0B138AEE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A6FC28-0334-7244-0228-92F9ABDA40BD}"/>
              </a:ext>
            </a:extLst>
          </p:cNvPr>
          <p:cNvSpPr/>
          <p:nvPr/>
        </p:nvSpPr>
        <p:spPr>
          <a:xfrm rot="16200000" flipV="1">
            <a:off x="3713084" y="2054435"/>
            <a:ext cx="98384" cy="6812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D18214A-A064-4CA3-86CD-4B1305BDF9C7}"/>
              </a:ext>
            </a:extLst>
          </p:cNvPr>
          <p:cNvSpPr/>
          <p:nvPr/>
        </p:nvSpPr>
        <p:spPr>
          <a:xfrm flipV="1">
            <a:off x="5007927" y="2182997"/>
            <a:ext cx="98384" cy="8340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4F1A91E0-AC4A-E69C-747E-87B7D31EB1C9}"/>
              </a:ext>
            </a:extLst>
          </p:cNvPr>
          <p:cNvGrpSpPr/>
          <p:nvPr/>
        </p:nvGrpSpPr>
        <p:grpSpPr>
          <a:xfrm rot="5400000">
            <a:off x="4532172" y="3158802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B9F8976A-FB23-2CD7-BA91-112613AAC03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93EA09D0-CC61-B8D9-B3E6-A69D375FEB9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981346A-FFA8-89FA-F972-A0877945F928}"/>
              </a:ext>
            </a:extLst>
          </p:cNvPr>
          <p:cNvSpPr/>
          <p:nvPr/>
        </p:nvSpPr>
        <p:spPr>
          <a:xfrm flipV="1">
            <a:off x="7538108" y="2285297"/>
            <a:ext cx="98385" cy="7007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A84B18-7013-7773-9C3C-A855C82D2248}"/>
              </a:ext>
            </a:extLst>
          </p:cNvPr>
          <p:cNvSpPr txBox="1"/>
          <p:nvPr/>
        </p:nvSpPr>
        <p:spPr>
          <a:xfrm>
            <a:off x="7561282" y="545584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D6EA9DCA-EB67-157A-341D-02494BD890F1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489255" y="4938943"/>
            <a:ext cx="2294477" cy="516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00A99F8B-EC9F-E29B-E7EA-BF3321DC8E6E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24675398-00E7-933A-73B4-ABB6F087AF7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6D3335B-7376-42BB-644F-D8FD575862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EE0EFB6A-6522-FEFB-6F1F-E7E812C1E841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9893BB0-611A-A5E0-7853-828FC60C5656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ACC7CE4-7CF4-C9D8-FA5E-7D2B2EA944F0}"/>
              </a:ext>
            </a:extLst>
          </p:cNvPr>
          <p:cNvSpPr txBox="1"/>
          <p:nvPr/>
        </p:nvSpPr>
        <p:spPr>
          <a:xfrm>
            <a:off x="2449425" y="57003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63258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69D8-DA8E-48CE-41A3-95E527DE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2C39E565-B413-141E-B4DB-9E94CA747D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72" y="593002"/>
            <a:ext cx="7744456" cy="5671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C3DC24E-5F34-0292-56B6-244E262D2940}"/>
                  </a:ext>
                </a:extLst>
              </p:cNvPr>
              <p:cNvSpPr txBox="1"/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C3DC24E-5F34-0292-56B6-244E262D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4442A4D9-6E00-77A5-A975-E4CF596C10F4}"/>
              </a:ext>
            </a:extLst>
          </p:cNvPr>
          <p:cNvSpPr txBox="1"/>
          <p:nvPr/>
        </p:nvSpPr>
        <p:spPr>
          <a:xfrm>
            <a:off x="2110930" y="16992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83B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199302-B623-C88A-EEA6-6AD5A0014F99}"/>
              </a:ext>
            </a:extLst>
          </p:cNvPr>
          <p:cNvSpPr/>
          <p:nvPr/>
        </p:nvSpPr>
        <p:spPr>
          <a:xfrm>
            <a:off x="7584236" y="4524506"/>
            <a:ext cx="75331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AC7DC5-8E9E-FBC6-389C-E6AFAD375E93}"/>
              </a:ext>
            </a:extLst>
          </p:cNvPr>
          <p:cNvSpPr txBox="1"/>
          <p:nvPr/>
        </p:nvSpPr>
        <p:spPr>
          <a:xfrm>
            <a:off x="7817045" y="390362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C1C6290-8D2C-51CA-0544-BDFA8044AC13}"/>
              </a:ext>
            </a:extLst>
          </p:cNvPr>
          <p:cNvSpPr/>
          <p:nvPr/>
        </p:nvSpPr>
        <p:spPr>
          <a:xfrm rot="5400000">
            <a:off x="6405928" y="433602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3A1E5CA-ACC9-247E-BC1D-429EDDE53BDB}"/>
              </a:ext>
            </a:extLst>
          </p:cNvPr>
          <p:cNvSpPr/>
          <p:nvPr/>
        </p:nvSpPr>
        <p:spPr>
          <a:xfrm>
            <a:off x="5869971" y="368804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037C65A-8FF0-2CAE-873F-02F1724922BE}"/>
              </a:ext>
            </a:extLst>
          </p:cNvPr>
          <p:cNvSpPr/>
          <p:nvPr/>
        </p:nvSpPr>
        <p:spPr>
          <a:xfrm>
            <a:off x="6038908" y="384013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C1EFD-5CB7-6A57-3C67-BD60899B85D3}"/>
              </a:ext>
            </a:extLst>
          </p:cNvPr>
          <p:cNvSpPr txBox="1"/>
          <p:nvPr/>
        </p:nvSpPr>
        <p:spPr>
          <a:xfrm>
            <a:off x="5579358" y="320551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190B08C-C36B-8B35-EF3F-5416B0365C8C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C5E5772-3AC7-AB76-718C-A8823DA79917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CCE23C5F-730F-A06E-7E40-024328382555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038B51AB-FF9A-D88A-24C8-21D1ABE93DD0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8E608CA-B2A5-70F0-EE83-725C06B50FCA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D5529838-CBDD-C29E-38BA-8D4AE7FD8FC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EDD8257-6DE9-1E77-8ECC-1BEA610066A2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9B237008-2FB3-9DD8-94EF-BF46B5D21A81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78ED6541-EC46-5BDA-B988-BAB2A33CCCBE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CA1F84D-9074-2FF3-139D-8EBD4EDAD79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6EF1C39-DA17-D8F8-1954-890877662941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DBA6D7-2279-A4A4-D9A4-1041B0BA04CC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62F1A52-E988-4346-F2B0-04DCE5AF5236}"/>
              </a:ext>
            </a:extLst>
          </p:cNvPr>
          <p:cNvGrpSpPr/>
          <p:nvPr/>
        </p:nvGrpSpPr>
        <p:grpSpPr>
          <a:xfrm>
            <a:off x="5509149" y="369501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88C1650-6287-B447-1578-A744B6D3D71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58F9AF0C-8BB3-09D5-1B37-900DD582CB4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BCE50F89-0FE9-2E1F-4D54-83D47FC18AB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45A5DAA-0241-EB10-9D79-8083D7D89878}"/>
              </a:ext>
            </a:extLst>
          </p:cNvPr>
          <p:cNvGrpSpPr/>
          <p:nvPr/>
        </p:nvGrpSpPr>
        <p:grpSpPr>
          <a:xfrm>
            <a:off x="7367141" y="369051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3E4C26B-4B84-818F-A5E3-A2495587B8B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98AAD2B-5D4C-4134-E4A3-1E0C32EC2E1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99BD022-E346-D13B-480F-DFC417656B8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4808CCE-1C2D-6C57-1121-2250FF7E0493}"/>
              </a:ext>
            </a:extLst>
          </p:cNvPr>
          <p:cNvGrpSpPr/>
          <p:nvPr/>
        </p:nvGrpSpPr>
        <p:grpSpPr>
          <a:xfrm>
            <a:off x="7560117" y="351609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CA6601EE-F434-BC32-332C-12B493A9650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1254AA8-08C8-1B82-EB27-C1A713C456E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439BB29-0288-38B0-E334-EF6B2A569B34}"/>
              </a:ext>
            </a:extLst>
          </p:cNvPr>
          <p:cNvGrpSpPr/>
          <p:nvPr/>
        </p:nvGrpSpPr>
        <p:grpSpPr>
          <a:xfrm>
            <a:off x="4511794" y="233004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01E30972-9AD3-6DFA-0A31-CF3A319DE1A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02AE158C-DDB0-61B7-E4A9-842926F1F28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AC5E9870-422C-C460-80D2-5E743F99DAA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61284AB7-75FF-E498-C89C-3E9640DF135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CBABC3FF-4706-4DDF-2BF1-C72A62F1559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AA443D39-F278-4148-C5F8-D32E8747E83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3C0AC1F-789D-A968-15F2-2EAA7CC88A8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4FC5E59-9131-4E70-BDE7-F5B537DC57AD}"/>
              </a:ext>
            </a:extLst>
          </p:cNvPr>
          <p:cNvSpPr/>
          <p:nvPr/>
        </p:nvSpPr>
        <p:spPr>
          <a:xfrm rot="16200000" flipV="1">
            <a:off x="3713084" y="2054435"/>
            <a:ext cx="98384" cy="6812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4DB4A70-CA92-9DF5-8035-8B9D074FAF52}"/>
              </a:ext>
            </a:extLst>
          </p:cNvPr>
          <p:cNvSpPr/>
          <p:nvPr/>
        </p:nvSpPr>
        <p:spPr>
          <a:xfrm flipV="1">
            <a:off x="5007927" y="2182997"/>
            <a:ext cx="98384" cy="8340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43FD7F40-7DA6-F01C-227E-30FA3F3C32FC}"/>
              </a:ext>
            </a:extLst>
          </p:cNvPr>
          <p:cNvGrpSpPr/>
          <p:nvPr/>
        </p:nvGrpSpPr>
        <p:grpSpPr>
          <a:xfrm rot="5400000">
            <a:off x="4532172" y="3158802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7B7E9AC1-E19B-B0D7-20C8-1B046ADD6AF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455EC050-80FF-CF4A-D0CD-D043A89B084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E7C45DB-773F-ED02-548E-548A6398D95E}"/>
              </a:ext>
            </a:extLst>
          </p:cNvPr>
          <p:cNvSpPr/>
          <p:nvPr/>
        </p:nvSpPr>
        <p:spPr>
          <a:xfrm flipV="1">
            <a:off x="7538108" y="2285297"/>
            <a:ext cx="98385" cy="7007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B19DED-34F7-796D-362E-EC9A12F1220B}"/>
              </a:ext>
            </a:extLst>
          </p:cNvPr>
          <p:cNvSpPr txBox="1"/>
          <p:nvPr/>
        </p:nvSpPr>
        <p:spPr>
          <a:xfrm>
            <a:off x="7561282" y="545584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5F53A87-23B9-A131-CB25-71F600009CD5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489255" y="4938943"/>
            <a:ext cx="2294477" cy="516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FDCD1F-9C8C-74D0-757E-5CDAD1EB99DA}"/>
              </a:ext>
            </a:extLst>
          </p:cNvPr>
          <p:cNvSpPr txBox="1"/>
          <p:nvPr/>
        </p:nvSpPr>
        <p:spPr>
          <a:xfrm>
            <a:off x="2467601" y="72195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4388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E813-F375-EC8F-0FE4-1BF8000C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497C33D2-6D87-930D-9F38-B162EABF3D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72" y="593002"/>
            <a:ext cx="7744456" cy="5671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7B0A02-F1AD-708A-384B-73513BA4CCB1}"/>
                  </a:ext>
                </a:extLst>
              </p:cNvPr>
              <p:cNvSpPr txBox="1"/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7B0A02-F1AD-708A-384B-73513BA4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1458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6E0E3EF-A16E-89F3-0455-87E343D1E7BF}"/>
              </a:ext>
            </a:extLst>
          </p:cNvPr>
          <p:cNvSpPr txBox="1"/>
          <p:nvPr/>
        </p:nvSpPr>
        <p:spPr>
          <a:xfrm>
            <a:off x="2110930" y="16992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83B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7F38482-BE2A-ECA5-A06C-0FA77CDCA6B9}"/>
              </a:ext>
            </a:extLst>
          </p:cNvPr>
          <p:cNvSpPr/>
          <p:nvPr/>
        </p:nvSpPr>
        <p:spPr>
          <a:xfrm>
            <a:off x="7584236" y="4524506"/>
            <a:ext cx="75331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363790-B17C-B896-F6A5-20A27A00CE2F}"/>
              </a:ext>
            </a:extLst>
          </p:cNvPr>
          <p:cNvSpPr txBox="1"/>
          <p:nvPr/>
        </p:nvSpPr>
        <p:spPr>
          <a:xfrm>
            <a:off x="7817045" y="390362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3685A1-7A63-F7B0-5D7E-33D4E5A9BE85}"/>
              </a:ext>
            </a:extLst>
          </p:cNvPr>
          <p:cNvSpPr/>
          <p:nvPr/>
        </p:nvSpPr>
        <p:spPr>
          <a:xfrm rot="5400000">
            <a:off x="6405928" y="4336026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DD149C-C076-4773-45A9-C0D92706D8F7}"/>
              </a:ext>
            </a:extLst>
          </p:cNvPr>
          <p:cNvSpPr/>
          <p:nvPr/>
        </p:nvSpPr>
        <p:spPr>
          <a:xfrm>
            <a:off x="5869971" y="368804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8FC018E-ECB4-437D-2023-7B23FCB1084B}"/>
              </a:ext>
            </a:extLst>
          </p:cNvPr>
          <p:cNvSpPr/>
          <p:nvPr/>
        </p:nvSpPr>
        <p:spPr>
          <a:xfrm>
            <a:off x="6038908" y="384013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C1ABF7-C7B4-5BBE-53A1-C946CE60EFEA}"/>
              </a:ext>
            </a:extLst>
          </p:cNvPr>
          <p:cNvSpPr txBox="1"/>
          <p:nvPr/>
        </p:nvSpPr>
        <p:spPr>
          <a:xfrm>
            <a:off x="5579358" y="320551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49E81ED-CAF6-804F-F1B6-9E8269B6C400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93BC723-E9C2-309B-B08C-A430AFAC35F6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45ABBA7D-8955-EE00-8812-E64653BC1A97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5659FCF-4268-E9F5-E524-475099BAB472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D13D93BD-5526-A87D-B81E-DD298FDC5B9E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407870C-FF34-2269-78DA-9808ACAFE15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D4C9551-5AC1-4D95-ECCD-B9FBE905F991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BCE7DF2B-B89C-C042-3616-EAAED0475C4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8D1664-E075-E0D0-517E-8ADB429D356C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07FF4524-D50C-E5C3-26D4-8099B03DD23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6F21722-690A-AC24-2745-D940DD5114EA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AF2663-2965-34E4-845D-4BA96C3ED2D8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3781769B-7AE5-434F-FD5B-9709DCD69562}"/>
              </a:ext>
            </a:extLst>
          </p:cNvPr>
          <p:cNvSpPr/>
          <p:nvPr/>
        </p:nvSpPr>
        <p:spPr>
          <a:xfrm>
            <a:off x="6218336" y="402345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F1C81C2-142B-5225-4530-547A72391754}"/>
              </a:ext>
            </a:extLst>
          </p:cNvPr>
          <p:cNvGrpSpPr/>
          <p:nvPr/>
        </p:nvGrpSpPr>
        <p:grpSpPr>
          <a:xfrm>
            <a:off x="5509149" y="369501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B30061EE-44CB-B1E2-B808-ACD6C46FC28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5B95472C-962D-F027-73CD-23BACF4DD11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A1BD4D9-7F36-5CFF-27E8-5A552360863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D6B3B10-D053-67CB-2D93-EC2DA25AC742}"/>
              </a:ext>
            </a:extLst>
          </p:cNvPr>
          <p:cNvGrpSpPr/>
          <p:nvPr/>
        </p:nvGrpSpPr>
        <p:grpSpPr>
          <a:xfrm>
            <a:off x="7367141" y="369051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BE9B496-10AE-984E-3E2B-71AD1BBFD4F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B5481A23-0241-CDD2-931C-713D858502A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9B41250-2CD1-121F-40B7-EAD2C1785E2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79A4897-9988-41B5-BC62-87E1D57AF1D4}"/>
              </a:ext>
            </a:extLst>
          </p:cNvPr>
          <p:cNvGrpSpPr/>
          <p:nvPr/>
        </p:nvGrpSpPr>
        <p:grpSpPr>
          <a:xfrm>
            <a:off x="7560117" y="3516097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7D33B4F-1180-DABB-03F4-4C0CB040711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47225E4-86B9-F20F-8E9E-20B410B0B8C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6C9DAA79-17D3-22C5-351A-E7F736A49F38}"/>
              </a:ext>
            </a:extLst>
          </p:cNvPr>
          <p:cNvGrpSpPr/>
          <p:nvPr/>
        </p:nvGrpSpPr>
        <p:grpSpPr>
          <a:xfrm>
            <a:off x="4511794" y="233004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04801AB8-66E0-7985-CFD3-C9E05D331553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FC02296E-9B34-0BBA-757E-0A4BD8B8616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00AE6DE0-197D-CBA0-4486-99120A84B32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E91CD050-2D6A-D934-810E-E36456F3172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1F1E3FC-A62D-7CF6-8220-7774B717B3B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457677FF-20F1-D3FC-40A2-3540DDC740D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0FFDA539-218C-92CA-D484-EA5BF824F97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60A7A9D-8617-52BD-CDC1-6CAE3A55377D}"/>
              </a:ext>
            </a:extLst>
          </p:cNvPr>
          <p:cNvSpPr/>
          <p:nvPr/>
        </p:nvSpPr>
        <p:spPr>
          <a:xfrm rot="16200000" flipV="1">
            <a:off x="3713084" y="2054435"/>
            <a:ext cx="98384" cy="6812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C6D9931-0B0E-C6F7-E40A-5A84F363E809}"/>
              </a:ext>
            </a:extLst>
          </p:cNvPr>
          <p:cNvSpPr/>
          <p:nvPr/>
        </p:nvSpPr>
        <p:spPr>
          <a:xfrm flipV="1">
            <a:off x="5007927" y="2182997"/>
            <a:ext cx="98384" cy="8340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E034C88-E386-E006-D0A8-40C051C37006}"/>
              </a:ext>
            </a:extLst>
          </p:cNvPr>
          <p:cNvGrpSpPr/>
          <p:nvPr/>
        </p:nvGrpSpPr>
        <p:grpSpPr>
          <a:xfrm rot="5400000">
            <a:off x="4532172" y="3158802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A1CF046-010B-1D08-186F-8554AAABB25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BD26ADAA-3561-F2DA-9579-69904EA1446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C552418-7045-EA73-4D37-AFA954B766C4}"/>
              </a:ext>
            </a:extLst>
          </p:cNvPr>
          <p:cNvSpPr/>
          <p:nvPr/>
        </p:nvSpPr>
        <p:spPr>
          <a:xfrm flipV="1">
            <a:off x="7538108" y="2285297"/>
            <a:ext cx="98385" cy="7007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BD34BD-5BB1-09CB-74F6-C66521BF66BB}"/>
              </a:ext>
            </a:extLst>
          </p:cNvPr>
          <p:cNvSpPr txBox="1"/>
          <p:nvPr/>
        </p:nvSpPr>
        <p:spPr>
          <a:xfrm>
            <a:off x="7561282" y="545584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97A6698-85A0-C532-7743-BB5AF491921F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489255" y="4938943"/>
            <a:ext cx="2294477" cy="516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CCCE9C5-1B63-8D6E-EEE3-5AC0C87B9458}"/>
              </a:ext>
            </a:extLst>
          </p:cNvPr>
          <p:cNvSpPr txBox="1"/>
          <p:nvPr/>
        </p:nvSpPr>
        <p:spPr>
          <a:xfrm>
            <a:off x="3583581" y="5339857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E003A-00D7-10FF-4D52-83DAEE83D506}"/>
              </a:ext>
            </a:extLst>
          </p:cNvPr>
          <p:cNvSpPr txBox="1"/>
          <p:nvPr/>
        </p:nvSpPr>
        <p:spPr>
          <a:xfrm>
            <a:off x="2339564" y="60423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2140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3CD9-CBB9-BC93-7DC3-983B2414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사각형이(가) 표시된 사진&#10;&#10;자동 생성된 설명">
            <a:extLst>
              <a:ext uri="{FF2B5EF4-FFF2-40B4-BE49-F238E27FC236}">
                <a16:creationId xmlns:a16="http://schemas.microsoft.com/office/drawing/2014/main" id="{7A0707FA-4199-61D5-2112-CE43E6EEE0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72" y="475307"/>
            <a:ext cx="8065856" cy="5907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7628F6C-D8A5-BC5D-F7FF-31E2468E458A}"/>
                  </a:ext>
                </a:extLst>
              </p:cNvPr>
              <p:cNvSpPr txBox="1"/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7628F6C-D8A5-BC5D-F7FF-31E2468E4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AF45F824-6963-EE84-D885-C58C7367E700}"/>
              </a:ext>
            </a:extLst>
          </p:cNvPr>
          <p:cNvSpPr txBox="1"/>
          <p:nvPr/>
        </p:nvSpPr>
        <p:spPr>
          <a:xfrm>
            <a:off x="2110930" y="1608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94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950BA774-F8AF-9878-94F9-BD49919321D7}"/>
              </a:ext>
            </a:extLst>
          </p:cNvPr>
          <p:cNvSpPr/>
          <p:nvPr/>
        </p:nvSpPr>
        <p:spPr>
          <a:xfrm rot="10800000">
            <a:off x="3124097" y="316085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F75BBC29-235D-B088-A59F-F0E6066E41A9}"/>
              </a:ext>
            </a:extLst>
          </p:cNvPr>
          <p:cNvSpPr/>
          <p:nvPr/>
        </p:nvSpPr>
        <p:spPr>
          <a:xfrm>
            <a:off x="3495183" y="341351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36E51FE3-8AD6-7048-7D9A-50F2D95B071E}"/>
              </a:ext>
            </a:extLst>
          </p:cNvPr>
          <p:cNvSpPr/>
          <p:nvPr/>
        </p:nvSpPr>
        <p:spPr>
          <a:xfrm>
            <a:off x="3664120" y="356560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FE62DBE-A6E1-9FB1-1D3C-4E7C1AF392E1}"/>
              </a:ext>
            </a:extLst>
          </p:cNvPr>
          <p:cNvSpPr txBox="1"/>
          <p:nvPr/>
        </p:nvSpPr>
        <p:spPr>
          <a:xfrm>
            <a:off x="5074788" y="32425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412A9B7-6CC2-988A-304F-6D4784A71B37}"/>
              </a:ext>
            </a:extLst>
          </p:cNvPr>
          <p:cNvSpPr txBox="1"/>
          <p:nvPr/>
        </p:nvSpPr>
        <p:spPr>
          <a:xfrm>
            <a:off x="-1458" y="67319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E30F17A-1AC6-1520-139B-F51F2E574482}"/>
              </a:ext>
            </a:extLst>
          </p:cNvPr>
          <p:cNvSpPr txBox="1"/>
          <p:nvPr/>
        </p:nvSpPr>
        <p:spPr>
          <a:xfrm>
            <a:off x="-2156" y="99184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0B31EBBD-8EF6-183A-70B1-A3921485C720}"/>
              </a:ext>
            </a:extLst>
          </p:cNvPr>
          <p:cNvGrpSpPr/>
          <p:nvPr/>
        </p:nvGrpSpPr>
        <p:grpSpPr>
          <a:xfrm rot="5400000">
            <a:off x="4118778" y="4358824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2124B7D2-2D4F-C042-77AA-FCC73C121E0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26DFF464-D609-5EF6-CEC3-5BC963A973B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086CA013-AE8D-45B6-50AA-0D9E4773B6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ECDDE9A-A781-EECA-CB7D-0566C47CC6F8}"/>
              </a:ext>
            </a:extLst>
          </p:cNvPr>
          <p:cNvGrpSpPr/>
          <p:nvPr/>
        </p:nvGrpSpPr>
        <p:grpSpPr>
          <a:xfrm rot="5400000">
            <a:off x="4120268" y="2388607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1AAB9262-DF19-1AD6-2027-DA8E5A86F00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7E6F8A7B-5C8C-D7FE-5FCC-B1104405921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5E863323-9EDC-BCE1-5DA2-DCC93A4A5D1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BAAC658E-6A65-240C-923B-ED30DF7C0CF4}"/>
              </a:ext>
            </a:extLst>
          </p:cNvPr>
          <p:cNvSpPr/>
          <p:nvPr/>
        </p:nvSpPr>
        <p:spPr>
          <a:xfrm rot="16200000" flipV="1">
            <a:off x="5638061" y="2546134"/>
            <a:ext cx="98384" cy="6650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9228AFF-19C7-C68B-37E8-6604B8A7C192}"/>
              </a:ext>
            </a:extLst>
          </p:cNvPr>
          <p:cNvSpPr/>
          <p:nvPr/>
        </p:nvSpPr>
        <p:spPr>
          <a:xfrm flipV="1">
            <a:off x="6745155" y="2073783"/>
            <a:ext cx="98384" cy="8540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279B07F0-FEEA-6F0D-2EF9-CBC104AC0921}"/>
              </a:ext>
            </a:extLst>
          </p:cNvPr>
          <p:cNvGrpSpPr/>
          <p:nvPr/>
        </p:nvGrpSpPr>
        <p:grpSpPr>
          <a:xfrm rot="5400000">
            <a:off x="6014267" y="2731443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DE28E2BA-D126-66E9-DC77-28F55BBDF36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2868E5B6-D080-343D-C92B-2B40098BF73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1475552D-428C-D079-897E-98DE55D58730}"/>
              </a:ext>
            </a:extLst>
          </p:cNvPr>
          <p:cNvSpPr/>
          <p:nvPr/>
        </p:nvSpPr>
        <p:spPr>
          <a:xfrm rot="16200000" flipV="1">
            <a:off x="8403322" y="1929633"/>
            <a:ext cx="98385" cy="6781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3F7AC3-4401-4722-0E0B-A1FCFF675F87}"/>
              </a:ext>
            </a:extLst>
          </p:cNvPr>
          <p:cNvSpPr txBox="1"/>
          <p:nvPr/>
        </p:nvSpPr>
        <p:spPr>
          <a:xfrm>
            <a:off x="4560632" y="5699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FD63CA88-6407-7945-FE01-56AB2B557C0A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4114467" y="4664414"/>
            <a:ext cx="1668615" cy="1035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FB1692F7-4F5F-672B-DE1C-3143AF53B972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7FDB00CB-B41E-A8A0-EAFF-261B944CB12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5E06A186-6772-DFC7-F8DB-E203C582F4E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8C9E823-4BAD-FA2B-B379-0E639465C9EB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0A9E948-88D2-17F7-A364-142C7E26C5AE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C8BE06E1-D956-63C7-75E0-A8230069D381}"/>
              </a:ext>
            </a:extLst>
          </p:cNvPr>
          <p:cNvSpPr/>
          <p:nvPr/>
        </p:nvSpPr>
        <p:spPr>
          <a:xfrm>
            <a:off x="4764783" y="3454431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FD168-8DB4-676E-6A1B-CA6F95CAFA2E}"/>
              </a:ext>
            </a:extLst>
          </p:cNvPr>
          <p:cNvSpPr txBox="1"/>
          <p:nvPr/>
        </p:nvSpPr>
        <p:spPr>
          <a:xfrm>
            <a:off x="2673572" y="533807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1918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86BE-E601-3595-5414-E97BE352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사각형이(가) 표시된 사진&#10;&#10;자동 생성된 설명">
            <a:extLst>
              <a:ext uri="{FF2B5EF4-FFF2-40B4-BE49-F238E27FC236}">
                <a16:creationId xmlns:a16="http://schemas.microsoft.com/office/drawing/2014/main" id="{7AC78850-14D4-E3B6-9854-1BE87EC7FE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72" y="475307"/>
            <a:ext cx="8065856" cy="5907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D4FDCBD-0FD0-6DBB-E9C4-A0A02638C7B0}"/>
                  </a:ext>
                </a:extLst>
              </p:cNvPr>
              <p:cNvSpPr txBox="1"/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D4FDCBD-0FD0-6DBB-E9C4-A0A02638C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07EB9706-4D0A-D8EC-8BBF-05774CAC692A}"/>
              </a:ext>
            </a:extLst>
          </p:cNvPr>
          <p:cNvSpPr txBox="1"/>
          <p:nvPr/>
        </p:nvSpPr>
        <p:spPr>
          <a:xfrm>
            <a:off x="2110930" y="1608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94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81ABD84-88FE-6230-C976-229DD9D2804F}"/>
              </a:ext>
            </a:extLst>
          </p:cNvPr>
          <p:cNvSpPr/>
          <p:nvPr/>
        </p:nvSpPr>
        <p:spPr>
          <a:xfrm rot="5400000">
            <a:off x="3322871" y="2430889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E530F3B-B3DF-0C15-A19A-6F0F763F4E12}"/>
              </a:ext>
            </a:extLst>
          </p:cNvPr>
          <p:cNvSpPr txBox="1"/>
          <p:nvPr/>
        </p:nvSpPr>
        <p:spPr>
          <a:xfrm>
            <a:off x="3859895" y="217601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5B0ECE73-F8BB-9ED8-04F4-2F71156726EF}"/>
              </a:ext>
            </a:extLst>
          </p:cNvPr>
          <p:cNvSpPr/>
          <p:nvPr/>
        </p:nvSpPr>
        <p:spPr>
          <a:xfrm rot="10800000">
            <a:off x="3124097" y="316085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218DE86C-3894-6AE8-1BF0-BB5EB1108AD0}"/>
              </a:ext>
            </a:extLst>
          </p:cNvPr>
          <p:cNvSpPr/>
          <p:nvPr/>
        </p:nvSpPr>
        <p:spPr>
          <a:xfrm>
            <a:off x="3495183" y="341351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B0D785D2-BE7C-7BD8-38DD-21CADFE12647}"/>
              </a:ext>
            </a:extLst>
          </p:cNvPr>
          <p:cNvSpPr/>
          <p:nvPr/>
        </p:nvSpPr>
        <p:spPr>
          <a:xfrm>
            <a:off x="3664120" y="356560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F5905AA-0E26-0929-6C93-85045D1E656C}"/>
              </a:ext>
            </a:extLst>
          </p:cNvPr>
          <p:cNvSpPr txBox="1"/>
          <p:nvPr/>
        </p:nvSpPr>
        <p:spPr>
          <a:xfrm>
            <a:off x="5074788" y="32425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0760C587-6D46-A859-5B24-B193333BBD88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2A801287-DFD1-D744-8A2E-2B0F06E87EE2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CE34388A-C66C-7FAE-EDAA-DEDB062212F6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65" name="타원 164">
                  <a:extLst>
                    <a:ext uri="{FF2B5EF4-FFF2-40B4-BE49-F238E27FC236}">
                      <a16:creationId xmlns:a16="http://schemas.microsoft.com/office/drawing/2014/main" id="{9C0446E9-187E-AA7B-C25B-29F057F0A452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타원 165">
                  <a:extLst>
                    <a:ext uri="{FF2B5EF4-FFF2-40B4-BE49-F238E27FC236}">
                      <a16:creationId xmlns:a16="http://schemas.microsoft.com/office/drawing/2014/main" id="{CC1A34B3-FDDD-3F4A-8841-1C807EA76E21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타원 166">
                  <a:extLst>
                    <a:ext uri="{FF2B5EF4-FFF2-40B4-BE49-F238E27FC236}">
                      <a16:creationId xmlns:a16="http://schemas.microsoft.com/office/drawing/2014/main" id="{046C0E2F-0FC3-0AA4-3D7D-BA30500B3297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D1FAE94A-6055-42AF-0ECB-688F0A06C41D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900EC22A-0F09-92E0-17F1-F5C7952727BB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72189131-EB90-FA15-B511-BF24B23A14DE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C99BFEAD-2B9C-9025-18A5-C723F4AADDA5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1B87D6A0-5DEE-4EFE-3A94-3741773E721A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6AF8B9B-B635-E96C-76F7-FDE04CBD43F9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20084BDB-7F90-3FDD-E9A2-E996A41FBF2B}"/>
              </a:ext>
            </a:extLst>
          </p:cNvPr>
          <p:cNvGrpSpPr/>
          <p:nvPr/>
        </p:nvGrpSpPr>
        <p:grpSpPr>
          <a:xfrm rot="5400000">
            <a:off x="4118778" y="4358824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5AA1DFAA-F5F2-53DF-5FE4-3CFA03117AF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962B1AC5-EE72-77B2-7C2C-1E93B792A17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4EC32884-727C-3BBF-9FB4-1D12795B551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A8160EC1-40BB-1EA5-4091-31EB44266074}"/>
              </a:ext>
            </a:extLst>
          </p:cNvPr>
          <p:cNvGrpSpPr/>
          <p:nvPr/>
        </p:nvGrpSpPr>
        <p:grpSpPr>
          <a:xfrm rot="5400000">
            <a:off x="4120268" y="2388607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3C50EE0F-DABD-0C4A-5E1A-D7D6319FF2A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989A0423-ED3D-49F5-8143-4DE7DE246BC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C7BD9D1D-13D4-1753-8FEA-A000EC3CD50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40265698-6433-8317-88A2-1913D87E0E00}"/>
              </a:ext>
            </a:extLst>
          </p:cNvPr>
          <p:cNvGrpSpPr/>
          <p:nvPr/>
        </p:nvGrpSpPr>
        <p:grpSpPr>
          <a:xfrm rot="5400000">
            <a:off x="4379423" y="2492052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64FA836B-D0E7-8792-6A17-8709885A767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FE5212F5-2F2B-5FB4-4711-B7ADFC14EFE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B5588EA3-8352-F455-993A-F9466DD76883}"/>
              </a:ext>
            </a:extLst>
          </p:cNvPr>
          <p:cNvGrpSpPr/>
          <p:nvPr/>
        </p:nvGrpSpPr>
        <p:grpSpPr>
          <a:xfrm>
            <a:off x="6879876" y="2252838"/>
            <a:ext cx="451346" cy="542991"/>
            <a:chOff x="9191246" y="3797098"/>
            <a:chExt cx="451346" cy="542991"/>
          </a:xfrm>
          <a:solidFill>
            <a:srgbClr val="CC0000"/>
          </a:solidFill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CB76075C-C1F6-B172-4061-ABE2438E8EB3}"/>
                </a:ext>
              </a:extLst>
            </p:cNvPr>
            <p:cNvGrpSpPr/>
            <p:nvPr/>
          </p:nvGrpSpPr>
          <p:grpSpPr>
            <a:xfrm>
              <a:off x="9543778" y="3799905"/>
              <a:ext cx="98814" cy="540184"/>
              <a:chOff x="465766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6EAF1AA7-9C1C-ABD3-74CD-D23FE1321E88}"/>
                  </a:ext>
                </a:extLst>
              </p:cNvPr>
              <p:cNvSpPr/>
              <p:nvPr/>
            </p:nvSpPr>
            <p:spPr>
              <a:xfrm>
                <a:off x="465766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타원 189">
                <a:extLst>
                  <a:ext uri="{FF2B5EF4-FFF2-40B4-BE49-F238E27FC236}">
                    <a16:creationId xmlns:a16="http://schemas.microsoft.com/office/drawing/2014/main" id="{C8A84931-08F7-189B-3337-7ECA8BDC136D}"/>
                  </a:ext>
                </a:extLst>
              </p:cNvPr>
              <p:cNvSpPr/>
              <p:nvPr/>
            </p:nvSpPr>
            <p:spPr>
              <a:xfrm>
                <a:off x="465809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5" name="별: 꼭짓점 7개 184">
              <a:extLst>
                <a:ext uri="{FF2B5EF4-FFF2-40B4-BE49-F238E27FC236}">
                  <a16:creationId xmlns:a16="http://schemas.microsoft.com/office/drawing/2014/main" id="{0B5A23C5-1894-FFB1-A2E1-8AF118CAC9CF}"/>
                </a:ext>
              </a:extLst>
            </p:cNvPr>
            <p:cNvSpPr/>
            <p:nvPr/>
          </p:nvSpPr>
          <p:spPr>
            <a:xfrm rot="5400000">
              <a:off x="9305413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F210F72A-D6AA-AB99-4432-E068F178C83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D7AE6A3D-FB24-C2D2-C3DF-3A39F241DDA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C418C643-BC34-6742-F46B-26C303293AF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D80C91EA-8E1C-1CFB-FE2B-C7B1CE8FE5B2}"/>
              </a:ext>
            </a:extLst>
          </p:cNvPr>
          <p:cNvSpPr/>
          <p:nvPr/>
        </p:nvSpPr>
        <p:spPr>
          <a:xfrm rot="16200000" flipV="1">
            <a:off x="5638061" y="2546134"/>
            <a:ext cx="98384" cy="6650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21EC228-4E57-79BC-D880-F0568E54C589}"/>
              </a:ext>
            </a:extLst>
          </p:cNvPr>
          <p:cNvSpPr/>
          <p:nvPr/>
        </p:nvSpPr>
        <p:spPr>
          <a:xfrm flipV="1">
            <a:off x="6745155" y="2073783"/>
            <a:ext cx="98384" cy="8540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8C1CC5F-4E13-6114-161C-DB9FE8BFD9B0}"/>
              </a:ext>
            </a:extLst>
          </p:cNvPr>
          <p:cNvGrpSpPr/>
          <p:nvPr/>
        </p:nvGrpSpPr>
        <p:grpSpPr>
          <a:xfrm rot="5400000">
            <a:off x="6014267" y="2731443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F5246CE3-6240-4AD7-41A9-C03D36B0ED1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C5777A9C-F83D-44F1-5173-B484C796789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17DC16D-5E46-DE70-0983-24F8EDE2B794}"/>
              </a:ext>
            </a:extLst>
          </p:cNvPr>
          <p:cNvSpPr/>
          <p:nvPr/>
        </p:nvSpPr>
        <p:spPr>
          <a:xfrm rot="16200000" flipV="1">
            <a:off x="8403322" y="1929633"/>
            <a:ext cx="98385" cy="6781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57D7FF8-059E-C18E-F8B2-FF4C2B2ED08A}"/>
              </a:ext>
            </a:extLst>
          </p:cNvPr>
          <p:cNvSpPr txBox="1"/>
          <p:nvPr/>
        </p:nvSpPr>
        <p:spPr>
          <a:xfrm>
            <a:off x="4560632" y="5699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01E69D9A-9F56-5E91-D9BE-CE3F92A0C089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4114467" y="4664414"/>
            <a:ext cx="1668615" cy="1035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4EF0DB-6086-D9E7-5019-C75F4704AB53}"/>
              </a:ext>
            </a:extLst>
          </p:cNvPr>
          <p:cNvSpPr/>
          <p:nvPr/>
        </p:nvSpPr>
        <p:spPr>
          <a:xfrm>
            <a:off x="4764783" y="3454431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7C6A2-9D25-E371-BFB1-2115E6686925}"/>
              </a:ext>
            </a:extLst>
          </p:cNvPr>
          <p:cNvSpPr txBox="1"/>
          <p:nvPr/>
        </p:nvSpPr>
        <p:spPr>
          <a:xfrm>
            <a:off x="2514032" y="61555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64705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91E2-B0B1-3F48-C947-4294B57A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사각형이(가) 표시된 사진&#10;&#10;자동 생성된 설명">
            <a:extLst>
              <a:ext uri="{FF2B5EF4-FFF2-40B4-BE49-F238E27FC236}">
                <a16:creationId xmlns:a16="http://schemas.microsoft.com/office/drawing/2014/main" id="{5DBEBC30-5402-67A2-8801-D6FCBC5A4B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72" y="475307"/>
            <a:ext cx="8065856" cy="5907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BAEB7AE-812E-CCFA-03A3-F83E284FB21F}"/>
                  </a:ext>
                </a:extLst>
              </p:cNvPr>
              <p:cNvSpPr txBox="1"/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BAEB7AE-812E-CCFA-03A3-F83E284FB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055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EB009F51-5054-9D8C-EA4F-327B2A62FAB4}"/>
              </a:ext>
            </a:extLst>
          </p:cNvPr>
          <p:cNvSpPr txBox="1"/>
          <p:nvPr/>
        </p:nvSpPr>
        <p:spPr>
          <a:xfrm>
            <a:off x="2110930" y="1608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94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FCA4B081-50A5-7A8A-C20D-12DDE7CFC671}"/>
              </a:ext>
            </a:extLst>
          </p:cNvPr>
          <p:cNvSpPr/>
          <p:nvPr/>
        </p:nvSpPr>
        <p:spPr>
          <a:xfrm rot="5400000">
            <a:off x="3322871" y="2430889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2FD4971-E29F-592A-93C3-19064A7BDC09}"/>
              </a:ext>
            </a:extLst>
          </p:cNvPr>
          <p:cNvSpPr txBox="1"/>
          <p:nvPr/>
        </p:nvSpPr>
        <p:spPr>
          <a:xfrm>
            <a:off x="3859895" y="217601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8F4FA68-0721-AB62-33F3-6C36FD9596FF}"/>
              </a:ext>
            </a:extLst>
          </p:cNvPr>
          <p:cNvSpPr/>
          <p:nvPr/>
        </p:nvSpPr>
        <p:spPr>
          <a:xfrm rot="10800000">
            <a:off x="3124097" y="3160859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D32EEB6E-1C85-CB42-BC9F-A8EA9FAD140E}"/>
              </a:ext>
            </a:extLst>
          </p:cNvPr>
          <p:cNvSpPr/>
          <p:nvPr/>
        </p:nvSpPr>
        <p:spPr>
          <a:xfrm>
            <a:off x="3495183" y="341351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24D5A604-508C-B996-3640-2B006A9776F3}"/>
              </a:ext>
            </a:extLst>
          </p:cNvPr>
          <p:cNvSpPr/>
          <p:nvPr/>
        </p:nvSpPr>
        <p:spPr>
          <a:xfrm>
            <a:off x="3664120" y="356560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1858863-AF56-C2A1-1E8A-6FF2DEF527A2}"/>
              </a:ext>
            </a:extLst>
          </p:cNvPr>
          <p:cNvSpPr txBox="1"/>
          <p:nvPr/>
        </p:nvSpPr>
        <p:spPr>
          <a:xfrm>
            <a:off x="5074788" y="32425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C6E54233-08F8-8672-F325-8FFA0B51AA09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1A0E25E4-980A-E2CA-15A0-B0CB5FF8AC0F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2FDBEDDC-BF38-ED0A-2386-C7A2FF4FED39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65" name="타원 164">
                  <a:extLst>
                    <a:ext uri="{FF2B5EF4-FFF2-40B4-BE49-F238E27FC236}">
                      <a16:creationId xmlns:a16="http://schemas.microsoft.com/office/drawing/2014/main" id="{E2CFC5C2-D101-F280-9165-7F3A8E0997E6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타원 165">
                  <a:extLst>
                    <a:ext uri="{FF2B5EF4-FFF2-40B4-BE49-F238E27FC236}">
                      <a16:creationId xmlns:a16="http://schemas.microsoft.com/office/drawing/2014/main" id="{85E4B43B-D367-4A4B-C64E-E5E547AB4901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타원 166">
                  <a:extLst>
                    <a:ext uri="{FF2B5EF4-FFF2-40B4-BE49-F238E27FC236}">
                      <a16:creationId xmlns:a16="http://schemas.microsoft.com/office/drawing/2014/main" id="{3ABFC4FC-735E-219C-80E0-FA68AEDF06B9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0B8545D9-9609-BAF3-6026-75D74F9E53F1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C780CC18-F35E-F995-BC22-C49E63B73A3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EF5E011A-4CE8-ED59-AFF0-386E957B566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C0354B98-577F-9E54-79AB-2A5369675A1C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0CC7F3DD-E829-5189-D243-39BED60F442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5D1B771-576A-36B1-92E3-DBB75EC7AB6C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71" name="별: 꼭짓점 4개 170">
            <a:extLst>
              <a:ext uri="{FF2B5EF4-FFF2-40B4-BE49-F238E27FC236}">
                <a16:creationId xmlns:a16="http://schemas.microsoft.com/office/drawing/2014/main" id="{2ED5CCED-C374-AE76-FDA7-79E2B4B2F348}"/>
              </a:ext>
            </a:extLst>
          </p:cNvPr>
          <p:cNvSpPr/>
          <p:nvPr/>
        </p:nvSpPr>
        <p:spPr>
          <a:xfrm>
            <a:off x="3843548" y="374892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A80DD13C-B363-1FF2-F49B-9330FF052640}"/>
              </a:ext>
            </a:extLst>
          </p:cNvPr>
          <p:cNvGrpSpPr/>
          <p:nvPr/>
        </p:nvGrpSpPr>
        <p:grpSpPr>
          <a:xfrm rot="5400000">
            <a:off x="4118778" y="4358824"/>
            <a:ext cx="98891" cy="1331233"/>
            <a:chOff x="4737834" y="4900127"/>
            <a:chExt cx="98891" cy="1331233"/>
          </a:xfrm>
        </p:grpSpPr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D6439DF9-CEC8-596D-B615-D1C8E7A8E06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DEE2BEE7-06C7-A444-6F97-5EA2C38D41E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31FA9D61-CF5A-C433-0A71-7DEAA32BF0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C2F05A4-036B-E047-B4EC-C38C3BC41F7A}"/>
              </a:ext>
            </a:extLst>
          </p:cNvPr>
          <p:cNvGrpSpPr/>
          <p:nvPr/>
        </p:nvGrpSpPr>
        <p:grpSpPr>
          <a:xfrm rot="5400000">
            <a:off x="4120268" y="2388607"/>
            <a:ext cx="98891" cy="1331233"/>
            <a:chOff x="4737834" y="4900127"/>
            <a:chExt cx="98891" cy="1331233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5F25EA6-494A-52C5-1CAA-21479763C6E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3E88C2B6-BAA4-1F4D-E58B-5467C1EE6FD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9A2D6AC0-D51D-F763-3920-09BE8567790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1F61E541-295D-B888-B144-FC045EC7328B}"/>
              </a:ext>
            </a:extLst>
          </p:cNvPr>
          <p:cNvGrpSpPr/>
          <p:nvPr/>
        </p:nvGrpSpPr>
        <p:grpSpPr>
          <a:xfrm rot="5400000">
            <a:off x="4379423" y="2492052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5CB8767-193D-DF03-1BD2-A67E40050CC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2DF6669B-3BC5-1AF8-9ABC-962BD70B5CB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03C39186-8A80-C8C1-A9F0-3A5D8BF4FE9C}"/>
              </a:ext>
            </a:extLst>
          </p:cNvPr>
          <p:cNvGrpSpPr/>
          <p:nvPr/>
        </p:nvGrpSpPr>
        <p:grpSpPr>
          <a:xfrm>
            <a:off x="6879876" y="2252838"/>
            <a:ext cx="451346" cy="542991"/>
            <a:chOff x="9191246" y="3797098"/>
            <a:chExt cx="451346" cy="542991"/>
          </a:xfrm>
          <a:solidFill>
            <a:srgbClr val="CC0000"/>
          </a:solidFill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C7088CCE-BED9-B280-A763-2C8878F7AFA0}"/>
                </a:ext>
              </a:extLst>
            </p:cNvPr>
            <p:cNvGrpSpPr/>
            <p:nvPr/>
          </p:nvGrpSpPr>
          <p:grpSpPr>
            <a:xfrm>
              <a:off x="9543778" y="3799905"/>
              <a:ext cx="98814" cy="540184"/>
              <a:chOff x="465766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490B36C1-A8DC-8BB5-CCD7-63AFE0C927D4}"/>
                  </a:ext>
                </a:extLst>
              </p:cNvPr>
              <p:cNvSpPr/>
              <p:nvPr/>
            </p:nvSpPr>
            <p:spPr>
              <a:xfrm>
                <a:off x="465766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타원 189">
                <a:extLst>
                  <a:ext uri="{FF2B5EF4-FFF2-40B4-BE49-F238E27FC236}">
                    <a16:creationId xmlns:a16="http://schemas.microsoft.com/office/drawing/2014/main" id="{996AC7C6-7EC4-C44B-9B87-E3FFD2FB7EF5}"/>
                  </a:ext>
                </a:extLst>
              </p:cNvPr>
              <p:cNvSpPr/>
              <p:nvPr/>
            </p:nvSpPr>
            <p:spPr>
              <a:xfrm>
                <a:off x="465809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5" name="별: 꼭짓점 7개 184">
              <a:extLst>
                <a:ext uri="{FF2B5EF4-FFF2-40B4-BE49-F238E27FC236}">
                  <a16:creationId xmlns:a16="http://schemas.microsoft.com/office/drawing/2014/main" id="{E69A0AA6-1505-92A0-51A7-0D955D821F1C}"/>
                </a:ext>
              </a:extLst>
            </p:cNvPr>
            <p:cNvSpPr/>
            <p:nvPr/>
          </p:nvSpPr>
          <p:spPr>
            <a:xfrm rot="5400000">
              <a:off x="9305413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EFAB1EB3-A47B-704F-437B-9FCB9B42D80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CBDA4F83-BF8C-3C36-9BB1-0E6B8E5A46C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554B78BD-640A-37EB-5AC8-4B34E3CC31E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968F0178-FAA8-355E-A071-05284DD1837F}"/>
              </a:ext>
            </a:extLst>
          </p:cNvPr>
          <p:cNvSpPr/>
          <p:nvPr/>
        </p:nvSpPr>
        <p:spPr>
          <a:xfrm rot="16200000" flipV="1">
            <a:off x="5638061" y="2546134"/>
            <a:ext cx="98384" cy="6650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4D6FF9FD-FF6C-EF8C-3847-BE1AA6C9BE0A}"/>
              </a:ext>
            </a:extLst>
          </p:cNvPr>
          <p:cNvSpPr/>
          <p:nvPr/>
        </p:nvSpPr>
        <p:spPr>
          <a:xfrm flipV="1">
            <a:off x="6745155" y="2073783"/>
            <a:ext cx="98384" cy="8540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E2B0E807-21B4-6C47-DADD-EF7AD8C8628B}"/>
              </a:ext>
            </a:extLst>
          </p:cNvPr>
          <p:cNvGrpSpPr/>
          <p:nvPr/>
        </p:nvGrpSpPr>
        <p:grpSpPr>
          <a:xfrm rot="5400000">
            <a:off x="6014267" y="2731443"/>
            <a:ext cx="98814" cy="711634"/>
            <a:chOff x="4737834" y="4900127"/>
            <a:chExt cx="98814" cy="711634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47573E39-154C-0B34-2147-F75010AB92E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6F04C83F-90DB-96E6-C7A5-2A2DF53745A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9DD6E536-224A-B0D4-372E-849B4F7D5425}"/>
              </a:ext>
            </a:extLst>
          </p:cNvPr>
          <p:cNvSpPr/>
          <p:nvPr/>
        </p:nvSpPr>
        <p:spPr>
          <a:xfrm rot="16200000" flipV="1">
            <a:off x="8403322" y="1929633"/>
            <a:ext cx="98385" cy="6781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94A441A-0999-C899-5834-4E99C10EF1E2}"/>
              </a:ext>
            </a:extLst>
          </p:cNvPr>
          <p:cNvSpPr txBox="1"/>
          <p:nvPr/>
        </p:nvSpPr>
        <p:spPr>
          <a:xfrm>
            <a:off x="4560632" y="5699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3AF60029-F8F6-908F-EB2F-94CE3C67F706}"/>
              </a:ext>
            </a:extLst>
          </p:cNvPr>
          <p:cNvCxnSpPr>
            <a:cxnSpLocks/>
            <a:stCxn id="197" idx="0"/>
            <a:endCxn id="156" idx="2"/>
          </p:cNvCxnSpPr>
          <p:nvPr/>
        </p:nvCxnSpPr>
        <p:spPr>
          <a:xfrm flipH="1" flipV="1">
            <a:off x="4114467" y="4664414"/>
            <a:ext cx="1668615" cy="1035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A8461BAC-0AD8-8982-4D09-C697DDF450E8}"/>
              </a:ext>
            </a:extLst>
          </p:cNvPr>
          <p:cNvSpPr txBox="1"/>
          <p:nvPr/>
        </p:nvSpPr>
        <p:spPr>
          <a:xfrm>
            <a:off x="2781303" y="5189571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2EC182-F624-DE06-56D0-0272A9EE313A}"/>
              </a:ext>
            </a:extLst>
          </p:cNvPr>
          <p:cNvSpPr/>
          <p:nvPr/>
        </p:nvSpPr>
        <p:spPr>
          <a:xfrm>
            <a:off x="4764783" y="3454431"/>
            <a:ext cx="610235" cy="116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7D44F-5BF2-AAB7-41B5-BD0DFBD8E1DC}"/>
              </a:ext>
            </a:extLst>
          </p:cNvPr>
          <p:cNvSpPr txBox="1"/>
          <p:nvPr/>
        </p:nvSpPr>
        <p:spPr>
          <a:xfrm>
            <a:off x="2535417" y="55823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74728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4881-7F5E-8EDC-9FBA-73ADFEAE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29043F6A-0205-6E76-183B-D14B07463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096" y="712620"/>
            <a:ext cx="7417808" cy="5432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CDF53BD-2C9E-C1F2-26F9-28108ABA26A2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CDF53BD-2C9E-C1F2-26F9-28108ABA2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7D360586-2100-A122-05E3-54E2621D3CB4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114A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D543E9F-F60D-B03D-FC65-DD657005EE82}"/>
              </a:ext>
            </a:extLst>
          </p:cNvPr>
          <p:cNvSpPr/>
          <p:nvPr/>
        </p:nvSpPr>
        <p:spPr>
          <a:xfrm rot="5400000">
            <a:off x="5511509" y="4790242"/>
            <a:ext cx="102820" cy="18519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7A2C7B6-A9AF-F7F5-2B37-2CD45856A142}"/>
              </a:ext>
            </a:extLst>
          </p:cNvPr>
          <p:cNvSpPr/>
          <p:nvPr/>
        </p:nvSpPr>
        <p:spPr>
          <a:xfrm>
            <a:off x="5008090" y="407889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1CE3BF-C687-108B-566C-7A1AD905D091}"/>
              </a:ext>
            </a:extLst>
          </p:cNvPr>
          <p:cNvSpPr/>
          <p:nvPr/>
        </p:nvSpPr>
        <p:spPr>
          <a:xfrm>
            <a:off x="5177027" y="423097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9309FE-2CDC-FC6D-32BD-0624442EF661}"/>
              </a:ext>
            </a:extLst>
          </p:cNvPr>
          <p:cNvSpPr txBox="1"/>
          <p:nvPr/>
        </p:nvSpPr>
        <p:spPr>
          <a:xfrm>
            <a:off x="4754541" y="35028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80C88F-7530-C788-B046-130CE6CB4A79}"/>
              </a:ext>
            </a:extLst>
          </p:cNvPr>
          <p:cNvSpPr txBox="1"/>
          <p:nvPr/>
        </p:nvSpPr>
        <p:spPr>
          <a:xfrm>
            <a:off x="-1458" y="64971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E7A1B2-CBE4-F0DD-0CB6-634DB80C7F4C}"/>
              </a:ext>
            </a:extLst>
          </p:cNvPr>
          <p:cNvSpPr txBox="1"/>
          <p:nvPr/>
        </p:nvSpPr>
        <p:spPr>
          <a:xfrm>
            <a:off x="-2156" y="96835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8FB54E3-F190-3D30-F07E-42445DA1B28A}"/>
              </a:ext>
            </a:extLst>
          </p:cNvPr>
          <p:cNvGrpSpPr/>
          <p:nvPr/>
        </p:nvGrpSpPr>
        <p:grpSpPr>
          <a:xfrm>
            <a:off x="4414606" y="403138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097952B1-0687-0032-8A78-E04BC251EC8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AAA53A3-7264-C7D8-AA6B-0E090C2F88B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C458D427-1801-A705-A174-B5644C05D38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F2CF816-DCF7-5CE6-7127-6D8FC06CF897}"/>
              </a:ext>
            </a:extLst>
          </p:cNvPr>
          <p:cNvGrpSpPr/>
          <p:nvPr/>
        </p:nvGrpSpPr>
        <p:grpSpPr>
          <a:xfrm>
            <a:off x="6607579" y="402688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AD5A491-E4C3-6AEF-CE6B-638DA8F1E80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22603022-4DF2-9CF5-6E9C-E7A323ECC96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CD355E1-F982-3B77-38AD-070999F31ED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1DD15DB-C0AD-CCFB-19CD-2794A44DC09D}"/>
              </a:ext>
            </a:extLst>
          </p:cNvPr>
          <p:cNvSpPr/>
          <p:nvPr/>
        </p:nvSpPr>
        <p:spPr>
          <a:xfrm flipV="1">
            <a:off x="4259511" y="2689307"/>
            <a:ext cx="98384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291C75C-FC52-FFB8-9328-55FB435C219F}"/>
              </a:ext>
            </a:extLst>
          </p:cNvPr>
          <p:cNvSpPr/>
          <p:nvPr/>
        </p:nvSpPr>
        <p:spPr>
          <a:xfrm flipV="1">
            <a:off x="8668526" y="2229341"/>
            <a:ext cx="98384" cy="11115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CAB8133-66C6-EF10-38A0-EB3882D19D4D}"/>
              </a:ext>
            </a:extLst>
          </p:cNvPr>
          <p:cNvGrpSpPr/>
          <p:nvPr/>
        </p:nvGrpSpPr>
        <p:grpSpPr>
          <a:xfrm rot="5400000">
            <a:off x="7597965" y="35381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ECDF5680-E9B2-539C-2891-FEC2EE8E38D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CD282DB5-9A52-3D1F-BE00-A330B91994E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63811A4-2D40-BAD8-C11F-9CF5EA1B2852}"/>
              </a:ext>
            </a:extLst>
          </p:cNvPr>
          <p:cNvSpPr/>
          <p:nvPr/>
        </p:nvSpPr>
        <p:spPr>
          <a:xfrm flipV="1">
            <a:off x="9509905" y="3308976"/>
            <a:ext cx="98385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F8BDF4-1F95-5A62-ABBF-1851B953EB62}"/>
              </a:ext>
            </a:extLst>
          </p:cNvPr>
          <p:cNvSpPr txBox="1"/>
          <p:nvPr/>
        </p:nvSpPr>
        <p:spPr>
          <a:xfrm>
            <a:off x="5452902" y="598905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9EE2120-B6D2-12A0-B8AB-272FCB6EEE42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5627374" y="5329790"/>
            <a:ext cx="1047978" cy="65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A2A8973-7E65-D67F-C127-2D088470A4F0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C1F1430-402A-D66A-B878-33F2FC340B4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41AF3F43-CB8E-3F1B-E9E0-02D52A9FFED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CCFD8D59-03E7-623B-7018-165F6946DAC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AEE5D22-1039-048F-EC2C-285F374B8116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20C0835-3931-CF71-5EFB-4A93902951A0}"/>
              </a:ext>
            </a:extLst>
          </p:cNvPr>
          <p:cNvSpPr/>
          <p:nvPr/>
        </p:nvSpPr>
        <p:spPr>
          <a:xfrm>
            <a:off x="5144001" y="2665665"/>
            <a:ext cx="1193204" cy="50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09652-7669-CE5A-3EE3-967F490D988C}"/>
              </a:ext>
            </a:extLst>
          </p:cNvPr>
          <p:cNvSpPr txBox="1"/>
          <p:nvPr/>
        </p:nvSpPr>
        <p:spPr>
          <a:xfrm>
            <a:off x="2263120" y="513975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34386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5E60-C8E7-8652-D763-05A058FC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A61B33F4-592A-F81E-AC77-F5D0B21BAF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096" y="712620"/>
            <a:ext cx="7417808" cy="5432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48C40B-85A8-9203-474E-C31D65E1ACC0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48C40B-85A8-9203-474E-C31D65E1A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F7F4C87F-510A-1D6A-F42B-2A730D73E1DA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EF6A8DA-17E6-8B0F-8F90-3E741AB5A835}"/>
              </a:ext>
            </a:extLst>
          </p:cNvPr>
          <p:cNvSpPr/>
          <p:nvPr/>
        </p:nvSpPr>
        <p:spPr>
          <a:xfrm>
            <a:off x="3500753" y="5077341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D3CF3E-CFC3-FABF-B7FC-9002A869EA17}"/>
              </a:ext>
            </a:extLst>
          </p:cNvPr>
          <p:cNvSpPr txBox="1"/>
          <p:nvPr/>
        </p:nvSpPr>
        <p:spPr>
          <a:xfrm>
            <a:off x="2813030" y="434725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EFC21BF-5856-44DD-3E56-F06D3888288A}"/>
              </a:ext>
            </a:extLst>
          </p:cNvPr>
          <p:cNvSpPr/>
          <p:nvPr/>
        </p:nvSpPr>
        <p:spPr>
          <a:xfrm rot="5400000">
            <a:off x="5511509" y="4790242"/>
            <a:ext cx="102820" cy="18519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43054A2-64B8-87B5-4D08-D06069E49465}"/>
              </a:ext>
            </a:extLst>
          </p:cNvPr>
          <p:cNvSpPr/>
          <p:nvPr/>
        </p:nvSpPr>
        <p:spPr>
          <a:xfrm>
            <a:off x="5008090" y="407889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94C0D86-2753-651A-7A40-A63FA9A60AD4}"/>
              </a:ext>
            </a:extLst>
          </p:cNvPr>
          <p:cNvSpPr/>
          <p:nvPr/>
        </p:nvSpPr>
        <p:spPr>
          <a:xfrm>
            <a:off x="5177027" y="423097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C15171-6DF3-AF5F-6AC7-5B9B10B1A265}"/>
              </a:ext>
            </a:extLst>
          </p:cNvPr>
          <p:cNvSpPr txBox="1"/>
          <p:nvPr/>
        </p:nvSpPr>
        <p:spPr>
          <a:xfrm>
            <a:off x="4754541" y="35028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9EF6BBD-E96C-3F02-9849-61CEE112F764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1743A6E3-245E-104A-D176-9E34D29119D5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96B00AC6-10C8-E911-0B16-DD15176ADAAC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B31D957-A0DD-9519-E506-72BD2CA6E3F5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4C637DE1-C151-2CF6-A2F7-4CF9966FC6D4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4B0C0C0A-98F9-41B8-D897-AF55F8FBF8F0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CB7331D-237F-FAE1-B9BD-E3B4FE46FE9F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263D3E4C-D11B-2784-1379-E534F65ADDF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4549CB3-223D-25DC-DEF8-3A33714CA358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364F4F6-A80E-1897-8B72-446C808AF886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7E895F3-4675-AD0A-64E8-238CF9582218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5C9ABD-86F0-C61A-0B58-134A0031DF0F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AFE8638-350E-7517-D772-6832030A481E}"/>
              </a:ext>
            </a:extLst>
          </p:cNvPr>
          <p:cNvGrpSpPr/>
          <p:nvPr/>
        </p:nvGrpSpPr>
        <p:grpSpPr>
          <a:xfrm>
            <a:off x="4414606" y="403138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0CD981C-BE02-2A15-4378-040F63A6F80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8167CDD9-99C2-6D62-08AA-2F6F4938BCE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FBF0F3E6-874C-7A0A-2BEB-F7F2755811D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E1817FD-29CF-CAFD-238C-6EDCE2081CA5}"/>
              </a:ext>
            </a:extLst>
          </p:cNvPr>
          <p:cNvGrpSpPr/>
          <p:nvPr/>
        </p:nvGrpSpPr>
        <p:grpSpPr>
          <a:xfrm>
            <a:off x="6607579" y="402688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352C700-EB4C-56B5-F105-85AEFFD37B9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D5C177D5-871A-F60B-EA48-EF7A03F8ECB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EBA2A17E-DBEF-3726-0E96-D4891D4FFAF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0564EC3-72BC-D208-83BE-5C9B52DA8619}"/>
              </a:ext>
            </a:extLst>
          </p:cNvPr>
          <p:cNvGrpSpPr/>
          <p:nvPr/>
        </p:nvGrpSpPr>
        <p:grpSpPr>
          <a:xfrm>
            <a:off x="4235915" y="390056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8D700720-12EB-1647-95AC-D626C7C29BE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5412322-2064-B655-6296-80692B693B4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CB6B835-FD92-D70E-05F8-AFD96C4999E8}"/>
              </a:ext>
            </a:extLst>
          </p:cNvPr>
          <p:cNvGrpSpPr/>
          <p:nvPr/>
        </p:nvGrpSpPr>
        <p:grpSpPr>
          <a:xfrm>
            <a:off x="8146170" y="252853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CB2F574E-82D8-4779-BFD5-32DF8A79538E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C86BA37-DB4E-29CB-9A7E-BD30C70ED5B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FEC52BDB-3AAC-41AC-BE62-C7AC1F019E7C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1B8DE0CE-4E01-8EAD-C7C6-B4C5DF8A6B0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989E794-AC08-4398-C712-F7A527B4889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81ADABB3-319D-43F5-7DD2-A8B70FDB860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F3E99B21-B119-0517-F325-5765CE8CCED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914DDEF-279B-85C3-D5C2-2F0FC85F5157}"/>
              </a:ext>
            </a:extLst>
          </p:cNvPr>
          <p:cNvSpPr/>
          <p:nvPr/>
        </p:nvSpPr>
        <p:spPr>
          <a:xfrm flipV="1">
            <a:off x="4259511" y="2689307"/>
            <a:ext cx="98384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4AEE095A-0BCD-4D1C-B25B-B5C5CF3D2893}"/>
              </a:ext>
            </a:extLst>
          </p:cNvPr>
          <p:cNvSpPr/>
          <p:nvPr/>
        </p:nvSpPr>
        <p:spPr>
          <a:xfrm flipV="1">
            <a:off x="8668526" y="2229341"/>
            <a:ext cx="98384" cy="11115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7D7D771-A7EB-09F4-8B44-8C793A18E239}"/>
              </a:ext>
            </a:extLst>
          </p:cNvPr>
          <p:cNvGrpSpPr/>
          <p:nvPr/>
        </p:nvGrpSpPr>
        <p:grpSpPr>
          <a:xfrm rot="5400000">
            <a:off x="7597965" y="35381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2D7C8C4E-9926-CD4B-9094-F8EC1FF68C2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6EAB462C-81BF-8EAE-51FA-C61BE4011EC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9C68D94-97E8-A825-67C5-B163DDE9B321}"/>
              </a:ext>
            </a:extLst>
          </p:cNvPr>
          <p:cNvSpPr/>
          <p:nvPr/>
        </p:nvSpPr>
        <p:spPr>
          <a:xfrm flipV="1">
            <a:off x="9509905" y="3308976"/>
            <a:ext cx="98385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AFE2CED-134E-B63D-6470-AF83A605A2C8}"/>
              </a:ext>
            </a:extLst>
          </p:cNvPr>
          <p:cNvSpPr txBox="1"/>
          <p:nvPr/>
        </p:nvSpPr>
        <p:spPr>
          <a:xfrm>
            <a:off x="5452902" y="598905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DB20489-1503-4E93-F6C5-B78B923B5689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5627374" y="5329790"/>
            <a:ext cx="1047978" cy="65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28FF70-1EC1-9BEE-E36E-3CF9F735DEF5}"/>
              </a:ext>
            </a:extLst>
          </p:cNvPr>
          <p:cNvSpPr/>
          <p:nvPr/>
        </p:nvSpPr>
        <p:spPr>
          <a:xfrm>
            <a:off x="5144001" y="2665665"/>
            <a:ext cx="1193204" cy="50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02606-FC09-CA6C-E07D-01A8A6B40351}"/>
              </a:ext>
            </a:extLst>
          </p:cNvPr>
          <p:cNvSpPr txBox="1"/>
          <p:nvPr/>
        </p:nvSpPr>
        <p:spPr>
          <a:xfrm>
            <a:off x="2563092" y="450935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732860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A5AD-62DF-0B5F-4DBB-F6E30B11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D5697EF9-724B-19B5-05B2-08FF6887D0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096" y="712620"/>
            <a:ext cx="7417808" cy="5432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3BE3866-73D5-8F7A-0618-D4617469F652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3BE3866-73D5-8F7A-0618-D4617469F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0D5E335-E91D-2ED9-F927-D9E16B4FFAFC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264FDF2-A766-B374-E3A0-E11C7D18D9CA}"/>
              </a:ext>
            </a:extLst>
          </p:cNvPr>
          <p:cNvSpPr/>
          <p:nvPr/>
        </p:nvSpPr>
        <p:spPr>
          <a:xfrm>
            <a:off x="3500753" y="5077341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1E4CCD-C02A-500D-2E1C-A6E9AC38771D}"/>
              </a:ext>
            </a:extLst>
          </p:cNvPr>
          <p:cNvSpPr txBox="1"/>
          <p:nvPr/>
        </p:nvSpPr>
        <p:spPr>
          <a:xfrm>
            <a:off x="2813030" y="434725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EC977A5-E52C-35B5-05CC-4CD99694E18E}"/>
              </a:ext>
            </a:extLst>
          </p:cNvPr>
          <p:cNvSpPr/>
          <p:nvPr/>
        </p:nvSpPr>
        <p:spPr>
          <a:xfrm rot="5400000">
            <a:off x="5511509" y="4790242"/>
            <a:ext cx="102820" cy="18519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919AF88-72F2-3262-BE3A-222B62F178A8}"/>
              </a:ext>
            </a:extLst>
          </p:cNvPr>
          <p:cNvSpPr/>
          <p:nvPr/>
        </p:nvSpPr>
        <p:spPr>
          <a:xfrm>
            <a:off x="5008090" y="407889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4F8A4E0-0208-F50C-328A-A240F55E5F3F}"/>
              </a:ext>
            </a:extLst>
          </p:cNvPr>
          <p:cNvSpPr/>
          <p:nvPr/>
        </p:nvSpPr>
        <p:spPr>
          <a:xfrm>
            <a:off x="5177027" y="423097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B8B79D-7A12-A14F-D339-EA42F795A678}"/>
              </a:ext>
            </a:extLst>
          </p:cNvPr>
          <p:cNvSpPr txBox="1"/>
          <p:nvPr/>
        </p:nvSpPr>
        <p:spPr>
          <a:xfrm>
            <a:off x="4754541" y="35028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F6A9938-1C7D-73CA-23AB-DC5229D71FB6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08814B2-F08B-A7E8-497F-E4D2AAAF73F1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42B3CBDC-8255-CC48-7974-CC38AE382797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DBB5EA05-8F81-E86A-1677-2127DCDEE773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90FE666F-AC38-3060-F32F-3068DA3CB3C1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1377D36A-6653-340A-2213-418CCAD26EC7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A5ED31F-4911-3314-81F8-E216CFC98FD5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E67CF7CE-0829-9A0A-D50C-9F6E87341D00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36A44A91-0689-CBF7-98F6-DAF0407B1C6E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0767E3A0-8164-4ECD-39CC-984698B7BAA3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11A9458-31FF-50DA-1118-AF50FAB318EB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F54EC6-1280-64AB-D41E-5071F6B990E1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9E7C6DF9-3233-1C4E-18E8-BDAE5E947021}"/>
              </a:ext>
            </a:extLst>
          </p:cNvPr>
          <p:cNvSpPr/>
          <p:nvPr/>
        </p:nvSpPr>
        <p:spPr>
          <a:xfrm>
            <a:off x="5356455" y="441430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F8A73527-C96C-E92D-73B4-7759FA322560}"/>
              </a:ext>
            </a:extLst>
          </p:cNvPr>
          <p:cNvGrpSpPr/>
          <p:nvPr/>
        </p:nvGrpSpPr>
        <p:grpSpPr>
          <a:xfrm>
            <a:off x="4414606" y="4031386"/>
            <a:ext cx="98891" cy="1331233"/>
            <a:chOff x="4737834" y="4900127"/>
            <a:chExt cx="98891" cy="133123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A727553-FDB9-46B9-A759-5E41ED40F35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83CC1B1F-84C0-296E-104A-7A4B0E9A95A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31920EEE-F240-BEB4-A0EB-66F08F22C1F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BDC5BE6-853D-F0BB-D600-B74C964F046C}"/>
              </a:ext>
            </a:extLst>
          </p:cNvPr>
          <p:cNvGrpSpPr/>
          <p:nvPr/>
        </p:nvGrpSpPr>
        <p:grpSpPr>
          <a:xfrm>
            <a:off x="6607579" y="4026884"/>
            <a:ext cx="98891" cy="1331233"/>
            <a:chOff x="4737834" y="4900127"/>
            <a:chExt cx="98891" cy="133123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381C5CF-E026-0895-273D-E64A5E9DBB5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81445F7-A97C-1E5B-FF15-9FE11B2562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1502125E-2555-39BB-FA2B-439CEEC1CDB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0008FCA-1729-B639-BDF9-AD84FBBCAAD5}"/>
              </a:ext>
            </a:extLst>
          </p:cNvPr>
          <p:cNvGrpSpPr/>
          <p:nvPr/>
        </p:nvGrpSpPr>
        <p:grpSpPr>
          <a:xfrm>
            <a:off x="4235915" y="390056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C30D6E99-BB35-B899-010B-D1CC30BA5C9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D1944BD-F184-CD0C-F70E-CB17570EBBB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5450ECA-E89F-98A2-2B0F-E2ABDEEA531A}"/>
              </a:ext>
            </a:extLst>
          </p:cNvPr>
          <p:cNvGrpSpPr/>
          <p:nvPr/>
        </p:nvGrpSpPr>
        <p:grpSpPr>
          <a:xfrm>
            <a:off x="8146170" y="252853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E5F4426A-AB24-F514-4EE5-6310DD6A7F7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229643BE-80D0-48F7-5AFD-1D01C09E75CC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2090F00C-162E-564E-00CF-4B31DB83638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4C0B8A6F-D8F0-2CC0-D75F-B1992FBB02BF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DD589438-660F-548C-724E-06A01046EC5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1EBC5B67-28C8-E399-079B-DFED46C0665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40447A08-E67F-A6A4-A528-AF57B09B39C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46DE445-A93D-C485-A640-8D6E6C8B1FF9}"/>
              </a:ext>
            </a:extLst>
          </p:cNvPr>
          <p:cNvSpPr/>
          <p:nvPr/>
        </p:nvSpPr>
        <p:spPr>
          <a:xfrm flipV="1">
            <a:off x="4259511" y="2689307"/>
            <a:ext cx="98384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1561106-D81C-1BC4-0BAF-FECF8FAA57ED}"/>
              </a:ext>
            </a:extLst>
          </p:cNvPr>
          <p:cNvSpPr/>
          <p:nvPr/>
        </p:nvSpPr>
        <p:spPr>
          <a:xfrm flipV="1">
            <a:off x="8668526" y="2229341"/>
            <a:ext cx="98384" cy="11115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386B9BF-5359-686D-D088-FF8C51AD2345}"/>
              </a:ext>
            </a:extLst>
          </p:cNvPr>
          <p:cNvGrpSpPr/>
          <p:nvPr/>
        </p:nvGrpSpPr>
        <p:grpSpPr>
          <a:xfrm rot="5400000">
            <a:off x="7597965" y="35381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47D58B97-9543-6EA3-BD48-0DDB97C3F31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5C95E825-FDF7-1CB7-588D-761DC58B14D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431D1B3-E81D-AE02-8047-11475F116805}"/>
              </a:ext>
            </a:extLst>
          </p:cNvPr>
          <p:cNvSpPr/>
          <p:nvPr/>
        </p:nvSpPr>
        <p:spPr>
          <a:xfrm flipV="1">
            <a:off x="9509905" y="3308976"/>
            <a:ext cx="98385" cy="673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B9B0238-2824-F58B-320F-0EEFD91B20B3}"/>
              </a:ext>
            </a:extLst>
          </p:cNvPr>
          <p:cNvSpPr txBox="1"/>
          <p:nvPr/>
        </p:nvSpPr>
        <p:spPr>
          <a:xfrm>
            <a:off x="5452902" y="598905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C6F8422-5612-3C25-155E-F4913D29CBF0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5627374" y="5329790"/>
            <a:ext cx="1047978" cy="65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3D1CA737-5C26-D079-210B-32CFA8B5B179}"/>
              </a:ext>
            </a:extLst>
          </p:cNvPr>
          <p:cNvSpPr txBox="1"/>
          <p:nvPr/>
        </p:nvSpPr>
        <p:spPr>
          <a:xfrm>
            <a:off x="3555548" y="5900155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7EFD6-0B89-2752-BF8D-E45E98ED85D3}"/>
              </a:ext>
            </a:extLst>
          </p:cNvPr>
          <p:cNvSpPr/>
          <p:nvPr/>
        </p:nvSpPr>
        <p:spPr>
          <a:xfrm>
            <a:off x="5144001" y="2665665"/>
            <a:ext cx="1193204" cy="502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템바보드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4C2AF-53F9-68B3-5FEC-2EC03DD646DF}"/>
              </a:ext>
            </a:extLst>
          </p:cNvPr>
          <p:cNvSpPr txBox="1"/>
          <p:nvPr/>
        </p:nvSpPr>
        <p:spPr>
          <a:xfrm>
            <a:off x="2218127" y="49978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341724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382F-BCA1-9F13-F1FE-AF62290A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A436000E-C6A1-9900-B3DC-5D1052C7B3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75" y="672836"/>
            <a:ext cx="7526450" cy="551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3B6311-1CA9-37FE-CEF5-37740293BD0F}"/>
                  </a:ext>
                </a:extLst>
              </p:cNvPr>
              <p:cNvSpPr txBox="1"/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3B6311-1CA9-37FE-CEF5-37740293B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BC92832-5129-0525-0D26-DDB2DC66C2D5}"/>
              </a:ext>
            </a:extLst>
          </p:cNvPr>
          <p:cNvSpPr txBox="1"/>
          <p:nvPr/>
        </p:nvSpPr>
        <p:spPr>
          <a:xfrm>
            <a:off x="2110930" y="2514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114B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FF11220-9614-9B00-B2B4-E643759D2D35}"/>
              </a:ext>
            </a:extLst>
          </p:cNvPr>
          <p:cNvSpPr/>
          <p:nvPr/>
        </p:nvSpPr>
        <p:spPr>
          <a:xfrm rot="5400000">
            <a:off x="6162484" y="4449498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11A7C8F-FAAC-FF90-EC91-E1981B0C3172}"/>
              </a:ext>
            </a:extLst>
          </p:cNvPr>
          <p:cNvSpPr/>
          <p:nvPr/>
        </p:nvSpPr>
        <p:spPr>
          <a:xfrm>
            <a:off x="5583271" y="379757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9F19466-C8BF-2AB5-44E8-F43EC66A90E4}"/>
              </a:ext>
            </a:extLst>
          </p:cNvPr>
          <p:cNvSpPr/>
          <p:nvPr/>
        </p:nvSpPr>
        <p:spPr>
          <a:xfrm>
            <a:off x="5752208" y="394966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AAA2E0-C334-87A8-F45D-2B6F34460629}"/>
              </a:ext>
            </a:extLst>
          </p:cNvPr>
          <p:cNvSpPr txBox="1"/>
          <p:nvPr/>
        </p:nvSpPr>
        <p:spPr>
          <a:xfrm>
            <a:off x="5317213" y="345410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F87176-1843-FF40-B76D-D81EEE5E509E}"/>
              </a:ext>
            </a:extLst>
          </p:cNvPr>
          <p:cNvSpPr txBox="1"/>
          <p:nvPr/>
        </p:nvSpPr>
        <p:spPr>
          <a:xfrm>
            <a:off x="-1458" y="64971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96B068-0905-4A15-746A-A8FA6D7F1623}"/>
              </a:ext>
            </a:extLst>
          </p:cNvPr>
          <p:cNvSpPr txBox="1"/>
          <p:nvPr/>
        </p:nvSpPr>
        <p:spPr>
          <a:xfrm>
            <a:off x="-2156" y="96835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A43CC04-41A3-D3C1-7410-A59058D2155F}"/>
              </a:ext>
            </a:extLst>
          </p:cNvPr>
          <p:cNvGrpSpPr/>
          <p:nvPr/>
        </p:nvGrpSpPr>
        <p:grpSpPr>
          <a:xfrm>
            <a:off x="7049826" y="3884003"/>
            <a:ext cx="98891" cy="1162162"/>
            <a:chOff x="4737834" y="4900127"/>
            <a:chExt cx="98891" cy="1162162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A7BE12DE-80D1-02C5-C16F-5234068A1BE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5FBBCEF-CB58-1710-B2AF-7652BAFC65CE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590651B-FB4C-1FC1-E02E-40FEF8753332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BB264FD-8EF6-8FFA-732C-DB48B8305C49}"/>
              </a:ext>
            </a:extLst>
          </p:cNvPr>
          <p:cNvSpPr/>
          <p:nvPr/>
        </p:nvSpPr>
        <p:spPr>
          <a:xfrm rot="16200000" flipV="1">
            <a:off x="4357584" y="2452425"/>
            <a:ext cx="98384" cy="5352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85027E6-6F44-AD13-6E6F-A1C51FE139B4}"/>
              </a:ext>
            </a:extLst>
          </p:cNvPr>
          <p:cNvSpPr/>
          <p:nvPr/>
        </p:nvSpPr>
        <p:spPr>
          <a:xfrm flipV="1">
            <a:off x="8568528" y="2341465"/>
            <a:ext cx="98384" cy="973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7B832177-07E4-423F-2AEF-CBFE5CAF1CC5}"/>
              </a:ext>
            </a:extLst>
          </p:cNvPr>
          <p:cNvGrpSpPr/>
          <p:nvPr/>
        </p:nvGrpSpPr>
        <p:grpSpPr>
          <a:xfrm rot="5400000">
            <a:off x="8001055" y="3402453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573DCBE0-2314-69BC-43FF-41A7656AA67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58189E6F-58C2-0AC5-7FB7-BDECCB01AAB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E5F43A2-EF94-5BD6-EBF5-2A404C460B3E}"/>
              </a:ext>
            </a:extLst>
          </p:cNvPr>
          <p:cNvSpPr/>
          <p:nvPr/>
        </p:nvSpPr>
        <p:spPr>
          <a:xfrm rot="16200000" flipV="1">
            <a:off x="9000605" y="2444060"/>
            <a:ext cx="98385" cy="537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DE9F07-9491-E07F-2E74-2B3B6FCD8AA2}"/>
              </a:ext>
            </a:extLst>
          </p:cNvPr>
          <p:cNvSpPr txBox="1"/>
          <p:nvPr/>
        </p:nvSpPr>
        <p:spPr>
          <a:xfrm>
            <a:off x="6167926" y="556186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59B40E9-F65E-73A0-9AAD-725B3AD788CD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202555" y="5048474"/>
            <a:ext cx="1187821" cy="51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B49D7856-B64B-1221-B45C-66A55D8DD457}"/>
              </a:ext>
            </a:extLst>
          </p:cNvPr>
          <p:cNvGrpSpPr/>
          <p:nvPr/>
        </p:nvGrpSpPr>
        <p:grpSpPr>
          <a:xfrm>
            <a:off x="5247967" y="3880718"/>
            <a:ext cx="98891" cy="1162162"/>
            <a:chOff x="4737834" y="4900127"/>
            <a:chExt cx="98891" cy="1162162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4BEDF555-7AF5-1991-2999-81DEC132141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78C60F0B-9720-BCC5-3A47-D48716570EF8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62B672ED-E2E4-3B1E-01FA-AFF3B6A15F95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B647966-2621-BC34-A641-D3C74135D18B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2239B03C-5815-4BE1-451D-0073DD2C95D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FEBFC0D-47A9-BE55-0E0E-22EA027C79F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E910529B-738C-16F9-18AC-D89E8CAE5BA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E7C216D-6721-2CDA-46BC-99D57BC088F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8573A9-CB38-73C9-A18D-B05FE1AA1A9A}"/>
              </a:ext>
            </a:extLst>
          </p:cNvPr>
          <p:cNvSpPr txBox="1"/>
          <p:nvPr/>
        </p:nvSpPr>
        <p:spPr>
          <a:xfrm>
            <a:off x="2295526" y="581815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0573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AC6F-AD29-210D-4CEE-64C466B6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4DE97E24-81AB-C33C-7216-CDCBFF6EF0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75" y="672836"/>
            <a:ext cx="7526450" cy="551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DB4053-0955-84BF-974F-A85DD221C057}"/>
                  </a:ext>
                </a:extLst>
              </p:cNvPr>
              <p:cNvSpPr txBox="1"/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DB4053-0955-84BF-974F-A85DD221C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7ABBEA9-C923-58A5-B198-D6816C8C34BD}"/>
              </a:ext>
            </a:extLst>
          </p:cNvPr>
          <p:cNvSpPr txBox="1"/>
          <p:nvPr/>
        </p:nvSpPr>
        <p:spPr>
          <a:xfrm>
            <a:off x="2110930" y="2514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8A6A8DE-C5DA-EBF2-61F0-32E21A51B8BC}"/>
              </a:ext>
            </a:extLst>
          </p:cNvPr>
          <p:cNvSpPr/>
          <p:nvPr/>
        </p:nvSpPr>
        <p:spPr>
          <a:xfrm>
            <a:off x="3229769" y="4777496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6311C1-FF19-7625-604A-A2E8DD361C46}"/>
              </a:ext>
            </a:extLst>
          </p:cNvPr>
          <p:cNvSpPr txBox="1"/>
          <p:nvPr/>
        </p:nvSpPr>
        <p:spPr>
          <a:xfrm>
            <a:off x="2817982" y="421893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DC888A9-2B24-F95E-1FB6-1641B71BC084}"/>
              </a:ext>
            </a:extLst>
          </p:cNvPr>
          <p:cNvSpPr/>
          <p:nvPr/>
        </p:nvSpPr>
        <p:spPr>
          <a:xfrm rot="5400000">
            <a:off x="6162484" y="4449498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187FF2-2ED3-5B34-1966-F47C4C4E742B}"/>
              </a:ext>
            </a:extLst>
          </p:cNvPr>
          <p:cNvSpPr/>
          <p:nvPr/>
        </p:nvSpPr>
        <p:spPr>
          <a:xfrm>
            <a:off x="5583271" y="379757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AD649CD-3596-A3A1-4EA8-9AA748B3E33B}"/>
              </a:ext>
            </a:extLst>
          </p:cNvPr>
          <p:cNvSpPr/>
          <p:nvPr/>
        </p:nvSpPr>
        <p:spPr>
          <a:xfrm>
            <a:off x="5752208" y="394966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98DE65-F8FC-7AFD-D29B-1E6554250423}"/>
              </a:ext>
            </a:extLst>
          </p:cNvPr>
          <p:cNvSpPr txBox="1"/>
          <p:nvPr/>
        </p:nvSpPr>
        <p:spPr>
          <a:xfrm>
            <a:off x="5317213" y="345410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5873D4-EE1A-8CCE-703A-6D47DD210B06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CA05373-44F9-6AF6-1A6C-D969427E59CD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8B60BF15-5E92-EB09-AE62-59FA3B62AC42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AA8FF869-7630-6FFF-A8DC-03DACFB1D1B8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73C146E5-2147-781F-3323-6908538B8AEA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CD16EC57-AF28-B633-ABCF-842028A8BA47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1863E4F-5011-52FA-BDAF-F0FABCB0898B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52DE59B0-FFDC-4F94-D511-ED1BA76DA1C5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9135B01D-E787-EE10-4C63-4A3EF40420E2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24F2E28-424B-E3CC-2339-4DB231661F1E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DD26AC0-6C5D-6F5E-CCA9-2A23AE9805C5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CC7A96-2AEC-0C71-1781-A48EE6595CCA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80CAC8B-EA8C-E72D-24C6-B0CD1D4BD5DC}"/>
              </a:ext>
            </a:extLst>
          </p:cNvPr>
          <p:cNvGrpSpPr/>
          <p:nvPr/>
        </p:nvGrpSpPr>
        <p:grpSpPr>
          <a:xfrm>
            <a:off x="7049826" y="3884003"/>
            <a:ext cx="98891" cy="1162162"/>
            <a:chOff x="4737834" y="4900127"/>
            <a:chExt cx="98891" cy="1162162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7B6568B-AA32-0554-BB6A-4F052F079C9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E1AB466-6F40-DE4C-D0D8-CCC8AE81B7AC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5474DC35-24ED-75C7-8171-24F6F340D50E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7CACF2A3-0179-A151-D6BD-DBA82CADF25D}"/>
              </a:ext>
            </a:extLst>
          </p:cNvPr>
          <p:cNvGrpSpPr/>
          <p:nvPr/>
        </p:nvGrpSpPr>
        <p:grpSpPr>
          <a:xfrm>
            <a:off x="3964285" y="391999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C1815466-414A-6D23-FF7B-694AA1509AC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4734F90-F12F-908F-C200-494052EE932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65947E4-5109-A847-0B64-21AAF8DE52D7}"/>
              </a:ext>
            </a:extLst>
          </p:cNvPr>
          <p:cNvGrpSpPr/>
          <p:nvPr/>
        </p:nvGrpSpPr>
        <p:grpSpPr>
          <a:xfrm>
            <a:off x="8111989" y="2583685"/>
            <a:ext cx="425149" cy="542991"/>
            <a:chOff x="9234110" y="3797098"/>
            <a:chExt cx="425149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0157BC0F-6EC2-D773-8FF6-9BBEC5DA9C6C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877AA13C-8A2F-71F3-51BF-B668AE76F57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AC718674-A702-EB9F-8A76-F14755B37EF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D0933C11-D14E-3F03-87D5-523D792E843E}"/>
                </a:ext>
              </a:extLst>
            </p:cNvPr>
            <p:cNvSpPr/>
            <p:nvPr/>
          </p:nvSpPr>
          <p:spPr>
            <a:xfrm rot="5400000">
              <a:off x="9326842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2983492-4713-39D0-03E1-2BE61459BFAE}"/>
                </a:ext>
              </a:extLst>
            </p:cNvPr>
            <p:cNvGrpSpPr/>
            <p:nvPr/>
          </p:nvGrpSpPr>
          <p:grpSpPr>
            <a:xfrm>
              <a:off x="9234110" y="3797098"/>
              <a:ext cx="98814" cy="540184"/>
              <a:chOff x="4780698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CB226FE0-BADA-A728-9F03-C58961651957}"/>
                  </a:ext>
                </a:extLst>
              </p:cNvPr>
              <p:cNvSpPr/>
              <p:nvPr/>
            </p:nvSpPr>
            <p:spPr>
              <a:xfrm>
                <a:off x="4780698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F468AA0E-1E1F-EDBC-848C-37F0B96B4040}"/>
                  </a:ext>
                </a:extLst>
              </p:cNvPr>
              <p:cNvSpPr/>
              <p:nvPr/>
            </p:nvSpPr>
            <p:spPr>
              <a:xfrm>
                <a:off x="4781127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F75AD32-FDA9-4429-E5A8-600AC008D8F5}"/>
              </a:ext>
            </a:extLst>
          </p:cNvPr>
          <p:cNvSpPr/>
          <p:nvPr/>
        </p:nvSpPr>
        <p:spPr>
          <a:xfrm rot="16200000" flipV="1">
            <a:off x="4357584" y="2452425"/>
            <a:ext cx="98384" cy="5352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2CAED3-E623-9690-8843-95A824196787}"/>
              </a:ext>
            </a:extLst>
          </p:cNvPr>
          <p:cNvSpPr/>
          <p:nvPr/>
        </p:nvSpPr>
        <p:spPr>
          <a:xfrm flipV="1">
            <a:off x="8568528" y="2341465"/>
            <a:ext cx="98384" cy="973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05E576-C899-6E0D-9BF3-A7D725A5DF33}"/>
              </a:ext>
            </a:extLst>
          </p:cNvPr>
          <p:cNvGrpSpPr/>
          <p:nvPr/>
        </p:nvGrpSpPr>
        <p:grpSpPr>
          <a:xfrm rot="5400000">
            <a:off x="8001055" y="3402453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8BB5DBF7-0AF7-CD38-7034-44087B9B95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FC601E9-63E9-7D26-F043-CD77CAD844D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16773A6-19C8-2AEC-F189-DB3F99A0BCDA}"/>
              </a:ext>
            </a:extLst>
          </p:cNvPr>
          <p:cNvSpPr/>
          <p:nvPr/>
        </p:nvSpPr>
        <p:spPr>
          <a:xfrm rot="16200000" flipV="1">
            <a:off x="9000605" y="2444060"/>
            <a:ext cx="98385" cy="537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02526C7-E925-128B-80D8-CD0F67FF2AC9}"/>
              </a:ext>
            </a:extLst>
          </p:cNvPr>
          <p:cNvSpPr txBox="1"/>
          <p:nvPr/>
        </p:nvSpPr>
        <p:spPr>
          <a:xfrm>
            <a:off x="6167926" y="556186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83D2DE5-6223-C69D-534C-C573F0324155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202555" y="5048474"/>
            <a:ext cx="1187821" cy="51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9E5B1E1-13FF-D5EE-F5EF-7E866A762EB0}"/>
              </a:ext>
            </a:extLst>
          </p:cNvPr>
          <p:cNvGrpSpPr/>
          <p:nvPr/>
        </p:nvGrpSpPr>
        <p:grpSpPr>
          <a:xfrm>
            <a:off x="5247967" y="3880718"/>
            <a:ext cx="98891" cy="1162162"/>
            <a:chOff x="4737834" y="4900127"/>
            <a:chExt cx="98891" cy="1162162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A890CF81-30A9-07DC-02F0-3A9BF3C9F2F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345B4D64-A038-68D6-F542-5E4482AE7C00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322B804A-68A3-FCAC-B132-CED1237B9AFA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E23FC8-7E5E-6454-7688-FAC817B4A980}"/>
              </a:ext>
            </a:extLst>
          </p:cNvPr>
          <p:cNvSpPr txBox="1"/>
          <p:nvPr/>
        </p:nvSpPr>
        <p:spPr>
          <a:xfrm>
            <a:off x="2477380" y="72216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112847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F472-33BD-877F-F4B8-2C43C6A8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5FD66A57-523B-DD54-B857-4A359E19BC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75" y="672836"/>
            <a:ext cx="7526450" cy="5512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A9F8A8-1E40-F216-129D-6D353EE89B75}"/>
                  </a:ext>
                </a:extLst>
              </p:cNvPr>
              <p:cNvSpPr txBox="1"/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A9F8A8-1E40-F216-129D-6D353EE89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96156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548C0E97-5B98-5EBD-D17B-85FBE06E1CFD}"/>
              </a:ext>
            </a:extLst>
          </p:cNvPr>
          <p:cNvSpPr txBox="1"/>
          <p:nvPr/>
        </p:nvSpPr>
        <p:spPr>
          <a:xfrm>
            <a:off x="2110930" y="25149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114B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80203EF-900F-5397-4D32-BCF7149C168E}"/>
              </a:ext>
            </a:extLst>
          </p:cNvPr>
          <p:cNvSpPr/>
          <p:nvPr/>
        </p:nvSpPr>
        <p:spPr>
          <a:xfrm>
            <a:off x="3229769" y="4777496"/>
            <a:ext cx="81747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87E88F-5555-991F-EB30-880179944521}"/>
              </a:ext>
            </a:extLst>
          </p:cNvPr>
          <p:cNvSpPr txBox="1"/>
          <p:nvPr/>
        </p:nvSpPr>
        <p:spPr>
          <a:xfrm>
            <a:off x="2817982" y="421893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1613A7-D39F-5691-847F-A2DB7C55BDD9}"/>
              </a:ext>
            </a:extLst>
          </p:cNvPr>
          <p:cNvSpPr/>
          <p:nvPr/>
        </p:nvSpPr>
        <p:spPr>
          <a:xfrm rot="5400000">
            <a:off x="6162484" y="4449498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80A4BDB-0B48-E36B-9FC2-D24F44D20AD6}"/>
              </a:ext>
            </a:extLst>
          </p:cNvPr>
          <p:cNvSpPr/>
          <p:nvPr/>
        </p:nvSpPr>
        <p:spPr>
          <a:xfrm>
            <a:off x="5583271" y="379757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541304E-B63C-D9C1-EDC2-7E18F14B01D3}"/>
              </a:ext>
            </a:extLst>
          </p:cNvPr>
          <p:cNvSpPr/>
          <p:nvPr/>
        </p:nvSpPr>
        <p:spPr>
          <a:xfrm>
            <a:off x="5752208" y="394966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C93E17-8E22-F53A-6CFB-25FAFB73BC10}"/>
              </a:ext>
            </a:extLst>
          </p:cNvPr>
          <p:cNvSpPr txBox="1"/>
          <p:nvPr/>
        </p:nvSpPr>
        <p:spPr>
          <a:xfrm>
            <a:off x="5317213" y="345410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14C56C-029E-6AE4-4B09-E05D1F4320A9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85DAE1D9-B67F-5244-202A-18F5F6CC8AF6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DC056B82-FD87-0365-5B7B-93B4632DBB5C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6FA879C-CA1D-8F73-63B2-2DE02EB6356A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3889FEB5-B853-7406-1EB7-87620827BB65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0EC0D7C-C066-E442-4B36-02CF296318F3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37EDB19-57B5-CFD6-8B32-CA21E2D0369D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89A9F5D0-4120-41BF-4209-5DCC65B2DDC1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1957BEC4-916A-3CC9-B6C9-F739789B831F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6579177A-DA53-B7E7-1368-AF77DDFA7F68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AF20A7C-A218-6CA5-7DA9-7245B4B79CE4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8522C3-C0BC-6DAE-E448-F43FEADE80C1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9EB21237-3A8D-5E99-9EBC-F46298D7ADAA}"/>
              </a:ext>
            </a:extLst>
          </p:cNvPr>
          <p:cNvSpPr/>
          <p:nvPr/>
        </p:nvSpPr>
        <p:spPr>
          <a:xfrm>
            <a:off x="5931636" y="413298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C3E09BE-F2BF-1289-6D45-4432174ECA21}"/>
              </a:ext>
            </a:extLst>
          </p:cNvPr>
          <p:cNvGrpSpPr/>
          <p:nvPr/>
        </p:nvGrpSpPr>
        <p:grpSpPr>
          <a:xfrm>
            <a:off x="7049826" y="3884003"/>
            <a:ext cx="98891" cy="1162162"/>
            <a:chOff x="4737834" y="4900127"/>
            <a:chExt cx="98891" cy="1162162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6885BBC-41F7-D720-C382-329979AD2AE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C4B5F43C-70E1-79E8-142B-D0A9F1888D41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1FB5A1E-2B6A-3BAB-D69B-36D4EC76D5F5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E028607-80B4-58FF-16E8-790BF6E9B94E}"/>
              </a:ext>
            </a:extLst>
          </p:cNvPr>
          <p:cNvGrpSpPr/>
          <p:nvPr/>
        </p:nvGrpSpPr>
        <p:grpSpPr>
          <a:xfrm>
            <a:off x="3964285" y="391999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608D50A6-42D4-DBF8-D20B-EE817961538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BC7AFBCF-D057-3C65-5165-8557F43C4F3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30F252A-FBD5-12C8-C936-D479A28CF029}"/>
              </a:ext>
            </a:extLst>
          </p:cNvPr>
          <p:cNvGrpSpPr/>
          <p:nvPr/>
        </p:nvGrpSpPr>
        <p:grpSpPr>
          <a:xfrm>
            <a:off x="8111989" y="2583685"/>
            <a:ext cx="425149" cy="542991"/>
            <a:chOff x="9234110" y="3797098"/>
            <a:chExt cx="425149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178F4EDA-8301-56D5-EF6D-467F18FF75F3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3CF2E9D1-AE47-651F-8F09-AE974412906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4D7A78F1-F1D8-AC37-38A5-442C85E239E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91269447-0FF7-AB15-A0F3-810FC5AE6F67}"/>
                </a:ext>
              </a:extLst>
            </p:cNvPr>
            <p:cNvSpPr/>
            <p:nvPr/>
          </p:nvSpPr>
          <p:spPr>
            <a:xfrm rot="5400000">
              <a:off x="9326842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6849E630-DBEF-03F0-EA18-34FE30B07278}"/>
                </a:ext>
              </a:extLst>
            </p:cNvPr>
            <p:cNvGrpSpPr/>
            <p:nvPr/>
          </p:nvGrpSpPr>
          <p:grpSpPr>
            <a:xfrm>
              <a:off x="9234110" y="3797098"/>
              <a:ext cx="98814" cy="540184"/>
              <a:chOff x="4780698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136F202C-C8D8-544B-BDA6-3EB51BF5D6F9}"/>
                  </a:ext>
                </a:extLst>
              </p:cNvPr>
              <p:cNvSpPr/>
              <p:nvPr/>
            </p:nvSpPr>
            <p:spPr>
              <a:xfrm>
                <a:off x="4780698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3585E3EF-7865-A68A-954C-435FF4329DA6}"/>
                  </a:ext>
                </a:extLst>
              </p:cNvPr>
              <p:cNvSpPr/>
              <p:nvPr/>
            </p:nvSpPr>
            <p:spPr>
              <a:xfrm>
                <a:off x="4781127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2EBB8A9-BFF9-9A38-772B-218C9D0D956D}"/>
              </a:ext>
            </a:extLst>
          </p:cNvPr>
          <p:cNvSpPr/>
          <p:nvPr/>
        </p:nvSpPr>
        <p:spPr>
          <a:xfrm rot="16200000" flipV="1">
            <a:off x="4357584" y="2452425"/>
            <a:ext cx="98384" cy="5352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5E48E72-CA30-C4F6-C7C4-52151B41C53E}"/>
              </a:ext>
            </a:extLst>
          </p:cNvPr>
          <p:cNvSpPr/>
          <p:nvPr/>
        </p:nvSpPr>
        <p:spPr>
          <a:xfrm flipV="1">
            <a:off x="8568528" y="2341465"/>
            <a:ext cx="98384" cy="973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722BEC0-64AE-E627-01EE-09147D0AD4E1}"/>
              </a:ext>
            </a:extLst>
          </p:cNvPr>
          <p:cNvGrpSpPr/>
          <p:nvPr/>
        </p:nvGrpSpPr>
        <p:grpSpPr>
          <a:xfrm rot="5400000">
            <a:off x="8001055" y="3402453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C3CD827C-623F-10DE-C881-6F81E9983AC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58CBECDB-2298-940B-89E2-697EDB3AC4F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21E12B3-6D32-F01A-6512-2917A9779BEA}"/>
              </a:ext>
            </a:extLst>
          </p:cNvPr>
          <p:cNvSpPr/>
          <p:nvPr/>
        </p:nvSpPr>
        <p:spPr>
          <a:xfrm rot="16200000" flipV="1">
            <a:off x="9000605" y="2444060"/>
            <a:ext cx="98385" cy="5376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5B57367-E19E-E5EB-FB72-62342733CD66}"/>
              </a:ext>
            </a:extLst>
          </p:cNvPr>
          <p:cNvSpPr txBox="1"/>
          <p:nvPr/>
        </p:nvSpPr>
        <p:spPr>
          <a:xfrm>
            <a:off x="6167926" y="556186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B2EC63B-F046-A58D-6F9B-FB9433AB526D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H="1" flipV="1">
            <a:off x="6202555" y="5048474"/>
            <a:ext cx="1187821" cy="51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D469B0F-345D-9381-80DF-87D0D8F871CE}"/>
              </a:ext>
            </a:extLst>
          </p:cNvPr>
          <p:cNvSpPr txBox="1"/>
          <p:nvPr/>
        </p:nvSpPr>
        <p:spPr>
          <a:xfrm>
            <a:off x="4270572" y="5472966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A1A7CB0-2F66-11D4-5FC1-51AF4AB290DE}"/>
              </a:ext>
            </a:extLst>
          </p:cNvPr>
          <p:cNvGrpSpPr/>
          <p:nvPr/>
        </p:nvGrpSpPr>
        <p:grpSpPr>
          <a:xfrm>
            <a:off x="5247967" y="3880718"/>
            <a:ext cx="98891" cy="1162162"/>
            <a:chOff x="4737834" y="4900127"/>
            <a:chExt cx="98891" cy="1162162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ABBE626-1CC0-55CC-9C2D-DC2D6FB0E64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865C0C23-B39D-BAF8-AF85-D5AE8F359666}"/>
                </a:ext>
              </a:extLst>
            </p:cNvPr>
            <p:cNvSpPr/>
            <p:nvPr/>
          </p:nvSpPr>
          <p:spPr>
            <a:xfrm>
              <a:off x="4737834" y="543201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5357A3D3-C98E-867E-03AC-9ED67D843EC6}"/>
                </a:ext>
              </a:extLst>
            </p:cNvPr>
            <p:cNvSpPr/>
            <p:nvPr/>
          </p:nvSpPr>
          <p:spPr>
            <a:xfrm>
              <a:off x="4738340" y="596390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DAF70D-2F89-FECC-0EE6-35A7FFA40F26}"/>
              </a:ext>
            </a:extLst>
          </p:cNvPr>
          <p:cNvSpPr txBox="1"/>
          <p:nvPr/>
        </p:nvSpPr>
        <p:spPr>
          <a:xfrm>
            <a:off x="2315495" y="616603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68515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6767-88A1-D871-1D18-3887A763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32DC5EF0-19E4-DE8E-2A97-727C072A21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77" b="18188"/>
          <a:stretch/>
        </p:blipFill>
        <p:spPr>
          <a:xfrm>
            <a:off x="1336895" y="1548036"/>
            <a:ext cx="9518210" cy="4449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26BE506D-D126-1022-F205-F2E55DB6B108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26BE506D-D126-1022-F205-F2E55DB6B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TextBox 445">
            <a:extLst>
              <a:ext uri="{FF2B5EF4-FFF2-40B4-BE49-F238E27FC236}">
                <a16:creationId xmlns:a16="http://schemas.microsoft.com/office/drawing/2014/main" id="{24853D18-6A09-EEE1-D6D7-7BA58C62320A}"/>
              </a:ext>
            </a:extLst>
          </p:cNvPr>
          <p:cNvSpPr txBox="1"/>
          <p:nvPr/>
        </p:nvSpPr>
        <p:spPr>
          <a:xfrm>
            <a:off x="2110930" y="4324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135A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1646EC4B-1988-F7EC-F32C-55018E3660DA}"/>
              </a:ext>
            </a:extLst>
          </p:cNvPr>
          <p:cNvSpPr/>
          <p:nvPr/>
        </p:nvSpPr>
        <p:spPr>
          <a:xfrm rot="5400000">
            <a:off x="8179127" y="4943319"/>
            <a:ext cx="102820" cy="13411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0" name="사각형: 둥근 모서리 449">
            <a:extLst>
              <a:ext uri="{FF2B5EF4-FFF2-40B4-BE49-F238E27FC236}">
                <a16:creationId xmlns:a16="http://schemas.microsoft.com/office/drawing/2014/main" id="{C2DBC652-44A0-870B-2C29-D0053353491F}"/>
              </a:ext>
            </a:extLst>
          </p:cNvPr>
          <p:cNvSpPr/>
          <p:nvPr/>
        </p:nvSpPr>
        <p:spPr>
          <a:xfrm>
            <a:off x="7794568" y="4338691"/>
            <a:ext cx="924332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1" name="사각형: 둥근 모서리 450">
            <a:extLst>
              <a:ext uri="{FF2B5EF4-FFF2-40B4-BE49-F238E27FC236}">
                <a16:creationId xmlns:a16="http://schemas.microsoft.com/office/drawing/2014/main" id="{6361B1F7-1C21-A30B-1B6B-83E1BD160C60}"/>
              </a:ext>
            </a:extLst>
          </p:cNvPr>
          <p:cNvSpPr/>
          <p:nvPr/>
        </p:nvSpPr>
        <p:spPr>
          <a:xfrm>
            <a:off x="7921539" y="4455701"/>
            <a:ext cx="677442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02417AAA-AF81-AB9F-5B0E-1D6EB4F3CCEE}"/>
              </a:ext>
            </a:extLst>
          </p:cNvPr>
          <p:cNvSpPr txBox="1"/>
          <p:nvPr/>
        </p:nvSpPr>
        <p:spPr>
          <a:xfrm>
            <a:off x="7298266" y="389891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5E8C2B54-716A-DDB3-B0B0-C1942E81B471}"/>
              </a:ext>
            </a:extLst>
          </p:cNvPr>
          <p:cNvSpPr txBox="1"/>
          <p:nvPr/>
        </p:nvSpPr>
        <p:spPr>
          <a:xfrm>
            <a:off x="-1458" y="6592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7C79278A-B681-FA1E-9665-CAE12A8DFB21}"/>
              </a:ext>
            </a:extLst>
          </p:cNvPr>
          <p:cNvSpPr txBox="1"/>
          <p:nvPr/>
        </p:nvSpPr>
        <p:spPr>
          <a:xfrm>
            <a:off x="-2156" y="9778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5DFF5430-2427-35DF-28A3-E1BE0CA165E4}"/>
              </a:ext>
            </a:extLst>
          </p:cNvPr>
          <p:cNvGrpSpPr/>
          <p:nvPr/>
        </p:nvGrpSpPr>
        <p:grpSpPr>
          <a:xfrm>
            <a:off x="7456210" y="4217941"/>
            <a:ext cx="98892" cy="1159781"/>
            <a:chOff x="4737833" y="5071579"/>
            <a:chExt cx="98892" cy="1159781"/>
          </a:xfrm>
        </p:grpSpPr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23944500-91F3-1CEB-8D54-BEB2EB6CB8F1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BA03AEEC-DBAE-64F2-EE1B-F929F395E541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D4331EDB-3ABC-3C7C-8C00-61A6F2E34F0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9A9DDDCA-3D53-C273-9E4B-C18515A6EA50}"/>
              </a:ext>
            </a:extLst>
          </p:cNvPr>
          <p:cNvSpPr/>
          <p:nvPr/>
        </p:nvSpPr>
        <p:spPr>
          <a:xfrm flipV="1">
            <a:off x="5232390" y="3637013"/>
            <a:ext cx="98384" cy="5761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265BDFDA-2325-A6CE-027A-3AC3757F66FA}"/>
              </a:ext>
            </a:extLst>
          </p:cNvPr>
          <p:cNvSpPr/>
          <p:nvPr/>
        </p:nvSpPr>
        <p:spPr>
          <a:xfrm rot="16200000" flipV="1">
            <a:off x="6830161" y="3446579"/>
            <a:ext cx="98384" cy="3811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2B01544B-6225-5814-87AB-D9BC114F4E04}"/>
              </a:ext>
            </a:extLst>
          </p:cNvPr>
          <p:cNvGrpSpPr/>
          <p:nvPr/>
        </p:nvGrpSpPr>
        <p:grpSpPr>
          <a:xfrm rot="5400000">
            <a:off x="6618679" y="3841702"/>
            <a:ext cx="98818" cy="587809"/>
            <a:chOff x="4737834" y="4900127"/>
            <a:chExt cx="98818" cy="587809"/>
          </a:xfrm>
        </p:grpSpPr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972841C0-0BC1-3122-F242-43FB4CCEE90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B9EB57DA-0C1E-7BCA-7288-9A91798CA456}"/>
                </a:ext>
              </a:extLst>
            </p:cNvPr>
            <p:cNvSpPr/>
            <p:nvPr/>
          </p:nvSpPr>
          <p:spPr>
            <a:xfrm>
              <a:off x="4738267" y="53895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C1150387-C1F0-3242-50FF-491A17E74776}"/>
              </a:ext>
            </a:extLst>
          </p:cNvPr>
          <p:cNvSpPr/>
          <p:nvPr/>
        </p:nvSpPr>
        <p:spPr>
          <a:xfrm flipV="1">
            <a:off x="9127884" y="3148144"/>
            <a:ext cx="98385" cy="5761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46FB7984-7761-49B9-8963-EEC134FC0D2D}"/>
              </a:ext>
            </a:extLst>
          </p:cNvPr>
          <p:cNvSpPr txBox="1"/>
          <p:nvPr/>
        </p:nvSpPr>
        <p:spPr>
          <a:xfrm>
            <a:off x="7823308" y="585461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92" name="직선 화살표 연결선 491">
            <a:extLst>
              <a:ext uri="{FF2B5EF4-FFF2-40B4-BE49-F238E27FC236}">
                <a16:creationId xmlns:a16="http://schemas.microsoft.com/office/drawing/2014/main" id="{3B0AEF44-75A3-523A-4AD5-EEDEB9C79C78}"/>
              </a:ext>
            </a:extLst>
          </p:cNvPr>
          <p:cNvCxnSpPr>
            <a:cxnSpLocks/>
            <a:stCxn id="491" idx="0"/>
            <a:endCxn id="450" idx="2"/>
          </p:cNvCxnSpPr>
          <p:nvPr/>
        </p:nvCxnSpPr>
        <p:spPr>
          <a:xfrm flipH="1" flipV="1">
            <a:off x="8256734" y="5295983"/>
            <a:ext cx="789024" cy="55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5DFE8F96-B7D2-2587-F27E-27D6D791BF87}"/>
              </a:ext>
            </a:extLst>
          </p:cNvPr>
          <p:cNvGrpSpPr/>
          <p:nvPr/>
        </p:nvGrpSpPr>
        <p:grpSpPr>
          <a:xfrm>
            <a:off x="8955369" y="4215560"/>
            <a:ext cx="98892" cy="1159781"/>
            <a:chOff x="4737833" y="5071579"/>
            <a:chExt cx="98892" cy="1159781"/>
          </a:xfrm>
        </p:grpSpPr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108FCF49-7558-6533-9051-37D432733B03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2881BB63-744F-35CE-8732-27D8D7115235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41D583F8-E331-B673-411F-4EA757E7D9B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0CA68029-0B63-41CE-832E-3B4D93019EC4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503" name="타원 502">
              <a:extLst>
                <a:ext uri="{FF2B5EF4-FFF2-40B4-BE49-F238E27FC236}">
                  <a16:creationId xmlns:a16="http://schemas.microsoft.com/office/drawing/2014/main" id="{5F550300-4EBF-64DB-E9CB-09C93CF1D70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" name="타원 503">
              <a:extLst>
                <a:ext uri="{FF2B5EF4-FFF2-40B4-BE49-F238E27FC236}">
                  <a16:creationId xmlns:a16="http://schemas.microsoft.com/office/drawing/2014/main" id="{9B2EA671-D899-483C-FE67-606714360A6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" name="타원 504">
              <a:extLst>
                <a:ext uri="{FF2B5EF4-FFF2-40B4-BE49-F238E27FC236}">
                  <a16:creationId xmlns:a16="http://schemas.microsoft.com/office/drawing/2014/main" id="{65C736E5-CC6A-9A13-43C6-0610EE6706E8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57EC0D3B-D099-678D-C3FF-84A23DDEF1F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5F13E1-07C5-A2C5-EB8A-72DC487B7EDB}"/>
              </a:ext>
            </a:extLst>
          </p:cNvPr>
          <p:cNvSpPr txBox="1"/>
          <p:nvPr/>
        </p:nvSpPr>
        <p:spPr>
          <a:xfrm>
            <a:off x="4374441" y="101733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2027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72F7-40C0-3659-3F1D-33D4CAF8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4FC01BA9-ACF0-AC07-2EA0-965E45DACE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77" b="18188"/>
          <a:stretch/>
        </p:blipFill>
        <p:spPr>
          <a:xfrm>
            <a:off x="1336895" y="1548036"/>
            <a:ext cx="9518210" cy="4449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E6FD9EA9-4E0F-210D-FEFC-F5B7178CD923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E6FD9EA9-4E0F-210D-FEFC-F5B7178CD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TextBox 445">
            <a:extLst>
              <a:ext uri="{FF2B5EF4-FFF2-40B4-BE49-F238E27FC236}">
                <a16:creationId xmlns:a16="http://schemas.microsoft.com/office/drawing/2014/main" id="{0EA82560-69BA-10DE-3EA1-B81E699AA989}"/>
              </a:ext>
            </a:extLst>
          </p:cNvPr>
          <p:cNvSpPr txBox="1"/>
          <p:nvPr/>
        </p:nvSpPr>
        <p:spPr>
          <a:xfrm>
            <a:off x="2110930" y="4324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135A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9896CA0C-42C1-1715-054E-CCD705E1C323}"/>
              </a:ext>
            </a:extLst>
          </p:cNvPr>
          <p:cNvSpPr/>
          <p:nvPr/>
        </p:nvSpPr>
        <p:spPr>
          <a:xfrm>
            <a:off x="9174557" y="5056691"/>
            <a:ext cx="56951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1226781E-AE9A-A5A1-FC0E-A728D828B818}"/>
              </a:ext>
            </a:extLst>
          </p:cNvPr>
          <p:cNvSpPr txBox="1"/>
          <p:nvPr/>
        </p:nvSpPr>
        <p:spPr>
          <a:xfrm>
            <a:off x="9246369" y="449114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C3253704-3006-1E7B-53D7-613723B3938B}"/>
              </a:ext>
            </a:extLst>
          </p:cNvPr>
          <p:cNvSpPr/>
          <p:nvPr/>
        </p:nvSpPr>
        <p:spPr>
          <a:xfrm rot="5400000">
            <a:off x="8179127" y="4943319"/>
            <a:ext cx="102820" cy="13411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0" name="사각형: 둥근 모서리 449">
            <a:extLst>
              <a:ext uri="{FF2B5EF4-FFF2-40B4-BE49-F238E27FC236}">
                <a16:creationId xmlns:a16="http://schemas.microsoft.com/office/drawing/2014/main" id="{DD2264DB-3516-4910-5DF2-0292EC302000}"/>
              </a:ext>
            </a:extLst>
          </p:cNvPr>
          <p:cNvSpPr/>
          <p:nvPr/>
        </p:nvSpPr>
        <p:spPr>
          <a:xfrm>
            <a:off x="7794568" y="4338691"/>
            <a:ext cx="924332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1" name="사각형: 둥근 모서리 450">
            <a:extLst>
              <a:ext uri="{FF2B5EF4-FFF2-40B4-BE49-F238E27FC236}">
                <a16:creationId xmlns:a16="http://schemas.microsoft.com/office/drawing/2014/main" id="{358CD291-67BC-C951-AE16-DE35F1D95E60}"/>
              </a:ext>
            </a:extLst>
          </p:cNvPr>
          <p:cNvSpPr/>
          <p:nvPr/>
        </p:nvSpPr>
        <p:spPr>
          <a:xfrm>
            <a:off x="7921539" y="4455701"/>
            <a:ext cx="677442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5A762701-1F26-F8A3-90DB-B37C30F5D248}"/>
              </a:ext>
            </a:extLst>
          </p:cNvPr>
          <p:cNvSpPr txBox="1"/>
          <p:nvPr/>
        </p:nvSpPr>
        <p:spPr>
          <a:xfrm>
            <a:off x="7298266" y="389891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453" name="그룹 452">
            <a:extLst>
              <a:ext uri="{FF2B5EF4-FFF2-40B4-BE49-F238E27FC236}">
                <a16:creationId xmlns:a16="http://schemas.microsoft.com/office/drawing/2014/main" id="{8321D74A-C54C-B3B7-F484-CF0522153062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454" name="그룹 453">
              <a:extLst>
                <a:ext uri="{FF2B5EF4-FFF2-40B4-BE49-F238E27FC236}">
                  <a16:creationId xmlns:a16="http://schemas.microsoft.com/office/drawing/2014/main" id="{6001C48B-D889-4161-980F-95E505EB6CA1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456" name="그룹 455">
                <a:extLst>
                  <a:ext uri="{FF2B5EF4-FFF2-40B4-BE49-F238E27FC236}">
                    <a16:creationId xmlns:a16="http://schemas.microsoft.com/office/drawing/2014/main" id="{DBA7D6D2-E0D7-84EA-5EBE-186A6B3B8E41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459" name="타원 458">
                  <a:extLst>
                    <a:ext uri="{FF2B5EF4-FFF2-40B4-BE49-F238E27FC236}">
                      <a16:creationId xmlns:a16="http://schemas.microsoft.com/office/drawing/2014/main" id="{0DB54FF0-BDCD-4CCE-B51A-0326ED302241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0" name="타원 459">
                  <a:extLst>
                    <a:ext uri="{FF2B5EF4-FFF2-40B4-BE49-F238E27FC236}">
                      <a16:creationId xmlns:a16="http://schemas.microsoft.com/office/drawing/2014/main" id="{BCE0F9ED-A85B-D827-5116-660AB6D7AD50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1" name="타원 460">
                  <a:extLst>
                    <a:ext uri="{FF2B5EF4-FFF2-40B4-BE49-F238E27FC236}">
                      <a16:creationId xmlns:a16="http://schemas.microsoft.com/office/drawing/2014/main" id="{381B6B91-5F1F-19FD-2C4B-9DE35E0F7F3C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634825C3-A933-984E-791A-84EB2032A363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457" name="타원 456">
                <a:extLst>
                  <a:ext uri="{FF2B5EF4-FFF2-40B4-BE49-F238E27FC236}">
                    <a16:creationId xmlns:a16="http://schemas.microsoft.com/office/drawing/2014/main" id="{50809FED-93CD-8C55-CED5-D4E0A96BECFC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58" name="직사각형 457">
                <a:extLst>
                  <a:ext uri="{FF2B5EF4-FFF2-40B4-BE49-F238E27FC236}">
                    <a16:creationId xmlns:a16="http://schemas.microsoft.com/office/drawing/2014/main" id="{1189FC82-7955-E916-AB3F-62F2AAA5F67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86C85F43-C99D-81BB-6EB5-0593E2C22CF4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17E10A26-B58E-3CA0-A876-A6B362823867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11B7BF15-1C32-29A6-F285-BCC2CA4AAA66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205C9BD8-43C5-3631-96FF-7CA413841122}"/>
              </a:ext>
            </a:extLst>
          </p:cNvPr>
          <p:cNvGrpSpPr/>
          <p:nvPr/>
        </p:nvGrpSpPr>
        <p:grpSpPr>
          <a:xfrm>
            <a:off x="7456210" y="4217941"/>
            <a:ext cx="98892" cy="1159781"/>
            <a:chOff x="4737833" y="5071579"/>
            <a:chExt cx="98892" cy="1159781"/>
          </a:xfrm>
        </p:grpSpPr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73BB8849-4AEC-9AB8-CF28-80589A324B68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30D62194-1FDD-1E1C-F278-D369E408B7F1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E0B7A33F-1CA7-530D-72BB-EBFFE0B5811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FCF0DF93-D4D6-A64A-4777-D1FA07D2A8CA}"/>
              </a:ext>
            </a:extLst>
          </p:cNvPr>
          <p:cNvGrpSpPr/>
          <p:nvPr/>
        </p:nvGrpSpPr>
        <p:grpSpPr>
          <a:xfrm>
            <a:off x="9140591" y="4184583"/>
            <a:ext cx="98814" cy="562409"/>
            <a:chOff x="4737834" y="4900127"/>
            <a:chExt cx="98814" cy="562409"/>
          </a:xfrm>
          <a:solidFill>
            <a:srgbClr val="00B0F0"/>
          </a:solidFill>
        </p:grpSpPr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D30144E6-414C-5988-7AC1-397A744C5BF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B698C91F-F7F4-EE42-2ED6-6FC368E29B8B}"/>
                </a:ext>
              </a:extLst>
            </p:cNvPr>
            <p:cNvSpPr/>
            <p:nvPr/>
          </p:nvSpPr>
          <p:spPr>
            <a:xfrm>
              <a:off x="4738263" y="53641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CD445979-0E3C-A25F-7851-CD4E79CADD98}"/>
              </a:ext>
            </a:extLst>
          </p:cNvPr>
          <p:cNvGrpSpPr/>
          <p:nvPr/>
        </p:nvGrpSpPr>
        <p:grpSpPr>
          <a:xfrm rot="5400000">
            <a:off x="6420550" y="303060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C89D2D80-43A2-D360-9598-6308A8E12F07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83" name="타원 482">
                <a:extLst>
                  <a:ext uri="{FF2B5EF4-FFF2-40B4-BE49-F238E27FC236}">
                    <a16:creationId xmlns:a16="http://schemas.microsoft.com/office/drawing/2014/main" id="{B21A4E69-6EA1-4ED7-7C54-B1C643C27C8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타원 483">
                <a:extLst>
                  <a:ext uri="{FF2B5EF4-FFF2-40B4-BE49-F238E27FC236}">
                    <a16:creationId xmlns:a16="http://schemas.microsoft.com/office/drawing/2014/main" id="{D6B3BE07-798D-7F11-9EB6-C3C33B5619D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9" name="별: 꼭짓점 7개 478">
              <a:extLst>
                <a:ext uri="{FF2B5EF4-FFF2-40B4-BE49-F238E27FC236}">
                  <a16:creationId xmlns:a16="http://schemas.microsoft.com/office/drawing/2014/main" id="{2DDCAC22-E216-F212-8104-301D7E11CA9C}"/>
                </a:ext>
              </a:extLst>
            </p:cNvPr>
            <p:cNvSpPr/>
            <p:nvPr/>
          </p:nvSpPr>
          <p:spPr>
            <a:xfrm rot="5400000">
              <a:off x="9310175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1B05F16-ADD3-1B67-9E3A-D3D1901E722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E83BB67F-63AD-7F9E-96E8-2C1C865BA80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타원 481">
                <a:extLst>
                  <a:ext uri="{FF2B5EF4-FFF2-40B4-BE49-F238E27FC236}">
                    <a16:creationId xmlns:a16="http://schemas.microsoft.com/office/drawing/2014/main" id="{74F96866-5490-C47A-FBF3-87C3E9D513F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ECAA6225-865F-F4C3-7D60-18A825F3126E}"/>
              </a:ext>
            </a:extLst>
          </p:cNvPr>
          <p:cNvSpPr/>
          <p:nvPr/>
        </p:nvSpPr>
        <p:spPr>
          <a:xfrm flipV="1">
            <a:off x="5232390" y="3637013"/>
            <a:ext cx="98384" cy="5761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0FDBD892-A902-C837-FF36-DAB931D77B8C}"/>
              </a:ext>
            </a:extLst>
          </p:cNvPr>
          <p:cNvSpPr/>
          <p:nvPr/>
        </p:nvSpPr>
        <p:spPr>
          <a:xfrm rot="16200000" flipV="1">
            <a:off x="6830161" y="3446579"/>
            <a:ext cx="98384" cy="3811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0AED8DB9-543B-D63F-A206-7480561084EA}"/>
              </a:ext>
            </a:extLst>
          </p:cNvPr>
          <p:cNvGrpSpPr/>
          <p:nvPr/>
        </p:nvGrpSpPr>
        <p:grpSpPr>
          <a:xfrm rot="5400000">
            <a:off x="6618679" y="3841702"/>
            <a:ext cx="98818" cy="587809"/>
            <a:chOff x="4737834" y="4900127"/>
            <a:chExt cx="98818" cy="587809"/>
          </a:xfrm>
        </p:grpSpPr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09D61CE1-6B5F-EE9E-A930-E0F94015732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58C65E2E-015C-A182-5709-557E4013CC29}"/>
                </a:ext>
              </a:extLst>
            </p:cNvPr>
            <p:cNvSpPr/>
            <p:nvPr/>
          </p:nvSpPr>
          <p:spPr>
            <a:xfrm>
              <a:off x="4738267" y="53895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7AC8855F-8D69-5B84-B8BF-DB9F2416911A}"/>
              </a:ext>
            </a:extLst>
          </p:cNvPr>
          <p:cNvSpPr/>
          <p:nvPr/>
        </p:nvSpPr>
        <p:spPr>
          <a:xfrm flipV="1">
            <a:off x="9127884" y="3148144"/>
            <a:ext cx="98385" cy="5761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9C54A9A6-068D-0C29-4E09-FCA9D00FC9C2}"/>
              </a:ext>
            </a:extLst>
          </p:cNvPr>
          <p:cNvSpPr txBox="1"/>
          <p:nvPr/>
        </p:nvSpPr>
        <p:spPr>
          <a:xfrm>
            <a:off x="7823308" y="585461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92" name="직선 화살표 연결선 491">
            <a:extLst>
              <a:ext uri="{FF2B5EF4-FFF2-40B4-BE49-F238E27FC236}">
                <a16:creationId xmlns:a16="http://schemas.microsoft.com/office/drawing/2014/main" id="{21AD8EB9-EAE1-6E36-C0BD-624510CBBDEC}"/>
              </a:ext>
            </a:extLst>
          </p:cNvPr>
          <p:cNvCxnSpPr>
            <a:cxnSpLocks/>
            <a:stCxn id="491" idx="0"/>
            <a:endCxn id="450" idx="2"/>
          </p:cNvCxnSpPr>
          <p:nvPr/>
        </p:nvCxnSpPr>
        <p:spPr>
          <a:xfrm flipH="1" flipV="1">
            <a:off x="8256734" y="5295983"/>
            <a:ext cx="789024" cy="55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5B263405-9F50-3353-48C6-60DFF3161855}"/>
              </a:ext>
            </a:extLst>
          </p:cNvPr>
          <p:cNvGrpSpPr/>
          <p:nvPr/>
        </p:nvGrpSpPr>
        <p:grpSpPr>
          <a:xfrm>
            <a:off x="8955369" y="4215560"/>
            <a:ext cx="98892" cy="1159781"/>
            <a:chOff x="4737833" y="5071579"/>
            <a:chExt cx="98892" cy="1159781"/>
          </a:xfrm>
        </p:grpSpPr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65DB3E20-B951-7FD8-5810-B0C031A05864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7398DDE7-7079-D2CF-C54F-ADE41B1993F3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2BB6F784-3DBD-5E50-1E89-AD2BF4B96CF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8FC8F4-752C-833B-0598-5AFC1AD85C91}"/>
              </a:ext>
            </a:extLst>
          </p:cNvPr>
          <p:cNvSpPr txBox="1"/>
          <p:nvPr/>
        </p:nvSpPr>
        <p:spPr>
          <a:xfrm>
            <a:off x="3923770" y="978497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3340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DDCD-BA2E-FBBF-7666-2F1932DE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디자인이(가) 표시된 사진&#10;&#10;자동 생성된 설명">
            <a:extLst>
              <a:ext uri="{FF2B5EF4-FFF2-40B4-BE49-F238E27FC236}">
                <a16:creationId xmlns:a16="http://schemas.microsoft.com/office/drawing/2014/main" id="{D3F8A344-73CC-79E1-0D64-97DBDF83DD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77" b="18188"/>
          <a:stretch/>
        </p:blipFill>
        <p:spPr>
          <a:xfrm>
            <a:off x="1336895" y="1548036"/>
            <a:ext cx="9518210" cy="4449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6ABE3A05-9EB8-3E67-4561-F566F776371B}"/>
                  </a:ext>
                </a:extLst>
              </p:cNvPr>
              <p:cNvSpPr txBox="1"/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6ABE3A05-9EB8-3E67-4561-F566F7763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" name="TextBox 445">
            <a:extLst>
              <a:ext uri="{FF2B5EF4-FFF2-40B4-BE49-F238E27FC236}">
                <a16:creationId xmlns:a16="http://schemas.microsoft.com/office/drawing/2014/main" id="{DCD249AD-047A-F51C-D093-3194CF01809B}"/>
              </a:ext>
            </a:extLst>
          </p:cNvPr>
          <p:cNvSpPr txBox="1"/>
          <p:nvPr/>
        </p:nvSpPr>
        <p:spPr>
          <a:xfrm>
            <a:off x="2110930" y="4324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135A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3EAF2C6E-14AD-4319-D28F-CE5A7BFCB2B1}"/>
              </a:ext>
            </a:extLst>
          </p:cNvPr>
          <p:cNvSpPr/>
          <p:nvPr/>
        </p:nvSpPr>
        <p:spPr>
          <a:xfrm>
            <a:off x="9174557" y="5056691"/>
            <a:ext cx="56951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120A541-83BB-A5E9-69A4-9DD121AB2C24}"/>
              </a:ext>
            </a:extLst>
          </p:cNvPr>
          <p:cNvSpPr txBox="1"/>
          <p:nvPr/>
        </p:nvSpPr>
        <p:spPr>
          <a:xfrm>
            <a:off x="9246369" y="449114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3CF228BA-087A-14FE-4A53-DA9DE72A5EFB}"/>
              </a:ext>
            </a:extLst>
          </p:cNvPr>
          <p:cNvSpPr/>
          <p:nvPr/>
        </p:nvSpPr>
        <p:spPr>
          <a:xfrm rot="5400000">
            <a:off x="8179127" y="4943319"/>
            <a:ext cx="102820" cy="13411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0" name="사각형: 둥근 모서리 449">
            <a:extLst>
              <a:ext uri="{FF2B5EF4-FFF2-40B4-BE49-F238E27FC236}">
                <a16:creationId xmlns:a16="http://schemas.microsoft.com/office/drawing/2014/main" id="{825688EB-A4C8-4E1A-6578-F4A6A5623AB6}"/>
              </a:ext>
            </a:extLst>
          </p:cNvPr>
          <p:cNvSpPr/>
          <p:nvPr/>
        </p:nvSpPr>
        <p:spPr>
          <a:xfrm>
            <a:off x="7794568" y="4338691"/>
            <a:ext cx="924332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1" name="사각형: 둥근 모서리 450">
            <a:extLst>
              <a:ext uri="{FF2B5EF4-FFF2-40B4-BE49-F238E27FC236}">
                <a16:creationId xmlns:a16="http://schemas.microsoft.com/office/drawing/2014/main" id="{62BF3C56-9872-1DDB-40F1-AA01DDFFDF69}"/>
              </a:ext>
            </a:extLst>
          </p:cNvPr>
          <p:cNvSpPr/>
          <p:nvPr/>
        </p:nvSpPr>
        <p:spPr>
          <a:xfrm>
            <a:off x="7921539" y="4455701"/>
            <a:ext cx="677442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411A53CC-3325-68D7-C51B-578D98378235}"/>
              </a:ext>
            </a:extLst>
          </p:cNvPr>
          <p:cNvSpPr txBox="1"/>
          <p:nvPr/>
        </p:nvSpPr>
        <p:spPr>
          <a:xfrm>
            <a:off x="7298266" y="389891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453" name="그룹 452">
            <a:extLst>
              <a:ext uri="{FF2B5EF4-FFF2-40B4-BE49-F238E27FC236}">
                <a16:creationId xmlns:a16="http://schemas.microsoft.com/office/drawing/2014/main" id="{F8BBB8C8-E1AA-9817-23EC-6C878916EE76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454" name="그룹 453">
              <a:extLst>
                <a:ext uri="{FF2B5EF4-FFF2-40B4-BE49-F238E27FC236}">
                  <a16:creationId xmlns:a16="http://schemas.microsoft.com/office/drawing/2014/main" id="{64B3803C-1EC4-681E-EF12-17EEE670A1F5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456" name="그룹 455">
                <a:extLst>
                  <a:ext uri="{FF2B5EF4-FFF2-40B4-BE49-F238E27FC236}">
                    <a16:creationId xmlns:a16="http://schemas.microsoft.com/office/drawing/2014/main" id="{92AC4E62-655F-8C3B-C6F8-9C4F35604C8D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459" name="타원 458">
                  <a:extLst>
                    <a:ext uri="{FF2B5EF4-FFF2-40B4-BE49-F238E27FC236}">
                      <a16:creationId xmlns:a16="http://schemas.microsoft.com/office/drawing/2014/main" id="{BB4C7AEB-D4F3-365E-CAE8-6150808254C4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0" name="타원 459">
                  <a:extLst>
                    <a:ext uri="{FF2B5EF4-FFF2-40B4-BE49-F238E27FC236}">
                      <a16:creationId xmlns:a16="http://schemas.microsoft.com/office/drawing/2014/main" id="{A1C141F6-9D5A-0BDC-5ADF-F4ED0FD67083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1" name="타원 460">
                  <a:extLst>
                    <a:ext uri="{FF2B5EF4-FFF2-40B4-BE49-F238E27FC236}">
                      <a16:creationId xmlns:a16="http://schemas.microsoft.com/office/drawing/2014/main" id="{1A6E6AD8-1780-AA7E-287C-67990FCEB6AE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40F18A55-8625-031B-1D61-0D9FFDC6666C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457" name="타원 456">
                <a:extLst>
                  <a:ext uri="{FF2B5EF4-FFF2-40B4-BE49-F238E27FC236}">
                    <a16:creationId xmlns:a16="http://schemas.microsoft.com/office/drawing/2014/main" id="{55DC5E9E-5B8B-6B4F-FCCF-8E29749BAA5E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58" name="직사각형 457">
                <a:extLst>
                  <a:ext uri="{FF2B5EF4-FFF2-40B4-BE49-F238E27FC236}">
                    <a16:creationId xmlns:a16="http://schemas.microsoft.com/office/drawing/2014/main" id="{5B41E5A1-B4BF-AE5E-A09D-D9940BFDE974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153C4458-4944-E9D6-12C7-ABF3C9640D0C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52FFEA8C-597D-D5DE-44D1-20B0724BDE39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666CE706-DFEB-4281-59A8-DDB0563CC5B7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65" name="별: 꼭짓점 4개 464">
            <a:extLst>
              <a:ext uri="{FF2B5EF4-FFF2-40B4-BE49-F238E27FC236}">
                <a16:creationId xmlns:a16="http://schemas.microsoft.com/office/drawing/2014/main" id="{35DE0D25-B026-7EAA-AD87-B2BDA8D1822F}"/>
              </a:ext>
            </a:extLst>
          </p:cNvPr>
          <p:cNvSpPr/>
          <p:nvPr/>
        </p:nvSpPr>
        <p:spPr>
          <a:xfrm>
            <a:off x="8056513" y="4592933"/>
            <a:ext cx="415920" cy="42797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074D3258-EDB3-E2EE-60F9-BB6A35927DD9}"/>
              </a:ext>
            </a:extLst>
          </p:cNvPr>
          <p:cNvGrpSpPr/>
          <p:nvPr/>
        </p:nvGrpSpPr>
        <p:grpSpPr>
          <a:xfrm>
            <a:off x="7456210" y="4217941"/>
            <a:ext cx="98892" cy="1159781"/>
            <a:chOff x="4737833" y="5071579"/>
            <a:chExt cx="98892" cy="1159781"/>
          </a:xfrm>
        </p:grpSpPr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508DF3C4-733D-93A6-8625-3BF7ABCB9B29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05BE7389-6C26-1AB7-2827-8FD23E001CB9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4A818732-C48D-161B-853C-81B596AF8F3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97AD5B76-B456-2E58-4E2C-CFE1189A65E8}"/>
              </a:ext>
            </a:extLst>
          </p:cNvPr>
          <p:cNvGrpSpPr/>
          <p:nvPr/>
        </p:nvGrpSpPr>
        <p:grpSpPr>
          <a:xfrm>
            <a:off x="9140591" y="4184583"/>
            <a:ext cx="98814" cy="562409"/>
            <a:chOff x="4737834" y="4900127"/>
            <a:chExt cx="98814" cy="562409"/>
          </a:xfrm>
          <a:solidFill>
            <a:srgbClr val="00B0F0"/>
          </a:solidFill>
        </p:grpSpPr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21DA2AA8-E9B3-BA5C-DD19-2D1D9B9F6F2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0483D5EC-C666-3212-DEB0-9E31007E32DB}"/>
                </a:ext>
              </a:extLst>
            </p:cNvPr>
            <p:cNvSpPr/>
            <p:nvPr/>
          </p:nvSpPr>
          <p:spPr>
            <a:xfrm>
              <a:off x="4738263" y="53641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612F4638-69F0-B254-F78C-B3588189767D}"/>
              </a:ext>
            </a:extLst>
          </p:cNvPr>
          <p:cNvGrpSpPr/>
          <p:nvPr/>
        </p:nvGrpSpPr>
        <p:grpSpPr>
          <a:xfrm rot="5400000">
            <a:off x="6420550" y="303060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935EDF55-AD3C-A7E9-BEDA-95401A7537C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83" name="타원 482">
                <a:extLst>
                  <a:ext uri="{FF2B5EF4-FFF2-40B4-BE49-F238E27FC236}">
                    <a16:creationId xmlns:a16="http://schemas.microsoft.com/office/drawing/2014/main" id="{0735564A-E9CA-32BA-71A6-D697FF822192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타원 483">
                <a:extLst>
                  <a:ext uri="{FF2B5EF4-FFF2-40B4-BE49-F238E27FC236}">
                    <a16:creationId xmlns:a16="http://schemas.microsoft.com/office/drawing/2014/main" id="{94D032F2-90C3-AD0F-9B24-FF5EED509CE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9" name="별: 꼭짓점 7개 478">
              <a:extLst>
                <a:ext uri="{FF2B5EF4-FFF2-40B4-BE49-F238E27FC236}">
                  <a16:creationId xmlns:a16="http://schemas.microsoft.com/office/drawing/2014/main" id="{51B24F60-6733-4AE9-1E34-08CC682F949C}"/>
                </a:ext>
              </a:extLst>
            </p:cNvPr>
            <p:cNvSpPr/>
            <p:nvPr/>
          </p:nvSpPr>
          <p:spPr>
            <a:xfrm rot="5400000">
              <a:off x="9310175" y="393455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BA54018D-93E1-CD62-F5F8-F308F22EF9D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AC5914DF-61F7-6BA6-640C-05569985476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타원 481">
                <a:extLst>
                  <a:ext uri="{FF2B5EF4-FFF2-40B4-BE49-F238E27FC236}">
                    <a16:creationId xmlns:a16="http://schemas.microsoft.com/office/drawing/2014/main" id="{A419BFBA-9521-6F29-65A5-2B13E573919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6C20DF5C-94FD-3337-4BD8-37A621E69C9A}"/>
              </a:ext>
            </a:extLst>
          </p:cNvPr>
          <p:cNvSpPr/>
          <p:nvPr/>
        </p:nvSpPr>
        <p:spPr>
          <a:xfrm flipV="1">
            <a:off x="5232390" y="3637013"/>
            <a:ext cx="98384" cy="5761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7B42B9E2-E277-4E82-A7A6-FEE7F58BC299}"/>
              </a:ext>
            </a:extLst>
          </p:cNvPr>
          <p:cNvSpPr/>
          <p:nvPr/>
        </p:nvSpPr>
        <p:spPr>
          <a:xfrm rot="16200000" flipV="1">
            <a:off x="6830161" y="3446579"/>
            <a:ext cx="98384" cy="3811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6FB3011E-6CCC-1DB8-9862-4AB20E872EAC}"/>
              </a:ext>
            </a:extLst>
          </p:cNvPr>
          <p:cNvGrpSpPr/>
          <p:nvPr/>
        </p:nvGrpSpPr>
        <p:grpSpPr>
          <a:xfrm rot="5400000">
            <a:off x="6618679" y="3841702"/>
            <a:ext cx="98818" cy="587809"/>
            <a:chOff x="4737834" y="4900127"/>
            <a:chExt cx="98818" cy="587809"/>
          </a:xfrm>
        </p:grpSpPr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4B22A9B8-11EA-17CB-0C40-F1964122BBA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90362DE1-BBC9-55E1-2FC7-869207A07995}"/>
                </a:ext>
              </a:extLst>
            </p:cNvPr>
            <p:cNvSpPr/>
            <p:nvPr/>
          </p:nvSpPr>
          <p:spPr>
            <a:xfrm>
              <a:off x="4738267" y="53895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B3E8EF66-7B46-331B-7E23-77027DD6781C}"/>
              </a:ext>
            </a:extLst>
          </p:cNvPr>
          <p:cNvSpPr/>
          <p:nvPr/>
        </p:nvSpPr>
        <p:spPr>
          <a:xfrm flipV="1">
            <a:off x="9127884" y="3148144"/>
            <a:ext cx="98385" cy="5761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B7147DA4-927D-DFE2-CC8F-B5450818A05B}"/>
              </a:ext>
            </a:extLst>
          </p:cNvPr>
          <p:cNvSpPr txBox="1"/>
          <p:nvPr/>
        </p:nvSpPr>
        <p:spPr>
          <a:xfrm>
            <a:off x="7823308" y="585461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92" name="직선 화살표 연결선 491">
            <a:extLst>
              <a:ext uri="{FF2B5EF4-FFF2-40B4-BE49-F238E27FC236}">
                <a16:creationId xmlns:a16="http://schemas.microsoft.com/office/drawing/2014/main" id="{847FE257-8924-AA94-6296-47469E99BF19}"/>
              </a:ext>
            </a:extLst>
          </p:cNvPr>
          <p:cNvCxnSpPr>
            <a:cxnSpLocks/>
            <a:stCxn id="491" idx="0"/>
            <a:endCxn id="450" idx="2"/>
          </p:cNvCxnSpPr>
          <p:nvPr/>
        </p:nvCxnSpPr>
        <p:spPr>
          <a:xfrm flipH="1" flipV="1">
            <a:off x="8256734" y="5295983"/>
            <a:ext cx="789024" cy="55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>
            <a:extLst>
              <a:ext uri="{FF2B5EF4-FFF2-40B4-BE49-F238E27FC236}">
                <a16:creationId xmlns:a16="http://schemas.microsoft.com/office/drawing/2014/main" id="{07A6370C-2933-B47C-A8F2-ABB0748965F6}"/>
              </a:ext>
            </a:extLst>
          </p:cNvPr>
          <p:cNvSpPr txBox="1"/>
          <p:nvPr/>
        </p:nvSpPr>
        <p:spPr>
          <a:xfrm>
            <a:off x="5925954" y="5765711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76305B08-CC26-F23E-32D3-D033E2D7B5BB}"/>
              </a:ext>
            </a:extLst>
          </p:cNvPr>
          <p:cNvGrpSpPr/>
          <p:nvPr/>
        </p:nvGrpSpPr>
        <p:grpSpPr>
          <a:xfrm>
            <a:off x="8955369" y="4215560"/>
            <a:ext cx="98892" cy="1159781"/>
            <a:chOff x="4737833" y="5071579"/>
            <a:chExt cx="98892" cy="1159781"/>
          </a:xfrm>
        </p:grpSpPr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8CA12DD2-504A-5A15-1350-53D045BA87D0}"/>
                </a:ext>
              </a:extLst>
            </p:cNvPr>
            <p:cNvSpPr/>
            <p:nvPr/>
          </p:nvSpPr>
          <p:spPr>
            <a:xfrm>
              <a:off x="4737834" y="50715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16336D4D-8439-2AD6-7D46-836161646655}"/>
                </a:ext>
              </a:extLst>
            </p:cNvPr>
            <p:cNvSpPr/>
            <p:nvPr/>
          </p:nvSpPr>
          <p:spPr>
            <a:xfrm>
              <a:off x="4737833" y="56022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449AE038-9C69-0D74-FD7A-C28375ED2A4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28C83EF-F384-99DE-41C1-D69CAFC78B0C}"/>
              </a:ext>
            </a:extLst>
          </p:cNvPr>
          <p:cNvSpPr txBox="1"/>
          <p:nvPr/>
        </p:nvSpPr>
        <p:spPr>
          <a:xfrm>
            <a:off x="4150894" y="1076581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82487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C3F5-A9E9-E04E-6804-741EAA89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직사각형, 도표, 기술 도면이(가) 표시된 사진&#10;&#10;자동 생성된 설명">
            <a:extLst>
              <a:ext uri="{FF2B5EF4-FFF2-40B4-BE49-F238E27FC236}">
                <a16:creationId xmlns:a16="http://schemas.microsoft.com/office/drawing/2014/main" id="{C75D5B00-235B-06BC-49A6-16683F1FC8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26"/>
          <a:stretch/>
        </p:blipFill>
        <p:spPr>
          <a:xfrm>
            <a:off x="1746727" y="721212"/>
            <a:ext cx="8916370" cy="6136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0C48BC4-B456-53BC-0E26-A8A599933F3F}"/>
                  </a:ext>
                </a:extLst>
              </p:cNvPr>
              <p:cNvSpPr txBox="1"/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0C48BC4-B456-53BC-0E26-A8A599933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F442DB86-C197-705D-A232-87DAC263BF28}"/>
              </a:ext>
            </a:extLst>
          </p:cNvPr>
          <p:cNvSpPr txBox="1"/>
          <p:nvPr/>
        </p:nvSpPr>
        <p:spPr>
          <a:xfrm>
            <a:off x="2110930" y="3181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136B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8896955-8A55-B81F-AB1C-78E6BC80CE34}"/>
              </a:ext>
            </a:extLst>
          </p:cNvPr>
          <p:cNvSpPr/>
          <p:nvPr/>
        </p:nvSpPr>
        <p:spPr>
          <a:xfrm rot="5400000">
            <a:off x="8010205" y="5811921"/>
            <a:ext cx="102820" cy="13392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4293800-2865-C835-01DE-12D4A376E8A4}"/>
              </a:ext>
            </a:extLst>
          </p:cNvPr>
          <p:cNvSpPr/>
          <p:nvPr/>
        </p:nvSpPr>
        <p:spPr>
          <a:xfrm>
            <a:off x="7616505" y="5355541"/>
            <a:ext cx="914798" cy="8948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540CDC9-6728-0437-77CA-FFE13CDDB640}"/>
              </a:ext>
            </a:extLst>
          </p:cNvPr>
          <p:cNvSpPr/>
          <p:nvPr/>
        </p:nvSpPr>
        <p:spPr>
          <a:xfrm>
            <a:off x="7742202" y="5465094"/>
            <a:ext cx="670456" cy="6810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BDE101-3208-3992-9862-936121E15EEF}"/>
              </a:ext>
            </a:extLst>
          </p:cNvPr>
          <p:cNvSpPr txBox="1"/>
          <p:nvPr/>
        </p:nvSpPr>
        <p:spPr>
          <a:xfrm>
            <a:off x="7198299" y="490279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958D29-70B0-0A6C-EDBA-C2B72856CFB0}"/>
              </a:ext>
            </a:extLst>
          </p:cNvPr>
          <p:cNvSpPr txBox="1"/>
          <p:nvPr/>
        </p:nvSpPr>
        <p:spPr>
          <a:xfrm>
            <a:off x="-1458" y="649711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906F8D-1371-2FE9-2F08-F9E461655FF3}"/>
              </a:ext>
            </a:extLst>
          </p:cNvPr>
          <p:cNvSpPr txBox="1"/>
          <p:nvPr/>
        </p:nvSpPr>
        <p:spPr>
          <a:xfrm>
            <a:off x="-2156" y="968356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B0C154F0-2DDD-174C-166F-105E9D575C90}"/>
              </a:ext>
            </a:extLst>
          </p:cNvPr>
          <p:cNvGrpSpPr/>
          <p:nvPr/>
        </p:nvGrpSpPr>
        <p:grpSpPr>
          <a:xfrm>
            <a:off x="7302533" y="5262363"/>
            <a:ext cx="98891" cy="1007381"/>
            <a:chOff x="4737834" y="5223979"/>
            <a:chExt cx="98891" cy="1007381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A39ED22-5E1D-973B-AFED-53A51BE884DE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C6D400F-7CF8-30ED-C7D6-1BAC00441E27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C7C5A829-0C04-5A8E-23B9-62F7E40490F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CDF92ED-6417-1642-7540-93641A4190BD}"/>
              </a:ext>
            </a:extLst>
          </p:cNvPr>
          <p:cNvSpPr/>
          <p:nvPr/>
        </p:nvSpPr>
        <p:spPr>
          <a:xfrm rot="16200000" flipV="1">
            <a:off x="9189747" y="3491416"/>
            <a:ext cx="74672" cy="6339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73294CD-B1CF-C330-A05C-FA94DC8D0A77}"/>
              </a:ext>
            </a:extLst>
          </p:cNvPr>
          <p:cNvSpPr/>
          <p:nvPr/>
        </p:nvSpPr>
        <p:spPr>
          <a:xfrm flipV="1">
            <a:off x="8907736" y="4408165"/>
            <a:ext cx="98384" cy="4638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7B01D6DB-4F3A-0E3F-0E99-7F2B1D7F536F}"/>
              </a:ext>
            </a:extLst>
          </p:cNvPr>
          <p:cNvGrpSpPr/>
          <p:nvPr/>
        </p:nvGrpSpPr>
        <p:grpSpPr>
          <a:xfrm rot="10800000">
            <a:off x="8717524" y="40177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AB687DFF-30E5-CBD7-4EE8-7F93342B19A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14BEF6D8-0FAD-AA4A-1FA5-7F5A22A49C0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8D3B00-4962-374E-5BFA-0D05562E10F8}"/>
              </a:ext>
            </a:extLst>
          </p:cNvPr>
          <p:cNvSpPr/>
          <p:nvPr/>
        </p:nvSpPr>
        <p:spPr>
          <a:xfrm flipV="1">
            <a:off x="9335994" y="2343745"/>
            <a:ext cx="98385" cy="4593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9AC25AF-662C-3170-2E6E-5386E3C8F54D}"/>
              </a:ext>
            </a:extLst>
          </p:cNvPr>
          <p:cNvSpPr txBox="1"/>
          <p:nvPr/>
        </p:nvSpPr>
        <p:spPr>
          <a:xfrm>
            <a:off x="4753399" y="64266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6F64B1A-1722-E0CD-92C5-61AE4239859B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V="1">
            <a:off x="5975849" y="6250423"/>
            <a:ext cx="2098055" cy="176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B6A8837-CDF9-139E-FF65-57DABA0F231A}"/>
              </a:ext>
            </a:extLst>
          </p:cNvPr>
          <p:cNvGrpSpPr/>
          <p:nvPr/>
        </p:nvGrpSpPr>
        <p:grpSpPr>
          <a:xfrm>
            <a:off x="8731263" y="5262363"/>
            <a:ext cx="98891" cy="1007381"/>
            <a:chOff x="4737834" y="5223979"/>
            <a:chExt cx="98891" cy="1007381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F18A89D6-AEAD-5009-9B72-EA72C669C7B4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BB19E93-E70A-FF1C-9F4E-3E6C9506213A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6CD88D61-9922-2587-6E21-4A14C439FC4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FF432B6-B802-D59A-8238-0C6465D837FD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C5442001-65B2-49FD-9363-0A78C54C724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D149D3CC-5949-C5AC-9D82-357288DCCCD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5EA59E4-D105-0FBE-9D71-59027C0240E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7D592C4-9D0C-375D-250D-8D3758E9615D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FFDAF5-D3F4-F3D7-823F-03EDD3C45C45}"/>
              </a:ext>
            </a:extLst>
          </p:cNvPr>
          <p:cNvSpPr txBox="1"/>
          <p:nvPr/>
        </p:nvSpPr>
        <p:spPr>
          <a:xfrm>
            <a:off x="4373065" y="1024667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8442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B71F-79E5-7AE7-94BC-6F229E15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직사각형, 도표, 기술 도면이(가) 표시된 사진&#10;&#10;자동 생성된 설명">
            <a:extLst>
              <a:ext uri="{FF2B5EF4-FFF2-40B4-BE49-F238E27FC236}">
                <a16:creationId xmlns:a16="http://schemas.microsoft.com/office/drawing/2014/main" id="{9FE13D87-26B9-1C43-451D-711B6ABFB2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26"/>
          <a:stretch/>
        </p:blipFill>
        <p:spPr>
          <a:xfrm>
            <a:off x="1746727" y="721212"/>
            <a:ext cx="8916370" cy="6136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EB4A4C-6FC5-70ED-810F-A2E6B937E678}"/>
                  </a:ext>
                </a:extLst>
              </p:cNvPr>
              <p:cNvSpPr txBox="1"/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EB4A4C-6FC5-70ED-810F-A2E6B937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80A05546-3892-DBFC-5134-A24D90D2F5E9}"/>
              </a:ext>
            </a:extLst>
          </p:cNvPr>
          <p:cNvSpPr txBox="1"/>
          <p:nvPr/>
        </p:nvSpPr>
        <p:spPr>
          <a:xfrm>
            <a:off x="2110930" y="3181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136B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956AB44-7090-12D2-D8CC-5105A1A9E32F}"/>
              </a:ext>
            </a:extLst>
          </p:cNvPr>
          <p:cNvSpPr/>
          <p:nvPr/>
        </p:nvSpPr>
        <p:spPr>
          <a:xfrm>
            <a:off x="8953415" y="6031547"/>
            <a:ext cx="56920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1FE850-10E2-598C-D850-EFAB0EC3F67C}"/>
              </a:ext>
            </a:extLst>
          </p:cNvPr>
          <p:cNvSpPr txBox="1"/>
          <p:nvPr/>
        </p:nvSpPr>
        <p:spPr>
          <a:xfrm>
            <a:off x="8906259" y="556278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C964AB3-CB61-3FF3-87E7-31CE51F769BF}"/>
              </a:ext>
            </a:extLst>
          </p:cNvPr>
          <p:cNvSpPr/>
          <p:nvPr/>
        </p:nvSpPr>
        <p:spPr>
          <a:xfrm rot="5400000">
            <a:off x="8010205" y="5811921"/>
            <a:ext cx="102820" cy="13392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B3D6B58-E77B-83D0-CB24-82FEE5F39B49}"/>
              </a:ext>
            </a:extLst>
          </p:cNvPr>
          <p:cNvSpPr/>
          <p:nvPr/>
        </p:nvSpPr>
        <p:spPr>
          <a:xfrm>
            <a:off x="7616505" y="5355541"/>
            <a:ext cx="914798" cy="8948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5F21B48-31CF-C836-3AD0-EBFD8E11EA80}"/>
              </a:ext>
            </a:extLst>
          </p:cNvPr>
          <p:cNvSpPr/>
          <p:nvPr/>
        </p:nvSpPr>
        <p:spPr>
          <a:xfrm>
            <a:off x="7742202" y="5465094"/>
            <a:ext cx="670456" cy="6810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310622-53FD-C92A-1CA1-29E805F83A48}"/>
              </a:ext>
            </a:extLst>
          </p:cNvPr>
          <p:cNvSpPr txBox="1"/>
          <p:nvPr/>
        </p:nvSpPr>
        <p:spPr>
          <a:xfrm>
            <a:off x="7198299" y="490279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A37DB99-4C46-2D84-2B88-249147D7E2B4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3BD9CD80-177A-7409-75B7-47A8DE29D3B3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D1AC1DE7-3C62-46F9-CD85-126861513A24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4EB1416-BA3F-D4EF-2C68-6FCC06CB1809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DF6AE16-7010-13ED-FA29-C536E27D3709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8DB362D0-A6A5-FE4D-467E-8B002722F052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EC1CF51B-0EB3-EBD6-BD66-9273BBBA592B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9A4F76BC-CB22-3C88-E440-DA14F5CAD906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9DED4DBB-3FC7-2BD3-2509-A15ACB33512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47E3613B-8448-AF99-AE6B-532917883C9D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882ADB2-1759-89E9-E94B-5C932D400FB2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AC9EE5-F7EA-6742-EA2A-03DB9D46304E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52D5B234-4613-0E25-B2C4-26185383D5ED}"/>
              </a:ext>
            </a:extLst>
          </p:cNvPr>
          <p:cNvGrpSpPr/>
          <p:nvPr/>
        </p:nvGrpSpPr>
        <p:grpSpPr>
          <a:xfrm>
            <a:off x="7302533" y="5262363"/>
            <a:ext cx="98891" cy="1007381"/>
            <a:chOff x="4737834" y="5223979"/>
            <a:chExt cx="98891" cy="1007381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AB9793A-5605-C5F6-2BCC-2028478D730E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7474C08-E6BB-15EC-CEE3-527E047BDAC6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5B7E6C9-29AC-9B4A-8D72-196D2912E93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75367728-BDD6-7485-C439-DFCFC1B18CF7}"/>
              </a:ext>
            </a:extLst>
          </p:cNvPr>
          <p:cNvGrpSpPr/>
          <p:nvPr/>
        </p:nvGrpSpPr>
        <p:grpSpPr>
          <a:xfrm>
            <a:off x="8946460" y="5272661"/>
            <a:ext cx="98814" cy="490175"/>
            <a:chOff x="4737834" y="4900127"/>
            <a:chExt cx="98814" cy="490175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DAF1518B-FF0B-EEEA-18F7-B1099527906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2875BCA7-8434-E501-DD41-D7B0D232D6E8}"/>
                </a:ext>
              </a:extLst>
            </p:cNvPr>
            <p:cNvSpPr/>
            <p:nvPr/>
          </p:nvSpPr>
          <p:spPr>
            <a:xfrm>
              <a:off x="4738263" y="52919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09DEF4C-08B6-9895-06AE-D0EB3DC135FE}"/>
              </a:ext>
            </a:extLst>
          </p:cNvPr>
          <p:cNvGrpSpPr/>
          <p:nvPr/>
        </p:nvGrpSpPr>
        <p:grpSpPr>
          <a:xfrm rot="5400000">
            <a:off x="9048989" y="3299661"/>
            <a:ext cx="325116" cy="542991"/>
            <a:chOff x="9334143" y="3797098"/>
            <a:chExt cx="325116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E2894E14-1F14-332B-62CF-B8509F2561F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6AC0A5C6-F05F-1C73-3DD5-D5E43F3F677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CEABBB5C-F3A1-BA9E-C2B4-694C0803EC3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E5C15DE2-B63E-45A5-F159-85D3817B314D}"/>
                </a:ext>
              </a:extLst>
            </p:cNvPr>
            <p:cNvSpPr/>
            <p:nvPr/>
          </p:nvSpPr>
          <p:spPr>
            <a:xfrm rot="5400000">
              <a:off x="9384013" y="394407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4661CC66-E531-FEF7-545D-32D4A637A326}"/>
                </a:ext>
              </a:extLst>
            </p:cNvPr>
            <p:cNvGrpSpPr/>
            <p:nvPr/>
          </p:nvGrpSpPr>
          <p:grpSpPr>
            <a:xfrm>
              <a:off x="9334143" y="3797098"/>
              <a:ext cx="98813" cy="540184"/>
              <a:chOff x="4880731" y="4900127"/>
              <a:chExt cx="98813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51D74B68-4E76-598F-035E-DDF911A5DAFB}"/>
                  </a:ext>
                </a:extLst>
              </p:cNvPr>
              <p:cNvSpPr/>
              <p:nvPr/>
            </p:nvSpPr>
            <p:spPr>
              <a:xfrm>
                <a:off x="488073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4A9CDD18-3149-51B8-E8DB-A2CEA0CCA97C}"/>
                  </a:ext>
                </a:extLst>
              </p:cNvPr>
              <p:cNvSpPr/>
              <p:nvPr/>
            </p:nvSpPr>
            <p:spPr>
              <a:xfrm>
                <a:off x="488115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2DA6B27-48B3-905D-E185-E02C9BF53D7C}"/>
              </a:ext>
            </a:extLst>
          </p:cNvPr>
          <p:cNvSpPr/>
          <p:nvPr/>
        </p:nvSpPr>
        <p:spPr>
          <a:xfrm rot="16200000" flipV="1">
            <a:off x="9189747" y="3491416"/>
            <a:ext cx="74672" cy="6339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B0BA6889-4503-76FB-D961-9FEC2D6AFE8E}"/>
              </a:ext>
            </a:extLst>
          </p:cNvPr>
          <p:cNvSpPr/>
          <p:nvPr/>
        </p:nvSpPr>
        <p:spPr>
          <a:xfrm flipV="1">
            <a:off x="8907736" y="4408165"/>
            <a:ext cx="98384" cy="4638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9496330-1A74-659B-7A6C-543CBAF0875C}"/>
              </a:ext>
            </a:extLst>
          </p:cNvPr>
          <p:cNvGrpSpPr/>
          <p:nvPr/>
        </p:nvGrpSpPr>
        <p:grpSpPr>
          <a:xfrm rot="10800000">
            <a:off x="8717524" y="40177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0282974-055A-DE1E-F5D5-93F8F4FD88F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E8931C0-7A2D-AF7E-14D8-38C92EC2AF8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FF660D9-B106-532C-B88D-D943EB4672EC}"/>
              </a:ext>
            </a:extLst>
          </p:cNvPr>
          <p:cNvSpPr/>
          <p:nvPr/>
        </p:nvSpPr>
        <p:spPr>
          <a:xfrm flipV="1">
            <a:off x="9335994" y="2343745"/>
            <a:ext cx="98385" cy="4593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C82DF62-474E-C2A7-DF2B-FDA962A487E5}"/>
              </a:ext>
            </a:extLst>
          </p:cNvPr>
          <p:cNvSpPr txBox="1"/>
          <p:nvPr/>
        </p:nvSpPr>
        <p:spPr>
          <a:xfrm>
            <a:off x="4753399" y="64266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274B542-6D46-A21A-9F3D-564048764CA0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V="1">
            <a:off x="5975849" y="6250423"/>
            <a:ext cx="2098055" cy="176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BEEEC9F-AFD3-D1D1-841F-56B55066C006}"/>
              </a:ext>
            </a:extLst>
          </p:cNvPr>
          <p:cNvGrpSpPr/>
          <p:nvPr/>
        </p:nvGrpSpPr>
        <p:grpSpPr>
          <a:xfrm>
            <a:off x="8731263" y="5262363"/>
            <a:ext cx="98891" cy="1007381"/>
            <a:chOff x="4737834" y="5223979"/>
            <a:chExt cx="98891" cy="1007381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D29A3DD7-C847-4CF0-412B-B80643D23116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460FD165-CEAD-F2DB-A637-EFB20BACA4C4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AA1E7D61-3885-6F24-5796-512C0F7C8F2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F4D7D6-4B68-C907-71BA-E95A0F5849FD}"/>
              </a:ext>
            </a:extLst>
          </p:cNvPr>
          <p:cNvSpPr txBox="1"/>
          <p:nvPr/>
        </p:nvSpPr>
        <p:spPr>
          <a:xfrm>
            <a:off x="4326161" y="933083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31431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2E2B-6C46-2D5E-1E8C-5819CD236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직사각형, 도표, 기술 도면이(가) 표시된 사진&#10;&#10;자동 생성된 설명">
            <a:extLst>
              <a:ext uri="{FF2B5EF4-FFF2-40B4-BE49-F238E27FC236}">
                <a16:creationId xmlns:a16="http://schemas.microsoft.com/office/drawing/2014/main" id="{E0B14AD6-4CD0-2D47-1735-C70E97BBC2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26"/>
          <a:stretch/>
        </p:blipFill>
        <p:spPr>
          <a:xfrm>
            <a:off x="1746727" y="721212"/>
            <a:ext cx="8916370" cy="6136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1869E9F-C5CE-FF35-0267-273633F84715}"/>
                  </a:ext>
                </a:extLst>
              </p:cNvPr>
              <p:cNvSpPr txBox="1"/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1869E9F-C5CE-FF35-0267-273633F84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628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3253A02F-DA8B-645A-8EEC-2EBED6EB7C28}"/>
              </a:ext>
            </a:extLst>
          </p:cNvPr>
          <p:cNvSpPr txBox="1"/>
          <p:nvPr/>
        </p:nvSpPr>
        <p:spPr>
          <a:xfrm>
            <a:off x="2110930" y="3181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136B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599ED64-1F57-13AE-A978-60A0619291AA}"/>
              </a:ext>
            </a:extLst>
          </p:cNvPr>
          <p:cNvSpPr/>
          <p:nvPr/>
        </p:nvSpPr>
        <p:spPr>
          <a:xfrm>
            <a:off x="8953415" y="6031547"/>
            <a:ext cx="56920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946EFF-F5F8-1527-B6EA-2AC240E72D7F}"/>
              </a:ext>
            </a:extLst>
          </p:cNvPr>
          <p:cNvSpPr txBox="1"/>
          <p:nvPr/>
        </p:nvSpPr>
        <p:spPr>
          <a:xfrm>
            <a:off x="8906259" y="556278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13D3B73-B1CD-8A05-95A8-B8F51B0C2D79}"/>
              </a:ext>
            </a:extLst>
          </p:cNvPr>
          <p:cNvSpPr/>
          <p:nvPr/>
        </p:nvSpPr>
        <p:spPr>
          <a:xfrm rot="5400000">
            <a:off x="8010205" y="5811921"/>
            <a:ext cx="102820" cy="13392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F1EF9A7-C515-DB1E-0A59-3F03F37376E9}"/>
              </a:ext>
            </a:extLst>
          </p:cNvPr>
          <p:cNvSpPr/>
          <p:nvPr/>
        </p:nvSpPr>
        <p:spPr>
          <a:xfrm>
            <a:off x="7616505" y="5355541"/>
            <a:ext cx="914798" cy="89488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6FD7166-28B1-04F4-D5F6-4D973CB2CC1C}"/>
              </a:ext>
            </a:extLst>
          </p:cNvPr>
          <p:cNvSpPr/>
          <p:nvPr/>
        </p:nvSpPr>
        <p:spPr>
          <a:xfrm>
            <a:off x="7742202" y="5465094"/>
            <a:ext cx="670456" cy="6810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FCA170-AF18-233A-311C-89743DA545F8}"/>
              </a:ext>
            </a:extLst>
          </p:cNvPr>
          <p:cNvSpPr txBox="1"/>
          <p:nvPr/>
        </p:nvSpPr>
        <p:spPr>
          <a:xfrm>
            <a:off x="7198299" y="490279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45547F1-A066-CA17-39DC-4D6380B3CC09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0F9E7B1-663A-7FA1-1CC5-EAB964E71E8A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D4770C35-C037-62A0-F2A0-DE9B35BD4CE0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E0B33861-9E5A-21DF-07B6-640DB09CDBF6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641BB498-6731-3BE9-8767-98D3F8A0EAC3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351DF1A1-5D4D-6190-D61F-C11956B02C5B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070F0E9-C004-D85D-EB63-30453D44D8B3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FB798F24-3E76-9817-F5C2-CFA12D3A0718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6EE77D37-1F35-2D31-BA02-AE4702F4F34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4EAD88B0-73BB-AE72-4011-1D728FDA71AE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0693266-A8F1-7875-9F72-9EFC2F491465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6A8E28-0EEF-305E-09D1-04EDFB576B89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73" name="별: 꼭짓점 4개 72">
            <a:extLst>
              <a:ext uri="{FF2B5EF4-FFF2-40B4-BE49-F238E27FC236}">
                <a16:creationId xmlns:a16="http://schemas.microsoft.com/office/drawing/2014/main" id="{936B1A02-5D1D-BE7E-7B2C-176810C52993}"/>
              </a:ext>
            </a:extLst>
          </p:cNvPr>
          <p:cNvSpPr/>
          <p:nvPr/>
        </p:nvSpPr>
        <p:spPr>
          <a:xfrm>
            <a:off x="7875828" y="5592529"/>
            <a:ext cx="411630" cy="400070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109411-6467-E56B-44EC-D58D31DF56B4}"/>
              </a:ext>
            </a:extLst>
          </p:cNvPr>
          <p:cNvGrpSpPr/>
          <p:nvPr/>
        </p:nvGrpSpPr>
        <p:grpSpPr>
          <a:xfrm>
            <a:off x="7302533" y="5262363"/>
            <a:ext cx="98891" cy="1007381"/>
            <a:chOff x="4737834" y="5223979"/>
            <a:chExt cx="98891" cy="1007381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F3214C6-27AB-E109-308E-1E33DBB89272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BC453E3-B6E9-8578-1973-2C5E9B73AAE1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340C8F66-CEA7-B64C-6988-B4D94A92CDB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CCC9D15-E1FA-7602-3195-5E43C2215ED7}"/>
              </a:ext>
            </a:extLst>
          </p:cNvPr>
          <p:cNvGrpSpPr/>
          <p:nvPr/>
        </p:nvGrpSpPr>
        <p:grpSpPr>
          <a:xfrm>
            <a:off x="8946460" y="5272661"/>
            <a:ext cx="98814" cy="490175"/>
            <a:chOff x="4737834" y="4900127"/>
            <a:chExt cx="98814" cy="490175"/>
          </a:xfrm>
          <a:solidFill>
            <a:srgbClr val="00B0F0"/>
          </a:solidFill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200AF0AC-15DC-780A-0950-08CCBA22439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915DD079-7333-E110-52F7-B779735984ED}"/>
                </a:ext>
              </a:extLst>
            </p:cNvPr>
            <p:cNvSpPr/>
            <p:nvPr/>
          </p:nvSpPr>
          <p:spPr>
            <a:xfrm>
              <a:off x="4738263" y="52919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465F6B4A-3AC3-98BE-7985-07E05D2C4877}"/>
              </a:ext>
            </a:extLst>
          </p:cNvPr>
          <p:cNvGrpSpPr/>
          <p:nvPr/>
        </p:nvGrpSpPr>
        <p:grpSpPr>
          <a:xfrm rot="5400000">
            <a:off x="9048989" y="3299661"/>
            <a:ext cx="325116" cy="542991"/>
            <a:chOff x="9334143" y="3797098"/>
            <a:chExt cx="325116" cy="542991"/>
          </a:xfrm>
          <a:solidFill>
            <a:srgbClr val="CC0000"/>
          </a:solidFill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2C5EFEF4-BE3E-C916-4D14-3B00C603E71F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27A8F004-9BD5-82EA-30C9-CBC1092B60C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3C14BC80-C6EE-D697-CA33-EDB327D8A606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7" name="별: 꼭짓점 7개 86">
              <a:extLst>
                <a:ext uri="{FF2B5EF4-FFF2-40B4-BE49-F238E27FC236}">
                  <a16:creationId xmlns:a16="http://schemas.microsoft.com/office/drawing/2014/main" id="{201A50FB-11B2-6B3F-079A-A7BA21713EFC}"/>
                </a:ext>
              </a:extLst>
            </p:cNvPr>
            <p:cNvSpPr/>
            <p:nvPr/>
          </p:nvSpPr>
          <p:spPr>
            <a:xfrm rot="5400000">
              <a:off x="9384013" y="394407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B07E299C-D893-952C-FB41-D28ADF6FE8BF}"/>
                </a:ext>
              </a:extLst>
            </p:cNvPr>
            <p:cNvGrpSpPr/>
            <p:nvPr/>
          </p:nvGrpSpPr>
          <p:grpSpPr>
            <a:xfrm>
              <a:off x="9334143" y="3797098"/>
              <a:ext cx="98813" cy="540184"/>
              <a:chOff x="4880731" y="4900127"/>
              <a:chExt cx="98813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0451841F-1A32-81E4-1926-1848B8DF2A49}"/>
                  </a:ext>
                </a:extLst>
              </p:cNvPr>
              <p:cNvSpPr/>
              <p:nvPr/>
            </p:nvSpPr>
            <p:spPr>
              <a:xfrm>
                <a:off x="488073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46BD5FB-3189-4238-59A9-56A7D1FDF42E}"/>
                  </a:ext>
                </a:extLst>
              </p:cNvPr>
              <p:cNvSpPr/>
              <p:nvPr/>
            </p:nvSpPr>
            <p:spPr>
              <a:xfrm>
                <a:off x="488115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89C682A-FE8A-81C9-7613-226CC8836972}"/>
              </a:ext>
            </a:extLst>
          </p:cNvPr>
          <p:cNvSpPr/>
          <p:nvPr/>
        </p:nvSpPr>
        <p:spPr>
          <a:xfrm rot="16200000" flipV="1">
            <a:off x="9189747" y="3491416"/>
            <a:ext cx="74672" cy="6339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29FD551-B7CD-9D8B-CED2-B2B86988771D}"/>
              </a:ext>
            </a:extLst>
          </p:cNvPr>
          <p:cNvSpPr/>
          <p:nvPr/>
        </p:nvSpPr>
        <p:spPr>
          <a:xfrm flipV="1">
            <a:off x="8907736" y="4408165"/>
            <a:ext cx="98384" cy="4638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C2BBFB8-DF4F-2F19-3594-B6667DF314C3}"/>
              </a:ext>
            </a:extLst>
          </p:cNvPr>
          <p:cNvGrpSpPr/>
          <p:nvPr/>
        </p:nvGrpSpPr>
        <p:grpSpPr>
          <a:xfrm rot="10800000">
            <a:off x="8717524" y="4017705"/>
            <a:ext cx="98814" cy="711634"/>
            <a:chOff x="4737834" y="4900127"/>
            <a:chExt cx="98814" cy="711634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AFF8F4EE-42FC-A9AD-C0E2-741702ED378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2DAF6844-5887-B280-B79F-25C6B694E84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95957F6-3061-FF68-2CA0-A790B7EAA701}"/>
              </a:ext>
            </a:extLst>
          </p:cNvPr>
          <p:cNvSpPr/>
          <p:nvPr/>
        </p:nvSpPr>
        <p:spPr>
          <a:xfrm flipV="1">
            <a:off x="9335994" y="2343745"/>
            <a:ext cx="98385" cy="4593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8AF12AB-76D7-45EE-D609-4132C4FA2D6B}"/>
              </a:ext>
            </a:extLst>
          </p:cNvPr>
          <p:cNvSpPr txBox="1"/>
          <p:nvPr/>
        </p:nvSpPr>
        <p:spPr>
          <a:xfrm>
            <a:off x="4753399" y="64266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6A6AA84-390B-EE01-3853-BC95187B3397}"/>
              </a:ext>
            </a:extLst>
          </p:cNvPr>
          <p:cNvCxnSpPr>
            <a:cxnSpLocks/>
            <a:stCxn id="99" idx="0"/>
            <a:endCxn id="58" idx="2"/>
          </p:cNvCxnSpPr>
          <p:nvPr/>
        </p:nvCxnSpPr>
        <p:spPr>
          <a:xfrm flipV="1">
            <a:off x="5975849" y="6250423"/>
            <a:ext cx="2098055" cy="176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9D1D07F-259C-C5B2-DFD7-68F3E122C474}"/>
              </a:ext>
            </a:extLst>
          </p:cNvPr>
          <p:cNvSpPr txBox="1"/>
          <p:nvPr/>
        </p:nvSpPr>
        <p:spPr>
          <a:xfrm>
            <a:off x="5194882" y="5759832"/>
            <a:ext cx="21568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36FB098-E1E7-5693-23B0-10C07DD88DE5}"/>
              </a:ext>
            </a:extLst>
          </p:cNvPr>
          <p:cNvGrpSpPr/>
          <p:nvPr/>
        </p:nvGrpSpPr>
        <p:grpSpPr>
          <a:xfrm>
            <a:off x="8731263" y="5262363"/>
            <a:ext cx="98891" cy="1007381"/>
            <a:chOff x="4737834" y="5223979"/>
            <a:chExt cx="98891" cy="1007381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C356D29A-BC1A-3916-BA53-792038AB86DC}"/>
                </a:ext>
              </a:extLst>
            </p:cNvPr>
            <p:cNvSpPr/>
            <p:nvPr/>
          </p:nvSpPr>
          <p:spPr>
            <a:xfrm>
              <a:off x="4737834" y="522397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402A6C7D-B58D-5F73-173F-A493207BBFE4}"/>
                </a:ext>
              </a:extLst>
            </p:cNvPr>
            <p:cNvSpPr/>
            <p:nvPr/>
          </p:nvSpPr>
          <p:spPr>
            <a:xfrm>
              <a:off x="4737834" y="56784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1788DC5C-0B95-D319-9A6E-0A5AA80754F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237CFF-AC74-C8AE-B775-A6CE340827D8}"/>
              </a:ext>
            </a:extLst>
          </p:cNvPr>
          <p:cNvSpPr txBox="1"/>
          <p:nvPr/>
        </p:nvSpPr>
        <p:spPr>
          <a:xfrm>
            <a:off x="4302715" y="1059025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0319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2331-B372-AE66-0476-9BB9F2E6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평면도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7EDD9BD-8ACD-5F32-CB53-5658E3EA05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195" b="22547"/>
          <a:stretch/>
        </p:blipFill>
        <p:spPr>
          <a:xfrm>
            <a:off x="1318564" y="1733739"/>
            <a:ext cx="9898904" cy="4006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3973CB4B-6AB7-24DB-2480-AA7113044A42}"/>
                  </a:ext>
                </a:extLst>
              </p:cNvPr>
              <p:cNvSpPr txBox="1"/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3973CB4B-6AB7-24DB-2480-AA711304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TextBox 396">
            <a:extLst>
              <a:ext uri="{FF2B5EF4-FFF2-40B4-BE49-F238E27FC236}">
                <a16:creationId xmlns:a16="http://schemas.microsoft.com/office/drawing/2014/main" id="{C2BF1E5E-F7A3-3E7B-A303-F2423BC72650}"/>
              </a:ext>
            </a:extLst>
          </p:cNvPr>
          <p:cNvSpPr txBox="1"/>
          <p:nvPr/>
        </p:nvSpPr>
        <p:spPr>
          <a:xfrm>
            <a:off x="2110930" y="3562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137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3653B5BF-BB13-E975-0917-133553C85D00}"/>
              </a:ext>
            </a:extLst>
          </p:cNvPr>
          <p:cNvSpPr/>
          <p:nvPr/>
        </p:nvSpPr>
        <p:spPr>
          <a:xfrm rot="5400000">
            <a:off x="8331411" y="4348028"/>
            <a:ext cx="102820" cy="11746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1" name="사각형: 둥근 모서리 400">
            <a:extLst>
              <a:ext uri="{FF2B5EF4-FFF2-40B4-BE49-F238E27FC236}">
                <a16:creationId xmlns:a16="http://schemas.microsoft.com/office/drawing/2014/main" id="{C163DA4C-6754-60C0-A5A7-AD27D2FC2D65}"/>
              </a:ext>
            </a:extLst>
          </p:cNvPr>
          <p:cNvSpPr/>
          <p:nvPr/>
        </p:nvSpPr>
        <p:spPr>
          <a:xfrm>
            <a:off x="7899257" y="3751321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9113A183-A09E-752E-F579-A102AA98060D}"/>
              </a:ext>
            </a:extLst>
          </p:cNvPr>
          <p:cNvSpPr/>
          <p:nvPr/>
        </p:nvSpPr>
        <p:spPr>
          <a:xfrm>
            <a:off x="8024954" y="3868331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92DC7EB4-1EC9-993C-452A-B3920062E42E}"/>
              </a:ext>
            </a:extLst>
          </p:cNvPr>
          <p:cNvSpPr txBox="1"/>
          <p:nvPr/>
        </p:nvSpPr>
        <p:spPr>
          <a:xfrm>
            <a:off x="7579403" y="349715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F85B5372-31D3-CC8F-72AE-F46405158ADC}"/>
              </a:ext>
            </a:extLst>
          </p:cNvPr>
          <p:cNvSpPr txBox="1"/>
          <p:nvPr/>
        </p:nvSpPr>
        <p:spPr>
          <a:xfrm>
            <a:off x="-1458" y="69130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F6E50537-5CCC-DD1E-2825-FFD8A03B034C}"/>
              </a:ext>
            </a:extLst>
          </p:cNvPr>
          <p:cNvSpPr txBox="1"/>
          <p:nvPr/>
        </p:nvSpPr>
        <p:spPr>
          <a:xfrm>
            <a:off x="-2156" y="100994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E808D601-C469-7EE3-268C-A534C0436041}"/>
              </a:ext>
            </a:extLst>
          </p:cNvPr>
          <p:cNvGrpSpPr/>
          <p:nvPr/>
        </p:nvGrpSpPr>
        <p:grpSpPr>
          <a:xfrm>
            <a:off x="8917583" y="3856865"/>
            <a:ext cx="101272" cy="821642"/>
            <a:chOff x="4735453" y="5409718"/>
            <a:chExt cx="101272" cy="821642"/>
          </a:xfrm>
        </p:grpSpPr>
        <p:sp>
          <p:nvSpPr>
            <p:cNvPr id="418" name="타원 417">
              <a:extLst>
                <a:ext uri="{FF2B5EF4-FFF2-40B4-BE49-F238E27FC236}">
                  <a16:creationId xmlns:a16="http://schemas.microsoft.com/office/drawing/2014/main" id="{55E8BAAA-D167-9559-3F99-A2B443357144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9" name="타원 418">
              <a:extLst>
                <a:ext uri="{FF2B5EF4-FFF2-40B4-BE49-F238E27FC236}">
                  <a16:creationId xmlns:a16="http://schemas.microsoft.com/office/drawing/2014/main" id="{BCB14B5E-87AC-5A4B-8628-7736D0B8C9BD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0" name="타원 419">
              <a:extLst>
                <a:ext uri="{FF2B5EF4-FFF2-40B4-BE49-F238E27FC236}">
                  <a16:creationId xmlns:a16="http://schemas.microsoft.com/office/drawing/2014/main" id="{7E6A2AC5-BC3E-9871-E784-45B44B5CE60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0FE5996A-C022-0EEA-423F-D4EF66966F47}"/>
              </a:ext>
            </a:extLst>
          </p:cNvPr>
          <p:cNvSpPr/>
          <p:nvPr/>
        </p:nvSpPr>
        <p:spPr>
          <a:xfrm flipV="1">
            <a:off x="7509933" y="2958180"/>
            <a:ext cx="98384" cy="473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23BF348C-F0B8-18B3-22A2-D455A9C617B2}"/>
              </a:ext>
            </a:extLst>
          </p:cNvPr>
          <p:cNvSpPr/>
          <p:nvPr/>
        </p:nvSpPr>
        <p:spPr>
          <a:xfrm flipV="1">
            <a:off x="10262356" y="2865268"/>
            <a:ext cx="98384" cy="5637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0C1E9E1F-144E-CEAD-42DC-C5683B8E0907}"/>
              </a:ext>
            </a:extLst>
          </p:cNvPr>
          <p:cNvGrpSpPr/>
          <p:nvPr/>
        </p:nvGrpSpPr>
        <p:grpSpPr>
          <a:xfrm rot="5400000">
            <a:off x="9641950" y="3507548"/>
            <a:ext cx="98828" cy="511609"/>
            <a:chOff x="4737834" y="4900127"/>
            <a:chExt cx="98828" cy="511609"/>
          </a:xfrm>
        </p:grpSpPr>
        <p:sp>
          <p:nvSpPr>
            <p:cNvPr id="439" name="타원 438">
              <a:extLst>
                <a:ext uri="{FF2B5EF4-FFF2-40B4-BE49-F238E27FC236}">
                  <a16:creationId xmlns:a16="http://schemas.microsoft.com/office/drawing/2014/main" id="{4E2A144F-D9DC-7980-1E91-58AEC0CDA9B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0" name="타원 439">
              <a:extLst>
                <a:ext uri="{FF2B5EF4-FFF2-40B4-BE49-F238E27FC236}">
                  <a16:creationId xmlns:a16="http://schemas.microsoft.com/office/drawing/2014/main" id="{7AF43A2F-65B8-ABC2-C1E7-1FB9D63C3A00}"/>
                </a:ext>
              </a:extLst>
            </p:cNvPr>
            <p:cNvSpPr/>
            <p:nvPr/>
          </p:nvSpPr>
          <p:spPr>
            <a:xfrm>
              <a:off x="4738277" y="5313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2A14D577-785F-29AD-BA25-033002B25B92}"/>
              </a:ext>
            </a:extLst>
          </p:cNvPr>
          <p:cNvSpPr/>
          <p:nvPr/>
        </p:nvSpPr>
        <p:spPr>
          <a:xfrm flipV="1">
            <a:off x="10824243" y="3385185"/>
            <a:ext cx="98385" cy="4700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BCCBE618-872C-4C2C-7BBE-B8D0C8FB9C1E}"/>
              </a:ext>
            </a:extLst>
          </p:cNvPr>
          <p:cNvSpPr txBox="1"/>
          <p:nvPr/>
        </p:nvSpPr>
        <p:spPr>
          <a:xfrm>
            <a:off x="8260901" y="53375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43" name="직선 화살표 연결선 442">
            <a:extLst>
              <a:ext uri="{FF2B5EF4-FFF2-40B4-BE49-F238E27FC236}">
                <a16:creationId xmlns:a16="http://schemas.microsoft.com/office/drawing/2014/main" id="{22D7DE3A-08E5-5410-6C63-D9B85F27525A}"/>
              </a:ext>
            </a:extLst>
          </p:cNvPr>
          <p:cNvCxnSpPr>
            <a:cxnSpLocks/>
            <a:stCxn id="442" idx="0"/>
            <a:endCxn id="401" idx="2"/>
          </p:cNvCxnSpPr>
          <p:nvPr/>
        </p:nvCxnSpPr>
        <p:spPr>
          <a:xfrm flipH="1" flipV="1">
            <a:off x="8356656" y="4708613"/>
            <a:ext cx="1126695" cy="628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DA6D815E-364D-506E-C3B3-79E051B7FD72}"/>
              </a:ext>
            </a:extLst>
          </p:cNvPr>
          <p:cNvGrpSpPr/>
          <p:nvPr/>
        </p:nvGrpSpPr>
        <p:grpSpPr>
          <a:xfrm>
            <a:off x="7678622" y="3857920"/>
            <a:ext cx="101272" cy="821642"/>
            <a:chOff x="4735453" y="5409718"/>
            <a:chExt cx="101272" cy="821642"/>
          </a:xfrm>
        </p:grpSpPr>
        <p:sp>
          <p:nvSpPr>
            <p:cNvPr id="446" name="타원 445">
              <a:extLst>
                <a:ext uri="{FF2B5EF4-FFF2-40B4-BE49-F238E27FC236}">
                  <a16:creationId xmlns:a16="http://schemas.microsoft.com/office/drawing/2014/main" id="{C13D192E-2B4E-4768-8136-54E1113553ED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7" name="타원 446">
              <a:extLst>
                <a:ext uri="{FF2B5EF4-FFF2-40B4-BE49-F238E27FC236}">
                  <a16:creationId xmlns:a16="http://schemas.microsoft.com/office/drawing/2014/main" id="{755A1E84-8548-8C1E-7C49-E9B5F24748DC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8" name="타원 447">
              <a:extLst>
                <a:ext uri="{FF2B5EF4-FFF2-40B4-BE49-F238E27FC236}">
                  <a16:creationId xmlns:a16="http://schemas.microsoft.com/office/drawing/2014/main" id="{244654FE-609D-E4F1-2F1C-96390FA05CB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52" name="그룹 451">
            <a:extLst>
              <a:ext uri="{FF2B5EF4-FFF2-40B4-BE49-F238E27FC236}">
                <a16:creationId xmlns:a16="http://schemas.microsoft.com/office/drawing/2014/main" id="{F6680769-3952-9E85-E1EE-BEDE6CA6DA45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453" name="타원 452">
              <a:extLst>
                <a:ext uri="{FF2B5EF4-FFF2-40B4-BE49-F238E27FC236}">
                  <a16:creationId xmlns:a16="http://schemas.microsoft.com/office/drawing/2014/main" id="{2E1A6AE6-B6C4-49B4-772A-63DF5C24707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타원 453">
              <a:extLst>
                <a:ext uri="{FF2B5EF4-FFF2-40B4-BE49-F238E27FC236}">
                  <a16:creationId xmlns:a16="http://schemas.microsoft.com/office/drawing/2014/main" id="{03770F68-FA0F-40E1-D55E-FCCEB307EF9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56BFB535-9170-C8E0-995E-5F79CA6CC62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F4CEB38E-E124-8F89-21EF-2FE647181D0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97FA2B-BA33-B77A-66FB-533BC2A0C4B3}"/>
              </a:ext>
            </a:extLst>
          </p:cNvPr>
          <p:cNvSpPr txBox="1"/>
          <p:nvPr/>
        </p:nvSpPr>
        <p:spPr>
          <a:xfrm>
            <a:off x="4573124" y="941146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833876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4C3C-2F03-A8DE-0029-4B7BA236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평면도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BE49C2-F92E-9F68-B7E1-F84D86E2C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195" b="22547"/>
          <a:stretch/>
        </p:blipFill>
        <p:spPr>
          <a:xfrm>
            <a:off x="1318564" y="1733739"/>
            <a:ext cx="9898904" cy="4006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A3217AD0-8CFC-691B-7475-E6B9330CA2BB}"/>
                  </a:ext>
                </a:extLst>
              </p:cNvPr>
              <p:cNvSpPr txBox="1"/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A3217AD0-8CFC-691B-7475-E6B9330CA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TextBox 396">
            <a:extLst>
              <a:ext uri="{FF2B5EF4-FFF2-40B4-BE49-F238E27FC236}">
                <a16:creationId xmlns:a16="http://schemas.microsoft.com/office/drawing/2014/main" id="{9BB3609E-F789-68B7-1F0A-CEA43F5ED498}"/>
              </a:ext>
            </a:extLst>
          </p:cNvPr>
          <p:cNvSpPr txBox="1"/>
          <p:nvPr/>
        </p:nvSpPr>
        <p:spPr>
          <a:xfrm>
            <a:off x="2110930" y="3562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137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F0B745DC-2AA2-5EFA-30AD-F69431C7D371}"/>
              </a:ext>
            </a:extLst>
          </p:cNvPr>
          <p:cNvSpPr/>
          <p:nvPr/>
        </p:nvSpPr>
        <p:spPr>
          <a:xfrm>
            <a:off x="7110571" y="4489944"/>
            <a:ext cx="46214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E6BF8FC8-B9EF-2EA7-0A59-7DE49ABAF884}"/>
              </a:ext>
            </a:extLst>
          </p:cNvPr>
          <p:cNvSpPr txBox="1"/>
          <p:nvPr/>
        </p:nvSpPr>
        <p:spPr>
          <a:xfrm>
            <a:off x="6363547" y="361040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C24F4E37-D1B0-8ADF-3ADA-B5D11E92F3EC}"/>
              </a:ext>
            </a:extLst>
          </p:cNvPr>
          <p:cNvSpPr/>
          <p:nvPr/>
        </p:nvSpPr>
        <p:spPr>
          <a:xfrm rot="5400000">
            <a:off x="8331411" y="4348028"/>
            <a:ext cx="102820" cy="11746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1" name="사각형: 둥근 모서리 400">
            <a:extLst>
              <a:ext uri="{FF2B5EF4-FFF2-40B4-BE49-F238E27FC236}">
                <a16:creationId xmlns:a16="http://schemas.microsoft.com/office/drawing/2014/main" id="{DC1E2C88-54C4-CDEB-7169-FAD95DC7F8E7}"/>
              </a:ext>
            </a:extLst>
          </p:cNvPr>
          <p:cNvSpPr/>
          <p:nvPr/>
        </p:nvSpPr>
        <p:spPr>
          <a:xfrm>
            <a:off x="7899257" y="3751321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1C03B780-8516-D021-8B09-57521C2FDB1A}"/>
              </a:ext>
            </a:extLst>
          </p:cNvPr>
          <p:cNvSpPr/>
          <p:nvPr/>
        </p:nvSpPr>
        <p:spPr>
          <a:xfrm>
            <a:off x="8024954" y="3868331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9180199A-BEF2-7100-0362-A25A922C9CA3}"/>
              </a:ext>
            </a:extLst>
          </p:cNvPr>
          <p:cNvSpPr txBox="1"/>
          <p:nvPr/>
        </p:nvSpPr>
        <p:spPr>
          <a:xfrm>
            <a:off x="7579403" y="349715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B1A9514-1166-FD01-7C92-D6AA4AFC36A3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274BB96E-DA01-92EF-FAA7-D783961A1D12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1059235F-E2A2-85C7-EC09-CFE3D64517C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410" name="타원 409">
                  <a:extLst>
                    <a:ext uri="{FF2B5EF4-FFF2-40B4-BE49-F238E27FC236}">
                      <a16:creationId xmlns:a16="http://schemas.microsoft.com/office/drawing/2014/main" id="{F7CC57DB-A4AF-072C-0B9A-105B4FFAB011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1" name="타원 410">
                  <a:extLst>
                    <a:ext uri="{FF2B5EF4-FFF2-40B4-BE49-F238E27FC236}">
                      <a16:creationId xmlns:a16="http://schemas.microsoft.com/office/drawing/2014/main" id="{0D65C7AD-D472-2C2D-071B-2BB4996FC1BC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2" name="타원 411">
                  <a:extLst>
                    <a:ext uri="{FF2B5EF4-FFF2-40B4-BE49-F238E27FC236}">
                      <a16:creationId xmlns:a16="http://schemas.microsoft.com/office/drawing/2014/main" id="{6A396411-B6CD-C3F3-7C64-6BAB526E5B2C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3" name="TextBox 412">
                  <a:extLst>
                    <a:ext uri="{FF2B5EF4-FFF2-40B4-BE49-F238E27FC236}">
                      <a16:creationId xmlns:a16="http://schemas.microsoft.com/office/drawing/2014/main" id="{ECC44756-AE98-6DB0-5DFD-856D08F1A8EA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70DB56E6-E04D-CD75-4A40-2101E727CFB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09" name="직사각형 408">
                <a:extLst>
                  <a:ext uri="{FF2B5EF4-FFF2-40B4-BE49-F238E27FC236}">
                    <a16:creationId xmlns:a16="http://schemas.microsoft.com/office/drawing/2014/main" id="{D96B8996-6E4A-A5CA-470C-B7840084EDB2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ABB75725-FDFC-28D6-E126-C10EDD1EAD7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414" name="TextBox 413">
            <a:extLst>
              <a:ext uri="{FF2B5EF4-FFF2-40B4-BE49-F238E27FC236}">
                <a16:creationId xmlns:a16="http://schemas.microsoft.com/office/drawing/2014/main" id="{67585EEA-59F0-C700-354B-5A4A80A2D30A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EBD1FFA5-D50E-D9F9-D2B6-28D163142546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18AE2F3D-E395-E91C-3139-35D73D7A4A74}"/>
              </a:ext>
            </a:extLst>
          </p:cNvPr>
          <p:cNvGrpSpPr/>
          <p:nvPr/>
        </p:nvGrpSpPr>
        <p:grpSpPr>
          <a:xfrm>
            <a:off x="8917583" y="3856865"/>
            <a:ext cx="101272" cy="821642"/>
            <a:chOff x="4735453" y="5409718"/>
            <a:chExt cx="101272" cy="821642"/>
          </a:xfrm>
        </p:grpSpPr>
        <p:sp>
          <p:nvSpPr>
            <p:cNvPr id="418" name="타원 417">
              <a:extLst>
                <a:ext uri="{FF2B5EF4-FFF2-40B4-BE49-F238E27FC236}">
                  <a16:creationId xmlns:a16="http://schemas.microsoft.com/office/drawing/2014/main" id="{F7DCA63A-D4B8-6E1D-EC72-1171A36812AD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9" name="타원 418">
              <a:extLst>
                <a:ext uri="{FF2B5EF4-FFF2-40B4-BE49-F238E27FC236}">
                  <a16:creationId xmlns:a16="http://schemas.microsoft.com/office/drawing/2014/main" id="{334C8587-C882-0553-379D-DFECE60C96F4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0" name="타원 419">
              <a:extLst>
                <a:ext uri="{FF2B5EF4-FFF2-40B4-BE49-F238E27FC236}">
                  <a16:creationId xmlns:a16="http://schemas.microsoft.com/office/drawing/2014/main" id="{B5FB4EF3-4E34-B824-00C4-10318CD4746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CD246DEA-6803-54F0-DD39-30D146E6EE66}"/>
              </a:ext>
            </a:extLst>
          </p:cNvPr>
          <p:cNvGrpSpPr/>
          <p:nvPr/>
        </p:nvGrpSpPr>
        <p:grpSpPr>
          <a:xfrm>
            <a:off x="7481018" y="3855240"/>
            <a:ext cx="98814" cy="471125"/>
            <a:chOff x="4737834" y="5140636"/>
            <a:chExt cx="98814" cy="471125"/>
          </a:xfrm>
          <a:solidFill>
            <a:srgbClr val="00B0F0"/>
          </a:solidFill>
        </p:grpSpPr>
        <p:sp>
          <p:nvSpPr>
            <p:cNvPr id="426" name="타원 425">
              <a:extLst>
                <a:ext uri="{FF2B5EF4-FFF2-40B4-BE49-F238E27FC236}">
                  <a16:creationId xmlns:a16="http://schemas.microsoft.com/office/drawing/2014/main" id="{D556B19F-5522-3990-BF46-C53734145BF6}"/>
                </a:ext>
              </a:extLst>
            </p:cNvPr>
            <p:cNvSpPr/>
            <p:nvPr/>
          </p:nvSpPr>
          <p:spPr>
            <a:xfrm>
              <a:off x="4737834" y="514063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7" name="타원 426">
              <a:extLst>
                <a:ext uri="{FF2B5EF4-FFF2-40B4-BE49-F238E27FC236}">
                  <a16:creationId xmlns:a16="http://schemas.microsoft.com/office/drawing/2014/main" id="{407AD3F9-17EF-C36F-1B5A-F3BFA6FCAAD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8" name="그룹 427">
            <a:extLst>
              <a:ext uri="{FF2B5EF4-FFF2-40B4-BE49-F238E27FC236}">
                <a16:creationId xmlns:a16="http://schemas.microsoft.com/office/drawing/2014/main" id="{F8288C92-9A38-4D31-DE28-63301049F4F8}"/>
              </a:ext>
            </a:extLst>
          </p:cNvPr>
          <p:cNvGrpSpPr/>
          <p:nvPr/>
        </p:nvGrpSpPr>
        <p:grpSpPr>
          <a:xfrm>
            <a:off x="9888873" y="2900295"/>
            <a:ext cx="351330" cy="542991"/>
            <a:chOff x="9307929" y="3797098"/>
            <a:chExt cx="351330" cy="542991"/>
          </a:xfrm>
          <a:solidFill>
            <a:srgbClr val="CC0000"/>
          </a:solidFill>
        </p:grpSpPr>
        <p:grpSp>
          <p:nvGrpSpPr>
            <p:cNvPr id="429" name="그룹 428">
              <a:extLst>
                <a:ext uri="{FF2B5EF4-FFF2-40B4-BE49-F238E27FC236}">
                  <a16:creationId xmlns:a16="http://schemas.microsoft.com/office/drawing/2014/main" id="{9797D161-8ABD-65D2-5024-CCAA21746FA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4" name="타원 433">
                <a:extLst>
                  <a:ext uri="{FF2B5EF4-FFF2-40B4-BE49-F238E27FC236}">
                    <a16:creationId xmlns:a16="http://schemas.microsoft.com/office/drawing/2014/main" id="{8AD983A9-9067-4EC2-17EF-6C557518037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5" name="타원 434">
                <a:extLst>
                  <a:ext uri="{FF2B5EF4-FFF2-40B4-BE49-F238E27FC236}">
                    <a16:creationId xmlns:a16="http://schemas.microsoft.com/office/drawing/2014/main" id="{3A4C2060-4593-ABA2-0B49-683810797EFF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0" name="별: 꼭짓점 7개 429">
              <a:extLst>
                <a:ext uri="{FF2B5EF4-FFF2-40B4-BE49-F238E27FC236}">
                  <a16:creationId xmlns:a16="http://schemas.microsoft.com/office/drawing/2014/main" id="{6EAC4DE6-B466-53B4-FFAF-8E1D6386CF7A}"/>
                </a:ext>
              </a:extLst>
            </p:cNvPr>
            <p:cNvSpPr/>
            <p:nvPr/>
          </p:nvSpPr>
          <p:spPr>
            <a:xfrm rot="5400000">
              <a:off x="9376851" y="395122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19F49EFF-1296-2AC4-2D16-566808C09DE3}"/>
                </a:ext>
              </a:extLst>
            </p:cNvPr>
            <p:cNvGrpSpPr/>
            <p:nvPr/>
          </p:nvGrpSpPr>
          <p:grpSpPr>
            <a:xfrm>
              <a:off x="9307929" y="3797098"/>
              <a:ext cx="98814" cy="540184"/>
              <a:chOff x="485451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2" name="타원 431">
                <a:extLst>
                  <a:ext uri="{FF2B5EF4-FFF2-40B4-BE49-F238E27FC236}">
                    <a16:creationId xmlns:a16="http://schemas.microsoft.com/office/drawing/2014/main" id="{5497FA79-825E-A979-C367-4DB7DC705938}"/>
                  </a:ext>
                </a:extLst>
              </p:cNvPr>
              <p:cNvSpPr/>
              <p:nvPr/>
            </p:nvSpPr>
            <p:spPr>
              <a:xfrm>
                <a:off x="485451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타원 432">
                <a:extLst>
                  <a:ext uri="{FF2B5EF4-FFF2-40B4-BE49-F238E27FC236}">
                    <a16:creationId xmlns:a16="http://schemas.microsoft.com/office/drawing/2014/main" id="{33235E85-EE0C-7D69-DF3D-D68721117583}"/>
                  </a:ext>
                </a:extLst>
              </p:cNvPr>
              <p:cNvSpPr/>
              <p:nvPr/>
            </p:nvSpPr>
            <p:spPr>
              <a:xfrm>
                <a:off x="485494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2508570-4952-F22D-F40C-8F4BC983F0E4}"/>
              </a:ext>
            </a:extLst>
          </p:cNvPr>
          <p:cNvSpPr/>
          <p:nvPr/>
        </p:nvSpPr>
        <p:spPr>
          <a:xfrm flipV="1">
            <a:off x="7509933" y="2958180"/>
            <a:ext cx="98384" cy="473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64F3A12B-C5F8-2273-59F6-204C0BE71941}"/>
              </a:ext>
            </a:extLst>
          </p:cNvPr>
          <p:cNvSpPr/>
          <p:nvPr/>
        </p:nvSpPr>
        <p:spPr>
          <a:xfrm flipV="1">
            <a:off x="10262356" y="2865268"/>
            <a:ext cx="98384" cy="5637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AD404A4F-DB05-15C6-ABAD-C3D8093EF671}"/>
              </a:ext>
            </a:extLst>
          </p:cNvPr>
          <p:cNvGrpSpPr/>
          <p:nvPr/>
        </p:nvGrpSpPr>
        <p:grpSpPr>
          <a:xfrm rot="5400000">
            <a:off x="9641950" y="3507548"/>
            <a:ext cx="98828" cy="511609"/>
            <a:chOff x="4737834" y="4900127"/>
            <a:chExt cx="98828" cy="511609"/>
          </a:xfrm>
        </p:grpSpPr>
        <p:sp>
          <p:nvSpPr>
            <p:cNvPr id="439" name="타원 438">
              <a:extLst>
                <a:ext uri="{FF2B5EF4-FFF2-40B4-BE49-F238E27FC236}">
                  <a16:creationId xmlns:a16="http://schemas.microsoft.com/office/drawing/2014/main" id="{D27968B1-FE0C-065A-8482-1157937A632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0" name="타원 439">
              <a:extLst>
                <a:ext uri="{FF2B5EF4-FFF2-40B4-BE49-F238E27FC236}">
                  <a16:creationId xmlns:a16="http://schemas.microsoft.com/office/drawing/2014/main" id="{28A3BD06-99D8-03D6-91B8-3141677C2086}"/>
                </a:ext>
              </a:extLst>
            </p:cNvPr>
            <p:cNvSpPr/>
            <p:nvPr/>
          </p:nvSpPr>
          <p:spPr>
            <a:xfrm>
              <a:off x="4738277" y="5313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BDA4EF82-8507-B09D-7095-5EB5ACF58266}"/>
              </a:ext>
            </a:extLst>
          </p:cNvPr>
          <p:cNvSpPr/>
          <p:nvPr/>
        </p:nvSpPr>
        <p:spPr>
          <a:xfrm flipV="1">
            <a:off x="10824243" y="3385185"/>
            <a:ext cx="98385" cy="4700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BCEC2BA5-2E31-877D-C0EA-EAB74A1BD51E}"/>
              </a:ext>
            </a:extLst>
          </p:cNvPr>
          <p:cNvSpPr txBox="1"/>
          <p:nvPr/>
        </p:nvSpPr>
        <p:spPr>
          <a:xfrm>
            <a:off x="8260901" y="53375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43" name="직선 화살표 연결선 442">
            <a:extLst>
              <a:ext uri="{FF2B5EF4-FFF2-40B4-BE49-F238E27FC236}">
                <a16:creationId xmlns:a16="http://schemas.microsoft.com/office/drawing/2014/main" id="{C5225748-09B3-B1C7-9952-C2FB6A3F251D}"/>
              </a:ext>
            </a:extLst>
          </p:cNvPr>
          <p:cNvCxnSpPr>
            <a:cxnSpLocks/>
            <a:stCxn id="442" idx="0"/>
            <a:endCxn id="401" idx="2"/>
          </p:cNvCxnSpPr>
          <p:nvPr/>
        </p:nvCxnSpPr>
        <p:spPr>
          <a:xfrm flipH="1" flipV="1">
            <a:off x="8356656" y="4708613"/>
            <a:ext cx="1126695" cy="628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0998AA25-FB40-2BC3-ADAB-FF6872A0CC0C}"/>
              </a:ext>
            </a:extLst>
          </p:cNvPr>
          <p:cNvGrpSpPr/>
          <p:nvPr/>
        </p:nvGrpSpPr>
        <p:grpSpPr>
          <a:xfrm>
            <a:off x="7678622" y="3857920"/>
            <a:ext cx="101272" cy="821642"/>
            <a:chOff x="4735453" y="5409718"/>
            <a:chExt cx="101272" cy="821642"/>
          </a:xfrm>
        </p:grpSpPr>
        <p:sp>
          <p:nvSpPr>
            <p:cNvPr id="446" name="타원 445">
              <a:extLst>
                <a:ext uri="{FF2B5EF4-FFF2-40B4-BE49-F238E27FC236}">
                  <a16:creationId xmlns:a16="http://schemas.microsoft.com/office/drawing/2014/main" id="{41A00EE0-9262-1046-E9BD-8A1626998D38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7" name="타원 446">
              <a:extLst>
                <a:ext uri="{FF2B5EF4-FFF2-40B4-BE49-F238E27FC236}">
                  <a16:creationId xmlns:a16="http://schemas.microsoft.com/office/drawing/2014/main" id="{71B5BDB6-234D-6746-3529-EBA8A4421E3F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8" name="타원 447">
              <a:extLst>
                <a:ext uri="{FF2B5EF4-FFF2-40B4-BE49-F238E27FC236}">
                  <a16:creationId xmlns:a16="http://schemas.microsoft.com/office/drawing/2014/main" id="{60B05A13-B885-F4F7-32E3-C77F7E3C782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43A6C9-AB84-D473-A2BD-55A695CE85C9}"/>
              </a:ext>
            </a:extLst>
          </p:cNvPr>
          <p:cNvSpPr txBox="1"/>
          <p:nvPr/>
        </p:nvSpPr>
        <p:spPr>
          <a:xfrm>
            <a:off x="4390357" y="94415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285267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8C7C-E7D2-C670-2681-4F3BF031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평면도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805E649-D78C-34B6-44F3-58D7EE6699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195" b="22547"/>
          <a:stretch/>
        </p:blipFill>
        <p:spPr>
          <a:xfrm>
            <a:off x="1318564" y="1733739"/>
            <a:ext cx="9898904" cy="4006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0E9D121C-7E87-6E4D-6D2E-D4C5DD20DF6D}"/>
                  </a:ext>
                </a:extLst>
              </p:cNvPr>
              <p:cNvSpPr txBox="1"/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𝟏𝟑𝟕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0E9D121C-7E87-6E4D-6D2E-D4C5DD20D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10009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TextBox 396">
            <a:extLst>
              <a:ext uri="{FF2B5EF4-FFF2-40B4-BE49-F238E27FC236}">
                <a16:creationId xmlns:a16="http://schemas.microsoft.com/office/drawing/2014/main" id="{3C89A01F-47D4-5382-B36A-58B9669D36E8}"/>
              </a:ext>
            </a:extLst>
          </p:cNvPr>
          <p:cNvSpPr txBox="1"/>
          <p:nvPr/>
        </p:nvSpPr>
        <p:spPr>
          <a:xfrm>
            <a:off x="2110930" y="35626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137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7D6894EA-21D6-3518-0977-F2235DE994C9}"/>
              </a:ext>
            </a:extLst>
          </p:cNvPr>
          <p:cNvSpPr/>
          <p:nvPr/>
        </p:nvSpPr>
        <p:spPr>
          <a:xfrm>
            <a:off x="7110571" y="4489944"/>
            <a:ext cx="46214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A7745BC-15FE-A4D8-3FD0-B66AE3445D27}"/>
              </a:ext>
            </a:extLst>
          </p:cNvPr>
          <p:cNvSpPr txBox="1"/>
          <p:nvPr/>
        </p:nvSpPr>
        <p:spPr>
          <a:xfrm>
            <a:off x="6363547" y="361040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F933479B-EAA6-F792-BC6A-033B93615C9B}"/>
              </a:ext>
            </a:extLst>
          </p:cNvPr>
          <p:cNvSpPr/>
          <p:nvPr/>
        </p:nvSpPr>
        <p:spPr>
          <a:xfrm rot="5400000">
            <a:off x="8331411" y="4348028"/>
            <a:ext cx="102820" cy="11746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1" name="사각형: 둥근 모서리 400">
            <a:extLst>
              <a:ext uri="{FF2B5EF4-FFF2-40B4-BE49-F238E27FC236}">
                <a16:creationId xmlns:a16="http://schemas.microsoft.com/office/drawing/2014/main" id="{DD0E10BD-4FBB-71A2-9AA6-A8CD83E303C1}"/>
              </a:ext>
            </a:extLst>
          </p:cNvPr>
          <p:cNvSpPr/>
          <p:nvPr/>
        </p:nvSpPr>
        <p:spPr>
          <a:xfrm>
            <a:off x="7899257" y="3751321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43B37111-5B37-8E52-96DF-AB756BBED2E5}"/>
              </a:ext>
            </a:extLst>
          </p:cNvPr>
          <p:cNvSpPr/>
          <p:nvPr/>
        </p:nvSpPr>
        <p:spPr>
          <a:xfrm>
            <a:off x="8024954" y="3868331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8DDD2D1-EDE9-24B0-FB7D-904FDA4DFCEB}"/>
              </a:ext>
            </a:extLst>
          </p:cNvPr>
          <p:cNvSpPr txBox="1"/>
          <p:nvPr/>
        </p:nvSpPr>
        <p:spPr>
          <a:xfrm>
            <a:off x="7579403" y="349715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D51128C4-0918-A53D-4E9C-D2717035998A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AAA56177-6A90-8305-F160-6ECF4E98D314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161627EF-16D1-6E2D-EB33-55A5806EEA02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410" name="타원 409">
                  <a:extLst>
                    <a:ext uri="{FF2B5EF4-FFF2-40B4-BE49-F238E27FC236}">
                      <a16:creationId xmlns:a16="http://schemas.microsoft.com/office/drawing/2014/main" id="{5036C049-DD69-CD97-7D9E-A12FFB0CA4EA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1" name="타원 410">
                  <a:extLst>
                    <a:ext uri="{FF2B5EF4-FFF2-40B4-BE49-F238E27FC236}">
                      <a16:creationId xmlns:a16="http://schemas.microsoft.com/office/drawing/2014/main" id="{E0E71668-8D73-6324-0EB1-893406A26A62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2" name="타원 411">
                  <a:extLst>
                    <a:ext uri="{FF2B5EF4-FFF2-40B4-BE49-F238E27FC236}">
                      <a16:creationId xmlns:a16="http://schemas.microsoft.com/office/drawing/2014/main" id="{4C02E0B9-74C8-E514-8367-572587F962C0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3" name="TextBox 412">
                  <a:extLst>
                    <a:ext uri="{FF2B5EF4-FFF2-40B4-BE49-F238E27FC236}">
                      <a16:creationId xmlns:a16="http://schemas.microsoft.com/office/drawing/2014/main" id="{4E7818A9-BB3D-E66D-68CC-BD54A61122FE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6C614B35-B922-EC4D-B2DD-5143271086AB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09" name="직사각형 408">
                <a:extLst>
                  <a:ext uri="{FF2B5EF4-FFF2-40B4-BE49-F238E27FC236}">
                    <a16:creationId xmlns:a16="http://schemas.microsoft.com/office/drawing/2014/main" id="{A6199AE0-07F4-0BF3-C2E4-49BACC5DB0EA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E833E553-6E4B-ADD6-0BA9-CF7BA26E162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414" name="TextBox 413">
            <a:extLst>
              <a:ext uri="{FF2B5EF4-FFF2-40B4-BE49-F238E27FC236}">
                <a16:creationId xmlns:a16="http://schemas.microsoft.com/office/drawing/2014/main" id="{4618CB5D-4BBA-EAA1-8AD9-EF7ACD80CA54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1E75B27D-8582-FE08-BB2F-077A1C278200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416" name="별: 꼭짓점 4개 415">
            <a:extLst>
              <a:ext uri="{FF2B5EF4-FFF2-40B4-BE49-F238E27FC236}">
                <a16:creationId xmlns:a16="http://schemas.microsoft.com/office/drawing/2014/main" id="{0EDD10F0-32E7-8AFE-8638-7FACA53C05DA}"/>
              </a:ext>
            </a:extLst>
          </p:cNvPr>
          <p:cNvSpPr/>
          <p:nvPr/>
        </p:nvSpPr>
        <p:spPr>
          <a:xfrm>
            <a:off x="8158580" y="4005563"/>
            <a:ext cx="411630" cy="42797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48FDB854-D71A-07F8-F493-1CF408934B8D}"/>
              </a:ext>
            </a:extLst>
          </p:cNvPr>
          <p:cNvGrpSpPr/>
          <p:nvPr/>
        </p:nvGrpSpPr>
        <p:grpSpPr>
          <a:xfrm>
            <a:off x="8917583" y="3856865"/>
            <a:ext cx="101272" cy="821642"/>
            <a:chOff x="4735453" y="5409718"/>
            <a:chExt cx="101272" cy="821642"/>
          </a:xfrm>
        </p:grpSpPr>
        <p:sp>
          <p:nvSpPr>
            <p:cNvPr id="418" name="타원 417">
              <a:extLst>
                <a:ext uri="{FF2B5EF4-FFF2-40B4-BE49-F238E27FC236}">
                  <a16:creationId xmlns:a16="http://schemas.microsoft.com/office/drawing/2014/main" id="{06C309E7-9998-59F3-D940-CA33426CF315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9" name="타원 418">
              <a:extLst>
                <a:ext uri="{FF2B5EF4-FFF2-40B4-BE49-F238E27FC236}">
                  <a16:creationId xmlns:a16="http://schemas.microsoft.com/office/drawing/2014/main" id="{4A4A41E6-E679-7342-D121-0CE8E1503A6D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0" name="타원 419">
              <a:extLst>
                <a:ext uri="{FF2B5EF4-FFF2-40B4-BE49-F238E27FC236}">
                  <a16:creationId xmlns:a16="http://schemas.microsoft.com/office/drawing/2014/main" id="{67542154-B46A-17BA-F0C8-7D4DA863290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253AB971-50B8-805A-2551-1BD1F1AEDE3C}"/>
              </a:ext>
            </a:extLst>
          </p:cNvPr>
          <p:cNvGrpSpPr/>
          <p:nvPr/>
        </p:nvGrpSpPr>
        <p:grpSpPr>
          <a:xfrm>
            <a:off x="7481018" y="3855240"/>
            <a:ext cx="98814" cy="471125"/>
            <a:chOff x="4737834" y="5140636"/>
            <a:chExt cx="98814" cy="471125"/>
          </a:xfrm>
          <a:solidFill>
            <a:srgbClr val="00B0F0"/>
          </a:solidFill>
        </p:grpSpPr>
        <p:sp>
          <p:nvSpPr>
            <p:cNvPr id="426" name="타원 425">
              <a:extLst>
                <a:ext uri="{FF2B5EF4-FFF2-40B4-BE49-F238E27FC236}">
                  <a16:creationId xmlns:a16="http://schemas.microsoft.com/office/drawing/2014/main" id="{5399451C-5B35-8805-4B15-7AD58630ACC5}"/>
                </a:ext>
              </a:extLst>
            </p:cNvPr>
            <p:cNvSpPr/>
            <p:nvPr/>
          </p:nvSpPr>
          <p:spPr>
            <a:xfrm>
              <a:off x="4737834" y="514063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7" name="타원 426">
              <a:extLst>
                <a:ext uri="{FF2B5EF4-FFF2-40B4-BE49-F238E27FC236}">
                  <a16:creationId xmlns:a16="http://schemas.microsoft.com/office/drawing/2014/main" id="{885E1433-4C16-03E7-1FC3-462F8EFD327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8" name="그룹 427">
            <a:extLst>
              <a:ext uri="{FF2B5EF4-FFF2-40B4-BE49-F238E27FC236}">
                <a16:creationId xmlns:a16="http://schemas.microsoft.com/office/drawing/2014/main" id="{8EB7398B-B42F-7FE0-C035-13C4383DB371}"/>
              </a:ext>
            </a:extLst>
          </p:cNvPr>
          <p:cNvGrpSpPr/>
          <p:nvPr/>
        </p:nvGrpSpPr>
        <p:grpSpPr>
          <a:xfrm>
            <a:off x="9888873" y="2900295"/>
            <a:ext cx="351330" cy="542991"/>
            <a:chOff x="9307929" y="3797098"/>
            <a:chExt cx="351330" cy="542991"/>
          </a:xfrm>
          <a:solidFill>
            <a:srgbClr val="CC0000"/>
          </a:solidFill>
        </p:grpSpPr>
        <p:grpSp>
          <p:nvGrpSpPr>
            <p:cNvPr id="429" name="그룹 428">
              <a:extLst>
                <a:ext uri="{FF2B5EF4-FFF2-40B4-BE49-F238E27FC236}">
                  <a16:creationId xmlns:a16="http://schemas.microsoft.com/office/drawing/2014/main" id="{CE005845-F419-6F03-1A0B-10D044A8A33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4" name="타원 433">
                <a:extLst>
                  <a:ext uri="{FF2B5EF4-FFF2-40B4-BE49-F238E27FC236}">
                    <a16:creationId xmlns:a16="http://schemas.microsoft.com/office/drawing/2014/main" id="{33353C48-1438-7CF7-8E36-71EC1A10236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5" name="타원 434">
                <a:extLst>
                  <a:ext uri="{FF2B5EF4-FFF2-40B4-BE49-F238E27FC236}">
                    <a16:creationId xmlns:a16="http://schemas.microsoft.com/office/drawing/2014/main" id="{33A47BF6-4072-9A41-3D7F-F455ECC6986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0" name="별: 꼭짓점 7개 429">
              <a:extLst>
                <a:ext uri="{FF2B5EF4-FFF2-40B4-BE49-F238E27FC236}">
                  <a16:creationId xmlns:a16="http://schemas.microsoft.com/office/drawing/2014/main" id="{BB48932C-C9DE-9DC0-11E3-459BAD63FFDC}"/>
                </a:ext>
              </a:extLst>
            </p:cNvPr>
            <p:cNvSpPr/>
            <p:nvPr/>
          </p:nvSpPr>
          <p:spPr>
            <a:xfrm rot="5400000">
              <a:off x="9376851" y="395122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790A2652-BC80-EE5E-8467-F3A3707D98D7}"/>
                </a:ext>
              </a:extLst>
            </p:cNvPr>
            <p:cNvGrpSpPr/>
            <p:nvPr/>
          </p:nvGrpSpPr>
          <p:grpSpPr>
            <a:xfrm>
              <a:off x="9307929" y="3797098"/>
              <a:ext cx="98814" cy="540184"/>
              <a:chOff x="485451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2" name="타원 431">
                <a:extLst>
                  <a:ext uri="{FF2B5EF4-FFF2-40B4-BE49-F238E27FC236}">
                    <a16:creationId xmlns:a16="http://schemas.microsoft.com/office/drawing/2014/main" id="{70DC665A-DC09-195F-F5D6-41C2189634F6}"/>
                  </a:ext>
                </a:extLst>
              </p:cNvPr>
              <p:cNvSpPr/>
              <p:nvPr/>
            </p:nvSpPr>
            <p:spPr>
              <a:xfrm>
                <a:off x="485451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타원 432">
                <a:extLst>
                  <a:ext uri="{FF2B5EF4-FFF2-40B4-BE49-F238E27FC236}">
                    <a16:creationId xmlns:a16="http://schemas.microsoft.com/office/drawing/2014/main" id="{466D50A3-B578-5309-84CA-26E673983056}"/>
                  </a:ext>
                </a:extLst>
              </p:cNvPr>
              <p:cNvSpPr/>
              <p:nvPr/>
            </p:nvSpPr>
            <p:spPr>
              <a:xfrm>
                <a:off x="485494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814679D-C0FD-068A-9B4B-2F7B8D56F61E}"/>
              </a:ext>
            </a:extLst>
          </p:cNvPr>
          <p:cNvSpPr/>
          <p:nvPr/>
        </p:nvSpPr>
        <p:spPr>
          <a:xfrm flipV="1">
            <a:off x="7509933" y="2958180"/>
            <a:ext cx="98384" cy="4739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A0FD293C-EE53-CCC8-CB00-C26DAC6B0E7C}"/>
              </a:ext>
            </a:extLst>
          </p:cNvPr>
          <p:cNvSpPr/>
          <p:nvPr/>
        </p:nvSpPr>
        <p:spPr>
          <a:xfrm flipV="1">
            <a:off x="10262356" y="2865268"/>
            <a:ext cx="98384" cy="5637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2343BA24-8AC2-314F-AC57-D013C786836A}"/>
              </a:ext>
            </a:extLst>
          </p:cNvPr>
          <p:cNvGrpSpPr/>
          <p:nvPr/>
        </p:nvGrpSpPr>
        <p:grpSpPr>
          <a:xfrm rot="5400000">
            <a:off x="9641950" y="3507548"/>
            <a:ext cx="98828" cy="511609"/>
            <a:chOff x="4737834" y="4900127"/>
            <a:chExt cx="98828" cy="511609"/>
          </a:xfrm>
        </p:grpSpPr>
        <p:sp>
          <p:nvSpPr>
            <p:cNvPr id="439" name="타원 438">
              <a:extLst>
                <a:ext uri="{FF2B5EF4-FFF2-40B4-BE49-F238E27FC236}">
                  <a16:creationId xmlns:a16="http://schemas.microsoft.com/office/drawing/2014/main" id="{8628196B-6967-EF38-BF58-6FB318D4C6D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0" name="타원 439">
              <a:extLst>
                <a:ext uri="{FF2B5EF4-FFF2-40B4-BE49-F238E27FC236}">
                  <a16:creationId xmlns:a16="http://schemas.microsoft.com/office/drawing/2014/main" id="{170944D4-744D-9BFE-6F5A-94FD2CBC41AB}"/>
                </a:ext>
              </a:extLst>
            </p:cNvPr>
            <p:cNvSpPr/>
            <p:nvPr/>
          </p:nvSpPr>
          <p:spPr>
            <a:xfrm>
              <a:off x="4738277" y="5313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FE814D59-5398-33A3-6FB9-FAF4253B5C45}"/>
              </a:ext>
            </a:extLst>
          </p:cNvPr>
          <p:cNvSpPr/>
          <p:nvPr/>
        </p:nvSpPr>
        <p:spPr>
          <a:xfrm flipV="1">
            <a:off x="10824243" y="3385185"/>
            <a:ext cx="98385" cy="4700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7873ACD4-F714-1407-8D18-D37FC93F3AA7}"/>
              </a:ext>
            </a:extLst>
          </p:cNvPr>
          <p:cNvSpPr txBox="1"/>
          <p:nvPr/>
        </p:nvSpPr>
        <p:spPr>
          <a:xfrm>
            <a:off x="8260901" y="53375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43" name="직선 화살표 연결선 442">
            <a:extLst>
              <a:ext uri="{FF2B5EF4-FFF2-40B4-BE49-F238E27FC236}">
                <a16:creationId xmlns:a16="http://schemas.microsoft.com/office/drawing/2014/main" id="{5D67A279-47C6-D2EA-C858-CBF081089B97}"/>
              </a:ext>
            </a:extLst>
          </p:cNvPr>
          <p:cNvCxnSpPr>
            <a:cxnSpLocks/>
            <a:stCxn id="442" idx="0"/>
            <a:endCxn id="401" idx="2"/>
          </p:cNvCxnSpPr>
          <p:nvPr/>
        </p:nvCxnSpPr>
        <p:spPr>
          <a:xfrm flipH="1" flipV="1">
            <a:off x="8356656" y="4708613"/>
            <a:ext cx="1126695" cy="628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TextBox 443">
            <a:extLst>
              <a:ext uri="{FF2B5EF4-FFF2-40B4-BE49-F238E27FC236}">
                <a16:creationId xmlns:a16="http://schemas.microsoft.com/office/drawing/2014/main" id="{7A8D9EBF-02D5-E49D-47B1-541F8F47320E}"/>
              </a:ext>
            </a:extLst>
          </p:cNvPr>
          <p:cNvSpPr txBox="1"/>
          <p:nvPr/>
        </p:nvSpPr>
        <p:spPr>
          <a:xfrm>
            <a:off x="6363547" y="5248603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37852038-4EAA-A88D-ACC1-6077BFBB1C63}"/>
              </a:ext>
            </a:extLst>
          </p:cNvPr>
          <p:cNvGrpSpPr/>
          <p:nvPr/>
        </p:nvGrpSpPr>
        <p:grpSpPr>
          <a:xfrm>
            <a:off x="7678622" y="3857920"/>
            <a:ext cx="101272" cy="821642"/>
            <a:chOff x="4735453" y="5409718"/>
            <a:chExt cx="101272" cy="821642"/>
          </a:xfrm>
        </p:grpSpPr>
        <p:sp>
          <p:nvSpPr>
            <p:cNvPr id="446" name="타원 445">
              <a:extLst>
                <a:ext uri="{FF2B5EF4-FFF2-40B4-BE49-F238E27FC236}">
                  <a16:creationId xmlns:a16="http://schemas.microsoft.com/office/drawing/2014/main" id="{FFED71CC-DCB7-6FE4-6206-05A03DDBC5EA}"/>
                </a:ext>
              </a:extLst>
            </p:cNvPr>
            <p:cNvSpPr/>
            <p:nvPr/>
          </p:nvSpPr>
          <p:spPr>
            <a:xfrm>
              <a:off x="4737834" y="54097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7" name="타원 446">
              <a:extLst>
                <a:ext uri="{FF2B5EF4-FFF2-40B4-BE49-F238E27FC236}">
                  <a16:creationId xmlns:a16="http://schemas.microsoft.com/office/drawing/2014/main" id="{F8DE77C1-BC07-28BC-B6F6-C60BC76D8659}"/>
                </a:ext>
              </a:extLst>
            </p:cNvPr>
            <p:cNvSpPr/>
            <p:nvPr/>
          </p:nvSpPr>
          <p:spPr>
            <a:xfrm>
              <a:off x="4735453" y="57724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8" name="타원 447">
              <a:extLst>
                <a:ext uri="{FF2B5EF4-FFF2-40B4-BE49-F238E27FC236}">
                  <a16:creationId xmlns:a16="http://schemas.microsoft.com/office/drawing/2014/main" id="{ABDC71D4-CEF0-F4A9-616F-6A92E35D3BB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B3A4F21-F9BA-C02A-FE85-D0C3BBE853C9}"/>
              </a:ext>
            </a:extLst>
          </p:cNvPr>
          <p:cNvSpPr txBox="1"/>
          <p:nvPr/>
        </p:nvSpPr>
        <p:spPr>
          <a:xfrm>
            <a:off x="3814121" y="968259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728998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B6E3-529F-BDC1-FB1D-5B56DAB4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디자인이(가) 표시된 사진&#10;&#10;자동 생성된 설명">
            <a:extLst>
              <a:ext uri="{FF2B5EF4-FFF2-40B4-BE49-F238E27FC236}">
                <a16:creationId xmlns:a16="http://schemas.microsoft.com/office/drawing/2014/main" id="{15D36BEB-7E06-5ED1-34B3-59EEC267A3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627" y="439093"/>
            <a:ext cx="8164746" cy="5979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5CEE47-9F1F-0CE1-0CC8-2CBEC126485E}"/>
                  </a:ext>
                </a:extLst>
              </p:cNvPr>
              <p:cNvSpPr txBox="1"/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5CEE47-9F1F-0CE1-0CC8-2CBEC1264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CC0784CE-2A6D-29C4-EA55-3D9DC9F257F5}"/>
              </a:ext>
            </a:extLst>
          </p:cNvPr>
          <p:cNvSpPr txBox="1"/>
          <p:nvPr/>
        </p:nvSpPr>
        <p:spPr>
          <a:xfrm>
            <a:off x="2110930" y="7033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140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94BA07D-8ACA-9C31-F410-5F449B4A8797}"/>
              </a:ext>
            </a:extLst>
          </p:cNvPr>
          <p:cNvSpPr/>
          <p:nvPr/>
        </p:nvSpPr>
        <p:spPr>
          <a:xfrm rot="5400000">
            <a:off x="7570177" y="4859932"/>
            <a:ext cx="102820" cy="1301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EFC2AD3-9133-5F86-9AAE-178998273C47}"/>
              </a:ext>
            </a:extLst>
          </p:cNvPr>
          <p:cNvSpPr/>
          <p:nvPr/>
        </p:nvSpPr>
        <p:spPr>
          <a:xfrm>
            <a:off x="7171151" y="4418022"/>
            <a:ext cx="914798" cy="92069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97F50051-FE61-52A0-CA8C-CDCB53E471A9}"/>
              </a:ext>
            </a:extLst>
          </p:cNvPr>
          <p:cNvSpPr/>
          <p:nvPr/>
        </p:nvSpPr>
        <p:spPr>
          <a:xfrm>
            <a:off x="7296848" y="4530660"/>
            <a:ext cx="670456" cy="700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7C63D67-8EA9-B694-3124-16F9C987553D}"/>
              </a:ext>
            </a:extLst>
          </p:cNvPr>
          <p:cNvSpPr txBox="1"/>
          <p:nvPr/>
        </p:nvSpPr>
        <p:spPr>
          <a:xfrm>
            <a:off x="6697907" y="406096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4E2D19E-22C4-847F-2AE4-37E26DEAB4E3}"/>
              </a:ext>
            </a:extLst>
          </p:cNvPr>
          <p:cNvSpPr txBox="1"/>
          <p:nvPr/>
        </p:nvSpPr>
        <p:spPr>
          <a:xfrm>
            <a:off x="-1458" y="664144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C12C895-7043-8673-C256-F47EDD8FCE8D}"/>
              </a:ext>
            </a:extLst>
          </p:cNvPr>
          <p:cNvSpPr txBox="1"/>
          <p:nvPr/>
        </p:nvSpPr>
        <p:spPr>
          <a:xfrm>
            <a:off x="-2156" y="982789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5B0C7FA-4DFB-D1EA-684B-E9A01A2D885A}"/>
              </a:ext>
            </a:extLst>
          </p:cNvPr>
          <p:cNvGrpSpPr/>
          <p:nvPr/>
        </p:nvGrpSpPr>
        <p:grpSpPr>
          <a:xfrm>
            <a:off x="6772460" y="4409358"/>
            <a:ext cx="98891" cy="950233"/>
            <a:chOff x="4737834" y="5281127"/>
            <a:chExt cx="98891" cy="950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E7F9FDC6-3B8F-5C02-6CD3-64CFD807FACA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1F6D8C3D-5640-4C1F-0DE7-FD3C80553777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10BC205-3BA7-CFAA-4151-A74B1393F2F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219B3D9-FD6E-9582-33C1-2EB5DDD71275}"/>
              </a:ext>
            </a:extLst>
          </p:cNvPr>
          <p:cNvSpPr/>
          <p:nvPr/>
        </p:nvSpPr>
        <p:spPr>
          <a:xfrm rot="16200000" flipV="1">
            <a:off x="5146452" y="3190448"/>
            <a:ext cx="98384" cy="424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599B28B-71F8-E77D-CC9B-498A2842CA50}"/>
              </a:ext>
            </a:extLst>
          </p:cNvPr>
          <p:cNvSpPr/>
          <p:nvPr/>
        </p:nvSpPr>
        <p:spPr>
          <a:xfrm flipV="1">
            <a:off x="5764104" y="3252787"/>
            <a:ext cx="98384" cy="6457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4EA2B49-C72E-2EFF-CEBE-3BF0774AAB7F}"/>
              </a:ext>
            </a:extLst>
          </p:cNvPr>
          <p:cNvGrpSpPr/>
          <p:nvPr/>
        </p:nvGrpSpPr>
        <p:grpSpPr>
          <a:xfrm rot="5400000">
            <a:off x="6772245" y="3669802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B1B90080-52D7-FBDC-9860-54D55FCDFC1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79017624-8EC4-808B-6D50-6D9A64E6E59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E7F710B-1329-6048-4D4F-1D52B8D50A4A}"/>
              </a:ext>
            </a:extLst>
          </p:cNvPr>
          <p:cNvSpPr/>
          <p:nvPr/>
        </p:nvSpPr>
        <p:spPr>
          <a:xfrm flipV="1">
            <a:off x="8727839" y="3371849"/>
            <a:ext cx="98385" cy="5129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1028BC1-694C-CCA6-F81B-9E991875678D}"/>
              </a:ext>
            </a:extLst>
          </p:cNvPr>
          <p:cNvSpPr txBox="1"/>
          <p:nvPr/>
        </p:nvSpPr>
        <p:spPr>
          <a:xfrm>
            <a:off x="7272356" y="57537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9098538A-BAAF-0491-407E-94774C87BC56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628550" y="5338712"/>
            <a:ext cx="866256" cy="415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B144F900-9D74-1CFB-2995-168BF9ACBBE4}"/>
              </a:ext>
            </a:extLst>
          </p:cNvPr>
          <p:cNvGrpSpPr/>
          <p:nvPr/>
        </p:nvGrpSpPr>
        <p:grpSpPr>
          <a:xfrm>
            <a:off x="8381954" y="4409358"/>
            <a:ext cx="98891" cy="950233"/>
            <a:chOff x="4737834" y="5281127"/>
            <a:chExt cx="98891" cy="950233"/>
          </a:xfrm>
        </p:grpSpPr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B8941E9B-FC00-89EF-69E2-6F79CFF73022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9C21A131-3B74-706A-417D-37D3353CA51C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C5F726DC-DD34-BBE9-ABB4-FE17C7AFD67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B983B7D0-22C1-6AAB-6543-FA53223CB1CE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F4377691-3E7B-404E-EF7F-43AFD390044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8549CD20-CFFE-BA91-DDCF-83FCCE182ED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A2F5E5BA-A4AC-B1D7-59C2-084FB58A6D84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FA52DD7-3314-E7BF-6AD3-62D7FBDEFCE6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377FBBA9-8755-0893-118B-A1B229B91B5B}"/>
              </a:ext>
            </a:extLst>
          </p:cNvPr>
          <p:cNvSpPr txBox="1"/>
          <p:nvPr/>
        </p:nvSpPr>
        <p:spPr>
          <a:xfrm>
            <a:off x="-7452" y="1491134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955F8-3E7E-CD07-4F65-922A5C6CEA79}"/>
              </a:ext>
            </a:extLst>
          </p:cNvPr>
          <p:cNvSpPr txBox="1"/>
          <p:nvPr/>
        </p:nvSpPr>
        <p:spPr>
          <a:xfrm>
            <a:off x="4798482" y="1122093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19754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1E3D-6BC5-36AE-5742-23929B6E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디자인이(가) 표시된 사진&#10;&#10;자동 생성된 설명">
            <a:extLst>
              <a:ext uri="{FF2B5EF4-FFF2-40B4-BE49-F238E27FC236}">
                <a16:creationId xmlns:a16="http://schemas.microsoft.com/office/drawing/2014/main" id="{0184C676-7D4C-A8B2-1A63-0C323E513C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627" y="439093"/>
            <a:ext cx="8164746" cy="5979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12B0780-628B-CF30-D763-8DF964111B0F}"/>
                  </a:ext>
                </a:extLst>
              </p:cNvPr>
              <p:cNvSpPr txBox="1"/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12B0780-628B-CF30-D763-8DF96411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AB6A4760-1769-F99E-152F-263D71C2EBB7}"/>
              </a:ext>
            </a:extLst>
          </p:cNvPr>
          <p:cNvSpPr txBox="1"/>
          <p:nvPr/>
        </p:nvSpPr>
        <p:spPr>
          <a:xfrm>
            <a:off x="2110930" y="7033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140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53CA12C-A342-FC1D-3F06-B345735C7E79}"/>
              </a:ext>
            </a:extLst>
          </p:cNvPr>
          <p:cNvSpPr/>
          <p:nvPr/>
        </p:nvSpPr>
        <p:spPr>
          <a:xfrm>
            <a:off x="8619387" y="5006922"/>
            <a:ext cx="7008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AB0B0E-91ED-61DB-D0D2-F110D898B085}"/>
              </a:ext>
            </a:extLst>
          </p:cNvPr>
          <p:cNvSpPr txBox="1"/>
          <p:nvPr/>
        </p:nvSpPr>
        <p:spPr>
          <a:xfrm>
            <a:off x="8608460" y="455548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2FF0817-BFCB-B94C-5BDB-0C470128ECC9}"/>
              </a:ext>
            </a:extLst>
          </p:cNvPr>
          <p:cNvSpPr/>
          <p:nvPr/>
        </p:nvSpPr>
        <p:spPr>
          <a:xfrm rot="5400000">
            <a:off x="7570177" y="4859932"/>
            <a:ext cx="102820" cy="1301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E3F2C3FF-0159-D882-CC4D-E62E56E803E0}"/>
              </a:ext>
            </a:extLst>
          </p:cNvPr>
          <p:cNvSpPr/>
          <p:nvPr/>
        </p:nvSpPr>
        <p:spPr>
          <a:xfrm>
            <a:off x="7171151" y="4418022"/>
            <a:ext cx="914798" cy="92069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2360CFA7-7BA2-F441-A1CB-26443C525D6D}"/>
              </a:ext>
            </a:extLst>
          </p:cNvPr>
          <p:cNvSpPr/>
          <p:nvPr/>
        </p:nvSpPr>
        <p:spPr>
          <a:xfrm>
            <a:off x="7296848" y="4530660"/>
            <a:ext cx="670456" cy="700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AFC537C-0025-CD8F-7299-68118F87A7DB}"/>
              </a:ext>
            </a:extLst>
          </p:cNvPr>
          <p:cNvSpPr txBox="1"/>
          <p:nvPr/>
        </p:nvSpPr>
        <p:spPr>
          <a:xfrm>
            <a:off x="6697907" y="406096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8A5F085-3204-2BDD-B0D2-1856B5FA03FD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C9DCBDC2-D16F-96F2-87D6-608F0303DA3C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407EE0D9-C34E-D9E9-34E6-EA18A1912130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CBA85A2B-83DB-682B-E26D-49FE864A8AEF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136F0EDA-AC8B-4684-677A-75A388D67A17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7DD72A4C-DCDD-77B9-F2FF-8BDB51B388BE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78BC92B-6E51-5260-42DE-C8BE0757EE02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03633DF-DB0A-21F1-A42F-8C075E4098A8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D1338ACE-27B6-B32A-384E-FD5197419837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CED8EE31-75D0-864A-0648-F85810AE1F73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FC30E76-7ECD-308D-DD1A-F60B6E5DABAF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09A2465-2913-738E-52CF-9206BD3547BF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FFACA2F-241A-A7F1-3FFF-A2F698664A2A}"/>
              </a:ext>
            </a:extLst>
          </p:cNvPr>
          <p:cNvGrpSpPr/>
          <p:nvPr/>
        </p:nvGrpSpPr>
        <p:grpSpPr>
          <a:xfrm>
            <a:off x="6772460" y="4409358"/>
            <a:ext cx="98891" cy="950233"/>
            <a:chOff x="4737834" y="5281127"/>
            <a:chExt cx="98891" cy="950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A5B7690E-41A1-1E27-F0F5-001FD74F28C5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F7770CA6-8DB4-4A66-2148-7C39FC6E9C96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222424A4-3E1B-4E34-B0B8-AA2F7816C81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A54FB07A-8763-B6C1-2983-F2AA6B26D0A6}"/>
              </a:ext>
            </a:extLst>
          </p:cNvPr>
          <p:cNvGrpSpPr/>
          <p:nvPr/>
        </p:nvGrpSpPr>
        <p:grpSpPr>
          <a:xfrm>
            <a:off x="8559053" y="4365587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0207E507-60B8-5E3E-7FE3-CFBB3B55E3B2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56685094-2F80-767D-B87B-DB5B6A11A99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6AB838A-35F4-8A68-CF5A-EFE06632BA4F}"/>
              </a:ext>
            </a:extLst>
          </p:cNvPr>
          <p:cNvGrpSpPr/>
          <p:nvPr/>
        </p:nvGrpSpPr>
        <p:grpSpPr>
          <a:xfrm>
            <a:off x="5885859" y="3313688"/>
            <a:ext cx="432295" cy="542991"/>
            <a:chOff x="9191246" y="3797098"/>
            <a:chExt cx="432295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571CC00-4882-E0AA-82C1-C765E2715748}"/>
                </a:ext>
              </a:extLst>
            </p:cNvPr>
            <p:cNvGrpSpPr/>
            <p:nvPr/>
          </p:nvGrpSpPr>
          <p:grpSpPr>
            <a:xfrm>
              <a:off x="9524727" y="3799905"/>
              <a:ext cx="98814" cy="540184"/>
              <a:chOff x="4638616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D48C8A72-7FDC-B88C-756B-FFF74C0137A2}"/>
                  </a:ext>
                </a:extLst>
              </p:cNvPr>
              <p:cNvSpPr/>
              <p:nvPr/>
            </p:nvSpPr>
            <p:spPr>
              <a:xfrm>
                <a:off x="463861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E5AAFC59-C90A-F660-31FC-0642372A760E}"/>
                  </a:ext>
                </a:extLst>
              </p:cNvPr>
              <p:cNvSpPr/>
              <p:nvPr/>
            </p:nvSpPr>
            <p:spPr>
              <a:xfrm>
                <a:off x="4639045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701A5BE8-B12C-BA9F-E196-7ABB32BFF71B}"/>
                </a:ext>
              </a:extLst>
            </p:cNvPr>
            <p:cNvSpPr/>
            <p:nvPr/>
          </p:nvSpPr>
          <p:spPr>
            <a:xfrm rot="5400000">
              <a:off x="9295888" y="39440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CB49B909-5273-25D5-579E-7EE5C1B4EC5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E49B10FF-DD45-F9E5-DB54-451AB52F320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D1E955B1-8B42-73A4-133C-172E541BB52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12C73FC-5574-AEDA-7863-22E0887B441A}"/>
              </a:ext>
            </a:extLst>
          </p:cNvPr>
          <p:cNvSpPr/>
          <p:nvPr/>
        </p:nvSpPr>
        <p:spPr>
          <a:xfrm rot="16200000" flipV="1">
            <a:off x="5146452" y="3190448"/>
            <a:ext cx="98384" cy="424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4519582C-FE10-2935-761D-378286B7ACF0}"/>
              </a:ext>
            </a:extLst>
          </p:cNvPr>
          <p:cNvSpPr/>
          <p:nvPr/>
        </p:nvSpPr>
        <p:spPr>
          <a:xfrm flipV="1">
            <a:off x="5764104" y="3252787"/>
            <a:ext cx="98384" cy="6457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C3D7857-7548-EF03-DC6C-459A591455D6}"/>
              </a:ext>
            </a:extLst>
          </p:cNvPr>
          <p:cNvGrpSpPr/>
          <p:nvPr/>
        </p:nvGrpSpPr>
        <p:grpSpPr>
          <a:xfrm rot="5400000">
            <a:off x="6772245" y="3669802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AB51F5EA-1A24-3CF8-1AD3-81EE74DE388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C0CA0FE6-57F4-5F97-DE84-82AC99EC46C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D42DCF0-0682-C048-8D43-AAC7785C0A1C}"/>
              </a:ext>
            </a:extLst>
          </p:cNvPr>
          <p:cNvSpPr/>
          <p:nvPr/>
        </p:nvSpPr>
        <p:spPr>
          <a:xfrm flipV="1">
            <a:off x="8727839" y="3371849"/>
            <a:ext cx="98385" cy="5129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FCE77CE-391F-BD43-CA6B-69FC26914EF3}"/>
              </a:ext>
            </a:extLst>
          </p:cNvPr>
          <p:cNvSpPr txBox="1"/>
          <p:nvPr/>
        </p:nvSpPr>
        <p:spPr>
          <a:xfrm>
            <a:off x="7272356" y="57537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6952874-CAC7-7C98-666B-C7C1675DACCA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628550" y="5338712"/>
            <a:ext cx="866256" cy="415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A047CB8E-A60A-F716-1600-83DA7297ECF9}"/>
              </a:ext>
            </a:extLst>
          </p:cNvPr>
          <p:cNvGrpSpPr/>
          <p:nvPr/>
        </p:nvGrpSpPr>
        <p:grpSpPr>
          <a:xfrm>
            <a:off x="8381954" y="4409358"/>
            <a:ext cx="98891" cy="950233"/>
            <a:chOff x="4737834" y="5281127"/>
            <a:chExt cx="98891" cy="950233"/>
          </a:xfrm>
        </p:grpSpPr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EA4BD538-7F42-948D-D6C1-EA464232F610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20A34F3E-D32A-172E-B63A-3A7220BA80AB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98C5227A-2C7F-E91D-80D9-2AE654E663D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4604B2C-0913-B305-4C25-0E35BA79D28C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36BCD-94E3-CC2E-53D2-5B66CF5E5D18}"/>
              </a:ext>
            </a:extLst>
          </p:cNvPr>
          <p:cNvSpPr txBox="1"/>
          <p:nvPr/>
        </p:nvSpPr>
        <p:spPr>
          <a:xfrm>
            <a:off x="5124618" y="1070667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773731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30A2F-E83B-FFF8-4C54-DF209DD9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디자인이(가) 표시된 사진&#10;&#10;자동 생성된 설명">
            <a:extLst>
              <a:ext uri="{FF2B5EF4-FFF2-40B4-BE49-F238E27FC236}">
                <a16:creationId xmlns:a16="http://schemas.microsoft.com/office/drawing/2014/main" id="{94470DC5-76AB-2CEB-2698-F4B6C165BF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627" y="439093"/>
            <a:ext cx="8164746" cy="5979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6A803B1-4673-83C3-3A05-40DFE3716505}"/>
                  </a:ext>
                </a:extLst>
              </p:cNvPr>
              <p:cNvSpPr txBox="1"/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𝟏𝟒𝟎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6A803B1-4673-83C3-3A05-40DFE3716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714994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4438C2D6-C3DF-2846-100E-667EEEF9A22B}"/>
              </a:ext>
            </a:extLst>
          </p:cNvPr>
          <p:cNvSpPr txBox="1"/>
          <p:nvPr/>
        </p:nvSpPr>
        <p:spPr>
          <a:xfrm>
            <a:off x="2110930" y="70330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140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5547355-A4B4-CF2A-C38B-556D34CAD2E1}"/>
              </a:ext>
            </a:extLst>
          </p:cNvPr>
          <p:cNvSpPr/>
          <p:nvPr/>
        </p:nvSpPr>
        <p:spPr>
          <a:xfrm>
            <a:off x="8619387" y="5006922"/>
            <a:ext cx="70082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04B3BD1-F311-7384-1BA1-559BE04D95B1}"/>
              </a:ext>
            </a:extLst>
          </p:cNvPr>
          <p:cNvSpPr txBox="1"/>
          <p:nvPr/>
        </p:nvSpPr>
        <p:spPr>
          <a:xfrm>
            <a:off x="8608460" y="455548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6098AA2-FF88-0191-D833-413F10FE45AB}"/>
              </a:ext>
            </a:extLst>
          </p:cNvPr>
          <p:cNvSpPr/>
          <p:nvPr/>
        </p:nvSpPr>
        <p:spPr>
          <a:xfrm rot="5400000">
            <a:off x="7570177" y="4859932"/>
            <a:ext cx="102820" cy="1301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5F479D03-1D1F-33DA-A0CF-7DF6CBF72386}"/>
              </a:ext>
            </a:extLst>
          </p:cNvPr>
          <p:cNvSpPr/>
          <p:nvPr/>
        </p:nvSpPr>
        <p:spPr>
          <a:xfrm>
            <a:off x="7171151" y="4418022"/>
            <a:ext cx="914798" cy="92069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1BBA8DA-4480-A6C4-2CFB-73B2E17D0D52}"/>
              </a:ext>
            </a:extLst>
          </p:cNvPr>
          <p:cNvSpPr/>
          <p:nvPr/>
        </p:nvSpPr>
        <p:spPr>
          <a:xfrm>
            <a:off x="7296848" y="4530660"/>
            <a:ext cx="670456" cy="700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6DFC08-64F4-4A39-F9FD-8A0E73478D6F}"/>
              </a:ext>
            </a:extLst>
          </p:cNvPr>
          <p:cNvSpPr txBox="1"/>
          <p:nvPr/>
        </p:nvSpPr>
        <p:spPr>
          <a:xfrm>
            <a:off x="6697907" y="406096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045B7377-944E-57F3-5911-7E8D52A936A0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B0CB0900-5001-C9FC-1A8E-2DEEC00D8EBD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2CD60118-8591-24A7-7C31-4ACD58905A43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BB953ED0-1FA3-D402-58A8-4527B2DDE30F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880AB78E-48C6-7BD5-B123-78C4F3168887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20B183D6-B2DF-5182-9187-2BBD3C180BD1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693089BC-06E6-4871-351D-AB19351D076E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83BFA932-A24B-7244-3A45-0E6385D462DC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0D3D4F60-F021-4250-DA04-E6B2E97B1977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7C51E99A-533C-9AB7-315C-5A1197DBF74D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936038D-3003-D852-771E-999EE75B7FF2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E346D3-A6D7-D486-E928-98427EE245D6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D564AAD7-FE26-AA4B-BB19-8D54E91214E7}"/>
              </a:ext>
            </a:extLst>
          </p:cNvPr>
          <p:cNvSpPr/>
          <p:nvPr/>
        </p:nvSpPr>
        <p:spPr>
          <a:xfrm>
            <a:off x="7430474" y="4662146"/>
            <a:ext cx="411630" cy="411606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1FEE131-6CE2-44D6-8AB9-49109812DFB7}"/>
              </a:ext>
            </a:extLst>
          </p:cNvPr>
          <p:cNvGrpSpPr/>
          <p:nvPr/>
        </p:nvGrpSpPr>
        <p:grpSpPr>
          <a:xfrm>
            <a:off x="6772460" y="4409358"/>
            <a:ext cx="98891" cy="950233"/>
            <a:chOff x="4737834" y="5281127"/>
            <a:chExt cx="98891" cy="950233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B6601E54-84B8-7F98-CA77-5F674AED3343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F866AE0F-1AAE-0612-1F86-6D7169B7B854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B38C32EA-40AD-6FB6-4384-077D7639F10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2F037C6-8A5F-4AB6-DE9C-AE2AF330398C}"/>
              </a:ext>
            </a:extLst>
          </p:cNvPr>
          <p:cNvGrpSpPr/>
          <p:nvPr/>
        </p:nvGrpSpPr>
        <p:grpSpPr>
          <a:xfrm>
            <a:off x="8559053" y="4365587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9453BD83-F9CA-D6AD-42DB-BA5DAB89649C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366FF3C0-CA25-7737-4EC2-2EE6C4F8BEC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FD73945-2D75-DF81-70F5-6A5FC8333A7D}"/>
              </a:ext>
            </a:extLst>
          </p:cNvPr>
          <p:cNvGrpSpPr/>
          <p:nvPr/>
        </p:nvGrpSpPr>
        <p:grpSpPr>
          <a:xfrm>
            <a:off x="5885859" y="3313688"/>
            <a:ext cx="432295" cy="542991"/>
            <a:chOff x="9191246" y="3797098"/>
            <a:chExt cx="432295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B02AE04B-1829-7406-315E-F893AAFF9AF5}"/>
                </a:ext>
              </a:extLst>
            </p:cNvPr>
            <p:cNvGrpSpPr/>
            <p:nvPr/>
          </p:nvGrpSpPr>
          <p:grpSpPr>
            <a:xfrm>
              <a:off x="9524727" y="3799905"/>
              <a:ext cx="98814" cy="540184"/>
              <a:chOff x="4638616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7A35FA1D-DEBB-4E5F-5F94-44DFCECFE967}"/>
                  </a:ext>
                </a:extLst>
              </p:cNvPr>
              <p:cNvSpPr/>
              <p:nvPr/>
            </p:nvSpPr>
            <p:spPr>
              <a:xfrm>
                <a:off x="463861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926A4E7C-7441-D712-BBC8-76E304FC8EDC}"/>
                  </a:ext>
                </a:extLst>
              </p:cNvPr>
              <p:cNvSpPr/>
              <p:nvPr/>
            </p:nvSpPr>
            <p:spPr>
              <a:xfrm>
                <a:off x="4639045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14C0541C-9096-7857-0CB0-7CCA14309C07}"/>
                </a:ext>
              </a:extLst>
            </p:cNvPr>
            <p:cNvSpPr/>
            <p:nvPr/>
          </p:nvSpPr>
          <p:spPr>
            <a:xfrm rot="5400000">
              <a:off x="9295888" y="39440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AEA1D5C-7354-A258-028B-4EC2F20BFCD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F68F3EB9-AC03-F9B3-C762-ED0FC60E77D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6716A65B-149A-C7D1-4EF6-6CC5DE872F7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15EE70-35BC-C7CE-0EB2-4B5F2FD6E7EB}"/>
              </a:ext>
            </a:extLst>
          </p:cNvPr>
          <p:cNvSpPr/>
          <p:nvPr/>
        </p:nvSpPr>
        <p:spPr>
          <a:xfrm rot="16200000" flipV="1">
            <a:off x="5146452" y="3190448"/>
            <a:ext cx="98384" cy="424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A07C9FA2-602C-3B52-6C55-0F41C9667D2C}"/>
              </a:ext>
            </a:extLst>
          </p:cNvPr>
          <p:cNvSpPr/>
          <p:nvPr/>
        </p:nvSpPr>
        <p:spPr>
          <a:xfrm flipV="1">
            <a:off x="5764104" y="3252787"/>
            <a:ext cx="98384" cy="6457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A915AEA-313C-C07E-E21B-030E18B98BD3}"/>
              </a:ext>
            </a:extLst>
          </p:cNvPr>
          <p:cNvGrpSpPr/>
          <p:nvPr/>
        </p:nvGrpSpPr>
        <p:grpSpPr>
          <a:xfrm rot="5400000">
            <a:off x="6772245" y="3669802"/>
            <a:ext cx="98814" cy="711634"/>
            <a:chOff x="4737834" y="4900127"/>
            <a:chExt cx="98814" cy="711634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C5FF17AB-D6F1-5683-8563-BD8E159C936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C31CAA9B-91F2-7498-7F0D-D209A53FC8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17DDA08-F70F-9623-3693-A143CDA34539}"/>
              </a:ext>
            </a:extLst>
          </p:cNvPr>
          <p:cNvSpPr/>
          <p:nvPr/>
        </p:nvSpPr>
        <p:spPr>
          <a:xfrm flipV="1">
            <a:off x="8727839" y="3371849"/>
            <a:ext cx="98385" cy="5129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B8AE4D8-91C3-9B3D-7DFA-9FC571CA015D}"/>
              </a:ext>
            </a:extLst>
          </p:cNvPr>
          <p:cNvSpPr txBox="1"/>
          <p:nvPr/>
        </p:nvSpPr>
        <p:spPr>
          <a:xfrm>
            <a:off x="7272356" y="57537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480941DD-F7F0-73E5-D7CC-CFEFB96B55B4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7628550" y="5338712"/>
            <a:ext cx="866256" cy="415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A298CA51-DB57-5BC8-F1BA-EB7E67A191D1}"/>
              </a:ext>
            </a:extLst>
          </p:cNvPr>
          <p:cNvSpPr txBox="1"/>
          <p:nvPr/>
        </p:nvSpPr>
        <p:spPr>
          <a:xfrm>
            <a:off x="5375002" y="5664869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ABDC72F3-6567-7A28-1B71-86576AD5729A}"/>
              </a:ext>
            </a:extLst>
          </p:cNvPr>
          <p:cNvGrpSpPr/>
          <p:nvPr/>
        </p:nvGrpSpPr>
        <p:grpSpPr>
          <a:xfrm>
            <a:off x="8381954" y="4409358"/>
            <a:ext cx="98891" cy="950233"/>
            <a:chOff x="4737834" y="5281127"/>
            <a:chExt cx="98891" cy="950233"/>
          </a:xfrm>
        </p:grpSpPr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D75EE2A4-9BDC-DC05-4E2D-3E31CFA025EA}"/>
                </a:ext>
              </a:extLst>
            </p:cNvPr>
            <p:cNvSpPr/>
            <p:nvPr/>
          </p:nvSpPr>
          <p:spPr>
            <a:xfrm>
              <a:off x="4737834" y="5281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E7F67EDC-6385-F4D2-5A45-44A8BB274B38}"/>
                </a:ext>
              </a:extLst>
            </p:cNvPr>
            <p:cNvSpPr/>
            <p:nvPr/>
          </p:nvSpPr>
          <p:spPr>
            <a:xfrm>
              <a:off x="4737834" y="57070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94EC11E0-5C2F-8DEF-CB79-F1152913A22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4DA2FD-1DBF-E399-9E5C-51AF3B157D65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8E03-BB02-58F2-696A-89F52087D516}"/>
              </a:ext>
            </a:extLst>
          </p:cNvPr>
          <p:cNvSpPr txBox="1"/>
          <p:nvPr/>
        </p:nvSpPr>
        <p:spPr>
          <a:xfrm>
            <a:off x="5124618" y="123814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373775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68E9-39DB-050B-2152-3EFF9A3D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기술 도면이(가) 표시된 사진&#10;&#10;자동 생성된 설명">
            <a:extLst>
              <a:ext uri="{FF2B5EF4-FFF2-40B4-BE49-F238E27FC236}">
                <a16:creationId xmlns:a16="http://schemas.microsoft.com/office/drawing/2014/main" id="{92A5B034-1771-4E12-B6CF-A2A0159E0B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039" b="20157"/>
          <a:stretch/>
        </p:blipFill>
        <p:spPr>
          <a:xfrm>
            <a:off x="848610" y="1933254"/>
            <a:ext cx="10494780" cy="4366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59F6638-5655-1074-6E04-94B5ADFA2F9C}"/>
                  </a:ext>
                </a:extLst>
              </p:cNvPr>
              <p:cNvSpPr txBox="1"/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59F6638-5655-1074-6E04-94B5ADFA2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TextBox 347">
            <a:extLst>
              <a:ext uri="{FF2B5EF4-FFF2-40B4-BE49-F238E27FC236}">
                <a16:creationId xmlns:a16="http://schemas.microsoft.com/office/drawing/2014/main" id="{EA0E59D5-08E3-8BF8-99A3-62E841A716EE}"/>
              </a:ext>
            </a:extLst>
          </p:cNvPr>
          <p:cNvSpPr txBox="1"/>
          <p:nvPr/>
        </p:nvSpPr>
        <p:spPr>
          <a:xfrm>
            <a:off x="2110930" y="30572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185A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9156766-45D7-D134-B779-91F29D5F60B9}"/>
              </a:ext>
            </a:extLst>
          </p:cNvPr>
          <p:cNvSpPr/>
          <p:nvPr/>
        </p:nvSpPr>
        <p:spPr>
          <a:xfrm rot="5400000">
            <a:off x="3368142" y="4688652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2" name="사각형: 둥근 모서리 351">
            <a:extLst>
              <a:ext uri="{FF2B5EF4-FFF2-40B4-BE49-F238E27FC236}">
                <a16:creationId xmlns:a16="http://schemas.microsoft.com/office/drawing/2014/main" id="{C5070AEA-769E-DF86-396B-E77EF5E284DF}"/>
              </a:ext>
            </a:extLst>
          </p:cNvPr>
          <p:cNvSpPr/>
          <p:nvPr/>
        </p:nvSpPr>
        <p:spPr>
          <a:xfrm>
            <a:off x="2896271" y="4421924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3" name="사각형: 둥근 모서리 352">
            <a:extLst>
              <a:ext uri="{FF2B5EF4-FFF2-40B4-BE49-F238E27FC236}">
                <a16:creationId xmlns:a16="http://schemas.microsoft.com/office/drawing/2014/main" id="{7A9A3847-76C7-2F8D-7D4E-70F6AFE59389}"/>
              </a:ext>
            </a:extLst>
          </p:cNvPr>
          <p:cNvSpPr/>
          <p:nvPr/>
        </p:nvSpPr>
        <p:spPr>
          <a:xfrm>
            <a:off x="3021968" y="4538934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3A60709-BBBD-EA5A-DC4F-0B8643BAE374}"/>
              </a:ext>
            </a:extLst>
          </p:cNvPr>
          <p:cNvSpPr txBox="1"/>
          <p:nvPr/>
        </p:nvSpPr>
        <p:spPr>
          <a:xfrm>
            <a:off x="2607792" y="40082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4A9CB260-7909-961A-0962-CA35CE2DC011}"/>
              </a:ext>
            </a:extLst>
          </p:cNvPr>
          <p:cNvSpPr txBox="1"/>
          <p:nvPr/>
        </p:nvSpPr>
        <p:spPr>
          <a:xfrm>
            <a:off x="-1458" y="6822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90FDD002-A25C-2F83-899B-5709DE1369DE}"/>
              </a:ext>
            </a:extLst>
          </p:cNvPr>
          <p:cNvSpPr txBox="1"/>
          <p:nvPr/>
        </p:nvSpPr>
        <p:spPr>
          <a:xfrm>
            <a:off x="-2156" y="1000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5581F4F8-6878-E4BB-E379-6366A29268C2}"/>
              </a:ext>
            </a:extLst>
          </p:cNvPr>
          <p:cNvGrpSpPr/>
          <p:nvPr/>
        </p:nvGrpSpPr>
        <p:grpSpPr>
          <a:xfrm>
            <a:off x="4169395" y="4493681"/>
            <a:ext cx="101272" cy="995473"/>
            <a:chOff x="4735453" y="5235887"/>
            <a:chExt cx="101272" cy="995473"/>
          </a:xfrm>
        </p:grpSpPr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C937515D-3F39-7067-FC60-572217D46D05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4" name="타원 373">
              <a:extLst>
                <a:ext uri="{FF2B5EF4-FFF2-40B4-BE49-F238E27FC236}">
                  <a16:creationId xmlns:a16="http://schemas.microsoft.com/office/drawing/2014/main" id="{CE16D4B8-13E6-010C-1C22-18F2BC7123B6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E3312C5F-0A91-1C7D-E784-50483F2F6BC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6D7CD3C2-FD59-919B-FB20-E9369E417D3C}"/>
              </a:ext>
            </a:extLst>
          </p:cNvPr>
          <p:cNvSpPr/>
          <p:nvPr/>
        </p:nvSpPr>
        <p:spPr>
          <a:xfrm flipV="1">
            <a:off x="2259611" y="3621764"/>
            <a:ext cx="98384" cy="4520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ABF47C21-23CF-4BBF-7C24-6A8C68505B60}"/>
              </a:ext>
            </a:extLst>
          </p:cNvPr>
          <p:cNvSpPr/>
          <p:nvPr/>
        </p:nvSpPr>
        <p:spPr>
          <a:xfrm flipV="1">
            <a:off x="5366406" y="3166132"/>
            <a:ext cx="98384" cy="8129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2463C94D-D7DE-0EC2-D6EB-FB90A887DC49}"/>
              </a:ext>
            </a:extLst>
          </p:cNvPr>
          <p:cNvGrpSpPr/>
          <p:nvPr/>
        </p:nvGrpSpPr>
        <p:grpSpPr>
          <a:xfrm rot="5400000">
            <a:off x="4551938" y="3856109"/>
            <a:ext cx="98814" cy="492554"/>
            <a:chOff x="4737834" y="5119207"/>
            <a:chExt cx="98814" cy="492554"/>
          </a:xfrm>
        </p:grpSpPr>
        <p:sp>
          <p:nvSpPr>
            <p:cNvPr id="390" name="타원 389">
              <a:extLst>
                <a:ext uri="{FF2B5EF4-FFF2-40B4-BE49-F238E27FC236}">
                  <a16:creationId xmlns:a16="http://schemas.microsoft.com/office/drawing/2014/main" id="{188192E8-4209-7588-FF9F-A9D8D12882FD}"/>
                </a:ext>
              </a:extLst>
            </p:cNvPr>
            <p:cNvSpPr/>
            <p:nvPr/>
          </p:nvSpPr>
          <p:spPr>
            <a:xfrm>
              <a:off x="4737834" y="511920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8781BD8D-5149-CA00-74C3-84112D0454C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D030F6FC-D857-A10F-D4B7-73B98513F637}"/>
              </a:ext>
            </a:extLst>
          </p:cNvPr>
          <p:cNvSpPr/>
          <p:nvPr/>
        </p:nvSpPr>
        <p:spPr>
          <a:xfrm flipV="1">
            <a:off x="6693771" y="3478616"/>
            <a:ext cx="98385" cy="5004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EBCF7BC5-8AC8-81E6-9918-A8E3B55798FC}"/>
              </a:ext>
            </a:extLst>
          </p:cNvPr>
          <p:cNvSpPr txBox="1"/>
          <p:nvPr/>
        </p:nvSpPr>
        <p:spPr>
          <a:xfrm>
            <a:off x="3672560" y="5822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94" name="직선 화살표 연결선 393">
            <a:extLst>
              <a:ext uri="{FF2B5EF4-FFF2-40B4-BE49-F238E27FC236}">
                <a16:creationId xmlns:a16="http://schemas.microsoft.com/office/drawing/2014/main" id="{45C21A2C-4D23-EC79-45A4-CE10483561C3}"/>
              </a:ext>
            </a:extLst>
          </p:cNvPr>
          <p:cNvCxnSpPr>
            <a:cxnSpLocks/>
            <a:stCxn id="393" idx="0"/>
            <a:endCxn id="352" idx="2"/>
          </p:cNvCxnSpPr>
          <p:nvPr/>
        </p:nvCxnSpPr>
        <p:spPr>
          <a:xfrm flipH="1" flipV="1">
            <a:off x="3353670" y="5379216"/>
            <a:ext cx="1541340" cy="443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>
            <a:extLst>
              <a:ext uri="{FF2B5EF4-FFF2-40B4-BE49-F238E27FC236}">
                <a16:creationId xmlns:a16="http://schemas.microsoft.com/office/drawing/2014/main" id="{31559348-BAD4-570F-09F2-C4C86B18AFAB}"/>
              </a:ext>
            </a:extLst>
          </p:cNvPr>
          <p:cNvSpPr txBox="1"/>
          <p:nvPr/>
        </p:nvSpPr>
        <p:spPr>
          <a:xfrm>
            <a:off x="-2156" y="1486784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1C8A0214-68C5-E0A6-3DBA-A8D446488A84}"/>
              </a:ext>
            </a:extLst>
          </p:cNvPr>
          <p:cNvGrpSpPr/>
          <p:nvPr/>
        </p:nvGrpSpPr>
        <p:grpSpPr>
          <a:xfrm>
            <a:off x="2433474" y="4493681"/>
            <a:ext cx="101272" cy="995473"/>
            <a:chOff x="4735453" y="5235887"/>
            <a:chExt cx="101272" cy="995473"/>
          </a:xfrm>
        </p:grpSpPr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9E9F77A2-AD51-36EB-313A-F6B6B953FCD2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897DDB9C-FBF3-D277-F800-204EE62E535A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6BD662BC-9AE2-609C-EB39-71F15514FFE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024B220E-BF4A-276B-7D37-4CF409F0224F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2DB8E99E-8CE3-1F9B-C08F-493FCF23A91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타원 407">
              <a:extLst>
                <a:ext uri="{FF2B5EF4-FFF2-40B4-BE49-F238E27FC236}">
                  <a16:creationId xmlns:a16="http://schemas.microsoft.com/office/drawing/2014/main" id="{CFE48B8C-E56E-9A9D-E015-DCD0B482EC1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3B34C735-4D24-6C22-2A75-2E5CA75215BA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E787DF04-80C0-59AC-43EB-A2DC330D1D9E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5C020C7-6BB9-0D1A-5AB7-1D82D027E119}"/>
              </a:ext>
            </a:extLst>
          </p:cNvPr>
          <p:cNvSpPr txBox="1"/>
          <p:nvPr/>
        </p:nvSpPr>
        <p:spPr>
          <a:xfrm>
            <a:off x="2896271" y="1240563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28781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D1E5-D1F0-8D52-6C72-5F3ECEA0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기술 도면이(가) 표시된 사진&#10;&#10;자동 생성된 설명">
            <a:extLst>
              <a:ext uri="{FF2B5EF4-FFF2-40B4-BE49-F238E27FC236}">
                <a16:creationId xmlns:a16="http://schemas.microsoft.com/office/drawing/2014/main" id="{5497FE91-0A66-C09C-4706-35A48F675F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039" b="20157"/>
          <a:stretch/>
        </p:blipFill>
        <p:spPr>
          <a:xfrm>
            <a:off x="848610" y="1933254"/>
            <a:ext cx="10494780" cy="4366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EB22AE5-1DCB-9F4B-21FA-3C042B3BD949}"/>
                  </a:ext>
                </a:extLst>
              </p:cNvPr>
              <p:cNvSpPr txBox="1"/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EB22AE5-1DCB-9F4B-21FA-3C042B3BD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TextBox 347">
            <a:extLst>
              <a:ext uri="{FF2B5EF4-FFF2-40B4-BE49-F238E27FC236}">
                <a16:creationId xmlns:a16="http://schemas.microsoft.com/office/drawing/2014/main" id="{B59189B8-C2FB-CB78-5286-0907631748E2}"/>
              </a:ext>
            </a:extLst>
          </p:cNvPr>
          <p:cNvSpPr txBox="1"/>
          <p:nvPr/>
        </p:nvSpPr>
        <p:spPr>
          <a:xfrm>
            <a:off x="2110930" y="30572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44D35848-DEB2-1C19-A37F-D595152FB777}"/>
              </a:ext>
            </a:extLst>
          </p:cNvPr>
          <p:cNvSpPr/>
          <p:nvPr/>
        </p:nvSpPr>
        <p:spPr>
          <a:xfrm>
            <a:off x="1777790" y="5130495"/>
            <a:ext cx="54300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EE4B0D75-14B8-D6DF-8091-DEC2CBADD3AA}"/>
              </a:ext>
            </a:extLst>
          </p:cNvPr>
          <p:cNvSpPr txBox="1"/>
          <p:nvPr/>
        </p:nvSpPr>
        <p:spPr>
          <a:xfrm>
            <a:off x="1085314" y="422540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EF7A6A7E-A713-AC86-19FC-B6C8C8E36035}"/>
              </a:ext>
            </a:extLst>
          </p:cNvPr>
          <p:cNvSpPr/>
          <p:nvPr/>
        </p:nvSpPr>
        <p:spPr>
          <a:xfrm rot="5400000">
            <a:off x="3368142" y="4688652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2" name="사각형: 둥근 모서리 351">
            <a:extLst>
              <a:ext uri="{FF2B5EF4-FFF2-40B4-BE49-F238E27FC236}">
                <a16:creationId xmlns:a16="http://schemas.microsoft.com/office/drawing/2014/main" id="{71C1A7CA-92F8-2BF9-CB4E-7DC4E56212B7}"/>
              </a:ext>
            </a:extLst>
          </p:cNvPr>
          <p:cNvSpPr/>
          <p:nvPr/>
        </p:nvSpPr>
        <p:spPr>
          <a:xfrm>
            <a:off x="2896271" y="4421924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3" name="사각형: 둥근 모서리 352">
            <a:extLst>
              <a:ext uri="{FF2B5EF4-FFF2-40B4-BE49-F238E27FC236}">
                <a16:creationId xmlns:a16="http://schemas.microsoft.com/office/drawing/2014/main" id="{19988856-E15A-3671-4BFA-C6C74D73850A}"/>
              </a:ext>
            </a:extLst>
          </p:cNvPr>
          <p:cNvSpPr/>
          <p:nvPr/>
        </p:nvSpPr>
        <p:spPr>
          <a:xfrm>
            <a:off x="3021968" y="4538934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2D92F99-8A9B-5282-D615-97FB24D04904}"/>
              </a:ext>
            </a:extLst>
          </p:cNvPr>
          <p:cNvSpPr txBox="1"/>
          <p:nvPr/>
        </p:nvSpPr>
        <p:spPr>
          <a:xfrm>
            <a:off x="2607792" y="40082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0186BA5B-16AB-5406-7AD4-946C0411FF33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6D8F041C-C36D-A0CB-6DA8-7F99ECAB1A5C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358" name="그룹 357">
                <a:extLst>
                  <a:ext uri="{FF2B5EF4-FFF2-40B4-BE49-F238E27FC236}">
                    <a16:creationId xmlns:a16="http://schemas.microsoft.com/office/drawing/2014/main" id="{68E7370D-21D2-1903-A84A-D7407009BA9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361" name="타원 360">
                  <a:extLst>
                    <a:ext uri="{FF2B5EF4-FFF2-40B4-BE49-F238E27FC236}">
                      <a16:creationId xmlns:a16="http://schemas.microsoft.com/office/drawing/2014/main" id="{AA571E64-A625-D6B4-5357-8DE3AA435310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2" name="타원 361">
                  <a:extLst>
                    <a:ext uri="{FF2B5EF4-FFF2-40B4-BE49-F238E27FC236}">
                      <a16:creationId xmlns:a16="http://schemas.microsoft.com/office/drawing/2014/main" id="{2FDD4078-2520-F235-0A00-19F8BEFB304E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3" name="타원 362">
                  <a:extLst>
                    <a:ext uri="{FF2B5EF4-FFF2-40B4-BE49-F238E27FC236}">
                      <a16:creationId xmlns:a16="http://schemas.microsoft.com/office/drawing/2014/main" id="{C8B5D46C-B089-C78D-56EC-0E3712A1B89C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D53162FB-C512-1A11-DD02-8D2DEC1FE758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359" name="타원 358">
                <a:extLst>
                  <a:ext uri="{FF2B5EF4-FFF2-40B4-BE49-F238E27FC236}">
                    <a16:creationId xmlns:a16="http://schemas.microsoft.com/office/drawing/2014/main" id="{05E8223F-C883-B274-24F0-B36E50493554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BE81E724-E35B-F57D-B51B-883601CCAFFF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7" name="타원 356">
              <a:extLst>
                <a:ext uri="{FF2B5EF4-FFF2-40B4-BE49-F238E27FC236}">
                  <a16:creationId xmlns:a16="http://schemas.microsoft.com/office/drawing/2014/main" id="{C5DCFD9F-B68E-6A03-F737-8179066B7B85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365" name="TextBox 364">
            <a:extLst>
              <a:ext uri="{FF2B5EF4-FFF2-40B4-BE49-F238E27FC236}">
                <a16:creationId xmlns:a16="http://schemas.microsoft.com/office/drawing/2014/main" id="{567E5FE8-8457-4676-7B1E-75F50FD0C40B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BC48F90-7583-1C12-E8F1-F9D7EF6634D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68DEFFF5-8BF9-6AC6-53E4-B934D69FCC1E}"/>
              </a:ext>
            </a:extLst>
          </p:cNvPr>
          <p:cNvGrpSpPr/>
          <p:nvPr/>
        </p:nvGrpSpPr>
        <p:grpSpPr>
          <a:xfrm>
            <a:off x="4169395" y="4493681"/>
            <a:ext cx="101272" cy="995473"/>
            <a:chOff x="4735453" y="5235887"/>
            <a:chExt cx="101272" cy="995473"/>
          </a:xfrm>
        </p:grpSpPr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03839EB6-C82C-F986-1B4E-331AFEE8095F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4" name="타원 373">
              <a:extLst>
                <a:ext uri="{FF2B5EF4-FFF2-40B4-BE49-F238E27FC236}">
                  <a16:creationId xmlns:a16="http://schemas.microsoft.com/office/drawing/2014/main" id="{2C634A96-C886-66DC-D196-6DBF2F7FBA8C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A406ABEA-1F8C-7D3F-290E-C4C13B39B3E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C24DDE9E-6878-88F6-DC1D-1F02B02487B2}"/>
              </a:ext>
            </a:extLst>
          </p:cNvPr>
          <p:cNvGrpSpPr/>
          <p:nvPr/>
        </p:nvGrpSpPr>
        <p:grpSpPr>
          <a:xfrm>
            <a:off x="2222405" y="4521177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420A5A1C-F8D2-204A-E347-67BDD86C37B8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CD7F63EC-2D7F-06A0-D891-7E6CFE29B65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B4E9643A-D894-E28E-4B30-209A6CB38B42}"/>
              </a:ext>
            </a:extLst>
          </p:cNvPr>
          <p:cNvGrpSpPr/>
          <p:nvPr/>
        </p:nvGrpSpPr>
        <p:grpSpPr>
          <a:xfrm>
            <a:off x="4985171" y="3335982"/>
            <a:ext cx="351330" cy="542991"/>
            <a:chOff x="9307929" y="3797098"/>
            <a:chExt cx="351330" cy="542991"/>
          </a:xfrm>
          <a:solidFill>
            <a:srgbClr val="CC0000"/>
          </a:solidFill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FED5DABC-D596-F8DE-6F54-57CD85DC5F6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85" name="타원 384">
                <a:extLst>
                  <a:ext uri="{FF2B5EF4-FFF2-40B4-BE49-F238E27FC236}">
                    <a16:creationId xmlns:a16="http://schemas.microsoft.com/office/drawing/2014/main" id="{3D71E0EA-8FAF-0F19-771F-DDECF55D0CC6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타원 385">
                <a:extLst>
                  <a:ext uri="{FF2B5EF4-FFF2-40B4-BE49-F238E27FC236}">
                    <a16:creationId xmlns:a16="http://schemas.microsoft.com/office/drawing/2014/main" id="{F3035CD6-4DCC-8A13-AB28-83FA7839A245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1" name="별: 꼭짓점 7개 380">
              <a:extLst>
                <a:ext uri="{FF2B5EF4-FFF2-40B4-BE49-F238E27FC236}">
                  <a16:creationId xmlns:a16="http://schemas.microsoft.com/office/drawing/2014/main" id="{E45DC5B5-2914-06C7-BC3A-B853ADB8B3A7}"/>
                </a:ext>
              </a:extLst>
            </p:cNvPr>
            <p:cNvSpPr/>
            <p:nvPr/>
          </p:nvSpPr>
          <p:spPr>
            <a:xfrm rot="5400000">
              <a:off x="9360181" y="39440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DDA28153-6474-1B26-9226-41A5055C2DFE}"/>
                </a:ext>
              </a:extLst>
            </p:cNvPr>
            <p:cNvGrpSpPr/>
            <p:nvPr/>
          </p:nvGrpSpPr>
          <p:grpSpPr>
            <a:xfrm>
              <a:off x="9307929" y="3797098"/>
              <a:ext cx="98814" cy="540184"/>
              <a:chOff x="485451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83" name="타원 382">
                <a:extLst>
                  <a:ext uri="{FF2B5EF4-FFF2-40B4-BE49-F238E27FC236}">
                    <a16:creationId xmlns:a16="http://schemas.microsoft.com/office/drawing/2014/main" id="{1DCC8038-E722-96F1-0F93-865682A17966}"/>
                  </a:ext>
                </a:extLst>
              </p:cNvPr>
              <p:cNvSpPr/>
              <p:nvPr/>
            </p:nvSpPr>
            <p:spPr>
              <a:xfrm>
                <a:off x="485451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타원 383">
                <a:extLst>
                  <a:ext uri="{FF2B5EF4-FFF2-40B4-BE49-F238E27FC236}">
                    <a16:creationId xmlns:a16="http://schemas.microsoft.com/office/drawing/2014/main" id="{B579A341-CCCC-3F1F-89A9-8559FD6FC352}"/>
                  </a:ext>
                </a:extLst>
              </p:cNvPr>
              <p:cNvSpPr/>
              <p:nvPr/>
            </p:nvSpPr>
            <p:spPr>
              <a:xfrm>
                <a:off x="485494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E3D3FB3A-B4F8-E656-57EE-052E32913E75}"/>
              </a:ext>
            </a:extLst>
          </p:cNvPr>
          <p:cNvSpPr/>
          <p:nvPr/>
        </p:nvSpPr>
        <p:spPr>
          <a:xfrm flipV="1">
            <a:off x="2259611" y="3621764"/>
            <a:ext cx="98384" cy="4520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ECDCFA62-58E9-D8EB-DB69-CB0B0B491AEB}"/>
              </a:ext>
            </a:extLst>
          </p:cNvPr>
          <p:cNvSpPr/>
          <p:nvPr/>
        </p:nvSpPr>
        <p:spPr>
          <a:xfrm flipV="1">
            <a:off x="5366406" y="3166132"/>
            <a:ext cx="98384" cy="8129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A7EC063E-348C-098E-9A5E-FC855CE6B869}"/>
              </a:ext>
            </a:extLst>
          </p:cNvPr>
          <p:cNvGrpSpPr/>
          <p:nvPr/>
        </p:nvGrpSpPr>
        <p:grpSpPr>
          <a:xfrm rot="5400000">
            <a:off x="4551938" y="3856109"/>
            <a:ext cx="98814" cy="492554"/>
            <a:chOff x="4737834" y="5119207"/>
            <a:chExt cx="98814" cy="492554"/>
          </a:xfrm>
        </p:grpSpPr>
        <p:sp>
          <p:nvSpPr>
            <p:cNvPr id="390" name="타원 389">
              <a:extLst>
                <a:ext uri="{FF2B5EF4-FFF2-40B4-BE49-F238E27FC236}">
                  <a16:creationId xmlns:a16="http://schemas.microsoft.com/office/drawing/2014/main" id="{C2A1197A-B8A2-CB20-FF19-C8691E8D0C5B}"/>
                </a:ext>
              </a:extLst>
            </p:cNvPr>
            <p:cNvSpPr/>
            <p:nvPr/>
          </p:nvSpPr>
          <p:spPr>
            <a:xfrm>
              <a:off x="4737834" y="511920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F7042F6E-3812-CE88-7674-26310913D88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C3D12569-85FC-DD65-DEF9-41BBF9623A1B}"/>
              </a:ext>
            </a:extLst>
          </p:cNvPr>
          <p:cNvSpPr/>
          <p:nvPr/>
        </p:nvSpPr>
        <p:spPr>
          <a:xfrm flipV="1">
            <a:off x="6693771" y="3478616"/>
            <a:ext cx="98385" cy="5004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5A508EC7-BDDC-79A3-043B-51B2348897E6}"/>
              </a:ext>
            </a:extLst>
          </p:cNvPr>
          <p:cNvSpPr txBox="1"/>
          <p:nvPr/>
        </p:nvSpPr>
        <p:spPr>
          <a:xfrm>
            <a:off x="3672560" y="5822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94" name="직선 화살표 연결선 393">
            <a:extLst>
              <a:ext uri="{FF2B5EF4-FFF2-40B4-BE49-F238E27FC236}">
                <a16:creationId xmlns:a16="http://schemas.microsoft.com/office/drawing/2014/main" id="{3D2BD08E-7D17-3708-96A5-358B47BBE1BD}"/>
              </a:ext>
            </a:extLst>
          </p:cNvPr>
          <p:cNvCxnSpPr>
            <a:cxnSpLocks/>
            <a:stCxn id="393" idx="0"/>
            <a:endCxn id="352" idx="2"/>
          </p:cNvCxnSpPr>
          <p:nvPr/>
        </p:nvCxnSpPr>
        <p:spPr>
          <a:xfrm flipH="1" flipV="1">
            <a:off x="3353670" y="5379216"/>
            <a:ext cx="1541340" cy="443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>
            <a:extLst>
              <a:ext uri="{FF2B5EF4-FFF2-40B4-BE49-F238E27FC236}">
                <a16:creationId xmlns:a16="http://schemas.microsoft.com/office/drawing/2014/main" id="{635CA45B-0259-C555-B1FE-83F88AA3AD20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BB4B7816-CD10-0021-F0AE-16FC19579C9E}"/>
              </a:ext>
            </a:extLst>
          </p:cNvPr>
          <p:cNvGrpSpPr/>
          <p:nvPr/>
        </p:nvGrpSpPr>
        <p:grpSpPr>
          <a:xfrm>
            <a:off x="2433474" y="4493681"/>
            <a:ext cx="101272" cy="995473"/>
            <a:chOff x="4735453" y="5235887"/>
            <a:chExt cx="101272" cy="995473"/>
          </a:xfrm>
        </p:grpSpPr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57E80374-1E17-DD77-1703-F9F21596D4DF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3AB32452-234C-EEE1-E333-B43C7041329D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AC149E2D-45AB-9B46-3A63-F7F9572F440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1A613F-AA2F-5301-0C24-AF29A7C5B9B0}"/>
              </a:ext>
            </a:extLst>
          </p:cNvPr>
          <p:cNvSpPr txBox="1"/>
          <p:nvPr/>
        </p:nvSpPr>
        <p:spPr>
          <a:xfrm>
            <a:off x="3163842" y="1178306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218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4770-BC90-207A-FC93-1F2FCBF2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평면도, 도표, 기술 도면이(가) 표시된 사진&#10;&#10;자동 생성된 설명">
            <a:extLst>
              <a:ext uri="{FF2B5EF4-FFF2-40B4-BE49-F238E27FC236}">
                <a16:creationId xmlns:a16="http://schemas.microsoft.com/office/drawing/2014/main" id="{31EFA11E-D3DB-43E7-2CB8-4B99B2D024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039" b="20157"/>
          <a:stretch/>
        </p:blipFill>
        <p:spPr>
          <a:xfrm>
            <a:off x="848610" y="1933254"/>
            <a:ext cx="10494780" cy="4366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A3C40D71-35F0-48EB-0EDA-BE53EC3C8F65}"/>
                  </a:ext>
                </a:extLst>
              </p:cNvPr>
              <p:cNvSpPr txBox="1"/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A3C40D71-35F0-48EB-0EDA-BE53EC3C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950385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TextBox 347">
            <a:extLst>
              <a:ext uri="{FF2B5EF4-FFF2-40B4-BE49-F238E27FC236}">
                <a16:creationId xmlns:a16="http://schemas.microsoft.com/office/drawing/2014/main" id="{B96D9268-8D83-2E2A-BC79-CA68F377B108}"/>
              </a:ext>
            </a:extLst>
          </p:cNvPr>
          <p:cNvSpPr txBox="1"/>
          <p:nvPr/>
        </p:nvSpPr>
        <p:spPr>
          <a:xfrm>
            <a:off x="2110930" y="30572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70A30CCC-1138-AF15-0C7B-F5E76438CABE}"/>
              </a:ext>
            </a:extLst>
          </p:cNvPr>
          <p:cNvSpPr/>
          <p:nvPr/>
        </p:nvSpPr>
        <p:spPr>
          <a:xfrm>
            <a:off x="1777790" y="5130495"/>
            <a:ext cx="54300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820CF4AC-4B82-C1ED-5B1D-5AFA656DC6B3}"/>
              </a:ext>
            </a:extLst>
          </p:cNvPr>
          <p:cNvSpPr txBox="1"/>
          <p:nvPr/>
        </p:nvSpPr>
        <p:spPr>
          <a:xfrm>
            <a:off x="1085314" y="422540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3ADB7922-36DD-E4D6-D12D-F2AEBC23BFBA}"/>
              </a:ext>
            </a:extLst>
          </p:cNvPr>
          <p:cNvSpPr/>
          <p:nvPr/>
        </p:nvSpPr>
        <p:spPr>
          <a:xfrm rot="5400000">
            <a:off x="3368142" y="4688652"/>
            <a:ext cx="102820" cy="1741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2" name="사각형: 둥근 모서리 351">
            <a:extLst>
              <a:ext uri="{FF2B5EF4-FFF2-40B4-BE49-F238E27FC236}">
                <a16:creationId xmlns:a16="http://schemas.microsoft.com/office/drawing/2014/main" id="{F84C9FA9-8797-61DC-7C51-9166A068A669}"/>
              </a:ext>
            </a:extLst>
          </p:cNvPr>
          <p:cNvSpPr/>
          <p:nvPr/>
        </p:nvSpPr>
        <p:spPr>
          <a:xfrm>
            <a:off x="2896271" y="4421924"/>
            <a:ext cx="914798" cy="957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3" name="사각형: 둥근 모서리 352">
            <a:extLst>
              <a:ext uri="{FF2B5EF4-FFF2-40B4-BE49-F238E27FC236}">
                <a16:creationId xmlns:a16="http://schemas.microsoft.com/office/drawing/2014/main" id="{B516F40C-AF0E-1C85-D30A-BA011E035AF4}"/>
              </a:ext>
            </a:extLst>
          </p:cNvPr>
          <p:cNvSpPr/>
          <p:nvPr/>
        </p:nvSpPr>
        <p:spPr>
          <a:xfrm>
            <a:off x="3021968" y="4538934"/>
            <a:ext cx="670456" cy="72855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29942D86-14F8-69CA-0FA7-147F7A041DEF}"/>
              </a:ext>
            </a:extLst>
          </p:cNvPr>
          <p:cNvSpPr txBox="1"/>
          <p:nvPr/>
        </p:nvSpPr>
        <p:spPr>
          <a:xfrm>
            <a:off x="2607792" y="400827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61C5C79D-D9AC-06E9-6072-CA337DC7120C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889F5030-B48B-79E8-CE38-F88F22BDB8B9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358" name="그룹 357">
                <a:extLst>
                  <a:ext uri="{FF2B5EF4-FFF2-40B4-BE49-F238E27FC236}">
                    <a16:creationId xmlns:a16="http://schemas.microsoft.com/office/drawing/2014/main" id="{12F5CEDB-1DDB-71BD-9B27-DCEBBA25DDCE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361" name="타원 360">
                  <a:extLst>
                    <a:ext uri="{FF2B5EF4-FFF2-40B4-BE49-F238E27FC236}">
                      <a16:creationId xmlns:a16="http://schemas.microsoft.com/office/drawing/2014/main" id="{0627E5CA-85AB-62E8-CCCE-CB29ED1B6525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2" name="타원 361">
                  <a:extLst>
                    <a:ext uri="{FF2B5EF4-FFF2-40B4-BE49-F238E27FC236}">
                      <a16:creationId xmlns:a16="http://schemas.microsoft.com/office/drawing/2014/main" id="{C7D3B1AA-A404-9CE5-612F-3B10E5D8A52B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3" name="타원 362">
                  <a:extLst>
                    <a:ext uri="{FF2B5EF4-FFF2-40B4-BE49-F238E27FC236}">
                      <a16:creationId xmlns:a16="http://schemas.microsoft.com/office/drawing/2014/main" id="{63F70D80-CEFE-8ED7-C219-B2C165B224EF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72D4EE2A-D041-0ABB-7BC3-2E9389F56D57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359" name="타원 358">
                <a:extLst>
                  <a:ext uri="{FF2B5EF4-FFF2-40B4-BE49-F238E27FC236}">
                    <a16:creationId xmlns:a16="http://schemas.microsoft.com/office/drawing/2014/main" id="{61CEFCBB-6364-D241-0272-ED426ECB1C9C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CFC72609-B649-2C74-618A-F8E1336D819B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7" name="타원 356">
              <a:extLst>
                <a:ext uri="{FF2B5EF4-FFF2-40B4-BE49-F238E27FC236}">
                  <a16:creationId xmlns:a16="http://schemas.microsoft.com/office/drawing/2014/main" id="{1A497305-B171-CFC1-AF87-6F6A0A10C033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365" name="TextBox 364">
            <a:extLst>
              <a:ext uri="{FF2B5EF4-FFF2-40B4-BE49-F238E27FC236}">
                <a16:creationId xmlns:a16="http://schemas.microsoft.com/office/drawing/2014/main" id="{C8F44396-2D3C-90AF-18C8-41B6F9113B43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8F8374B-F788-CAA8-217A-AE99DB0BC009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367" name="별: 꼭짓점 4개 366">
            <a:extLst>
              <a:ext uri="{FF2B5EF4-FFF2-40B4-BE49-F238E27FC236}">
                <a16:creationId xmlns:a16="http://schemas.microsoft.com/office/drawing/2014/main" id="{3B051A85-FEFC-0A52-E269-2EA89BAAFBEA}"/>
              </a:ext>
            </a:extLst>
          </p:cNvPr>
          <p:cNvSpPr/>
          <p:nvPr/>
        </p:nvSpPr>
        <p:spPr>
          <a:xfrm>
            <a:off x="3155594" y="4676166"/>
            <a:ext cx="411630" cy="42797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1EFE1A7D-4823-546A-48E9-B07E968A97E3}"/>
              </a:ext>
            </a:extLst>
          </p:cNvPr>
          <p:cNvGrpSpPr/>
          <p:nvPr/>
        </p:nvGrpSpPr>
        <p:grpSpPr>
          <a:xfrm>
            <a:off x="4169395" y="4493681"/>
            <a:ext cx="101272" cy="995473"/>
            <a:chOff x="4735453" y="5235887"/>
            <a:chExt cx="101272" cy="995473"/>
          </a:xfrm>
        </p:grpSpPr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41F34990-B9C0-67C3-F324-C762ADB6408F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4" name="타원 373">
              <a:extLst>
                <a:ext uri="{FF2B5EF4-FFF2-40B4-BE49-F238E27FC236}">
                  <a16:creationId xmlns:a16="http://schemas.microsoft.com/office/drawing/2014/main" id="{9828ACCE-E870-6620-8F75-9A3137A1D6D5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204F9F08-081A-D6C9-C48A-A1BE0A8D50A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6" name="그룹 375">
            <a:extLst>
              <a:ext uri="{FF2B5EF4-FFF2-40B4-BE49-F238E27FC236}">
                <a16:creationId xmlns:a16="http://schemas.microsoft.com/office/drawing/2014/main" id="{D0B6ACA3-01BF-C57E-FB16-938042382ACE}"/>
              </a:ext>
            </a:extLst>
          </p:cNvPr>
          <p:cNvGrpSpPr/>
          <p:nvPr/>
        </p:nvGrpSpPr>
        <p:grpSpPr>
          <a:xfrm>
            <a:off x="2222405" y="4521177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CA8332B0-9B3C-A808-1E24-7111C983CDF3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9DCE417D-7013-0D76-1687-454B108028B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F454663F-4E8A-3F49-4CDC-F0F8FDE0D77C}"/>
              </a:ext>
            </a:extLst>
          </p:cNvPr>
          <p:cNvGrpSpPr/>
          <p:nvPr/>
        </p:nvGrpSpPr>
        <p:grpSpPr>
          <a:xfrm>
            <a:off x="4985171" y="3335982"/>
            <a:ext cx="351330" cy="542991"/>
            <a:chOff x="9307929" y="3797098"/>
            <a:chExt cx="351330" cy="542991"/>
          </a:xfrm>
          <a:solidFill>
            <a:srgbClr val="CC0000"/>
          </a:solidFill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9E5D6E62-B8CE-A93F-4226-A52095190A3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85" name="타원 384">
                <a:extLst>
                  <a:ext uri="{FF2B5EF4-FFF2-40B4-BE49-F238E27FC236}">
                    <a16:creationId xmlns:a16="http://schemas.microsoft.com/office/drawing/2014/main" id="{BADBE8B3-1B2E-A961-A62A-91658BE462B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타원 385">
                <a:extLst>
                  <a:ext uri="{FF2B5EF4-FFF2-40B4-BE49-F238E27FC236}">
                    <a16:creationId xmlns:a16="http://schemas.microsoft.com/office/drawing/2014/main" id="{3C6D9464-7F52-DEE8-1225-2A7308D5B37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1" name="별: 꼭짓점 7개 380">
              <a:extLst>
                <a:ext uri="{FF2B5EF4-FFF2-40B4-BE49-F238E27FC236}">
                  <a16:creationId xmlns:a16="http://schemas.microsoft.com/office/drawing/2014/main" id="{A8F66F50-5A78-1559-10E6-BEDB2866B45F}"/>
                </a:ext>
              </a:extLst>
            </p:cNvPr>
            <p:cNvSpPr/>
            <p:nvPr/>
          </p:nvSpPr>
          <p:spPr>
            <a:xfrm rot="5400000">
              <a:off x="9360181" y="39440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48BDBED1-F9A4-A622-A03B-BAA3C589023D}"/>
                </a:ext>
              </a:extLst>
            </p:cNvPr>
            <p:cNvGrpSpPr/>
            <p:nvPr/>
          </p:nvGrpSpPr>
          <p:grpSpPr>
            <a:xfrm>
              <a:off x="9307929" y="3797098"/>
              <a:ext cx="98814" cy="540184"/>
              <a:chOff x="4854517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83" name="타원 382">
                <a:extLst>
                  <a:ext uri="{FF2B5EF4-FFF2-40B4-BE49-F238E27FC236}">
                    <a16:creationId xmlns:a16="http://schemas.microsoft.com/office/drawing/2014/main" id="{31B8553F-69BF-2064-4EC8-3EA18FDF33B4}"/>
                  </a:ext>
                </a:extLst>
              </p:cNvPr>
              <p:cNvSpPr/>
              <p:nvPr/>
            </p:nvSpPr>
            <p:spPr>
              <a:xfrm>
                <a:off x="4854517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타원 383">
                <a:extLst>
                  <a:ext uri="{FF2B5EF4-FFF2-40B4-BE49-F238E27FC236}">
                    <a16:creationId xmlns:a16="http://schemas.microsoft.com/office/drawing/2014/main" id="{A3E68235-B2BF-BFB4-74CF-4D059E2C883D}"/>
                  </a:ext>
                </a:extLst>
              </p:cNvPr>
              <p:cNvSpPr/>
              <p:nvPr/>
            </p:nvSpPr>
            <p:spPr>
              <a:xfrm>
                <a:off x="4854946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714CCCC1-7B26-BC24-C23A-8485E03D9384}"/>
              </a:ext>
            </a:extLst>
          </p:cNvPr>
          <p:cNvSpPr/>
          <p:nvPr/>
        </p:nvSpPr>
        <p:spPr>
          <a:xfrm flipV="1">
            <a:off x="2259611" y="3621764"/>
            <a:ext cx="98384" cy="4520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6BC17517-BB46-A4AA-EFE1-FCFC408C3707}"/>
              </a:ext>
            </a:extLst>
          </p:cNvPr>
          <p:cNvSpPr/>
          <p:nvPr/>
        </p:nvSpPr>
        <p:spPr>
          <a:xfrm flipV="1">
            <a:off x="5366406" y="3166132"/>
            <a:ext cx="98384" cy="8129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9188BA6D-DA02-0785-D9B3-0735A27D1B09}"/>
              </a:ext>
            </a:extLst>
          </p:cNvPr>
          <p:cNvGrpSpPr/>
          <p:nvPr/>
        </p:nvGrpSpPr>
        <p:grpSpPr>
          <a:xfrm rot="5400000">
            <a:off x="4551938" y="3856109"/>
            <a:ext cx="98814" cy="492554"/>
            <a:chOff x="4737834" y="5119207"/>
            <a:chExt cx="98814" cy="492554"/>
          </a:xfrm>
        </p:grpSpPr>
        <p:sp>
          <p:nvSpPr>
            <p:cNvPr id="390" name="타원 389">
              <a:extLst>
                <a:ext uri="{FF2B5EF4-FFF2-40B4-BE49-F238E27FC236}">
                  <a16:creationId xmlns:a16="http://schemas.microsoft.com/office/drawing/2014/main" id="{96E15B42-5650-1E90-911B-5F650BF52D33}"/>
                </a:ext>
              </a:extLst>
            </p:cNvPr>
            <p:cNvSpPr/>
            <p:nvPr/>
          </p:nvSpPr>
          <p:spPr>
            <a:xfrm>
              <a:off x="4737834" y="511920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6D98F22A-53CD-5019-9495-4DA36438189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F7C4F4B5-7A21-6381-A505-BE84F5F5876A}"/>
              </a:ext>
            </a:extLst>
          </p:cNvPr>
          <p:cNvSpPr/>
          <p:nvPr/>
        </p:nvSpPr>
        <p:spPr>
          <a:xfrm flipV="1">
            <a:off x="6693771" y="3478616"/>
            <a:ext cx="98385" cy="5004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6952046E-7EA4-1795-AF2B-5F34F537D895}"/>
              </a:ext>
            </a:extLst>
          </p:cNvPr>
          <p:cNvSpPr txBox="1"/>
          <p:nvPr/>
        </p:nvSpPr>
        <p:spPr>
          <a:xfrm>
            <a:off x="3672560" y="582276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94" name="직선 화살표 연결선 393">
            <a:extLst>
              <a:ext uri="{FF2B5EF4-FFF2-40B4-BE49-F238E27FC236}">
                <a16:creationId xmlns:a16="http://schemas.microsoft.com/office/drawing/2014/main" id="{9B4C2CC8-D947-DD71-D596-D7EC05C14752}"/>
              </a:ext>
            </a:extLst>
          </p:cNvPr>
          <p:cNvCxnSpPr>
            <a:cxnSpLocks/>
            <a:stCxn id="393" idx="0"/>
            <a:endCxn id="352" idx="2"/>
          </p:cNvCxnSpPr>
          <p:nvPr/>
        </p:nvCxnSpPr>
        <p:spPr>
          <a:xfrm flipH="1" flipV="1">
            <a:off x="3353670" y="5379216"/>
            <a:ext cx="1541340" cy="443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>
            <a:extLst>
              <a:ext uri="{FF2B5EF4-FFF2-40B4-BE49-F238E27FC236}">
                <a16:creationId xmlns:a16="http://schemas.microsoft.com/office/drawing/2014/main" id="{40111344-9402-4FCA-A2DA-011E0B3962E5}"/>
              </a:ext>
            </a:extLst>
          </p:cNvPr>
          <p:cNvSpPr txBox="1"/>
          <p:nvPr/>
        </p:nvSpPr>
        <p:spPr>
          <a:xfrm>
            <a:off x="1775206" y="5733859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6B2FBDA6-5FF5-C322-039E-FCAB86EBA96F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5272401C-7E4C-C08C-F4D3-AC67F58100A4}"/>
              </a:ext>
            </a:extLst>
          </p:cNvPr>
          <p:cNvGrpSpPr/>
          <p:nvPr/>
        </p:nvGrpSpPr>
        <p:grpSpPr>
          <a:xfrm>
            <a:off x="2433474" y="4493681"/>
            <a:ext cx="101272" cy="995473"/>
            <a:chOff x="4735453" y="5235887"/>
            <a:chExt cx="101272" cy="995473"/>
          </a:xfrm>
        </p:grpSpPr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C685FD0E-BC5C-D8EF-3274-DE7BA41F3E82}"/>
                </a:ext>
              </a:extLst>
            </p:cNvPr>
            <p:cNvSpPr/>
            <p:nvPr/>
          </p:nvSpPr>
          <p:spPr>
            <a:xfrm>
              <a:off x="4737834" y="52358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CEE869CD-71E1-1DD3-EB9A-7BA196D210A8}"/>
                </a:ext>
              </a:extLst>
            </p:cNvPr>
            <p:cNvSpPr/>
            <p:nvPr/>
          </p:nvSpPr>
          <p:spPr>
            <a:xfrm>
              <a:off x="4735453" y="568511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9EFB5FB9-CEBA-8F36-9B00-9964624945A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EEFC7A-E6F2-538D-76FA-B4FDC85278DC}"/>
              </a:ext>
            </a:extLst>
          </p:cNvPr>
          <p:cNvSpPr txBox="1"/>
          <p:nvPr/>
        </p:nvSpPr>
        <p:spPr>
          <a:xfrm>
            <a:off x="3243368" y="1262906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465169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96CE-5A6E-8E5A-EB3F-B39D8763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도표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9586B80-91DA-212D-DC1B-E860B497EC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814" y="553484"/>
            <a:ext cx="7852372" cy="5751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63E323C-DC7B-6638-E2D6-4993AE66F839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63E323C-DC7B-6638-E2D6-4993AE66F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96E5C3B3-9899-3A63-D2EA-08A174754964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185B</a:t>
            </a:r>
            <a:r>
              <a:rPr lang="ko-KR" altLang="en-US" sz="2000" b="1"/>
              <a:t>타입 간접</a:t>
            </a:r>
            <a:r>
              <a:rPr lang="en-US" altLang="ko-KR" sz="2000" b="1"/>
              <a:t>A/</a:t>
            </a:r>
            <a:r>
              <a:rPr lang="ko-KR" altLang="en-US" sz="2000" b="1"/>
              <a:t>간접 센서 </a:t>
            </a:r>
            <a:r>
              <a:rPr lang="en-US" altLang="ko-KR" sz="2000" b="1"/>
              <a:t>SET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53CD574-30B1-F28A-A41D-39B281997BE9}"/>
              </a:ext>
            </a:extLst>
          </p:cNvPr>
          <p:cNvSpPr/>
          <p:nvPr/>
        </p:nvSpPr>
        <p:spPr>
          <a:xfrm rot="5400000">
            <a:off x="4307751" y="4798530"/>
            <a:ext cx="102820" cy="1235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5CE1994-2D5E-BAA9-C879-22C04DB8C17A}"/>
              </a:ext>
            </a:extLst>
          </p:cNvPr>
          <p:cNvSpPr/>
          <p:nvPr/>
        </p:nvSpPr>
        <p:spPr>
          <a:xfrm>
            <a:off x="3906472" y="4351769"/>
            <a:ext cx="914798" cy="94672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E26D7099-9EC6-A1B7-64AD-520F0F07913D}"/>
              </a:ext>
            </a:extLst>
          </p:cNvPr>
          <p:cNvSpPr/>
          <p:nvPr/>
        </p:nvSpPr>
        <p:spPr>
          <a:xfrm>
            <a:off x="4032169" y="4467517"/>
            <a:ext cx="670456" cy="72051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9D75FD9-B23A-BC05-98DE-052429AF8BA6}"/>
              </a:ext>
            </a:extLst>
          </p:cNvPr>
          <p:cNvSpPr txBox="1"/>
          <p:nvPr/>
        </p:nvSpPr>
        <p:spPr>
          <a:xfrm>
            <a:off x="3453059" y="411649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A5AB0F8-C43C-5368-8764-DB8B4D7AFA21}"/>
              </a:ext>
            </a:extLst>
          </p:cNvPr>
          <p:cNvSpPr txBox="1"/>
          <p:nvPr/>
        </p:nvSpPr>
        <p:spPr>
          <a:xfrm>
            <a:off x="-1458" y="72751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D02D6AD-3DA6-8ED3-3E35-0ECA54B4CD51}"/>
              </a:ext>
            </a:extLst>
          </p:cNvPr>
          <p:cNvSpPr txBox="1"/>
          <p:nvPr/>
        </p:nvSpPr>
        <p:spPr>
          <a:xfrm>
            <a:off x="-2156" y="104616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6442F70-E861-0B23-0D4C-7A05B51ED95C}"/>
              </a:ext>
            </a:extLst>
          </p:cNvPr>
          <p:cNvGrpSpPr/>
          <p:nvPr/>
        </p:nvGrpSpPr>
        <p:grpSpPr>
          <a:xfrm>
            <a:off x="5089356" y="4395292"/>
            <a:ext cx="98891" cy="878791"/>
            <a:chOff x="4737834" y="5352569"/>
            <a:chExt cx="98891" cy="878791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3509C41-CEEF-B08B-CEAD-11C0943713C6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08B8393-6205-3AE3-BBDF-4D89FF6165FD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3EE1D8A-757F-EC7B-E033-6C210FC907B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809FF2A-A4B7-6617-16C3-3F368A350563}"/>
              </a:ext>
            </a:extLst>
          </p:cNvPr>
          <p:cNvSpPr/>
          <p:nvPr/>
        </p:nvSpPr>
        <p:spPr>
          <a:xfrm rot="16200000" flipV="1">
            <a:off x="7362966" y="3364456"/>
            <a:ext cx="98384" cy="425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1B5917C-28E0-2FF3-E4D1-A92A5EE789CA}"/>
              </a:ext>
            </a:extLst>
          </p:cNvPr>
          <p:cNvSpPr/>
          <p:nvPr/>
        </p:nvSpPr>
        <p:spPr>
          <a:xfrm flipV="1">
            <a:off x="6149480" y="3300412"/>
            <a:ext cx="65305" cy="6759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0C84784-D55C-2319-1DEC-A12FF8C36F51}"/>
              </a:ext>
            </a:extLst>
          </p:cNvPr>
          <p:cNvGrpSpPr/>
          <p:nvPr/>
        </p:nvGrpSpPr>
        <p:grpSpPr>
          <a:xfrm rot="5400000">
            <a:off x="5398350" y="3875697"/>
            <a:ext cx="98783" cy="425883"/>
            <a:chOff x="4737865" y="5185878"/>
            <a:chExt cx="98783" cy="425883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90E8B933-3B85-1806-CD3A-2B044A6E6B55}"/>
                </a:ext>
              </a:extLst>
            </p:cNvPr>
            <p:cNvSpPr/>
            <p:nvPr/>
          </p:nvSpPr>
          <p:spPr>
            <a:xfrm>
              <a:off x="4737865" y="51858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9B75858A-53D4-E9CA-038D-09D3975DE46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37DFAF2-75B3-7A29-0A5D-B002FADB7552}"/>
              </a:ext>
            </a:extLst>
          </p:cNvPr>
          <p:cNvSpPr/>
          <p:nvPr/>
        </p:nvSpPr>
        <p:spPr>
          <a:xfrm flipV="1">
            <a:off x="3409585" y="3642271"/>
            <a:ext cx="98385" cy="4379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8FBBDFC-2D7D-5425-7758-19CADDDF0D59}"/>
              </a:ext>
            </a:extLst>
          </p:cNvPr>
          <p:cNvSpPr txBox="1"/>
          <p:nvPr/>
        </p:nvSpPr>
        <p:spPr>
          <a:xfrm>
            <a:off x="4778717" y="56328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191DFEF6-29E9-AD5F-04A0-5B804DBE96A8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4363871" y="5298495"/>
            <a:ext cx="1637296" cy="334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CDE7F80-784F-5779-DE5C-E45D165A0D47}"/>
              </a:ext>
            </a:extLst>
          </p:cNvPr>
          <p:cNvSpPr txBox="1"/>
          <p:nvPr/>
        </p:nvSpPr>
        <p:spPr>
          <a:xfrm>
            <a:off x="-2156" y="153204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FDBC16C-B836-1B85-7214-9C4CA272DC39}"/>
              </a:ext>
            </a:extLst>
          </p:cNvPr>
          <p:cNvGrpSpPr/>
          <p:nvPr/>
        </p:nvGrpSpPr>
        <p:grpSpPr>
          <a:xfrm>
            <a:off x="3584275" y="4395292"/>
            <a:ext cx="98891" cy="878791"/>
            <a:chOff x="4737834" y="5352569"/>
            <a:chExt cx="98891" cy="878791"/>
          </a:xfrm>
        </p:grpSpPr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8D4DDB13-57D5-81CD-CEE4-559DD7B7AC9A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EB004DE0-4C36-CB5F-49B9-A896FD7ED9E4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E5FCCDB3-BEFB-39A6-2E8C-394D9CD9C06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766024A-785F-4EC7-902E-6F9E9A1DBF94}"/>
              </a:ext>
            </a:extLst>
          </p:cNvPr>
          <p:cNvGrpSpPr/>
          <p:nvPr/>
        </p:nvGrpSpPr>
        <p:grpSpPr>
          <a:xfrm>
            <a:off x="76071" y="67986"/>
            <a:ext cx="4526606" cy="630942"/>
            <a:chOff x="209306" y="114311"/>
            <a:chExt cx="3888132" cy="630942"/>
          </a:xfrm>
        </p:grpSpPr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A97D3290-0190-BB90-82BC-BA250770A1F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703739DE-7DBD-9B1B-0F53-0CEF61469C4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EDB633D1-C52D-D542-24AA-0F25B02D509C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413C683-05A3-17A6-9484-1BC6870D6C53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3A4EED-8BE3-3A5A-3ACE-537D8FCE91E3}"/>
              </a:ext>
            </a:extLst>
          </p:cNvPr>
          <p:cNvSpPr txBox="1"/>
          <p:nvPr/>
        </p:nvSpPr>
        <p:spPr>
          <a:xfrm>
            <a:off x="2967392" y="1176534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1195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C59A-50AA-7280-4FCF-2C10C3A7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도표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810127-956D-C6D0-FF94-EA543EE3AA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814" y="553484"/>
            <a:ext cx="7852372" cy="5751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34C9E7-A1D1-1B3B-7FE5-3615B6E3B162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34C9E7-A1D1-1B3B-7FE5-3615B6E3B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2F1DEC88-9E53-7A8B-14C0-65CEDE7839FB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C940980-C0C1-3DF3-B6BA-CB2585D7C812}"/>
              </a:ext>
            </a:extLst>
          </p:cNvPr>
          <p:cNvSpPr/>
          <p:nvPr/>
        </p:nvSpPr>
        <p:spPr>
          <a:xfrm>
            <a:off x="2985918" y="4986131"/>
            <a:ext cx="4969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7DCAC94-C1E5-3E11-4580-12327EA439F1}"/>
              </a:ext>
            </a:extLst>
          </p:cNvPr>
          <p:cNvSpPr txBox="1"/>
          <p:nvPr/>
        </p:nvSpPr>
        <p:spPr>
          <a:xfrm>
            <a:off x="2289036" y="415870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A388CDD-208E-AF63-9E36-3EFDDC4BD7E8}"/>
              </a:ext>
            </a:extLst>
          </p:cNvPr>
          <p:cNvSpPr/>
          <p:nvPr/>
        </p:nvSpPr>
        <p:spPr>
          <a:xfrm rot="5400000">
            <a:off x="4307751" y="4798530"/>
            <a:ext cx="102820" cy="1235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551B20B-7407-90AA-9E83-C6EA476A48FD}"/>
              </a:ext>
            </a:extLst>
          </p:cNvPr>
          <p:cNvSpPr/>
          <p:nvPr/>
        </p:nvSpPr>
        <p:spPr>
          <a:xfrm>
            <a:off x="3906472" y="4351769"/>
            <a:ext cx="914798" cy="94672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27857DB-BA87-0B2B-600F-9DCFE2B43044}"/>
              </a:ext>
            </a:extLst>
          </p:cNvPr>
          <p:cNvSpPr/>
          <p:nvPr/>
        </p:nvSpPr>
        <p:spPr>
          <a:xfrm>
            <a:off x="4032169" y="4467517"/>
            <a:ext cx="670456" cy="72051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CF42446-84A2-E1F5-B445-8625AB644687}"/>
              </a:ext>
            </a:extLst>
          </p:cNvPr>
          <p:cNvSpPr txBox="1"/>
          <p:nvPr/>
        </p:nvSpPr>
        <p:spPr>
          <a:xfrm>
            <a:off x="3453059" y="411649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56186B5-89CB-5FC2-553D-505EED248902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9BFA7DAC-9E78-5BAA-79CF-BAF1E0059E73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C1ACCE40-804E-400B-3F91-4BCE6E5C4ED1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135F7F90-0D27-7B1D-1432-62E668AC6E17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5F2C4036-36C3-7AB3-A270-B6D3BDB2393C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35B52E4A-9BA2-705C-CC77-05A1431579FE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3DFAD59-183C-99E9-2683-A2782654D453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DF9B92AF-3359-FE6E-4A3F-2C50501142DA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F2208EE-9AF9-01D4-624A-4B50135DB118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6FC8DB40-8BF5-9226-2A54-4DB48623496B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F9C7F63-E12A-2A81-BF2D-EF65935150EC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FA7BE70-E313-FA40-771C-1482089826F4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B998689A-B2A5-2E75-44FA-36FB6F342BD6}"/>
              </a:ext>
            </a:extLst>
          </p:cNvPr>
          <p:cNvGrpSpPr/>
          <p:nvPr/>
        </p:nvGrpSpPr>
        <p:grpSpPr>
          <a:xfrm>
            <a:off x="5089356" y="4395292"/>
            <a:ext cx="98891" cy="878791"/>
            <a:chOff x="4737834" y="5352569"/>
            <a:chExt cx="98891" cy="878791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6D042703-774A-2BBF-E990-138FB7C95CDD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917EB45-2B09-6F9E-A02F-0DD2763F30C7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79ED01E-8B86-C08E-F99B-700FBC51507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C2CEF561-00C1-108B-7360-102AD084CE03}"/>
              </a:ext>
            </a:extLst>
          </p:cNvPr>
          <p:cNvGrpSpPr/>
          <p:nvPr/>
        </p:nvGrpSpPr>
        <p:grpSpPr>
          <a:xfrm>
            <a:off x="3389925" y="4385895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F9646B6-586A-98EF-4456-91603B0F0974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D558D27A-CF10-9F00-CDA2-A653F8B9A26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DD6CD0B-BDBF-B733-BB92-FD4B451310E9}"/>
              </a:ext>
            </a:extLst>
          </p:cNvPr>
          <p:cNvGrpSpPr/>
          <p:nvPr/>
        </p:nvGrpSpPr>
        <p:grpSpPr>
          <a:xfrm>
            <a:off x="5770224" y="3373546"/>
            <a:ext cx="358472" cy="542991"/>
            <a:chOff x="9300787" y="3797098"/>
            <a:chExt cx="358472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E389FDB1-D65F-A351-84A4-00323D93B76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7F9D4497-E379-3A56-B3E3-0746B65B814C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8F28AD3D-8FCF-4B53-3F17-73BD2755297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8A7B1D05-8BB7-F79B-A5D5-1097FB898CA6}"/>
                </a:ext>
              </a:extLst>
            </p:cNvPr>
            <p:cNvSpPr/>
            <p:nvPr/>
          </p:nvSpPr>
          <p:spPr>
            <a:xfrm rot="5400000">
              <a:off x="9353038" y="394645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D521E82E-B192-AD7C-8D04-E13E29981D99}"/>
                </a:ext>
              </a:extLst>
            </p:cNvPr>
            <p:cNvGrpSpPr/>
            <p:nvPr/>
          </p:nvGrpSpPr>
          <p:grpSpPr>
            <a:xfrm>
              <a:off x="9300787" y="3797098"/>
              <a:ext cx="98814" cy="540184"/>
              <a:chOff x="484737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E42375A0-C65E-D624-EC5A-77B15DC80CAB}"/>
                  </a:ext>
                </a:extLst>
              </p:cNvPr>
              <p:cNvSpPr/>
              <p:nvPr/>
            </p:nvSpPr>
            <p:spPr>
              <a:xfrm>
                <a:off x="484737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CBE1ED77-3E44-1ECF-8C6F-0EBEAD574E9E}"/>
                  </a:ext>
                </a:extLst>
              </p:cNvPr>
              <p:cNvSpPr/>
              <p:nvPr/>
            </p:nvSpPr>
            <p:spPr>
              <a:xfrm>
                <a:off x="484780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9FBB9C6-8398-424E-90E6-9D052E447DF9}"/>
              </a:ext>
            </a:extLst>
          </p:cNvPr>
          <p:cNvSpPr/>
          <p:nvPr/>
        </p:nvSpPr>
        <p:spPr>
          <a:xfrm rot="16200000" flipV="1">
            <a:off x="7362966" y="3364456"/>
            <a:ext cx="98384" cy="425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C2B21FC-9210-D117-9723-DC2853063E82}"/>
              </a:ext>
            </a:extLst>
          </p:cNvPr>
          <p:cNvSpPr/>
          <p:nvPr/>
        </p:nvSpPr>
        <p:spPr>
          <a:xfrm flipV="1">
            <a:off x="6149480" y="3300412"/>
            <a:ext cx="65305" cy="6759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48E898B-54A6-8A8D-4EC1-39BC6DA09794}"/>
              </a:ext>
            </a:extLst>
          </p:cNvPr>
          <p:cNvGrpSpPr/>
          <p:nvPr/>
        </p:nvGrpSpPr>
        <p:grpSpPr>
          <a:xfrm rot="5400000">
            <a:off x="5398350" y="3875697"/>
            <a:ext cx="98783" cy="425883"/>
            <a:chOff x="4737865" y="5185878"/>
            <a:chExt cx="98783" cy="425883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22810557-EAAD-434D-9C06-9AD105C2CEF8}"/>
                </a:ext>
              </a:extLst>
            </p:cNvPr>
            <p:cNvSpPr/>
            <p:nvPr/>
          </p:nvSpPr>
          <p:spPr>
            <a:xfrm>
              <a:off x="4737865" y="51858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73CCFE5-5C5A-2DA6-2FB1-12669150EC3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29EC432-FF8D-67F3-6910-EFAE601A1801}"/>
              </a:ext>
            </a:extLst>
          </p:cNvPr>
          <p:cNvSpPr/>
          <p:nvPr/>
        </p:nvSpPr>
        <p:spPr>
          <a:xfrm flipV="1">
            <a:off x="3409585" y="3642271"/>
            <a:ext cx="98385" cy="4379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A066EFE-0C03-5DB5-7FF0-BD4427170E47}"/>
              </a:ext>
            </a:extLst>
          </p:cNvPr>
          <p:cNvSpPr txBox="1"/>
          <p:nvPr/>
        </p:nvSpPr>
        <p:spPr>
          <a:xfrm>
            <a:off x="4778717" y="56328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0F8AABE3-1061-F641-7258-BD461DA99E40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4363871" y="5298495"/>
            <a:ext cx="1637296" cy="334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7616D52-3951-79B6-B215-D911FA304D95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5F41CAF7-9334-FA55-E017-6FBEDEC835F3}"/>
              </a:ext>
            </a:extLst>
          </p:cNvPr>
          <p:cNvGrpSpPr/>
          <p:nvPr/>
        </p:nvGrpSpPr>
        <p:grpSpPr>
          <a:xfrm>
            <a:off x="3584275" y="4395292"/>
            <a:ext cx="98891" cy="878791"/>
            <a:chOff x="4737834" y="5352569"/>
            <a:chExt cx="98891" cy="878791"/>
          </a:xfrm>
        </p:grpSpPr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F2B97C06-691D-F606-CF3B-66B38BB0E54F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9A2CDB88-DCE2-B945-62BE-540645C191F3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738E6F2A-94D9-693E-699F-4D41D4B90F2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EF2B9F-B312-3778-C25B-34EDB3B5F062}"/>
              </a:ext>
            </a:extLst>
          </p:cNvPr>
          <p:cNvSpPr txBox="1"/>
          <p:nvPr/>
        </p:nvSpPr>
        <p:spPr>
          <a:xfrm>
            <a:off x="2811008" y="1401270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58414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0C87-0D5A-196D-B3E8-0F2B07E4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평면도, 도표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4BB4D16-ABF4-C00D-2390-5CB9655471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814" y="553484"/>
            <a:ext cx="7852372" cy="5751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96B2915-7E2F-6923-EA27-C6A995360763}"/>
                  </a:ext>
                </a:extLst>
              </p:cNvPr>
              <p:cNvSpPr txBox="1"/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𝟏𝟖𝟓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96B2915-7E2F-6923-EA27-C6A99536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145" y="83269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B8DD049A-6D32-FDAC-3089-BFA1BE69300F}"/>
              </a:ext>
            </a:extLst>
          </p:cNvPr>
          <p:cNvSpPr txBox="1"/>
          <p:nvPr/>
        </p:nvSpPr>
        <p:spPr>
          <a:xfrm>
            <a:off x="2110930" y="188026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185B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055D4BB-C9C3-FA15-31AD-F19BF2BB97C3}"/>
              </a:ext>
            </a:extLst>
          </p:cNvPr>
          <p:cNvSpPr/>
          <p:nvPr/>
        </p:nvSpPr>
        <p:spPr>
          <a:xfrm>
            <a:off x="2985918" y="4986131"/>
            <a:ext cx="4969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13086AD-51DB-BD34-5A21-80E796B9751E}"/>
              </a:ext>
            </a:extLst>
          </p:cNvPr>
          <p:cNvSpPr txBox="1"/>
          <p:nvPr/>
        </p:nvSpPr>
        <p:spPr>
          <a:xfrm>
            <a:off x="2289036" y="415870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A50617-0314-4F78-4035-D82E58A25972}"/>
              </a:ext>
            </a:extLst>
          </p:cNvPr>
          <p:cNvSpPr/>
          <p:nvPr/>
        </p:nvSpPr>
        <p:spPr>
          <a:xfrm rot="5400000">
            <a:off x="4307751" y="4798530"/>
            <a:ext cx="102820" cy="1235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789180CD-A4CB-349C-4012-F3F58C8BB670}"/>
              </a:ext>
            </a:extLst>
          </p:cNvPr>
          <p:cNvSpPr/>
          <p:nvPr/>
        </p:nvSpPr>
        <p:spPr>
          <a:xfrm>
            <a:off x="3906472" y="4351769"/>
            <a:ext cx="914798" cy="94672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A6CF3476-558A-0989-5F68-24445D68AE73}"/>
              </a:ext>
            </a:extLst>
          </p:cNvPr>
          <p:cNvSpPr/>
          <p:nvPr/>
        </p:nvSpPr>
        <p:spPr>
          <a:xfrm>
            <a:off x="4032169" y="4467517"/>
            <a:ext cx="670456" cy="72051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DEA4D0E-7BB8-31D1-E3FA-85BAD6A3BBBC}"/>
              </a:ext>
            </a:extLst>
          </p:cNvPr>
          <p:cNvSpPr txBox="1"/>
          <p:nvPr/>
        </p:nvSpPr>
        <p:spPr>
          <a:xfrm>
            <a:off x="3453059" y="411649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9A8A8A4-B030-77BC-8CE1-2B6D730E8758}"/>
              </a:ext>
            </a:extLst>
          </p:cNvPr>
          <p:cNvGrpSpPr/>
          <p:nvPr/>
        </p:nvGrpSpPr>
        <p:grpSpPr>
          <a:xfrm>
            <a:off x="76153" y="76158"/>
            <a:ext cx="3888132" cy="1270390"/>
            <a:chOff x="207255" y="66721"/>
            <a:chExt cx="3888132" cy="1277273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754A9096-7341-FD67-DBBE-41FC098D3BFF}"/>
                </a:ext>
              </a:extLst>
            </p:cNvPr>
            <p:cNvGrpSpPr/>
            <p:nvPr/>
          </p:nvGrpSpPr>
          <p:grpSpPr>
            <a:xfrm>
              <a:off x="207255" y="66721"/>
              <a:ext cx="3888132" cy="1277273"/>
              <a:chOff x="184428" y="84770"/>
              <a:chExt cx="3888132" cy="1277273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0DEE1C00-BE56-6562-06FD-4C1204BE15DC}"/>
                  </a:ext>
                </a:extLst>
              </p:cNvPr>
              <p:cNvGrpSpPr/>
              <p:nvPr/>
            </p:nvGrpSpPr>
            <p:grpSpPr>
              <a:xfrm>
                <a:off x="184428" y="84770"/>
                <a:ext cx="3888132" cy="1277273"/>
                <a:chOff x="209306" y="114311"/>
                <a:chExt cx="3888132" cy="1277273"/>
              </a:xfrm>
            </p:grpSpPr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F190C181-44D8-0ECF-7ADE-86E32B64327F}"/>
                    </a:ext>
                  </a:extLst>
                </p:cNvPr>
                <p:cNvSpPr/>
                <p:nvPr/>
              </p:nvSpPr>
              <p:spPr>
                <a:xfrm>
                  <a:off x="209307" y="168341"/>
                  <a:ext cx="98385" cy="98385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3081E71D-4FF4-42D6-7EFF-491EC81B138A}"/>
                    </a:ext>
                  </a:extLst>
                </p:cNvPr>
                <p:cNvSpPr/>
                <p:nvPr/>
              </p:nvSpPr>
              <p:spPr>
                <a:xfrm>
                  <a:off x="209307" y="347436"/>
                  <a:ext cx="98385" cy="98385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46D75F05-A857-2ADD-1D69-D19878F2F5ED}"/>
                    </a:ext>
                  </a:extLst>
                </p:cNvPr>
                <p:cNvSpPr/>
                <p:nvPr/>
              </p:nvSpPr>
              <p:spPr>
                <a:xfrm>
                  <a:off x="209306" y="573831"/>
                  <a:ext cx="98385" cy="98385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FCD2A856-E629-1F95-FD62-011BC7ED702E}"/>
                    </a:ext>
                  </a:extLst>
                </p:cNvPr>
                <p:cNvSpPr txBox="1"/>
                <p:nvPr/>
              </p:nvSpPr>
              <p:spPr>
                <a:xfrm>
                  <a:off x="318304" y="114311"/>
                  <a:ext cx="3779134" cy="12772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/>
                    <a:t>간접조명 </a:t>
                  </a:r>
                  <a:r>
                    <a:rPr lang="en-US" altLang="ko-KR" sz="700"/>
                    <a:t>A 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간접조명 센서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우물천장간접조명 및 커튼박수 추가</a:t>
                  </a:r>
                  <a:r>
                    <a:rPr lang="en-US" altLang="ko-KR" sz="700"/>
                    <a:t>(</a:t>
                  </a:r>
                  <a:r>
                    <a:rPr lang="ko-KR" altLang="en-US" sz="700"/>
                    <a:t>별도 추가</a:t>
                  </a:r>
                  <a:r>
                    <a:rPr lang="en-US" altLang="ko-KR" sz="700"/>
                    <a:t>)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 err="1"/>
                    <a:t>현관상부</a:t>
                  </a:r>
                  <a:r>
                    <a:rPr lang="ko-KR" altLang="en-US" sz="700"/>
                    <a:t> </a:t>
                  </a:r>
                  <a:r>
                    <a:rPr lang="ko-KR" altLang="en-US" sz="700" err="1"/>
                    <a:t>매입등</a:t>
                  </a:r>
                  <a:r>
                    <a:rPr lang="ko-KR" altLang="en-US" sz="700"/>
                    <a:t> 및 </a:t>
                  </a:r>
                  <a:r>
                    <a:rPr lang="ko-KR" altLang="en-US" sz="700" err="1"/>
                    <a:t>현관상부센서등</a:t>
                  </a:r>
                  <a:r>
                    <a:rPr lang="ko-KR" altLang="en-US" sz="700"/>
                    <a:t> 현관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ko-KR" altLang="en-US" sz="700"/>
                    <a:t>방 간접 </a:t>
                  </a:r>
                  <a:r>
                    <a:rPr lang="en-US" altLang="ko-KR" sz="700"/>
                    <a:t>SET</a:t>
                  </a:r>
                </a:p>
                <a:p>
                  <a:endParaRPr lang="en-US" altLang="ko-KR" sz="700"/>
                </a:p>
                <a:p>
                  <a:r>
                    <a:rPr lang="en-US" altLang="ko-KR" sz="700"/>
                    <a:t>SET </a:t>
                  </a:r>
                  <a:r>
                    <a:rPr lang="ko-KR" altLang="en-US" sz="700"/>
                    <a:t>이 외의 상품</a:t>
                  </a:r>
                  <a:endParaRPr lang="en-US" altLang="ko-KR" sz="700"/>
                </a:p>
              </p:txBody>
            </p:sp>
          </p:grp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C6FD3ED-B428-296E-968A-FF32E9BF14FD}"/>
                  </a:ext>
                </a:extLst>
              </p:cNvPr>
              <p:cNvSpPr/>
              <p:nvPr/>
            </p:nvSpPr>
            <p:spPr>
              <a:xfrm flipH="1" flipV="1">
                <a:off x="224275" y="1006947"/>
                <a:ext cx="68445" cy="6601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7667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75334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13002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0669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88336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26003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63670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01338" algn="l" defTabSz="1075334" rtl="0" eaLnBrk="1" latinLnBrk="1" hangingPunct="1">
                  <a:defRPr sz="2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514103">
                  <a:defRPr/>
                </a:pPr>
                <a:endParaRPr lang="ko-KR" altLang="en-US" sz="1062"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239629B5-1C06-55A7-CCAC-F1A5CD887345}"/>
                  </a:ext>
                </a:extLst>
              </p:cNvPr>
              <p:cNvSpPr/>
              <p:nvPr/>
            </p:nvSpPr>
            <p:spPr>
              <a:xfrm rot="10800000">
                <a:off x="214138" y="1213691"/>
                <a:ext cx="100042" cy="806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C45EE671-82F7-DFCB-AA63-FE0E5FE4B40C}"/>
                </a:ext>
              </a:extLst>
            </p:cNvPr>
            <p:cNvSpPr/>
            <p:nvPr/>
          </p:nvSpPr>
          <p:spPr>
            <a:xfrm rot="10800000">
              <a:off x="221992" y="753161"/>
              <a:ext cx="83648" cy="8250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  <a:effectLst>
              <a:glow rad="2286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9623">
                <a:defRPr/>
              </a:pPr>
              <a:endParaRPr lang="ko-KR" altLang="en-US" sz="750">
                <a:solidFill>
                  <a:schemeClr val="tx1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51E71A50-E9A3-4033-0FE8-9ADB4C8B10E2}"/>
              </a:ext>
            </a:extLst>
          </p:cNvPr>
          <p:cNvSpPr txBox="1"/>
          <p:nvPr/>
        </p:nvSpPr>
        <p:spPr>
          <a:xfrm>
            <a:off x="-1458" y="130693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EE19A25-1C12-8034-64C3-8ACCBC896A9D}"/>
              </a:ext>
            </a:extLst>
          </p:cNvPr>
          <p:cNvSpPr txBox="1"/>
          <p:nvPr/>
        </p:nvSpPr>
        <p:spPr>
          <a:xfrm>
            <a:off x="-2156" y="1625581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sp>
        <p:nvSpPr>
          <p:cNvPr id="122" name="별: 꼭짓점 4개 121">
            <a:extLst>
              <a:ext uri="{FF2B5EF4-FFF2-40B4-BE49-F238E27FC236}">
                <a16:creationId xmlns:a16="http://schemas.microsoft.com/office/drawing/2014/main" id="{58EB2D46-C5C6-5DBB-E501-61A94A554B8F}"/>
              </a:ext>
            </a:extLst>
          </p:cNvPr>
          <p:cNvSpPr/>
          <p:nvPr/>
        </p:nvSpPr>
        <p:spPr>
          <a:xfrm>
            <a:off x="4165795" y="4603091"/>
            <a:ext cx="411630" cy="423246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9BE35DB-E6D1-DCD2-6937-C2DE9B79AF3F}"/>
              </a:ext>
            </a:extLst>
          </p:cNvPr>
          <p:cNvGrpSpPr/>
          <p:nvPr/>
        </p:nvGrpSpPr>
        <p:grpSpPr>
          <a:xfrm>
            <a:off x="5089356" y="4395292"/>
            <a:ext cx="98891" cy="878791"/>
            <a:chOff x="4737834" y="5352569"/>
            <a:chExt cx="98891" cy="878791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79A0DB0E-57F9-9053-80E7-6D8E3203BD01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5BFF9F66-4654-3E97-A83A-B6C11195504E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0D825F82-F5FF-08AF-70F3-B4DDE1B2B0A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5F13853A-CBCC-8234-D3A1-9D0661CAA14D}"/>
              </a:ext>
            </a:extLst>
          </p:cNvPr>
          <p:cNvGrpSpPr/>
          <p:nvPr/>
        </p:nvGrpSpPr>
        <p:grpSpPr>
          <a:xfrm>
            <a:off x="3389925" y="4385895"/>
            <a:ext cx="98814" cy="430644"/>
            <a:chOff x="4737834" y="5181117"/>
            <a:chExt cx="98814" cy="430644"/>
          </a:xfrm>
          <a:solidFill>
            <a:srgbClr val="00B0F0"/>
          </a:solidFill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508591EB-E9F4-053F-446E-E7DF6AE5C323}"/>
                </a:ext>
              </a:extLst>
            </p:cNvPr>
            <p:cNvSpPr/>
            <p:nvPr/>
          </p:nvSpPr>
          <p:spPr>
            <a:xfrm>
              <a:off x="4737834" y="518111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30D8F43B-A9F8-16BB-5D3A-D71BCCB6AA7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EA071DA-1587-9C3E-BBF6-819ACEC245FC}"/>
              </a:ext>
            </a:extLst>
          </p:cNvPr>
          <p:cNvGrpSpPr/>
          <p:nvPr/>
        </p:nvGrpSpPr>
        <p:grpSpPr>
          <a:xfrm>
            <a:off x="5770224" y="3373546"/>
            <a:ext cx="358472" cy="542991"/>
            <a:chOff x="9300787" y="3797098"/>
            <a:chExt cx="358472" cy="542991"/>
          </a:xfrm>
          <a:solidFill>
            <a:srgbClr val="CC0000"/>
          </a:solidFill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BE07019-4CE1-FDA7-15E3-C0EB448A869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A832C2FC-AD47-7FA1-D2EE-A846B710CA8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FD4C5DA1-C90A-3CA8-712A-76927BE0E21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6" name="별: 꼭짓점 7개 135">
              <a:extLst>
                <a:ext uri="{FF2B5EF4-FFF2-40B4-BE49-F238E27FC236}">
                  <a16:creationId xmlns:a16="http://schemas.microsoft.com/office/drawing/2014/main" id="{0B650F5A-61CD-A983-D47F-AFE64C17B819}"/>
                </a:ext>
              </a:extLst>
            </p:cNvPr>
            <p:cNvSpPr/>
            <p:nvPr/>
          </p:nvSpPr>
          <p:spPr>
            <a:xfrm rot="5400000">
              <a:off x="9353038" y="394645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DD72FE1-043D-4938-6F83-82D3B5EEE8DA}"/>
                </a:ext>
              </a:extLst>
            </p:cNvPr>
            <p:cNvGrpSpPr/>
            <p:nvPr/>
          </p:nvGrpSpPr>
          <p:grpSpPr>
            <a:xfrm>
              <a:off x="9300787" y="3797098"/>
              <a:ext cx="98814" cy="540184"/>
              <a:chOff x="4847375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E95EB875-9FAE-5C42-74C3-14DF7E51DE60}"/>
                  </a:ext>
                </a:extLst>
              </p:cNvPr>
              <p:cNvSpPr/>
              <p:nvPr/>
            </p:nvSpPr>
            <p:spPr>
              <a:xfrm>
                <a:off x="4847375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F110AA2D-DFEC-7CD3-ADC6-EC60DA6F5760}"/>
                  </a:ext>
                </a:extLst>
              </p:cNvPr>
              <p:cNvSpPr/>
              <p:nvPr/>
            </p:nvSpPr>
            <p:spPr>
              <a:xfrm>
                <a:off x="4847804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3981081-3ACE-6FE9-EA2A-FBE6F040E735}"/>
              </a:ext>
            </a:extLst>
          </p:cNvPr>
          <p:cNvSpPr/>
          <p:nvPr/>
        </p:nvSpPr>
        <p:spPr>
          <a:xfrm rot="16200000" flipV="1">
            <a:off x="7362966" y="3364456"/>
            <a:ext cx="98384" cy="425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921B967-C466-32F9-2589-D855A8132A3B}"/>
              </a:ext>
            </a:extLst>
          </p:cNvPr>
          <p:cNvSpPr/>
          <p:nvPr/>
        </p:nvSpPr>
        <p:spPr>
          <a:xfrm flipV="1">
            <a:off x="6149480" y="3300412"/>
            <a:ext cx="65305" cy="6759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85E0A1C-B33F-D84C-AB8A-7A3A0E35CE3E}"/>
              </a:ext>
            </a:extLst>
          </p:cNvPr>
          <p:cNvGrpSpPr/>
          <p:nvPr/>
        </p:nvGrpSpPr>
        <p:grpSpPr>
          <a:xfrm rot="5400000">
            <a:off x="5398350" y="3875697"/>
            <a:ext cx="98783" cy="425883"/>
            <a:chOff x="4737865" y="5185878"/>
            <a:chExt cx="98783" cy="425883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1C2E4034-7F39-E74C-3028-B27B70BC3947}"/>
                </a:ext>
              </a:extLst>
            </p:cNvPr>
            <p:cNvSpPr/>
            <p:nvPr/>
          </p:nvSpPr>
          <p:spPr>
            <a:xfrm>
              <a:off x="4737865" y="51858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84BF7D4D-6AA8-3BEB-A2EF-2FB183637E9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12D7BAA-9C8F-CE92-8BFD-8D1B1A6C2F5C}"/>
              </a:ext>
            </a:extLst>
          </p:cNvPr>
          <p:cNvSpPr/>
          <p:nvPr/>
        </p:nvSpPr>
        <p:spPr>
          <a:xfrm flipV="1">
            <a:off x="3409585" y="3642271"/>
            <a:ext cx="98385" cy="4379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AE845D2-CF75-4B57-A71F-6782DFD77573}"/>
              </a:ext>
            </a:extLst>
          </p:cNvPr>
          <p:cNvSpPr txBox="1"/>
          <p:nvPr/>
        </p:nvSpPr>
        <p:spPr>
          <a:xfrm>
            <a:off x="4778717" y="563281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C646053-7C2A-C610-86D7-7A5936BC7B10}"/>
              </a:ext>
            </a:extLst>
          </p:cNvPr>
          <p:cNvCxnSpPr>
            <a:cxnSpLocks/>
            <a:stCxn id="148" idx="0"/>
            <a:endCxn id="107" idx="2"/>
          </p:cNvCxnSpPr>
          <p:nvPr/>
        </p:nvCxnSpPr>
        <p:spPr>
          <a:xfrm flipH="1" flipV="1">
            <a:off x="4363871" y="5298495"/>
            <a:ext cx="1637296" cy="334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D0BAD3DE-A4A9-7950-DF0E-AFFA12AD769A}"/>
              </a:ext>
            </a:extLst>
          </p:cNvPr>
          <p:cNvSpPr txBox="1"/>
          <p:nvPr/>
        </p:nvSpPr>
        <p:spPr>
          <a:xfrm>
            <a:off x="2881363" y="5543915"/>
            <a:ext cx="32146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647EE1B-46D6-F5E7-CDD0-BB8C753E60E3}"/>
              </a:ext>
            </a:extLst>
          </p:cNvPr>
          <p:cNvSpPr txBox="1"/>
          <p:nvPr/>
        </p:nvSpPr>
        <p:spPr>
          <a:xfrm>
            <a:off x="-2156" y="2111468"/>
            <a:ext cx="27542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err="1">
                <a:highlight>
                  <a:srgbClr val="FFFF00"/>
                </a:highlight>
              </a:rPr>
              <a:t>측면커튼박스는</a:t>
            </a:r>
            <a:r>
              <a:rPr lang="ko-KR" altLang="en-US" sz="800">
                <a:highlight>
                  <a:srgbClr val="FFFF00"/>
                </a:highlight>
              </a:rPr>
              <a:t> </a:t>
            </a:r>
            <a:r>
              <a:rPr lang="ko-KR" altLang="en-US" sz="800" err="1">
                <a:highlight>
                  <a:srgbClr val="FFFF00"/>
                </a:highlight>
              </a:rPr>
              <a:t>매입등</a:t>
            </a:r>
            <a:r>
              <a:rPr lang="en-US" altLang="ko-KR" sz="800">
                <a:highlight>
                  <a:srgbClr val="FFFF00"/>
                </a:highlight>
              </a:rPr>
              <a:t>3&gt;</a:t>
            </a:r>
            <a:r>
              <a:rPr lang="ko-KR" altLang="en-US" sz="800">
                <a:highlight>
                  <a:srgbClr val="FFFF00"/>
                </a:highlight>
              </a:rPr>
              <a:t>커튼박스 간접조명으로 대체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57A6EC7D-740E-E7C4-3C24-EBAF54CA0438}"/>
              </a:ext>
            </a:extLst>
          </p:cNvPr>
          <p:cNvGrpSpPr/>
          <p:nvPr/>
        </p:nvGrpSpPr>
        <p:grpSpPr>
          <a:xfrm>
            <a:off x="3584275" y="4395292"/>
            <a:ext cx="98891" cy="878791"/>
            <a:chOff x="4737834" y="5352569"/>
            <a:chExt cx="98891" cy="878791"/>
          </a:xfrm>
        </p:grpSpPr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931B12EC-1BE0-2E8D-FF0A-12F6F59089EA}"/>
                </a:ext>
              </a:extLst>
            </p:cNvPr>
            <p:cNvSpPr/>
            <p:nvPr/>
          </p:nvSpPr>
          <p:spPr>
            <a:xfrm>
              <a:off x="4737834" y="53525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7B826E46-D14E-F51C-1358-33AB9C98CDA0}"/>
                </a:ext>
              </a:extLst>
            </p:cNvPr>
            <p:cNvSpPr/>
            <p:nvPr/>
          </p:nvSpPr>
          <p:spPr>
            <a:xfrm>
              <a:off x="4738339" y="57412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324573B9-BBDA-70E8-0C66-24B96547E8C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765B33-8E36-8649-4495-5EA61C763D18}"/>
              </a:ext>
            </a:extLst>
          </p:cNvPr>
          <p:cNvSpPr txBox="1"/>
          <p:nvPr/>
        </p:nvSpPr>
        <p:spPr>
          <a:xfrm>
            <a:off x="3025061" y="1331141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FFFF00"/>
                </a:highlight>
              </a:rPr>
              <a:t>견적서</a:t>
            </a:r>
            <a:r>
              <a:rPr lang="ko-KR" altLang="en-US" sz="1200">
                <a:highlight>
                  <a:srgbClr val="FFFF00"/>
                </a:highlight>
              </a:rPr>
              <a:t> 보시고 조명옵션 세대일시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아트월에 라인조명 되어 있어 </a:t>
            </a:r>
            <a:r>
              <a:rPr lang="ko-KR" altLang="en-US" sz="1200" err="1">
                <a:highlight>
                  <a:srgbClr val="FFFF00"/>
                </a:highlight>
              </a:rPr>
              <a:t>매입등</a:t>
            </a:r>
            <a:r>
              <a:rPr lang="ko-KR" altLang="en-US" sz="1200">
                <a:highlight>
                  <a:srgbClr val="FFFF00"/>
                </a:highlight>
              </a:rPr>
              <a:t> </a:t>
            </a:r>
            <a:r>
              <a:rPr lang="en-US" altLang="ko-KR" sz="1200">
                <a:highlight>
                  <a:srgbClr val="FFFF00"/>
                </a:highlight>
              </a:rPr>
              <a:t>3</a:t>
            </a:r>
            <a:r>
              <a:rPr lang="ko-KR" altLang="en-US" sz="1200">
                <a:highlight>
                  <a:srgbClr val="FFFF00"/>
                </a:highlight>
              </a:rPr>
              <a:t>개 냉장고장으로 이동</a:t>
            </a:r>
            <a:endParaRPr lang="en-US" altLang="ko-KR" sz="1200">
              <a:highlight>
                <a:srgbClr val="FFFF00"/>
              </a:highlight>
            </a:endParaRPr>
          </a:p>
          <a:p>
            <a:r>
              <a:rPr lang="ko-KR" altLang="en-US" sz="1200">
                <a:highlight>
                  <a:srgbClr val="FFFF00"/>
                </a:highlight>
              </a:rPr>
              <a:t>복도에도 라인조명 되어 있어 맞은편으로 이동 </a:t>
            </a:r>
            <a:br>
              <a:rPr lang="en-US" altLang="ko-KR" sz="1200">
                <a:highlight>
                  <a:srgbClr val="FFFF00"/>
                </a:highlight>
              </a:rPr>
            </a:br>
            <a:r>
              <a:rPr lang="ko-KR" altLang="en-US" sz="1200">
                <a:highlight>
                  <a:srgbClr val="FFFF00"/>
                </a:highlight>
              </a:rPr>
              <a:t>도면 수정 끝나면 이 내용은 삭제 해 주세요 </a:t>
            </a:r>
            <a:r>
              <a:rPr lang="en-US" altLang="ko-KR" sz="1200">
                <a:highlight>
                  <a:srgbClr val="FFFF00"/>
                </a:highligh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0844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진옥화</dc:creator>
  <cp:lastModifiedBy>변경순</cp:lastModifiedBy>
  <cp:revision>1</cp:revision>
  <dcterms:created xsi:type="dcterms:W3CDTF">2024-03-26T08:21:00Z</dcterms:created>
  <dcterms:modified xsi:type="dcterms:W3CDTF">2025-02-17T08:26:55Z</dcterms:modified>
</cp:coreProperties>
</file>