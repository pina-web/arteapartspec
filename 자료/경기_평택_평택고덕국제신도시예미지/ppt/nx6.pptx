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11"/>
    <p:sldId id="455" r:id="rId12"/>
    <p:sldId id="454" r:id="rId13"/>
    <p:sldId id="466" r:id="rId14"/>
    <p:sldId id="465" r:id="rId15"/>
    <p:sldId id="462" r:id="rId16"/>
    <p:sldId id="259" r:id="rId17"/>
    <p:sldId id="457" r:id="rId18"/>
    <p:sldId id="456" r:id="rId19"/>
    <p:sldId id="464" r:id="rId20"/>
    <p:sldId id="260" r:id="rId21"/>
    <p:sldId id="459" r:id="rId22"/>
    <p:sldId id="458" r:id="rId23"/>
    <p:sldId id="463" r:id="rId24"/>
    <p:sldId id="46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53A288AE-37DB-481D-AD89-5B5918653758}">
          <p14:sldIdLst>
            <p14:sldId id="261"/>
            <p14:sldId id="455"/>
            <p14:sldId id="454"/>
            <p14:sldId id="466"/>
            <p14:sldId id="465"/>
            <p14:sldId id="462"/>
          </p14:sldIdLst>
        </p14:section>
        <p14:section name="84B" id="{80DC826D-5C9E-4515-8771-33835C9E9B73}">
          <p14:sldIdLst>
            <p14:sldId id="259"/>
            <p14:sldId id="457"/>
            <p14:sldId id="456"/>
            <p14:sldId id="464"/>
          </p14:sldIdLst>
        </p14:section>
        <p14:section name="84C" id="{CFA24FA8-2BDF-4AE8-A938-9F7025120297}">
          <p14:sldIdLst>
            <p14:sldId id="260"/>
            <p14:sldId id="459"/>
            <p14:sldId id="458"/>
            <p14:sldId id="463"/>
            <p14:sldId id="4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연숙" userId="1aa98b7c-ef11-4924-9256-2eab73cb9b46" providerId="ADAL" clId="{EAE158DF-487E-424A-9A3E-34424D3E7B5E}"/>
    <pc:docChg chg="modSld">
      <pc:chgData name="정연숙" userId="1aa98b7c-ef11-4924-9256-2eab73cb9b46" providerId="ADAL" clId="{EAE158DF-487E-424A-9A3E-34424D3E7B5E}" dt="2026-08-10T06:08:27.582" v="0" actId="1076"/>
      <pc:docMkLst>
        <pc:docMk/>
      </pc:docMkLst>
      <pc:sldChg chg="modSp mod">
        <pc:chgData name="정연숙" userId="1aa98b7c-ef11-4924-9256-2eab73cb9b46" providerId="ADAL" clId="{EAE158DF-487E-424A-9A3E-34424D3E7B5E}" dt="2026-08-10T06:08:27.582" v="0" actId="1076"/>
        <pc:sldMkLst>
          <pc:docMk/>
          <pc:sldMk cId="2715102061" sldId="456"/>
        </pc:sldMkLst>
        <pc:spChg chg="mod">
          <ac:chgData name="정연숙" userId="1aa98b7c-ef11-4924-9256-2eab73cb9b46" providerId="ADAL" clId="{EAE158DF-487E-424A-9A3E-34424D3E7B5E}" dt="2026-08-10T06:08:27.582" v="0" actId="1076"/>
          <ac:spMkLst>
            <pc:docMk/>
            <pc:sldMk cId="2715102061" sldId="456"/>
            <ac:spMk id="6" creationId="{D080F18E-F13C-B667-4EE7-2ED3CDD8ACA3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F1C19-6EA4-DEA9-EA28-999F51D84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441E6D-DDE2-8D05-D3FF-45397E3A9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47FEF4-7F30-CA0E-78AB-A0C5742BD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B8F778-E57C-E207-CE12-92A527EC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96E47-3076-AA08-F904-B0762D82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61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AAAA6-8F87-2765-5A8A-CC272F9B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14B45-3162-6488-6394-FEC9EC433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4F7C76-154B-C08A-2099-3971ECA82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852C8-66F4-BB25-73F2-07668FFD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B4CD91-760B-23BB-A8D0-69FC7C5B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59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5220C3-C425-B8E2-7960-DD2C77939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53FF50-9F0E-8705-1010-59410157E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8CF349-54C4-F61F-A953-DD4D0618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AD7BDD-5AA2-16B3-2CAA-19BB184D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7F417F-9480-3238-3DCB-AE1549F7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09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DA171-38A8-BF89-DBD1-340A6B06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D30BBD-8F23-9CB4-A413-CE686D8E6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19C02C-EBDC-63F0-1AFA-3263BEDC0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5F4A57-833F-0326-6F2E-60A5456A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B2DE24-1928-C913-D41E-B10F0A10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C6E600-F33F-7FCF-6F84-AAF5B2836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37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8E743-7CBE-AEB7-0A7B-8E551A47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CE91EC-6A9C-E180-97A1-EBB8F517F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B95BEF-8EFB-D105-BF5A-F013FCEB3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6FDE07-4989-9205-C15A-A34FF4F4F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026E0B-56F4-5ECD-D32F-5F420BAD2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545B97-8D4E-CCAF-3583-7091FE37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F02ABA-A5D6-A6CD-D0AB-FB5D598E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DD42F7-BC70-5ED6-944B-EA1CA65F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50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A1154-2900-8E11-147B-2F71E0DB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4A92A4-6FC5-D9E3-65CF-B04047B6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87B527-B78F-C0E1-3D75-5A22013B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A64885-107E-4210-DB08-991B1958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909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572CA1-551A-3C2B-42D5-B72F46A2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4272CA-784B-9FE9-B858-C79DF18F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3B3816-AD48-ADEA-14E1-24E69308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71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13B3D-0204-DB76-E77D-67B7DBB6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5CBF7-8FC9-18AE-D9C5-4EA034AD6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89983B-9673-3F67-915D-4F03EECCE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796C7B-101F-598E-9502-80161ED2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7A5ABC-99AB-B9A4-AA10-D45FCD9A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84B693-9E60-92D8-F51C-823523B7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591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185E00-04B9-69CC-B277-305CA6EB9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461374-7B19-E433-473D-E82F77323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442A30-7FEC-7408-758C-050C1DB65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32621B-5B31-F695-331C-54CDF96B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EBED50-776A-AC32-F167-7CB091E0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C3DFC3-746D-50AF-53D5-FD57C231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57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7D8D6-CD75-9010-92C1-0191E9AF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E12DBD-BF52-C0B2-3A4F-1765C8B63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BEEDF-942D-9D37-DBC0-90712D31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B1B006-D1DD-FC85-7F04-8D764BA5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EA03A9-2BE4-11E2-A34D-37DEEF8D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95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979253-F778-B498-F322-BF2CB1AC0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8A77DA-DD93-A74B-C614-1624F920C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8C8107-CE04-006B-6160-F0B838D7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8E3068-AF95-862C-CEBB-09D42DFD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28AED2-F5CC-68A8-C064-63BE5016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2474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E7E34D-A597-86D7-01F6-37AF8D53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CA7B09-7307-7429-FD8B-CD607AD43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B7B8A3-9ED0-33A0-BC8A-B17B9B560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C59BEE-8D32-4482-94A0-CECC6A7EDD8C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48C6CF-B878-DBE0-D197-D3735CF40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8AC976-7B2E-D827-2304-6CEB7D1A3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95696-B4F7-43CC-96CB-351DBDF0BE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46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Relationship Id="rId5" Type="http://schemas.openxmlformats.org/officeDocument/2006/relationships/image" Target="../media/image1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microsoft.com/office/2007/relationships/hdphoto" Target="../media/hdphoto1.wdp"/><Relationship Id="rId4" Type="http://schemas.openxmlformats.org/officeDocument/2006/relationships/image" Target="../media/image18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microsoft.com/office/2007/relationships/hdphoto" Target="../media/hdphoto2.wdp"/><Relationship Id="rId4" Type="http://schemas.openxmlformats.org/officeDocument/2006/relationships/image" Target="../media/image20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microsoft.com/office/2007/relationships/hdphoto" Target="../media/hdphoto2.wdp"/><Relationship Id="rId4" Type="http://schemas.openxmlformats.org/officeDocument/2006/relationships/image" Target="../media/image20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microsoft.com/office/2007/relationships/hdphoto" Target="../media/hdphoto2.wdp"/><Relationship Id="rId4" Type="http://schemas.openxmlformats.org/officeDocument/2006/relationships/image" Target="../media/image20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microsoft.com/office/2007/relationships/hdphoto" Target="../media/hdphoto2.wdp"/><Relationship Id="rId4" Type="http://schemas.openxmlformats.org/officeDocument/2006/relationships/image" Target="../media/image200.png"/><Relationship Id="rId5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3.wdp"/><Relationship Id="rId4" Type="http://schemas.openxmlformats.org/officeDocument/2006/relationships/image" Target="../media/image2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3.wdp"/><Relationship Id="rId4" Type="http://schemas.openxmlformats.org/officeDocument/2006/relationships/image" Target="../media/image2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3.wdp"/><Relationship Id="rId4" Type="http://schemas.openxmlformats.org/officeDocument/2006/relationships/image" Target="../media/image2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3.wdp"/><Relationship Id="rId4" Type="http://schemas.openxmlformats.org/officeDocument/2006/relationships/image" Target="../media/image220.png"/><Relationship Id="rId5" Type="http://schemas.openxmlformats.org/officeDocument/2006/relationships/image" Target="../media/image1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3.wdp"/><Relationship Id="rId4" Type="http://schemas.openxmlformats.org/officeDocument/2006/relationships/image" Target="../media/image220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B48EF-F310-23A6-0376-0C652C49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E10758-0A9D-197B-F695-7DFD4BF864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4697" y="977021"/>
            <a:ext cx="7923703" cy="5633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B5565-3334-1004-9AAD-9E81F0F9C75D}"/>
                  </a:ext>
                </a:extLst>
              </p:cNvPr>
              <p:cNvSpPr txBox="1"/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B5565-3334-1004-9AAD-9E81F0F9C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7DFCC5D-41BB-C2B7-E8BE-DFDADFF3E787}"/>
              </a:ext>
            </a:extLst>
          </p:cNvPr>
          <p:cNvSpPr txBox="1"/>
          <p:nvPr/>
        </p:nvSpPr>
        <p:spPr>
          <a:xfrm>
            <a:off x="1871535" y="3486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05FFCC9-042E-B726-91D4-F9BFD50BE181}"/>
              </a:ext>
            </a:extLst>
          </p:cNvPr>
          <p:cNvSpPr/>
          <p:nvPr/>
        </p:nvSpPr>
        <p:spPr>
          <a:xfrm>
            <a:off x="4977236" y="437282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8DD0CE0-9F16-6300-C057-F688C6233F3E}"/>
              </a:ext>
            </a:extLst>
          </p:cNvPr>
          <p:cNvSpPr/>
          <p:nvPr/>
        </p:nvSpPr>
        <p:spPr>
          <a:xfrm>
            <a:off x="5146173" y="452490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BFC5E5-3705-BD77-69DD-B0DCA1D23288}"/>
              </a:ext>
            </a:extLst>
          </p:cNvPr>
          <p:cNvSpPr txBox="1"/>
          <p:nvPr/>
        </p:nvSpPr>
        <p:spPr>
          <a:xfrm>
            <a:off x="4598389" y="3860133"/>
            <a:ext cx="1968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3B89BEF-5DE8-4F91-0798-121FBF4157F9}"/>
              </a:ext>
            </a:extLst>
          </p:cNvPr>
          <p:cNvGrpSpPr/>
          <p:nvPr/>
        </p:nvGrpSpPr>
        <p:grpSpPr>
          <a:xfrm>
            <a:off x="4485502" y="4375923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366D140-F512-8A49-FA41-F862F3395DE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E37A6CC-822E-C4F9-4FDF-CD895CF443C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95BA3CE-AFA2-1527-B587-E0317401380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0576820-0E84-57E6-191A-B976BCBBB4CE}"/>
              </a:ext>
            </a:extLst>
          </p:cNvPr>
          <p:cNvGrpSpPr/>
          <p:nvPr/>
        </p:nvGrpSpPr>
        <p:grpSpPr>
          <a:xfrm>
            <a:off x="6516995" y="4372820"/>
            <a:ext cx="98891" cy="1331233"/>
            <a:chOff x="4737834" y="4900127"/>
            <a:chExt cx="98891" cy="1331233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BE0A3FB-687A-FAC4-BD15-97A6BFE6B75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752D54D-B538-5921-7BB1-00AEAD62DB7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C5EB126-08AA-3791-C54A-4059EE5CBF3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4C9685-C1C0-5A74-338F-3E1D89B0CA94}"/>
              </a:ext>
            </a:extLst>
          </p:cNvPr>
          <p:cNvSpPr/>
          <p:nvPr/>
        </p:nvSpPr>
        <p:spPr>
          <a:xfrm rot="10800000" flipV="1">
            <a:off x="4261420" y="2920205"/>
            <a:ext cx="98384" cy="6254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F73B30-EA1A-80A7-5AD0-5DC9CAFD7366}"/>
              </a:ext>
            </a:extLst>
          </p:cNvPr>
          <p:cNvSpPr/>
          <p:nvPr/>
        </p:nvSpPr>
        <p:spPr>
          <a:xfrm flipV="1">
            <a:off x="8625567" y="2840674"/>
            <a:ext cx="98384" cy="7478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116670-DDEA-B1CC-F1F2-F7B9B966CD32}"/>
              </a:ext>
            </a:extLst>
          </p:cNvPr>
          <p:cNvSpPr/>
          <p:nvPr/>
        </p:nvSpPr>
        <p:spPr>
          <a:xfrm flipV="1">
            <a:off x="9703412" y="3533807"/>
            <a:ext cx="98385" cy="6429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2C5A98-091D-E055-6988-CFB7BA8C2324}"/>
              </a:ext>
            </a:extLst>
          </p:cNvPr>
          <p:cNvSpPr txBox="1"/>
          <p:nvPr/>
        </p:nvSpPr>
        <p:spPr>
          <a:xfrm>
            <a:off x="5868669" y="639721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184E1BB-3EE8-D8A8-B957-B71C6FCC268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6672808-CF21-3B65-A3F8-7BF9C0F321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5651E30-89B3-8696-FA87-1442339E27F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82385BE-AA15-DC18-5670-DA66908D69E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153759DC-FCC7-A71E-D887-73BD1B0FB1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7BAB757-4D41-DB28-5BD4-023C2A292B9E}"/>
              </a:ext>
            </a:extLst>
          </p:cNvPr>
          <p:cNvSpPr/>
          <p:nvPr/>
        </p:nvSpPr>
        <p:spPr>
          <a:xfrm rot="5400000">
            <a:off x="5503266" y="5050120"/>
            <a:ext cx="102820" cy="15601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867C51E-68B0-D37C-97B6-C8794EB59828}"/>
              </a:ext>
            </a:extLst>
          </p:cNvPr>
          <p:cNvCxnSpPr>
            <a:cxnSpLocks/>
          </p:cNvCxnSpPr>
          <p:nvPr/>
        </p:nvCxnSpPr>
        <p:spPr>
          <a:xfrm flipV="1">
            <a:off x="6045002" y="5623720"/>
            <a:ext cx="0" cy="819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4D155A8-D281-9B10-6101-B1A344ACA59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1652B42B-B1CF-6C42-11B4-ECE0A02A746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FE513F4-28EA-839B-3D95-CC8EED5E587F}"/>
              </a:ext>
            </a:extLst>
          </p:cNvPr>
          <p:cNvGrpSpPr/>
          <p:nvPr/>
        </p:nvGrpSpPr>
        <p:grpSpPr>
          <a:xfrm rot="5400000">
            <a:off x="7757669" y="3848285"/>
            <a:ext cx="98445" cy="565582"/>
            <a:chOff x="4738280" y="5665778"/>
            <a:chExt cx="98445" cy="56558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0ADB22D-D29A-0C7B-6900-F0ED0EA4F6DC}"/>
                </a:ext>
              </a:extLst>
            </p:cNvPr>
            <p:cNvSpPr/>
            <p:nvPr/>
          </p:nvSpPr>
          <p:spPr>
            <a:xfrm>
              <a:off x="4738280" y="56657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8D426DF-A8E1-C7A3-25E4-AF7701241B4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435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96BA-4303-C270-ADF8-CE0382B5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D673612-7B3C-40F3-D712-5293D4347E7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4697" y="977021"/>
            <a:ext cx="7923703" cy="5633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D66846-239E-25DD-6D07-884006FDF79A}"/>
                  </a:ext>
                </a:extLst>
              </p:cNvPr>
              <p:cNvSpPr txBox="1"/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D66846-239E-25DD-6D07-884006FDF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602BB1E-BE16-9FF0-F261-A0F0D5C131FB}"/>
              </a:ext>
            </a:extLst>
          </p:cNvPr>
          <p:cNvSpPr txBox="1"/>
          <p:nvPr/>
        </p:nvSpPr>
        <p:spPr>
          <a:xfrm>
            <a:off x="1871535" y="3486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CAEC54-4BDF-1140-FD7A-BED8DCE17AB8}"/>
              </a:ext>
            </a:extLst>
          </p:cNvPr>
          <p:cNvSpPr/>
          <p:nvPr/>
        </p:nvSpPr>
        <p:spPr>
          <a:xfrm>
            <a:off x="3267622" y="5345978"/>
            <a:ext cx="94596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4D5C2-473E-0D79-3142-DD62B235168A}"/>
              </a:ext>
            </a:extLst>
          </p:cNvPr>
          <p:cNvSpPr txBox="1"/>
          <p:nvPr/>
        </p:nvSpPr>
        <p:spPr>
          <a:xfrm>
            <a:off x="2701984" y="4546468"/>
            <a:ext cx="825174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D278063-E7D4-108F-60E0-0E91D5578E80}"/>
              </a:ext>
            </a:extLst>
          </p:cNvPr>
          <p:cNvSpPr/>
          <p:nvPr/>
        </p:nvSpPr>
        <p:spPr>
          <a:xfrm>
            <a:off x="4977236" y="437282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1DCB699-4054-71EE-9E40-1F64CBD9BCBB}"/>
              </a:ext>
            </a:extLst>
          </p:cNvPr>
          <p:cNvSpPr/>
          <p:nvPr/>
        </p:nvSpPr>
        <p:spPr>
          <a:xfrm>
            <a:off x="5146173" y="452490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32470E-187C-E610-7CAE-C93F9844C3B4}"/>
              </a:ext>
            </a:extLst>
          </p:cNvPr>
          <p:cNvSpPr txBox="1"/>
          <p:nvPr/>
        </p:nvSpPr>
        <p:spPr>
          <a:xfrm>
            <a:off x="4598389" y="3860133"/>
            <a:ext cx="1968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2D700E6-1A69-737A-B2BC-1CAB2CCB29CB}"/>
              </a:ext>
            </a:extLst>
          </p:cNvPr>
          <p:cNvGrpSpPr/>
          <p:nvPr/>
        </p:nvGrpSpPr>
        <p:grpSpPr>
          <a:xfrm>
            <a:off x="4485502" y="4375923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696D39EB-ECFB-6E77-219E-FF715F9D1CA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6669D62-030A-E7E1-8CB1-333813EB5854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2C25880-4F1F-D795-3600-2B78930E6F7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68DFD68-039D-B1F0-E956-7F4D2BE79836}"/>
              </a:ext>
            </a:extLst>
          </p:cNvPr>
          <p:cNvGrpSpPr/>
          <p:nvPr/>
        </p:nvGrpSpPr>
        <p:grpSpPr>
          <a:xfrm>
            <a:off x="6516995" y="4372820"/>
            <a:ext cx="98891" cy="1331233"/>
            <a:chOff x="4737834" y="4900127"/>
            <a:chExt cx="98891" cy="1331233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B56395B9-40FE-CB76-1342-22BC891CD9D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DF41C5A-C12A-E9D1-4578-38131E63E038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60B226A-1C07-CC2D-3F0C-2E97571EAD1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ECB7248-660A-26D0-7C77-5F734503BFEA}"/>
              </a:ext>
            </a:extLst>
          </p:cNvPr>
          <p:cNvGrpSpPr/>
          <p:nvPr/>
        </p:nvGrpSpPr>
        <p:grpSpPr>
          <a:xfrm>
            <a:off x="4211798" y="440146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BE909E1A-2A38-0AE7-A8AF-DF0E31D1743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258CEFC5-F261-0FC8-4497-9B5BBA39663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21021CB-C404-DB31-699A-1662E22F04C0}"/>
              </a:ext>
            </a:extLst>
          </p:cNvPr>
          <p:cNvGrpSpPr/>
          <p:nvPr/>
        </p:nvGrpSpPr>
        <p:grpSpPr>
          <a:xfrm>
            <a:off x="8178930" y="2965736"/>
            <a:ext cx="398956" cy="497746"/>
            <a:chOff x="9260303" y="3797098"/>
            <a:chExt cx="398956" cy="497746"/>
          </a:xfrm>
          <a:solidFill>
            <a:srgbClr val="CC0000"/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5272CE1-36E3-DC4F-FED5-34FB35F85488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94939"/>
              <a:chOff x="46743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0A75DD05-03C5-9D94-DD18-2209218E0799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66B6F250-AD21-60CE-27FD-2906AA98AB12}"/>
                  </a:ext>
                </a:extLst>
              </p:cNvPr>
              <p:cNvSpPr/>
              <p:nvPr/>
            </p:nvSpPr>
            <p:spPr>
              <a:xfrm>
                <a:off x="46747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별: 꼭짓점 7개 24">
              <a:extLst>
                <a:ext uri="{FF2B5EF4-FFF2-40B4-BE49-F238E27FC236}">
                  <a16:creationId xmlns:a16="http://schemas.microsoft.com/office/drawing/2014/main" id="{AE736DB1-0601-6E96-E2AD-2D7B6995030D}"/>
                </a:ext>
              </a:extLst>
            </p:cNvPr>
            <p:cNvSpPr/>
            <p:nvPr/>
          </p:nvSpPr>
          <p:spPr>
            <a:xfrm rot="5400000">
              <a:off x="9336369" y="3927410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A55EF3DA-4937-9FBF-AA16-566AF00DC389}"/>
                </a:ext>
              </a:extLst>
            </p:cNvPr>
            <p:cNvGrpSpPr/>
            <p:nvPr/>
          </p:nvGrpSpPr>
          <p:grpSpPr>
            <a:xfrm>
              <a:off x="9260303" y="3797098"/>
              <a:ext cx="98814" cy="494939"/>
              <a:chOff x="480689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C714B8D1-EEA9-7E04-33A5-9C6985D94562}"/>
                  </a:ext>
                </a:extLst>
              </p:cNvPr>
              <p:cNvSpPr/>
              <p:nvPr/>
            </p:nvSpPr>
            <p:spPr>
              <a:xfrm>
                <a:off x="480689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3E5629B6-5A5E-43DE-DDF4-157C1088EACF}"/>
                  </a:ext>
                </a:extLst>
              </p:cNvPr>
              <p:cNvSpPr/>
              <p:nvPr/>
            </p:nvSpPr>
            <p:spPr>
              <a:xfrm>
                <a:off x="480732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E3B70F8-FAE8-4F79-7ECE-A659F7EDFA99}"/>
              </a:ext>
            </a:extLst>
          </p:cNvPr>
          <p:cNvSpPr/>
          <p:nvPr/>
        </p:nvSpPr>
        <p:spPr>
          <a:xfrm rot="10800000" flipV="1">
            <a:off x="4261420" y="2920205"/>
            <a:ext cx="98384" cy="6254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4E5481-8510-141F-3A60-90DAFC5040AA}"/>
              </a:ext>
            </a:extLst>
          </p:cNvPr>
          <p:cNvSpPr/>
          <p:nvPr/>
        </p:nvSpPr>
        <p:spPr>
          <a:xfrm flipV="1">
            <a:off x="8625567" y="2840674"/>
            <a:ext cx="98384" cy="7478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2344084-2D4E-9362-F9DB-C4F48F187C31}"/>
              </a:ext>
            </a:extLst>
          </p:cNvPr>
          <p:cNvSpPr/>
          <p:nvPr/>
        </p:nvSpPr>
        <p:spPr>
          <a:xfrm flipV="1">
            <a:off x="9703412" y="3533807"/>
            <a:ext cx="98385" cy="6429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194630-A3A3-4A1F-49C5-7D563D5B755C}"/>
              </a:ext>
            </a:extLst>
          </p:cNvPr>
          <p:cNvSpPr txBox="1"/>
          <p:nvPr/>
        </p:nvSpPr>
        <p:spPr>
          <a:xfrm>
            <a:off x="5868669" y="639721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0509763-703B-1C3E-6A86-4829CF65C5A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186026D-693F-9AE7-129A-259E5313D93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77EFC5C-947E-ECE2-667F-8A535587002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34A3B8A-2BAD-8332-4B71-4487CB66FD2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602C9FD0-1FFB-D396-A57C-972E206B859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F7D8877-1DB6-0E6B-90E4-CAAE4AF898D3}"/>
              </a:ext>
            </a:extLst>
          </p:cNvPr>
          <p:cNvSpPr/>
          <p:nvPr/>
        </p:nvSpPr>
        <p:spPr>
          <a:xfrm rot="5400000">
            <a:off x="5503266" y="5050120"/>
            <a:ext cx="102820" cy="15601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F66B680-B35A-651A-70DC-33597253EEB2}"/>
              </a:ext>
            </a:extLst>
          </p:cNvPr>
          <p:cNvCxnSpPr>
            <a:cxnSpLocks/>
          </p:cNvCxnSpPr>
          <p:nvPr/>
        </p:nvCxnSpPr>
        <p:spPr>
          <a:xfrm flipV="1">
            <a:off x="6045002" y="5623720"/>
            <a:ext cx="0" cy="819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2C63874-1DB2-CD8A-7247-075A88ABE1B5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8D65921D-9C55-F631-A258-C8BA53A27543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152413C-F976-ADF1-53C5-0916D9F5F899}"/>
              </a:ext>
            </a:extLst>
          </p:cNvPr>
          <p:cNvGrpSpPr/>
          <p:nvPr/>
        </p:nvGrpSpPr>
        <p:grpSpPr>
          <a:xfrm rot="5400000">
            <a:off x="7757669" y="3848285"/>
            <a:ext cx="98445" cy="565582"/>
            <a:chOff x="4738280" y="5665778"/>
            <a:chExt cx="98445" cy="56558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2ABDEA5A-0575-D6B2-F902-E60EE72DE66A}"/>
                </a:ext>
              </a:extLst>
            </p:cNvPr>
            <p:cNvSpPr/>
            <p:nvPr/>
          </p:nvSpPr>
          <p:spPr>
            <a:xfrm>
              <a:off x="4738280" y="56657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8DB8BF9F-AAF3-2DCB-8781-4247BA968B8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990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E9487-9B95-DED3-A26B-E74863655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91BD56A-0AE0-D8B5-96D6-639A8D99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4697" y="977021"/>
            <a:ext cx="7923703" cy="5633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8EFDC6-AB47-4E44-B7DA-83872F93F577}"/>
                  </a:ext>
                </a:extLst>
              </p:cNvPr>
              <p:cNvSpPr txBox="1"/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8EFDC6-AB47-4E44-B7DA-83872F93F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EAB07BA-D16F-A207-0C59-F9607ADBCBA0}"/>
              </a:ext>
            </a:extLst>
          </p:cNvPr>
          <p:cNvSpPr txBox="1"/>
          <p:nvPr/>
        </p:nvSpPr>
        <p:spPr>
          <a:xfrm>
            <a:off x="1871535" y="3486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1E10BF-4D30-F141-0039-F56A64A8F480}"/>
              </a:ext>
            </a:extLst>
          </p:cNvPr>
          <p:cNvSpPr/>
          <p:nvPr/>
        </p:nvSpPr>
        <p:spPr>
          <a:xfrm>
            <a:off x="3267622" y="5345978"/>
            <a:ext cx="945965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5823B-07CC-B93D-9B38-942AE244FD70}"/>
              </a:ext>
            </a:extLst>
          </p:cNvPr>
          <p:cNvSpPr txBox="1"/>
          <p:nvPr/>
        </p:nvSpPr>
        <p:spPr>
          <a:xfrm>
            <a:off x="2701984" y="4546468"/>
            <a:ext cx="825174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043DD55-56F9-B7F4-5E99-C29AA7153061}"/>
              </a:ext>
            </a:extLst>
          </p:cNvPr>
          <p:cNvSpPr/>
          <p:nvPr/>
        </p:nvSpPr>
        <p:spPr>
          <a:xfrm>
            <a:off x="4977236" y="4372820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D7D0543-57E8-58D7-6F90-650520776841}"/>
              </a:ext>
            </a:extLst>
          </p:cNvPr>
          <p:cNvSpPr/>
          <p:nvPr/>
        </p:nvSpPr>
        <p:spPr>
          <a:xfrm>
            <a:off x="5146173" y="4524907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580A8-CDBD-735E-34AF-DCCA38458A2D}"/>
              </a:ext>
            </a:extLst>
          </p:cNvPr>
          <p:cNvSpPr txBox="1"/>
          <p:nvPr/>
        </p:nvSpPr>
        <p:spPr>
          <a:xfrm>
            <a:off x="4598389" y="3860133"/>
            <a:ext cx="1968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1" name="별: 꼭짓점 4개 10">
            <a:extLst>
              <a:ext uri="{FF2B5EF4-FFF2-40B4-BE49-F238E27FC236}">
                <a16:creationId xmlns:a16="http://schemas.microsoft.com/office/drawing/2014/main" id="{AF569118-2F80-E62B-29A2-82D443A8F338}"/>
              </a:ext>
            </a:extLst>
          </p:cNvPr>
          <p:cNvSpPr/>
          <p:nvPr/>
        </p:nvSpPr>
        <p:spPr>
          <a:xfrm>
            <a:off x="5325601" y="470823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5FF6F6E-0B99-8F8A-3668-F1E5AD47F204}"/>
              </a:ext>
            </a:extLst>
          </p:cNvPr>
          <p:cNvGrpSpPr/>
          <p:nvPr/>
        </p:nvGrpSpPr>
        <p:grpSpPr>
          <a:xfrm>
            <a:off x="4485502" y="4375923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FD12C71-8015-74BB-828B-5D33250268CB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2E69177-C179-D511-92E3-1958B88BAFF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75EA074-DC5D-6A3E-AC35-968CDC3FE60D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745FFC1-C0DA-A4F3-10B8-68AFED40AF2A}"/>
              </a:ext>
            </a:extLst>
          </p:cNvPr>
          <p:cNvGrpSpPr/>
          <p:nvPr/>
        </p:nvGrpSpPr>
        <p:grpSpPr>
          <a:xfrm>
            <a:off x="6516995" y="4372820"/>
            <a:ext cx="98891" cy="1331233"/>
            <a:chOff x="4737834" y="4900127"/>
            <a:chExt cx="98891" cy="1331233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A6C6AA1-7EF0-19CD-4CD4-EF8782287E2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16E8DF6-E5D7-5050-7CAA-FA6DC219D29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0A08A303-CFEC-A5C7-C8CF-49C39FF5D3B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7BB2089-37B2-370A-A5FA-BBFAFBB3A647}"/>
              </a:ext>
            </a:extLst>
          </p:cNvPr>
          <p:cNvGrpSpPr/>
          <p:nvPr/>
        </p:nvGrpSpPr>
        <p:grpSpPr>
          <a:xfrm>
            <a:off x="4211798" y="4401465"/>
            <a:ext cx="98814" cy="711634"/>
            <a:chOff x="4737834" y="4900127"/>
            <a:chExt cx="98814" cy="711634"/>
          </a:xfrm>
          <a:solidFill>
            <a:srgbClr val="00B0F0"/>
          </a:solidFill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6FFB9FE-081D-19E0-41B7-71E6A2EC2A1D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CD47755-C8E5-EEDD-8521-E1C0EB84CEC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80DE48A-03DC-57B6-12CE-0BF5A0694385}"/>
              </a:ext>
            </a:extLst>
          </p:cNvPr>
          <p:cNvGrpSpPr/>
          <p:nvPr/>
        </p:nvGrpSpPr>
        <p:grpSpPr>
          <a:xfrm>
            <a:off x="8178930" y="2965736"/>
            <a:ext cx="398956" cy="497746"/>
            <a:chOff x="9260303" y="3797098"/>
            <a:chExt cx="398956" cy="497746"/>
          </a:xfrm>
          <a:solidFill>
            <a:srgbClr val="CC0000"/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7E0DDBB-329F-076A-AB5F-3E14B76D551A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494939"/>
              <a:chOff x="46743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52295103-4774-065A-2640-FD616B04A8A1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8483AFCD-2D30-4636-848B-A2496D2DC24F}"/>
                  </a:ext>
                </a:extLst>
              </p:cNvPr>
              <p:cNvSpPr/>
              <p:nvPr/>
            </p:nvSpPr>
            <p:spPr>
              <a:xfrm>
                <a:off x="46747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별: 꼭짓점 7개 24">
              <a:extLst>
                <a:ext uri="{FF2B5EF4-FFF2-40B4-BE49-F238E27FC236}">
                  <a16:creationId xmlns:a16="http://schemas.microsoft.com/office/drawing/2014/main" id="{D44D9C2A-7F29-474D-8AC6-7A99C73817B8}"/>
                </a:ext>
              </a:extLst>
            </p:cNvPr>
            <p:cNvSpPr/>
            <p:nvPr/>
          </p:nvSpPr>
          <p:spPr>
            <a:xfrm rot="5400000">
              <a:off x="9336369" y="3927410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894EDB8-C779-FE4F-CB0E-56F95E42AA00}"/>
                </a:ext>
              </a:extLst>
            </p:cNvPr>
            <p:cNvGrpSpPr/>
            <p:nvPr/>
          </p:nvGrpSpPr>
          <p:grpSpPr>
            <a:xfrm>
              <a:off x="9260303" y="3797098"/>
              <a:ext cx="98814" cy="494939"/>
              <a:chOff x="480689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455D1F97-9834-9428-5D07-8A1CD314047A}"/>
                  </a:ext>
                </a:extLst>
              </p:cNvPr>
              <p:cNvSpPr/>
              <p:nvPr/>
            </p:nvSpPr>
            <p:spPr>
              <a:xfrm>
                <a:off x="480689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FCB58F88-9B57-D1E8-C188-DC8C0B1C601C}"/>
                  </a:ext>
                </a:extLst>
              </p:cNvPr>
              <p:cNvSpPr/>
              <p:nvPr/>
            </p:nvSpPr>
            <p:spPr>
              <a:xfrm>
                <a:off x="480732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6B97A6-DDAB-BD99-8DD3-23B97BBD0400}"/>
              </a:ext>
            </a:extLst>
          </p:cNvPr>
          <p:cNvSpPr/>
          <p:nvPr/>
        </p:nvSpPr>
        <p:spPr>
          <a:xfrm rot="10800000" flipV="1">
            <a:off x="4261420" y="2920205"/>
            <a:ext cx="98384" cy="6254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76B0902-9B26-5E5A-A408-8449E7C6F204}"/>
              </a:ext>
            </a:extLst>
          </p:cNvPr>
          <p:cNvSpPr/>
          <p:nvPr/>
        </p:nvSpPr>
        <p:spPr>
          <a:xfrm flipV="1">
            <a:off x="8625567" y="2840674"/>
            <a:ext cx="98384" cy="7478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7B32850-3919-AD32-BF23-4FE0E69BF10B}"/>
              </a:ext>
            </a:extLst>
          </p:cNvPr>
          <p:cNvSpPr/>
          <p:nvPr/>
        </p:nvSpPr>
        <p:spPr>
          <a:xfrm flipV="1">
            <a:off x="9703412" y="3533807"/>
            <a:ext cx="98385" cy="6429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0FFEEC-F9E1-704A-83E3-FAC55706AD5C}"/>
              </a:ext>
            </a:extLst>
          </p:cNvPr>
          <p:cNvSpPr txBox="1"/>
          <p:nvPr/>
        </p:nvSpPr>
        <p:spPr>
          <a:xfrm>
            <a:off x="5868669" y="639721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6B5984-11F6-AC65-8132-82592380BF5D}"/>
              </a:ext>
            </a:extLst>
          </p:cNvPr>
          <p:cNvSpPr txBox="1"/>
          <p:nvPr/>
        </p:nvSpPr>
        <p:spPr>
          <a:xfrm>
            <a:off x="3719917" y="625500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E567A43-E593-AA34-BB01-F37EC3984ED3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DAE849F-C14D-5366-D1AE-E4788FF6470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6E135EE-3C89-435B-5FDC-BE1BFDF3952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D3AD8E4-716A-B6A3-5F44-FF6EE878DA17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B138BB5E-F7B2-E806-418F-944D1C9E8C86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4DCA276-99D4-309C-DBFD-77BACA3876CF}"/>
              </a:ext>
            </a:extLst>
          </p:cNvPr>
          <p:cNvSpPr/>
          <p:nvPr/>
        </p:nvSpPr>
        <p:spPr>
          <a:xfrm rot="5400000">
            <a:off x="5503266" y="5050120"/>
            <a:ext cx="102820" cy="15601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921D1F0-7B0F-7088-19C1-7C99628F1E34}"/>
              </a:ext>
            </a:extLst>
          </p:cNvPr>
          <p:cNvCxnSpPr>
            <a:cxnSpLocks/>
          </p:cNvCxnSpPr>
          <p:nvPr/>
        </p:nvCxnSpPr>
        <p:spPr>
          <a:xfrm flipV="1">
            <a:off x="6045002" y="5623720"/>
            <a:ext cx="0" cy="819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EFBB359-BA73-5D9D-625F-AC2F79E7AE46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03B719EC-E188-762B-3E0B-8BD5AA4EEE24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128AFD3-7643-9688-5269-72C66E3F4E6C}"/>
              </a:ext>
            </a:extLst>
          </p:cNvPr>
          <p:cNvGrpSpPr/>
          <p:nvPr/>
        </p:nvGrpSpPr>
        <p:grpSpPr>
          <a:xfrm rot="5400000">
            <a:off x="7757669" y="3848285"/>
            <a:ext cx="98445" cy="565582"/>
            <a:chOff x="4738280" y="5665778"/>
            <a:chExt cx="98445" cy="56558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E791977E-25CB-FDF0-4F54-F489614BFD3F}"/>
                </a:ext>
              </a:extLst>
            </p:cNvPr>
            <p:cNvSpPr/>
            <p:nvPr/>
          </p:nvSpPr>
          <p:spPr>
            <a:xfrm>
              <a:off x="4738280" y="56657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BF199037-BF1D-920A-C1C2-AEC7F8D9E94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8250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B48EF-F310-23A6-0376-0C652C49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E10758-0A9D-197B-F695-7DFD4BF864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4697" y="977021"/>
            <a:ext cx="7923703" cy="5633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B5565-3334-1004-9AAD-9E81F0F9C75D}"/>
                  </a:ext>
                </a:extLst>
              </p:cNvPr>
              <p:cNvSpPr txBox="1"/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B5565-3334-1004-9AAD-9E81F0F9C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7DFCC5D-41BB-C2B7-E8BE-DFDADFF3E787}"/>
              </a:ext>
            </a:extLst>
          </p:cNvPr>
          <p:cNvSpPr txBox="1"/>
          <p:nvPr/>
        </p:nvSpPr>
        <p:spPr>
          <a:xfrm>
            <a:off x="1871535" y="3486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//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BFC5E5-3705-BD77-69DD-B0DCA1D23288}"/>
              </a:ext>
            </a:extLst>
          </p:cNvPr>
          <p:cNvSpPr txBox="1"/>
          <p:nvPr/>
        </p:nvSpPr>
        <p:spPr>
          <a:xfrm>
            <a:off x="4598389" y="3860133"/>
            <a:ext cx="1968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3B89BEF-5DE8-4F91-0798-121FBF4157F9}"/>
              </a:ext>
            </a:extLst>
          </p:cNvPr>
          <p:cNvGrpSpPr/>
          <p:nvPr/>
        </p:nvGrpSpPr>
        <p:grpSpPr>
          <a:xfrm>
            <a:off x="4485502" y="4375923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366D140-F512-8A49-FA41-F862F3395DE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E37A6CC-822E-C4F9-4FDF-CD895CF443C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95BA3CE-AFA2-1527-B587-E0317401380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0576820-0E84-57E6-191A-B976BCBBB4CE}"/>
              </a:ext>
            </a:extLst>
          </p:cNvPr>
          <p:cNvGrpSpPr/>
          <p:nvPr/>
        </p:nvGrpSpPr>
        <p:grpSpPr>
          <a:xfrm>
            <a:off x="6516995" y="4372820"/>
            <a:ext cx="98891" cy="1331233"/>
            <a:chOff x="4737834" y="4900127"/>
            <a:chExt cx="98891" cy="1331233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BE0A3FB-687A-FAC4-BD15-97A6BFE6B75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752D54D-B538-5921-7BB1-00AEAD62DB7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C5EB126-08AA-3791-C54A-4059EE5CBF3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4C9685-C1C0-5A74-338F-3E1D89B0CA94}"/>
              </a:ext>
            </a:extLst>
          </p:cNvPr>
          <p:cNvSpPr/>
          <p:nvPr/>
        </p:nvSpPr>
        <p:spPr>
          <a:xfrm rot="10800000" flipV="1">
            <a:off x="4261420" y="2920205"/>
            <a:ext cx="98384" cy="6254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F73B30-EA1A-80A7-5AD0-5DC9CAFD7366}"/>
              </a:ext>
            </a:extLst>
          </p:cNvPr>
          <p:cNvSpPr/>
          <p:nvPr/>
        </p:nvSpPr>
        <p:spPr>
          <a:xfrm flipV="1">
            <a:off x="8625567" y="2840674"/>
            <a:ext cx="98384" cy="7478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116670-DDEA-B1CC-F1F2-F7B9B966CD32}"/>
              </a:ext>
            </a:extLst>
          </p:cNvPr>
          <p:cNvSpPr/>
          <p:nvPr/>
        </p:nvSpPr>
        <p:spPr>
          <a:xfrm flipV="1">
            <a:off x="9703412" y="3533807"/>
            <a:ext cx="98385" cy="6429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184E1BB-3EE8-D8A8-B957-B71C6FCC268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6672808-CF21-3B65-A3F8-7BF9C0F321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5651E30-89B3-8696-FA87-1442339E27F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82385BE-AA15-DC18-5670-DA66908D69E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153759DC-FCC7-A71E-D887-73BD1B0FB1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7BAB757-4D41-DB28-5BD4-023C2A292B9E}"/>
              </a:ext>
            </a:extLst>
          </p:cNvPr>
          <p:cNvSpPr/>
          <p:nvPr/>
        </p:nvSpPr>
        <p:spPr>
          <a:xfrm rot="5400000">
            <a:off x="5503266" y="5050120"/>
            <a:ext cx="102820" cy="15601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D155A8-D281-9B10-6101-B1A344ACA59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1652B42B-B1CF-6C42-11B4-ECE0A02A746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FE513F4-28EA-839B-3D95-CC8EED5E587F}"/>
              </a:ext>
            </a:extLst>
          </p:cNvPr>
          <p:cNvGrpSpPr/>
          <p:nvPr/>
        </p:nvGrpSpPr>
        <p:grpSpPr>
          <a:xfrm rot="5400000">
            <a:off x="7757669" y="3848285"/>
            <a:ext cx="98445" cy="565582"/>
            <a:chOff x="4738280" y="5665778"/>
            <a:chExt cx="98445" cy="56558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0ADB22D-D29A-0C7B-6900-F0ED0EA4F6DC}"/>
                </a:ext>
              </a:extLst>
            </p:cNvPr>
            <p:cNvSpPr/>
            <p:nvPr/>
          </p:nvSpPr>
          <p:spPr>
            <a:xfrm>
              <a:off x="4738280" y="56657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8D426DF-A8E1-C7A3-25E4-AF7701241B4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2" name="그림 2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ED964A-DAB2-C61A-9317-3E6D319336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20" y="2710041"/>
            <a:ext cx="1778731" cy="1466673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9BDE0DBC-F53C-E504-04C3-D66835CA3E1C}"/>
              </a:ext>
            </a:extLst>
          </p:cNvPr>
          <p:cNvGrpSpPr/>
          <p:nvPr/>
        </p:nvGrpSpPr>
        <p:grpSpPr>
          <a:xfrm>
            <a:off x="4510190" y="2725670"/>
            <a:ext cx="771438" cy="620194"/>
            <a:chOff x="46848" y="332433"/>
            <a:chExt cx="771438" cy="62019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46A4526-0C89-1585-EC99-FBBB6A55FB19}"/>
                </a:ext>
              </a:extLst>
            </p:cNvPr>
            <p:cNvSpPr txBox="1"/>
            <p:nvPr/>
          </p:nvSpPr>
          <p:spPr>
            <a:xfrm>
              <a:off x="46848" y="5340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7001DD5-08CF-341B-C740-A9A50B10222A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329B2E39-E00A-D4B7-9B14-EFA1BFDA32F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9F8C3A61-AEF7-901F-C147-3F4590C63AAB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FB69D39C-0E04-67F4-D801-7FB76A087DFB}"/>
              </a:ext>
            </a:extLst>
          </p:cNvPr>
          <p:cNvGrpSpPr/>
          <p:nvPr/>
        </p:nvGrpSpPr>
        <p:grpSpPr>
          <a:xfrm>
            <a:off x="6516935" y="2894242"/>
            <a:ext cx="98445" cy="565582"/>
            <a:chOff x="4738280" y="5665778"/>
            <a:chExt cx="98445" cy="565582"/>
          </a:xfrm>
          <a:solidFill>
            <a:srgbClr val="00B050"/>
          </a:solidFill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932DEEA-B5BE-89A2-42F7-74B15BE5C541}"/>
                </a:ext>
              </a:extLst>
            </p:cNvPr>
            <p:cNvSpPr/>
            <p:nvPr/>
          </p:nvSpPr>
          <p:spPr>
            <a:xfrm>
              <a:off x="4738280" y="5665778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09A1D34-4E9F-D5EE-AC1F-7E936F0A3FFE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9238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B48EF-F310-23A6-0376-0C652C49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E10758-0A9D-197B-F695-7DFD4BF864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4697" y="977021"/>
            <a:ext cx="7923703" cy="5633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B5565-3334-1004-9AAD-9E81F0F9C75D}"/>
                  </a:ext>
                </a:extLst>
              </p:cNvPr>
              <p:cNvSpPr txBox="1"/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B5565-3334-1004-9AAD-9E81F0F9C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7DFCC5D-41BB-C2B7-E8BE-DFDADFF3E787}"/>
              </a:ext>
            </a:extLst>
          </p:cNvPr>
          <p:cNvSpPr txBox="1"/>
          <p:nvPr/>
        </p:nvSpPr>
        <p:spPr>
          <a:xfrm>
            <a:off x="1871535" y="3486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BFC5E5-3705-BD77-69DD-B0DCA1D23288}"/>
              </a:ext>
            </a:extLst>
          </p:cNvPr>
          <p:cNvSpPr txBox="1"/>
          <p:nvPr/>
        </p:nvSpPr>
        <p:spPr>
          <a:xfrm>
            <a:off x="4598389" y="3860133"/>
            <a:ext cx="1968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3B89BEF-5DE8-4F91-0798-121FBF4157F9}"/>
              </a:ext>
            </a:extLst>
          </p:cNvPr>
          <p:cNvGrpSpPr/>
          <p:nvPr/>
        </p:nvGrpSpPr>
        <p:grpSpPr>
          <a:xfrm>
            <a:off x="4485502" y="4375923"/>
            <a:ext cx="98891" cy="1331233"/>
            <a:chOff x="4737834" y="4900127"/>
            <a:chExt cx="98891" cy="1331233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A366D140-F512-8A49-FA41-F862F3395DE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E37A6CC-822E-C4F9-4FDF-CD895CF443C6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95BA3CE-AFA2-1527-B587-E0317401380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0576820-0E84-57E6-191A-B976BCBBB4CE}"/>
              </a:ext>
            </a:extLst>
          </p:cNvPr>
          <p:cNvGrpSpPr/>
          <p:nvPr/>
        </p:nvGrpSpPr>
        <p:grpSpPr>
          <a:xfrm>
            <a:off x="6516995" y="4372820"/>
            <a:ext cx="98891" cy="1331233"/>
            <a:chOff x="4737834" y="4900127"/>
            <a:chExt cx="98891" cy="1331233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BE0A3FB-687A-FAC4-BD15-97A6BFE6B75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3752D54D-B538-5921-7BB1-00AEAD62DB7A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C5EB126-08AA-3791-C54A-4059EE5CBF3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4C9685-C1C0-5A74-338F-3E1D89B0CA94}"/>
              </a:ext>
            </a:extLst>
          </p:cNvPr>
          <p:cNvSpPr/>
          <p:nvPr/>
        </p:nvSpPr>
        <p:spPr>
          <a:xfrm rot="10800000" flipV="1">
            <a:off x="4261420" y="2920205"/>
            <a:ext cx="98384" cy="6254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F73B30-EA1A-80A7-5AD0-5DC9CAFD7366}"/>
              </a:ext>
            </a:extLst>
          </p:cNvPr>
          <p:cNvSpPr/>
          <p:nvPr/>
        </p:nvSpPr>
        <p:spPr>
          <a:xfrm flipV="1">
            <a:off x="8625567" y="2840674"/>
            <a:ext cx="98384" cy="7478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116670-DDEA-B1CC-F1F2-F7B9B966CD32}"/>
              </a:ext>
            </a:extLst>
          </p:cNvPr>
          <p:cNvSpPr/>
          <p:nvPr/>
        </p:nvSpPr>
        <p:spPr>
          <a:xfrm flipV="1">
            <a:off x="9703412" y="3533807"/>
            <a:ext cx="98385" cy="6429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184E1BB-3EE8-D8A8-B957-B71C6FCC268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6672808-CF21-3B65-A3F8-7BF9C0F321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5651E30-89B3-8696-FA87-1442339E27F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82385BE-AA15-DC18-5670-DA66908D69E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153759DC-FCC7-A71E-D887-73BD1B0FB1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7BAB757-4D41-DB28-5BD4-023C2A292B9E}"/>
              </a:ext>
            </a:extLst>
          </p:cNvPr>
          <p:cNvSpPr/>
          <p:nvPr/>
        </p:nvSpPr>
        <p:spPr>
          <a:xfrm rot="5400000">
            <a:off x="5503266" y="5050120"/>
            <a:ext cx="102820" cy="156011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D155A8-D281-9B10-6101-B1A344ACA59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1652B42B-B1CF-6C42-11B4-ECE0A02A746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6FE513F4-28EA-839B-3D95-CC8EED5E587F}"/>
              </a:ext>
            </a:extLst>
          </p:cNvPr>
          <p:cNvGrpSpPr/>
          <p:nvPr/>
        </p:nvGrpSpPr>
        <p:grpSpPr>
          <a:xfrm rot="5400000">
            <a:off x="7757669" y="3848285"/>
            <a:ext cx="98445" cy="565582"/>
            <a:chOff x="4738280" y="5665778"/>
            <a:chExt cx="98445" cy="56558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50ADB22D-D29A-0C7B-6900-F0ED0EA4F6DC}"/>
                </a:ext>
              </a:extLst>
            </p:cNvPr>
            <p:cNvSpPr/>
            <p:nvPr/>
          </p:nvSpPr>
          <p:spPr>
            <a:xfrm>
              <a:off x="4738280" y="566577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8D426DF-A8E1-C7A3-25E4-AF7701241B4C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별: 꼭짓점 4개 1">
            <a:extLst>
              <a:ext uri="{FF2B5EF4-FFF2-40B4-BE49-F238E27FC236}">
                <a16:creationId xmlns:a16="http://schemas.microsoft.com/office/drawing/2014/main" id="{57C3E7C6-1254-F181-2F4B-95C5B59B269A}"/>
              </a:ext>
            </a:extLst>
          </p:cNvPr>
          <p:cNvSpPr/>
          <p:nvPr/>
        </p:nvSpPr>
        <p:spPr>
          <a:xfrm>
            <a:off x="5325601" y="470823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FD78A-5DAF-A21C-9EE5-59E4B1FE0C4D}"/>
              </a:ext>
            </a:extLst>
          </p:cNvPr>
          <p:cNvSpPr txBox="1"/>
          <p:nvPr/>
        </p:nvSpPr>
        <p:spPr>
          <a:xfrm>
            <a:off x="4598389" y="6278820"/>
            <a:ext cx="2229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r>
              <a:rPr lang="en-US" altLang="ko-KR" sz="1000" b="1" dirty="0">
                <a:highlight>
                  <a:srgbClr val="FFFF00"/>
                </a:highlight>
              </a:rPr>
              <a:t>-</a:t>
            </a:r>
            <a:r>
              <a:rPr lang="ko-KR" altLang="en-US" sz="1000" b="1" dirty="0" err="1">
                <a:highlight>
                  <a:srgbClr val="FFFF00"/>
                </a:highlight>
              </a:rPr>
              <a:t>코타라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21CA2E-0E30-044F-EAED-155F86F334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0" y="5045792"/>
            <a:ext cx="2236971" cy="155448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E221FB0A-457E-3BF8-114C-57414EC55DE6}"/>
              </a:ext>
            </a:extLst>
          </p:cNvPr>
          <p:cNvGrpSpPr/>
          <p:nvPr/>
        </p:nvGrpSpPr>
        <p:grpSpPr>
          <a:xfrm>
            <a:off x="94877" y="3959538"/>
            <a:ext cx="2142094" cy="972122"/>
            <a:chOff x="579766" y="5357847"/>
            <a:chExt cx="2385727" cy="1082687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AA08511A-3FC8-574E-DC6D-F1EB398EB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766" y="5357847"/>
              <a:ext cx="2329644" cy="1082687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98469F-0191-55EF-F6EE-568DAFCBF33E}"/>
                </a:ext>
              </a:extLst>
            </p:cNvPr>
            <p:cNvSpPr txBox="1"/>
            <p:nvPr/>
          </p:nvSpPr>
          <p:spPr>
            <a:xfrm>
              <a:off x="1988565" y="5491919"/>
              <a:ext cx="976928" cy="411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/>
                <a:t>코타라</a:t>
              </a:r>
              <a:endParaRPr lang="ko-KR" altLang="en-US" b="1" dirty="0"/>
            </a:p>
          </p:txBody>
        </p:sp>
      </p:grpSp>
      <p:pic>
        <p:nvPicPr>
          <p:cNvPr id="22" name="그림 2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ED964A-DAB2-C61A-9317-3E6D319336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41" y="2245831"/>
            <a:ext cx="1778731" cy="1466673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9BDE0DBC-F53C-E504-04C3-D66835CA3E1C}"/>
              </a:ext>
            </a:extLst>
          </p:cNvPr>
          <p:cNvGrpSpPr/>
          <p:nvPr/>
        </p:nvGrpSpPr>
        <p:grpSpPr>
          <a:xfrm>
            <a:off x="4510190" y="2725670"/>
            <a:ext cx="771438" cy="620194"/>
            <a:chOff x="46848" y="332433"/>
            <a:chExt cx="771438" cy="62019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46A4526-0C89-1585-EC99-FBBB6A55FB19}"/>
                </a:ext>
              </a:extLst>
            </p:cNvPr>
            <p:cNvSpPr txBox="1"/>
            <p:nvPr/>
          </p:nvSpPr>
          <p:spPr>
            <a:xfrm>
              <a:off x="46848" y="5340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7001DD5-08CF-341B-C740-A9A50B10222A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329B2E39-E00A-D4B7-9B14-EFA1BFDA32F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9F8C3A61-AEF7-901F-C147-3F4590C63AAB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1323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B48EF-F310-23A6-0376-0C652C49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E10758-0A9D-197B-F695-7DFD4BF864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4697" y="977021"/>
            <a:ext cx="7923703" cy="56336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B5565-3334-1004-9AAD-9E81F0F9C75D}"/>
                  </a:ext>
                </a:extLst>
              </p:cNvPr>
              <p:cNvSpPr txBox="1"/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B5565-3334-1004-9AAD-9E81F0F9C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225" y="1069511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7DFCC5D-41BB-C2B7-E8BE-DFDADFF3E787}"/>
              </a:ext>
            </a:extLst>
          </p:cNvPr>
          <p:cNvSpPr txBox="1"/>
          <p:nvPr/>
        </p:nvSpPr>
        <p:spPr>
          <a:xfrm>
            <a:off x="1871535" y="348647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B4C9685-C1C0-5A74-338F-3E1D89B0CA94}"/>
              </a:ext>
            </a:extLst>
          </p:cNvPr>
          <p:cNvSpPr/>
          <p:nvPr/>
        </p:nvSpPr>
        <p:spPr>
          <a:xfrm rot="10800000" flipV="1">
            <a:off x="4261420" y="2920205"/>
            <a:ext cx="98384" cy="62547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8F73B30-EA1A-80A7-5AD0-5DC9CAFD7366}"/>
              </a:ext>
            </a:extLst>
          </p:cNvPr>
          <p:cNvSpPr/>
          <p:nvPr/>
        </p:nvSpPr>
        <p:spPr>
          <a:xfrm flipV="1">
            <a:off x="8625567" y="2840674"/>
            <a:ext cx="98384" cy="7478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116670-DDEA-B1CC-F1F2-F7B9B966CD32}"/>
              </a:ext>
            </a:extLst>
          </p:cNvPr>
          <p:cNvSpPr/>
          <p:nvPr/>
        </p:nvSpPr>
        <p:spPr>
          <a:xfrm flipV="1">
            <a:off x="9703412" y="3533807"/>
            <a:ext cx="98385" cy="64290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184E1BB-3EE8-D8A8-B957-B71C6FCC268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6672808-CF21-3B65-A3F8-7BF9C0F3211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5651E30-89B3-8696-FA87-1442339E27F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82385BE-AA15-DC18-5670-DA66908D69EF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153759DC-FCC7-A71E-D887-73BD1B0FB1D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4D155A8-D281-9B10-6101-B1A344ACA59D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7" name="TextBox 13">
            <a:extLst>
              <a:ext uri="{FF2B5EF4-FFF2-40B4-BE49-F238E27FC236}">
                <a16:creationId xmlns:a16="http://schemas.microsoft.com/office/drawing/2014/main" id="{1652B42B-B1CF-6C42-11B4-ECE0A02A746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A72836-0E77-CA65-E326-A7874261B480}"/>
              </a:ext>
            </a:extLst>
          </p:cNvPr>
          <p:cNvGrpSpPr/>
          <p:nvPr/>
        </p:nvGrpSpPr>
        <p:grpSpPr>
          <a:xfrm>
            <a:off x="7413053" y="3920791"/>
            <a:ext cx="764953" cy="255923"/>
            <a:chOff x="1981437" y="651871"/>
            <a:chExt cx="764953" cy="25592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260D27-63D4-0107-9288-F3FEC25EB4B9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39BFD2A-ABF9-87EB-B025-2A1CEAF9A431}"/>
                </a:ext>
              </a:extLst>
            </p:cNvPr>
            <p:cNvGrpSpPr/>
            <p:nvPr/>
          </p:nvGrpSpPr>
          <p:grpSpPr>
            <a:xfrm rot="5400000">
              <a:off x="2314488" y="559720"/>
              <a:ext cx="98814" cy="597334"/>
              <a:chOff x="4737834" y="5014427"/>
              <a:chExt cx="98814" cy="597334"/>
            </a:xfrm>
            <a:solidFill>
              <a:srgbClr val="FF00FF"/>
            </a:solidFill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C5B39818-09CA-7273-DEFB-FFEAC101917D}"/>
                  </a:ext>
                </a:extLst>
              </p:cNvPr>
              <p:cNvSpPr/>
              <p:nvPr/>
            </p:nvSpPr>
            <p:spPr>
              <a:xfrm>
                <a:off x="4737834" y="50144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4A78404C-226F-05D8-E5A3-B4C0C38B615E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0398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3CFC-010C-306C-C62C-E066AD0F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C2B905-5089-7A53-158D-70E67620C9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4513" y="1155701"/>
            <a:ext cx="8193182" cy="5350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9CD7CA-5AB1-872D-37B0-056B75EE4A7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9CD7CA-5AB1-872D-37B0-056B75EE4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2EBBEE9-706B-024F-58A4-89BB6C382BB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D55C5E-9B2B-3285-70C8-3A62872E6538}"/>
              </a:ext>
            </a:extLst>
          </p:cNvPr>
          <p:cNvSpPr/>
          <p:nvPr/>
        </p:nvSpPr>
        <p:spPr>
          <a:xfrm rot="5400000">
            <a:off x="6679980" y="4948113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C8661BB-2B6C-EC6C-F2B1-C29D5647321B}"/>
              </a:ext>
            </a:extLst>
          </p:cNvPr>
          <p:cNvSpPr/>
          <p:nvPr/>
        </p:nvSpPr>
        <p:spPr>
          <a:xfrm>
            <a:off x="6153043" y="455532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F88472-F76B-66AA-8373-81DA7252BD04}"/>
              </a:ext>
            </a:extLst>
          </p:cNvPr>
          <p:cNvSpPr/>
          <p:nvPr/>
        </p:nvSpPr>
        <p:spPr>
          <a:xfrm>
            <a:off x="6298006" y="469392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785A6-F8EC-482F-0082-4554EC0B1B08}"/>
              </a:ext>
            </a:extLst>
          </p:cNvPr>
          <p:cNvSpPr txBox="1"/>
          <p:nvPr/>
        </p:nvSpPr>
        <p:spPr>
          <a:xfrm>
            <a:off x="5796536" y="380756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B3203-2DE0-96C3-02D1-1FC365451839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1336642-27B2-4AB9-79BE-AF0CD81F756A}"/>
              </a:ext>
            </a:extLst>
          </p:cNvPr>
          <p:cNvSpPr/>
          <p:nvPr/>
        </p:nvSpPr>
        <p:spPr>
          <a:xfrm flipV="1">
            <a:off x="7868689" y="2947604"/>
            <a:ext cx="98384" cy="6147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5E64E49-F4F8-1500-1A89-6B0DFA9EFDA0}"/>
              </a:ext>
            </a:extLst>
          </p:cNvPr>
          <p:cNvGrpSpPr/>
          <p:nvPr/>
        </p:nvGrpSpPr>
        <p:grpSpPr>
          <a:xfrm rot="5400000">
            <a:off x="4535604" y="3862714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84FAFA1-0FEB-DB80-FAE0-6DDA4F5AC455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05E7394-A42D-CF10-750D-B9DCC5A7614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BF5A9B-5D04-9D05-661B-921519E3FFAD}"/>
              </a:ext>
            </a:extLst>
          </p:cNvPr>
          <p:cNvSpPr/>
          <p:nvPr/>
        </p:nvSpPr>
        <p:spPr>
          <a:xfrm flipV="1">
            <a:off x="3171578" y="2800080"/>
            <a:ext cx="98385" cy="7019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CC40F0-B798-AD8B-8061-BF8E86133B61}"/>
              </a:ext>
            </a:extLst>
          </p:cNvPr>
          <p:cNvSpPr txBox="1"/>
          <p:nvPr/>
        </p:nvSpPr>
        <p:spPr>
          <a:xfrm>
            <a:off x="6744623" y="639905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2AE0D8C-5DEB-7EC1-37E9-0DFC4634F620}"/>
              </a:ext>
            </a:extLst>
          </p:cNvPr>
          <p:cNvCxnSpPr>
            <a:cxnSpLocks/>
          </p:cNvCxnSpPr>
          <p:nvPr/>
        </p:nvCxnSpPr>
        <p:spPr>
          <a:xfrm flipV="1">
            <a:off x="6959176" y="5672618"/>
            <a:ext cx="0" cy="786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7A4BDE8E-0DC6-8DEC-0920-955A3F80988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E4F2A98-E452-7AA5-1C27-270EDF352FE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C2CCD6B6-3E60-CB50-B301-8268D8991B8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81C632F-AC76-92A5-49B8-0DF91128C0E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B26112B-DBE7-902F-2FE0-160E9220964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0C1B9C5-FEBC-E2D3-0301-8C079F9B34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058EBD0-B223-C981-7564-696E4CBBC3AA}"/>
              </a:ext>
            </a:extLst>
          </p:cNvPr>
          <p:cNvSpPr/>
          <p:nvPr/>
        </p:nvSpPr>
        <p:spPr>
          <a:xfrm rot="16200000" flipV="1">
            <a:off x="4108834" y="2518923"/>
            <a:ext cx="98385" cy="6120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FA22714-0712-68D3-8841-3790C86CE9A5}"/>
              </a:ext>
            </a:extLst>
          </p:cNvPr>
          <p:cNvGrpSpPr/>
          <p:nvPr/>
        </p:nvGrpSpPr>
        <p:grpSpPr>
          <a:xfrm>
            <a:off x="5688969" y="4401724"/>
            <a:ext cx="100923" cy="1185183"/>
            <a:chOff x="4735802" y="4662002"/>
            <a:chExt cx="100923" cy="118518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428404B-41CE-BF30-3902-15C4DFBEC73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9C0B664-891B-81BC-222A-B4955E6736CD}"/>
                </a:ext>
              </a:extLst>
            </p:cNvPr>
            <p:cNvSpPr/>
            <p:nvPr/>
          </p:nvSpPr>
          <p:spPr>
            <a:xfrm>
              <a:off x="4735802" y="520549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8E62A45-15EA-7FAA-16A8-4AC1D2E0965F}"/>
                </a:ext>
              </a:extLst>
            </p:cNvPr>
            <p:cNvSpPr/>
            <p:nvPr/>
          </p:nvSpPr>
          <p:spPr>
            <a:xfrm>
              <a:off x="4738340" y="57488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F55973D-9DD6-828E-0FC5-0D3D38ED88E5}"/>
              </a:ext>
            </a:extLst>
          </p:cNvPr>
          <p:cNvGrpSpPr/>
          <p:nvPr/>
        </p:nvGrpSpPr>
        <p:grpSpPr>
          <a:xfrm>
            <a:off x="7647460" y="4352623"/>
            <a:ext cx="100923" cy="1185183"/>
            <a:chOff x="4735802" y="4662002"/>
            <a:chExt cx="100923" cy="11851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531F696-76E4-AEB7-773A-340A96E8469A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E620631D-251F-BC40-40BE-21F2783CECE8}"/>
                </a:ext>
              </a:extLst>
            </p:cNvPr>
            <p:cNvSpPr/>
            <p:nvPr/>
          </p:nvSpPr>
          <p:spPr>
            <a:xfrm>
              <a:off x="4735802" y="520549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C304619-E07C-5FB8-41D2-D4059CDB4FF4}"/>
                </a:ext>
              </a:extLst>
            </p:cNvPr>
            <p:cNvSpPr/>
            <p:nvPr/>
          </p:nvSpPr>
          <p:spPr>
            <a:xfrm>
              <a:off x="4738340" y="57488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78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2BC3-9D07-F913-7496-CA550E36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84CA94-6B3E-C959-56F7-A5F1AB9B04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4513" y="1155701"/>
            <a:ext cx="8193182" cy="5350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912724-EE84-9F60-39A4-13DCB8E959C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912724-EE84-9F60-39A4-13DCB8E95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5CA486A-B971-2B97-8E8E-4746E9033D5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0EE79C-8DB2-0F1F-25F7-17EE530F0438}"/>
              </a:ext>
            </a:extLst>
          </p:cNvPr>
          <p:cNvSpPr/>
          <p:nvPr/>
        </p:nvSpPr>
        <p:spPr>
          <a:xfrm>
            <a:off x="7967073" y="5310857"/>
            <a:ext cx="95669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A6D7E-D1AC-12D6-6F6B-73EF61FF9019}"/>
              </a:ext>
            </a:extLst>
          </p:cNvPr>
          <p:cNvSpPr txBox="1"/>
          <p:nvPr/>
        </p:nvSpPr>
        <p:spPr>
          <a:xfrm>
            <a:off x="8693944" y="4571723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81316B-6FC8-13B8-44A1-D006027281F9}"/>
              </a:ext>
            </a:extLst>
          </p:cNvPr>
          <p:cNvSpPr/>
          <p:nvPr/>
        </p:nvSpPr>
        <p:spPr>
          <a:xfrm rot="5400000">
            <a:off x="6679980" y="4948113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5CEA695-D650-6415-5869-BE5293DF105C}"/>
              </a:ext>
            </a:extLst>
          </p:cNvPr>
          <p:cNvSpPr/>
          <p:nvPr/>
        </p:nvSpPr>
        <p:spPr>
          <a:xfrm>
            <a:off x="6153043" y="455532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519FBE-A86A-0F53-C84D-14C81A051CA4}"/>
              </a:ext>
            </a:extLst>
          </p:cNvPr>
          <p:cNvSpPr/>
          <p:nvPr/>
        </p:nvSpPr>
        <p:spPr>
          <a:xfrm>
            <a:off x="6298006" y="469392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968AB-C860-E7B6-D540-7365A3F5D170}"/>
              </a:ext>
            </a:extLst>
          </p:cNvPr>
          <p:cNvSpPr txBox="1"/>
          <p:nvPr/>
        </p:nvSpPr>
        <p:spPr>
          <a:xfrm>
            <a:off x="5796536" y="380756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96FC62-289A-5C02-69A6-99C687A68CF6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FB742D6-0042-DD07-A73D-1170F41202DD}"/>
              </a:ext>
            </a:extLst>
          </p:cNvPr>
          <p:cNvGrpSpPr/>
          <p:nvPr/>
        </p:nvGrpSpPr>
        <p:grpSpPr>
          <a:xfrm>
            <a:off x="7917881" y="4498611"/>
            <a:ext cx="98814" cy="590193"/>
            <a:chOff x="4737834" y="4900127"/>
            <a:chExt cx="98814" cy="5901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CFF8E1C-0E48-1858-8740-7B47C88F598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F0C8FB4-5AC1-5F1E-25E4-CB12A836C889}"/>
                </a:ext>
              </a:extLst>
            </p:cNvPr>
            <p:cNvSpPr/>
            <p:nvPr/>
          </p:nvSpPr>
          <p:spPr>
            <a:xfrm>
              <a:off x="4738263" y="53919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6F323C7-D24E-698D-B920-153A799256F1}"/>
              </a:ext>
            </a:extLst>
          </p:cNvPr>
          <p:cNvGrpSpPr/>
          <p:nvPr/>
        </p:nvGrpSpPr>
        <p:grpSpPr>
          <a:xfrm>
            <a:off x="2744987" y="2924404"/>
            <a:ext cx="380700" cy="453296"/>
            <a:chOff x="9191246" y="3797098"/>
            <a:chExt cx="380700" cy="45329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58982F4-0C9F-DFBF-5AB4-D59CF7485AC2}"/>
                </a:ext>
              </a:extLst>
            </p:cNvPr>
            <p:cNvGrpSpPr/>
            <p:nvPr/>
          </p:nvGrpSpPr>
          <p:grpSpPr>
            <a:xfrm>
              <a:off x="9473132" y="3799905"/>
              <a:ext cx="98814" cy="450489"/>
              <a:chOff x="4587021" y="4900127"/>
              <a:chExt cx="98814" cy="45048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9EBE457D-7989-6A4B-1DCF-B4AF3F94D187}"/>
                  </a:ext>
                </a:extLst>
              </p:cNvPr>
              <p:cNvSpPr/>
              <p:nvPr/>
            </p:nvSpPr>
            <p:spPr>
              <a:xfrm>
                <a:off x="45870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6924046-7975-6EF5-F688-89EE7389D4EE}"/>
                  </a:ext>
                </a:extLst>
              </p:cNvPr>
              <p:cNvSpPr/>
              <p:nvPr/>
            </p:nvSpPr>
            <p:spPr>
              <a:xfrm>
                <a:off x="4587450" y="525223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5FD20CF6-B632-BAD3-B5E9-892534BE4107}"/>
                </a:ext>
              </a:extLst>
            </p:cNvPr>
            <p:cNvSpPr/>
            <p:nvPr/>
          </p:nvSpPr>
          <p:spPr>
            <a:xfrm rot="5400000">
              <a:off x="9263290" y="39020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72D019C-136D-5E46-70F2-92F23FD38035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50489"/>
              <a:chOff x="4737834" y="4900127"/>
              <a:chExt cx="98814" cy="45048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CDDECCA-A28A-4601-C07C-057E8832165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7E3825DD-C708-CC28-C25F-7C1E0C527838}"/>
                  </a:ext>
                </a:extLst>
              </p:cNvPr>
              <p:cNvSpPr/>
              <p:nvPr/>
            </p:nvSpPr>
            <p:spPr>
              <a:xfrm>
                <a:off x="4738263" y="525223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AE6C2AE-47C7-89B5-20FF-9A6B3DB12801}"/>
              </a:ext>
            </a:extLst>
          </p:cNvPr>
          <p:cNvSpPr/>
          <p:nvPr/>
        </p:nvSpPr>
        <p:spPr>
          <a:xfrm flipV="1">
            <a:off x="7868689" y="2947604"/>
            <a:ext cx="98384" cy="6147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1386858-7C86-7B01-547F-A44833CD9FAA}"/>
              </a:ext>
            </a:extLst>
          </p:cNvPr>
          <p:cNvGrpSpPr/>
          <p:nvPr/>
        </p:nvGrpSpPr>
        <p:grpSpPr>
          <a:xfrm rot="5400000">
            <a:off x="4535604" y="3862714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34FF3E0-557A-0AD4-3C20-F0DB89E8DE45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E4BB62F-49EC-F97F-120F-162F97FCC66A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D9E8D3F-5991-FD7A-A1A9-F6E94678BAE5}"/>
              </a:ext>
            </a:extLst>
          </p:cNvPr>
          <p:cNvSpPr/>
          <p:nvPr/>
        </p:nvSpPr>
        <p:spPr>
          <a:xfrm flipV="1">
            <a:off x="3171578" y="2800080"/>
            <a:ext cx="98385" cy="7019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B3C234-C502-53F7-DBAC-0B232D73727D}"/>
              </a:ext>
            </a:extLst>
          </p:cNvPr>
          <p:cNvSpPr txBox="1"/>
          <p:nvPr/>
        </p:nvSpPr>
        <p:spPr>
          <a:xfrm>
            <a:off x="6744623" y="639905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87E3C26-5A68-F437-00D0-0F2039BEF460}"/>
              </a:ext>
            </a:extLst>
          </p:cNvPr>
          <p:cNvCxnSpPr>
            <a:cxnSpLocks/>
          </p:cNvCxnSpPr>
          <p:nvPr/>
        </p:nvCxnSpPr>
        <p:spPr>
          <a:xfrm flipV="1">
            <a:off x="6959176" y="5672618"/>
            <a:ext cx="0" cy="786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5ED1EAA5-42F6-19AD-DA53-D024640BF515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F7E9068-555F-FDB6-63FB-81A742F5DC3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6CA985DE-E355-0E42-DE48-420587BDDBD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6C6E14A-72B1-583F-9EFC-FB683C87A01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7FA302A-E628-F1C2-7672-D7090EFBC5A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7F307F0-F31D-6B2B-871E-4EB5AB4FF71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A705F6-7237-5171-A989-2413C03B3F77}"/>
              </a:ext>
            </a:extLst>
          </p:cNvPr>
          <p:cNvSpPr/>
          <p:nvPr/>
        </p:nvSpPr>
        <p:spPr>
          <a:xfrm rot="16200000" flipV="1">
            <a:off x="4108834" y="2518923"/>
            <a:ext cx="98385" cy="6120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FB734A8-E50D-4096-BD66-2DDE3E20D9DE}"/>
              </a:ext>
            </a:extLst>
          </p:cNvPr>
          <p:cNvGrpSpPr/>
          <p:nvPr/>
        </p:nvGrpSpPr>
        <p:grpSpPr>
          <a:xfrm>
            <a:off x="5688969" y="4401724"/>
            <a:ext cx="100923" cy="1185183"/>
            <a:chOff x="4735802" y="4662002"/>
            <a:chExt cx="100923" cy="118518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9892122E-6400-4EA7-6B95-6D261A278F01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D8EB3CB-526D-2C9E-5B6F-0B178C38F3A7}"/>
                </a:ext>
              </a:extLst>
            </p:cNvPr>
            <p:cNvSpPr/>
            <p:nvPr/>
          </p:nvSpPr>
          <p:spPr>
            <a:xfrm>
              <a:off x="4735802" y="520549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6096C499-31DF-7A0B-DCC7-81A384603BD0}"/>
                </a:ext>
              </a:extLst>
            </p:cNvPr>
            <p:cNvSpPr/>
            <p:nvPr/>
          </p:nvSpPr>
          <p:spPr>
            <a:xfrm>
              <a:off x="4738340" y="57488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4DB7076-04EA-461E-2528-06D911069460}"/>
              </a:ext>
            </a:extLst>
          </p:cNvPr>
          <p:cNvGrpSpPr/>
          <p:nvPr/>
        </p:nvGrpSpPr>
        <p:grpSpPr>
          <a:xfrm>
            <a:off x="7647460" y="4352623"/>
            <a:ext cx="100923" cy="1185183"/>
            <a:chOff x="4735802" y="4662002"/>
            <a:chExt cx="100923" cy="11851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E28E0C7-E1FD-4454-6408-F5E7FDD04C7B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296080DA-E44C-58BD-69F7-DFE7D5AC9D36}"/>
                </a:ext>
              </a:extLst>
            </p:cNvPr>
            <p:cNvSpPr/>
            <p:nvPr/>
          </p:nvSpPr>
          <p:spPr>
            <a:xfrm>
              <a:off x="4735802" y="520549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CDEC002-BE93-CC15-28BA-C970B58DA95E}"/>
                </a:ext>
              </a:extLst>
            </p:cNvPr>
            <p:cNvSpPr/>
            <p:nvPr/>
          </p:nvSpPr>
          <p:spPr>
            <a:xfrm>
              <a:off x="4738340" y="57488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7717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F6FBC-13D2-D798-AE0A-6E81EE41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617594-CC02-BC32-3127-4453BC1D35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4513" y="1155701"/>
            <a:ext cx="8193182" cy="5350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1F0FDF-CA7D-60B5-67BC-10374BEAA21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21F0FDF-CA7D-60B5-67BC-10374BEAA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C68BC5B-0C27-5BF9-D4C3-97C3379CFFF8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80F18E-F13C-B667-4EE7-2ED3CDD8ACA3}"/>
              </a:ext>
            </a:extLst>
          </p:cNvPr>
          <p:cNvSpPr/>
          <p:nvPr/>
        </p:nvSpPr>
        <p:spPr>
          <a:xfrm>
            <a:off x="8016266" y="5302352"/>
            <a:ext cx="95669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DF5E6-D61E-B79F-C642-900278B04987}"/>
              </a:ext>
            </a:extLst>
          </p:cNvPr>
          <p:cNvSpPr txBox="1"/>
          <p:nvPr/>
        </p:nvSpPr>
        <p:spPr>
          <a:xfrm>
            <a:off x="8693944" y="4571723"/>
            <a:ext cx="874940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C9BDBF-D933-2D2B-F46C-CA7AAA9E978B}"/>
              </a:ext>
            </a:extLst>
          </p:cNvPr>
          <p:cNvSpPr/>
          <p:nvPr/>
        </p:nvSpPr>
        <p:spPr>
          <a:xfrm rot="5400000">
            <a:off x="6679980" y="4948113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90CDCCA-1B3C-54D0-872B-F28CB4966461}"/>
              </a:ext>
            </a:extLst>
          </p:cNvPr>
          <p:cNvSpPr/>
          <p:nvPr/>
        </p:nvSpPr>
        <p:spPr>
          <a:xfrm>
            <a:off x="6153043" y="4555329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0C6C3D4-6B8C-B80E-C181-ACDB95EDAD43}"/>
              </a:ext>
            </a:extLst>
          </p:cNvPr>
          <p:cNvSpPr/>
          <p:nvPr/>
        </p:nvSpPr>
        <p:spPr>
          <a:xfrm>
            <a:off x="6298006" y="4693922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A587CF-4ED9-0193-464F-7890E488756C}"/>
              </a:ext>
            </a:extLst>
          </p:cNvPr>
          <p:cNvSpPr txBox="1"/>
          <p:nvPr/>
        </p:nvSpPr>
        <p:spPr>
          <a:xfrm>
            <a:off x="5796536" y="380756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A6B8BA-8E85-E816-350F-BF5AD12702D5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EDA83257-C690-5A74-AEC9-66D647CBC86A}"/>
              </a:ext>
            </a:extLst>
          </p:cNvPr>
          <p:cNvSpPr/>
          <p:nvPr/>
        </p:nvSpPr>
        <p:spPr>
          <a:xfrm>
            <a:off x="6417109" y="483597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4C9C1B9-A6CF-72A5-5813-563A0B194C2C}"/>
              </a:ext>
            </a:extLst>
          </p:cNvPr>
          <p:cNvGrpSpPr/>
          <p:nvPr/>
        </p:nvGrpSpPr>
        <p:grpSpPr>
          <a:xfrm>
            <a:off x="7917881" y="4498611"/>
            <a:ext cx="98814" cy="590193"/>
            <a:chOff x="4737834" y="4900127"/>
            <a:chExt cx="98814" cy="5901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5B313EC-6317-7942-436F-3A89DDC32F3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AF6940F-FFF3-D8DE-72E7-1F0672D9BD11}"/>
                </a:ext>
              </a:extLst>
            </p:cNvPr>
            <p:cNvSpPr/>
            <p:nvPr/>
          </p:nvSpPr>
          <p:spPr>
            <a:xfrm>
              <a:off x="4738263" y="53919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A32F824-1A1D-333F-271B-2A7E285CDD53}"/>
              </a:ext>
            </a:extLst>
          </p:cNvPr>
          <p:cNvGrpSpPr/>
          <p:nvPr/>
        </p:nvGrpSpPr>
        <p:grpSpPr>
          <a:xfrm>
            <a:off x="2744987" y="2924404"/>
            <a:ext cx="380700" cy="453296"/>
            <a:chOff x="9191246" y="3797098"/>
            <a:chExt cx="380700" cy="45329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2E28C0A-EA7D-57A1-5122-20E544688EB4}"/>
                </a:ext>
              </a:extLst>
            </p:cNvPr>
            <p:cNvGrpSpPr/>
            <p:nvPr/>
          </p:nvGrpSpPr>
          <p:grpSpPr>
            <a:xfrm>
              <a:off x="9473132" y="3799905"/>
              <a:ext cx="98814" cy="450489"/>
              <a:chOff x="4587021" y="4900127"/>
              <a:chExt cx="98814" cy="45048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C4AE212C-EFAC-CE0B-4ADB-3D7F911F7713}"/>
                  </a:ext>
                </a:extLst>
              </p:cNvPr>
              <p:cNvSpPr/>
              <p:nvPr/>
            </p:nvSpPr>
            <p:spPr>
              <a:xfrm>
                <a:off x="458702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FB8EB95-0708-F047-CA7F-6FEF2ABEE8BA}"/>
                  </a:ext>
                </a:extLst>
              </p:cNvPr>
              <p:cNvSpPr/>
              <p:nvPr/>
            </p:nvSpPr>
            <p:spPr>
              <a:xfrm>
                <a:off x="4587450" y="525223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F5AA2967-A02E-8CED-0ACE-D5DC248EF918}"/>
                </a:ext>
              </a:extLst>
            </p:cNvPr>
            <p:cNvSpPr/>
            <p:nvPr/>
          </p:nvSpPr>
          <p:spPr>
            <a:xfrm rot="5400000">
              <a:off x="9263290" y="39020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7239698-7863-8A85-801A-8DA548E8A18D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50489"/>
              <a:chOff x="4737834" y="4900127"/>
              <a:chExt cx="98814" cy="45048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9226C3F2-730A-3B2B-1F59-CFB009DA8245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0A108380-ABE9-9B0A-477C-7451AA10B982}"/>
                  </a:ext>
                </a:extLst>
              </p:cNvPr>
              <p:cNvSpPr/>
              <p:nvPr/>
            </p:nvSpPr>
            <p:spPr>
              <a:xfrm>
                <a:off x="4738263" y="525223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9F1BE8-CAEE-24C0-DC46-AA08B31ECADA}"/>
              </a:ext>
            </a:extLst>
          </p:cNvPr>
          <p:cNvSpPr/>
          <p:nvPr/>
        </p:nvSpPr>
        <p:spPr>
          <a:xfrm flipV="1">
            <a:off x="7868689" y="2947604"/>
            <a:ext cx="98384" cy="6147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463B6AD-8539-9B74-2C60-5D18F623BF5B}"/>
              </a:ext>
            </a:extLst>
          </p:cNvPr>
          <p:cNvGrpSpPr/>
          <p:nvPr/>
        </p:nvGrpSpPr>
        <p:grpSpPr>
          <a:xfrm rot="5400000">
            <a:off x="4535604" y="3862714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DEB022F-0CBB-6711-3E76-E43234ABF66D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3555D5B-28BC-C236-C5EC-147E067E2A76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3963C10-33B4-B7D6-068A-BD3E488F951F}"/>
              </a:ext>
            </a:extLst>
          </p:cNvPr>
          <p:cNvSpPr/>
          <p:nvPr/>
        </p:nvSpPr>
        <p:spPr>
          <a:xfrm flipV="1">
            <a:off x="3171578" y="2800080"/>
            <a:ext cx="98385" cy="7019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BA73F2-ABE5-F56E-D91D-2887267CDB41}"/>
              </a:ext>
            </a:extLst>
          </p:cNvPr>
          <p:cNvSpPr txBox="1"/>
          <p:nvPr/>
        </p:nvSpPr>
        <p:spPr>
          <a:xfrm>
            <a:off x="6744623" y="6399051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31AA199-8F13-5B58-6A09-3E6A48DAE1C2}"/>
              </a:ext>
            </a:extLst>
          </p:cNvPr>
          <p:cNvCxnSpPr>
            <a:cxnSpLocks/>
          </p:cNvCxnSpPr>
          <p:nvPr/>
        </p:nvCxnSpPr>
        <p:spPr>
          <a:xfrm flipV="1">
            <a:off x="6959176" y="5672618"/>
            <a:ext cx="0" cy="786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0945DAD-DA53-15DD-6E77-0430B6A24975}"/>
              </a:ext>
            </a:extLst>
          </p:cNvPr>
          <p:cNvSpPr txBox="1"/>
          <p:nvPr/>
        </p:nvSpPr>
        <p:spPr>
          <a:xfrm>
            <a:off x="4601691" y="618204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5253F2E7-D825-61FC-5837-EBC500343FB4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C3432C1-3955-8D40-7426-F634AB635BF1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08B821E0-6334-3332-4609-6BDA469CB9B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413AF96A-C1FC-1855-5275-85FCD3565B6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62C57D9-6492-0BA5-21E5-ABDBA3BD7D2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5EED9AED-9B2C-4A48-2F17-D89815FF1BB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092A0F7-8B6B-894A-4D8F-FA49CFA04517}"/>
              </a:ext>
            </a:extLst>
          </p:cNvPr>
          <p:cNvSpPr/>
          <p:nvPr/>
        </p:nvSpPr>
        <p:spPr>
          <a:xfrm rot="16200000" flipV="1">
            <a:off x="4108834" y="2518923"/>
            <a:ext cx="98385" cy="6120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6D47142-4AB2-576C-8613-AAF1C2A05D2F}"/>
              </a:ext>
            </a:extLst>
          </p:cNvPr>
          <p:cNvGrpSpPr/>
          <p:nvPr/>
        </p:nvGrpSpPr>
        <p:grpSpPr>
          <a:xfrm>
            <a:off x="5688969" y="4401724"/>
            <a:ext cx="100923" cy="1185183"/>
            <a:chOff x="4735802" y="4662002"/>
            <a:chExt cx="100923" cy="118518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BC51F3C-6909-12C5-E2E0-F9A8590F13A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FB341DB-4BCF-31E4-A0CE-609C97BDCC51}"/>
                </a:ext>
              </a:extLst>
            </p:cNvPr>
            <p:cNvSpPr/>
            <p:nvPr/>
          </p:nvSpPr>
          <p:spPr>
            <a:xfrm>
              <a:off x="4735802" y="520549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5D1EB890-5A97-F6C7-6647-900C8340E87C}"/>
                </a:ext>
              </a:extLst>
            </p:cNvPr>
            <p:cNvSpPr/>
            <p:nvPr/>
          </p:nvSpPr>
          <p:spPr>
            <a:xfrm>
              <a:off x="4738340" y="57488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94C8E87-9EA9-7AD4-11AF-27ADCDB78095}"/>
              </a:ext>
            </a:extLst>
          </p:cNvPr>
          <p:cNvGrpSpPr/>
          <p:nvPr/>
        </p:nvGrpSpPr>
        <p:grpSpPr>
          <a:xfrm>
            <a:off x="7647460" y="4352623"/>
            <a:ext cx="100923" cy="1185183"/>
            <a:chOff x="4735802" y="4662002"/>
            <a:chExt cx="100923" cy="11851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18BFC60C-F1E3-F93E-A083-48DE0D16AE43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29C721F-FFE4-2FBF-8097-D85C64024943}"/>
                </a:ext>
              </a:extLst>
            </p:cNvPr>
            <p:cNvSpPr/>
            <p:nvPr/>
          </p:nvSpPr>
          <p:spPr>
            <a:xfrm>
              <a:off x="4735802" y="520549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6650DE1-84FA-60F5-0A99-2403CA773999}"/>
                </a:ext>
              </a:extLst>
            </p:cNvPr>
            <p:cNvSpPr/>
            <p:nvPr/>
          </p:nvSpPr>
          <p:spPr>
            <a:xfrm>
              <a:off x="4738340" y="57488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102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3CFC-010C-306C-C62C-E066AD0F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C2B905-5089-7A53-158D-70E67620C9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4513" y="1155701"/>
            <a:ext cx="8193182" cy="5350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9CD7CA-5AB1-872D-37B0-056B75EE4A7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9CD7CA-5AB1-872D-37B0-056B75EE4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2EBBEE9-706B-024F-58A4-89BB6C382BB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D55C5E-9B2B-3285-70C8-3A62872E6538}"/>
              </a:ext>
            </a:extLst>
          </p:cNvPr>
          <p:cNvSpPr/>
          <p:nvPr/>
        </p:nvSpPr>
        <p:spPr>
          <a:xfrm rot="5400000">
            <a:off x="6679980" y="4948113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785A6-F8EC-482F-0082-4554EC0B1B08}"/>
              </a:ext>
            </a:extLst>
          </p:cNvPr>
          <p:cNvSpPr txBox="1"/>
          <p:nvPr/>
        </p:nvSpPr>
        <p:spPr>
          <a:xfrm>
            <a:off x="5796536" y="380756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B3203-2DE0-96C3-02D1-1FC365451839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1336642-27B2-4AB9-79BE-AF0CD81F756A}"/>
              </a:ext>
            </a:extLst>
          </p:cNvPr>
          <p:cNvSpPr/>
          <p:nvPr/>
        </p:nvSpPr>
        <p:spPr>
          <a:xfrm flipV="1">
            <a:off x="7868689" y="2947604"/>
            <a:ext cx="98384" cy="6147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5E64E49-F4F8-1500-1A89-6B0DFA9EFDA0}"/>
              </a:ext>
            </a:extLst>
          </p:cNvPr>
          <p:cNvGrpSpPr/>
          <p:nvPr/>
        </p:nvGrpSpPr>
        <p:grpSpPr>
          <a:xfrm rot="5400000">
            <a:off x="4535604" y="3862714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C84FAFA1-0FEB-DB80-FAE0-6DDA4F5AC455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05E7394-A42D-CF10-750D-B9DCC5A7614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BF5A9B-5D04-9D05-661B-921519E3FFAD}"/>
              </a:ext>
            </a:extLst>
          </p:cNvPr>
          <p:cNvSpPr/>
          <p:nvPr/>
        </p:nvSpPr>
        <p:spPr>
          <a:xfrm flipV="1">
            <a:off x="3171578" y="2800080"/>
            <a:ext cx="98385" cy="7019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7A4BDE8E-0DC6-8DEC-0920-955A3F80988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E4F2A98-E452-7AA5-1C27-270EDF352FE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C2CCD6B6-3E60-CB50-B301-8268D8991B8D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81C632F-AC76-92A5-49B8-0DF91128C0E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B26112B-DBE7-902F-2FE0-160E9220964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30C1B9C5-FEBC-E2D3-0301-8C079F9B344F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058EBD0-B223-C981-7564-696E4CBBC3AA}"/>
              </a:ext>
            </a:extLst>
          </p:cNvPr>
          <p:cNvSpPr/>
          <p:nvPr/>
        </p:nvSpPr>
        <p:spPr>
          <a:xfrm rot="16200000" flipV="1">
            <a:off x="4108834" y="2518923"/>
            <a:ext cx="98385" cy="61204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FA22714-0712-68D3-8841-3790C86CE9A5}"/>
              </a:ext>
            </a:extLst>
          </p:cNvPr>
          <p:cNvGrpSpPr/>
          <p:nvPr/>
        </p:nvGrpSpPr>
        <p:grpSpPr>
          <a:xfrm>
            <a:off x="5688969" y="4401724"/>
            <a:ext cx="100923" cy="1185183"/>
            <a:chOff x="4735802" y="4662002"/>
            <a:chExt cx="100923" cy="118518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8428404B-41CE-BF30-3902-15C4DFBEC732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09C0B664-891B-81BC-222A-B4955E6736CD}"/>
                </a:ext>
              </a:extLst>
            </p:cNvPr>
            <p:cNvSpPr/>
            <p:nvPr/>
          </p:nvSpPr>
          <p:spPr>
            <a:xfrm>
              <a:off x="4735802" y="520549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8E62A45-15EA-7FAA-16A8-4AC1D2E0965F}"/>
                </a:ext>
              </a:extLst>
            </p:cNvPr>
            <p:cNvSpPr/>
            <p:nvPr/>
          </p:nvSpPr>
          <p:spPr>
            <a:xfrm>
              <a:off x="4738340" y="57488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F55973D-9DD6-828E-0FC5-0D3D38ED88E5}"/>
              </a:ext>
            </a:extLst>
          </p:cNvPr>
          <p:cNvGrpSpPr/>
          <p:nvPr/>
        </p:nvGrpSpPr>
        <p:grpSpPr>
          <a:xfrm>
            <a:off x="7647460" y="4352623"/>
            <a:ext cx="100923" cy="1185183"/>
            <a:chOff x="4735802" y="4662002"/>
            <a:chExt cx="100923" cy="11851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531F696-76E4-AEB7-773A-340A96E8469A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E620631D-251F-BC40-40BE-21F2783CECE8}"/>
                </a:ext>
              </a:extLst>
            </p:cNvPr>
            <p:cNvSpPr/>
            <p:nvPr/>
          </p:nvSpPr>
          <p:spPr>
            <a:xfrm>
              <a:off x="4735802" y="520549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C304619-E07C-5FB8-41D2-D4059CDB4FF4}"/>
                </a:ext>
              </a:extLst>
            </p:cNvPr>
            <p:cNvSpPr/>
            <p:nvPr/>
          </p:nvSpPr>
          <p:spPr>
            <a:xfrm>
              <a:off x="4738340" y="57488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그림 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B45CFF-ABBD-ABF4-1860-14C9D32FD3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64" y="2095676"/>
            <a:ext cx="1778731" cy="1466673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47E15E31-90F0-57CF-B141-6E41A014C0B3}"/>
              </a:ext>
            </a:extLst>
          </p:cNvPr>
          <p:cNvGrpSpPr/>
          <p:nvPr/>
        </p:nvGrpSpPr>
        <p:grpSpPr>
          <a:xfrm>
            <a:off x="7000693" y="2716950"/>
            <a:ext cx="771438" cy="620194"/>
            <a:chOff x="46848" y="332433"/>
            <a:chExt cx="771438" cy="6201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896860-DA26-EEC1-E11B-F53993481776}"/>
                </a:ext>
              </a:extLst>
            </p:cNvPr>
            <p:cNvSpPr txBox="1"/>
            <p:nvPr/>
          </p:nvSpPr>
          <p:spPr>
            <a:xfrm>
              <a:off x="46848" y="5340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73E13EC-03EF-517E-73CB-5CB419E885FC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5343BEFA-1958-53C3-C135-440A71E173F4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289390D1-6721-7B7B-B415-35EF5C1BE850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2428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9A38-8554-3392-AB6B-169F8E4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7E2FC8B-B7A2-BEA5-BACD-3292752546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7903" y="1101344"/>
            <a:ext cx="8940897" cy="5481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4A1CF0-AD15-3870-4BD6-1D067F63AC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4A1CF0-AD15-3870-4BD6-1D067F63A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21A9A9-C188-CAE8-A9DF-546F4BCC5E0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79F92B-B001-DCCE-C2D4-E0FC376B6C41}"/>
              </a:ext>
            </a:extLst>
          </p:cNvPr>
          <p:cNvSpPr/>
          <p:nvPr/>
        </p:nvSpPr>
        <p:spPr>
          <a:xfrm rot="5400000">
            <a:off x="5991041" y="5030701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7077CB-0147-EF80-61DE-F9641535F073}"/>
              </a:ext>
            </a:extLst>
          </p:cNvPr>
          <p:cNvSpPr/>
          <p:nvPr/>
        </p:nvSpPr>
        <p:spPr>
          <a:xfrm>
            <a:off x="5512972" y="4503697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0A0E26D-FE4A-6E32-6908-15AC65ADECD2}"/>
              </a:ext>
            </a:extLst>
          </p:cNvPr>
          <p:cNvSpPr/>
          <p:nvPr/>
        </p:nvSpPr>
        <p:spPr>
          <a:xfrm>
            <a:off x="5657935" y="4642290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D2B9D-654C-B69A-CE1A-BBADE83F9692}"/>
              </a:ext>
            </a:extLst>
          </p:cNvPr>
          <p:cNvSpPr txBox="1"/>
          <p:nvPr/>
        </p:nvSpPr>
        <p:spPr>
          <a:xfrm>
            <a:off x="5109829" y="388904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52F5D-7E14-C46B-719B-A0A3C5BD568D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1B79C24-42DE-2FB3-5B93-7DCE0EF61987}"/>
              </a:ext>
            </a:extLst>
          </p:cNvPr>
          <p:cNvSpPr/>
          <p:nvPr/>
        </p:nvSpPr>
        <p:spPr>
          <a:xfrm flipV="1">
            <a:off x="1983358" y="3429000"/>
            <a:ext cx="98384" cy="7178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47053AD-AB11-21F8-D7F2-87FEA5579019}"/>
              </a:ext>
            </a:extLst>
          </p:cNvPr>
          <p:cNvGrpSpPr/>
          <p:nvPr/>
        </p:nvGrpSpPr>
        <p:grpSpPr>
          <a:xfrm rot="5400000">
            <a:off x="3832481" y="3824361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6EC479D-9DD6-CF27-DEB4-312F7AC7D25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8E72DA5-6A1A-3A70-9807-98454196A35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CEAE36-76F7-18CE-4104-917C3AE12D8C}"/>
              </a:ext>
            </a:extLst>
          </p:cNvPr>
          <p:cNvSpPr/>
          <p:nvPr/>
        </p:nvSpPr>
        <p:spPr>
          <a:xfrm flipV="1">
            <a:off x="3263827" y="2808486"/>
            <a:ext cx="98385" cy="7443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A728EB-8F32-547B-BA31-20F8CBFBA18E}"/>
              </a:ext>
            </a:extLst>
          </p:cNvPr>
          <p:cNvSpPr txBox="1"/>
          <p:nvPr/>
        </p:nvSpPr>
        <p:spPr>
          <a:xfrm>
            <a:off x="6192186" y="641118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DFAF577-E1CC-E8D9-6AA2-6B89580E37EC}"/>
              </a:ext>
            </a:extLst>
          </p:cNvPr>
          <p:cNvCxnSpPr>
            <a:cxnSpLocks/>
          </p:cNvCxnSpPr>
          <p:nvPr/>
        </p:nvCxnSpPr>
        <p:spPr>
          <a:xfrm flipV="1">
            <a:off x="6340324" y="5620986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059D7D14-90F4-E0CE-A5DD-008C8ADEF62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412A9ED-A411-9D34-7F0A-EDBA7D225E6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D31B318-8A85-9534-4763-873D2785577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E0DA1B89-FBA6-3F82-AD13-650E1B3AA24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5E65A63-4080-EA3B-9C7B-AE5054946C9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0ACE83BC-BB30-2184-EE7D-D73AE6C45F4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74205EA-2C73-19B1-1A03-1A94284951C6}"/>
              </a:ext>
            </a:extLst>
          </p:cNvPr>
          <p:cNvSpPr/>
          <p:nvPr/>
        </p:nvSpPr>
        <p:spPr>
          <a:xfrm rot="16200000" flipV="1">
            <a:off x="7895764" y="2355464"/>
            <a:ext cx="98385" cy="6870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F95EE41-DBAC-0278-89B2-931542DA331B}"/>
              </a:ext>
            </a:extLst>
          </p:cNvPr>
          <p:cNvGrpSpPr/>
          <p:nvPr/>
        </p:nvGrpSpPr>
        <p:grpSpPr>
          <a:xfrm>
            <a:off x="6924543" y="433975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158078F-FCE8-4F37-FD4C-6526D5417EA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1E9DABA-0B46-9C06-8A34-F45D83DFAFF2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4185EA5-7335-3A00-FA24-26E714279996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CC7E138-AD94-CA41-4A37-1D572D2D8586}"/>
              </a:ext>
            </a:extLst>
          </p:cNvPr>
          <p:cNvGrpSpPr/>
          <p:nvPr/>
        </p:nvGrpSpPr>
        <p:grpSpPr>
          <a:xfrm>
            <a:off x="4990804" y="4339756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C22874C-B974-393C-7822-1AB8106EEA21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B1FAAC4-B03D-4861-491B-E5FDD79827A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6133BFCD-9562-70F6-F2F0-8667E761E1C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3205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2C3C-2770-72F5-26F8-E8033349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982C66-FC8C-7160-0CA3-CE45AFD823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7903" y="1101344"/>
            <a:ext cx="8940897" cy="5481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DE203E-F560-85D8-037A-8D3830530326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DE203E-F560-85D8-037A-8D3830530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179216C-B1B8-BD77-97A7-A058B9C2A058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F789FF-E097-4933-B8F4-0817E8B52756}"/>
              </a:ext>
            </a:extLst>
          </p:cNvPr>
          <p:cNvSpPr/>
          <p:nvPr/>
        </p:nvSpPr>
        <p:spPr>
          <a:xfrm>
            <a:off x="8501217" y="5371988"/>
            <a:ext cx="95669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20870-843F-343D-FF0F-029CF4A7D1AB}"/>
              </a:ext>
            </a:extLst>
          </p:cNvPr>
          <p:cNvSpPr txBox="1"/>
          <p:nvPr/>
        </p:nvSpPr>
        <p:spPr>
          <a:xfrm>
            <a:off x="8383555" y="4619839"/>
            <a:ext cx="885099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A16C7E-9027-C482-5AB4-D00B0D9C9181}"/>
              </a:ext>
            </a:extLst>
          </p:cNvPr>
          <p:cNvSpPr/>
          <p:nvPr/>
        </p:nvSpPr>
        <p:spPr>
          <a:xfrm rot="5400000">
            <a:off x="5991041" y="5030701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30CAC50-3098-76C8-EA90-75FC3C7FEE1A}"/>
              </a:ext>
            </a:extLst>
          </p:cNvPr>
          <p:cNvSpPr/>
          <p:nvPr/>
        </p:nvSpPr>
        <p:spPr>
          <a:xfrm>
            <a:off x="5512972" y="4503697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1C8D4AA-6649-F956-F857-0C9EDC305E22}"/>
              </a:ext>
            </a:extLst>
          </p:cNvPr>
          <p:cNvSpPr/>
          <p:nvPr/>
        </p:nvSpPr>
        <p:spPr>
          <a:xfrm>
            <a:off x="5657935" y="4642290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9DB6C-4317-761C-24CE-199F96EE5614}"/>
              </a:ext>
            </a:extLst>
          </p:cNvPr>
          <p:cNvSpPr txBox="1"/>
          <p:nvPr/>
        </p:nvSpPr>
        <p:spPr>
          <a:xfrm>
            <a:off x="5109829" y="388904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73055C-6FB5-3792-DE05-16D7C7372676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512647-B101-2451-45B3-5E07C216AD7C}"/>
              </a:ext>
            </a:extLst>
          </p:cNvPr>
          <p:cNvGrpSpPr/>
          <p:nvPr/>
        </p:nvGrpSpPr>
        <p:grpSpPr>
          <a:xfrm>
            <a:off x="10050824" y="4423098"/>
            <a:ext cx="98814" cy="644168"/>
            <a:chOff x="4737834" y="4900127"/>
            <a:chExt cx="98814" cy="64416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7303A59-C5C1-6D27-5972-A7993EA928E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E5C5D4F-AD85-FB88-E52D-0E10533BB623}"/>
                </a:ext>
              </a:extLst>
            </p:cNvPr>
            <p:cNvSpPr/>
            <p:nvPr/>
          </p:nvSpPr>
          <p:spPr>
            <a:xfrm>
              <a:off x="4738263" y="544591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A21D65-3224-9D45-A45A-D4164B8A26AC}"/>
              </a:ext>
            </a:extLst>
          </p:cNvPr>
          <p:cNvGrpSpPr/>
          <p:nvPr/>
        </p:nvGrpSpPr>
        <p:grpSpPr>
          <a:xfrm>
            <a:off x="3403784" y="2931254"/>
            <a:ext cx="371175" cy="497746"/>
            <a:chOff x="9191246" y="3797098"/>
            <a:chExt cx="371175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63BCE339-4F6D-9DD2-271D-B686E4B62983}"/>
                </a:ext>
              </a:extLst>
            </p:cNvPr>
            <p:cNvGrpSpPr/>
            <p:nvPr/>
          </p:nvGrpSpPr>
          <p:grpSpPr>
            <a:xfrm>
              <a:off x="9463607" y="3799905"/>
              <a:ext cx="98814" cy="494939"/>
              <a:chOff x="4577496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E3FCB8A1-71BD-8A63-90E7-90726FDBFC60}"/>
                  </a:ext>
                </a:extLst>
              </p:cNvPr>
              <p:cNvSpPr/>
              <p:nvPr/>
            </p:nvSpPr>
            <p:spPr>
              <a:xfrm>
                <a:off x="4577496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7F97E80-01EE-4EB9-FAB7-16B49B3404A8}"/>
                  </a:ext>
                </a:extLst>
              </p:cNvPr>
              <p:cNvSpPr/>
              <p:nvPr/>
            </p:nvSpPr>
            <p:spPr>
              <a:xfrm>
                <a:off x="4577925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8E1F0FAA-179B-87AA-AE15-8FFE2A25E06F}"/>
                </a:ext>
              </a:extLst>
            </p:cNvPr>
            <p:cNvSpPr/>
            <p:nvPr/>
          </p:nvSpPr>
          <p:spPr>
            <a:xfrm rot="5400000">
              <a:off x="9253765" y="39274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F4E528A-04C7-552D-6A91-6DC80384EF70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E53067B9-E311-6E35-596F-42B34E27748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42889919-66D0-8C92-6158-879C1AEDE876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F23C9E2-6F48-CAF7-FDC2-0A2E89E6719C}"/>
              </a:ext>
            </a:extLst>
          </p:cNvPr>
          <p:cNvSpPr/>
          <p:nvPr/>
        </p:nvSpPr>
        <p:spPr>
          <a:xfrm flipV="1">
            <a:off x="1983358" y="3429000"/>
            <a:ext cx="98384" cy="7178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E93A673-D6B3-7151-F063-7C91F9DF3463}"/>
              </a:ext>
            </a:extLst>
          </p:cNvPr>
          <p:cNvGrpSpPr/>
          <p:nvPr/>
        </p:nvGrpSpPr>
        <p:grpSpPr>
          <a:xfrm rot="5400000">
            <a:off x="3832481" y="3824361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1D0DACC-E30B-8707-94FA-61DEF3971AC1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07D5A95-42EF-B88E-CBE5-66493618899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02433E-CE88-1865-1CF6-CA7EAAC5F922}"/>
              </a:ext>
            </a:extLst>
          </p:cNvPr>
          <p:cNvSpPr/>
          <p:nvPr/>
        </p:nvSpPr>
        <p:spPr>
          <a:xfrm flipV="1">
            <a:off x="3263827" y="2808486"/>
            <a:ext cx="98385" cy="7443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72040D-BBE1-0D98-69A1-28E710C16B48}"/>
              </a:ext>
            </a:extLst>
          </p:cNvPr>
          <p:cNvSpPr txBox="1"/>
          <p:nvPr/>
        </p:nvSpPr>
        <p:spPr>
          <a:xfrm>
            <a:off x="6192186" y="641118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4F94993-191C-21ED-E907-D4B2A2741E10}"/>
              </a:ext>
            </a:extLst>
          </p:cNvPr>
          <p:cNvCxnSpPr>
            <a:cxnSpLocks/>
          </p:cNvCxnSpPr>
          <p:nvPr/>
        </p:nvCxnSpPr>
        <p:spPr>
          <a:xfrm flipV="1">
            <a:off x="6340324" y="5620986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175BEE67-464F-1C54-0F9F-6555C3608C04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23DC668-C3EB-58C7-9033-C3EB63F68D0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9A5ABAB4-CB3F-64F7-A42C-7B5466388FF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CCDA6C3-86E2-2D23-8870-75C02D8CE6D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A888AD5-BA43-953D-675E-2306DAA09D1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431D653-2B73-D1FA-CD47-7377D7F0F5D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E8BC59-6E98-20AD-604A-212C7B954F82}"/>
              </a:ext>
            </a:extLst>
          </p:cNvPr>
          <p:cNvSpPr/>
          <p:nvPr/>
        </p:nvSpPr>
        <p:spPr>
          <a:xfrm rot="16200000" flipV="1">
            <a:off x="7895764" y="2355464"/>
            <a:ext cx="98385" cy="6870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A66B172-4B50-9DB5-6AD3-B92C29CAAA17}"/>
              </a:ext>
            </a:extLst>
          </p:cNvPr>
          <p:cNvGrpSpPr/>
          <p:nvPr/>
        </p:nvGrpSpPr>
        <p:grpSpPr>
          <a:xfrm>
            <a:off x="6924543" y="433975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B1BA810-1A6B-4562-B4DF-E6114357BB1D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E2E11E6-BBBF-F9AB-E627-E6F47B40305B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185EAA5-064E-1418-F72E-16728D29A2B0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05384FF-10A3-8769-3E51-ECC848E0CE39}"/>
              </a:ext>
            </a:extLst>
          </p:cNvPr>
          <p:cNvGrpSpPr/>
          <p:nvPr/>
        </p:nvGrpSpPr>
        <p:grpSpPr>
          <a:xfrm>
            <a:off x="4990804" y="4339756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4415EE74-9C3C-D1E2-2573-BA50B531817E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A368D0A-5805-1266-FF20-7FBBB4DA7139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FA31CFA3-DC5E-6345-BA5F-CD8ED071E994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6625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9566-C0DA-EBC9-224F-34A25FAE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8F9192-2A7E-E3F8-29B3-80BFD5E571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7903" y="1101344"/>
            <a:ext cx="8940897" cy="5481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256D99-CFA5-FD38-14D4-F745F1078F6F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256D99-CFA5-FD38-14D4-F745F1078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A0AC12F-87C1-6227-641F-267B55A384B5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7CCF5A-021E-72A4-C540-4468B910849A}"/>
              </a:ext>
            </a:extLst>
          </p:cNvPr>
          <p:cNvSpPr/>
          <p:nvPr/>
        </p:nvSpPr>
        <p:spPr>
          <a:xfrm>
            <a:off x="8501217" y="5371988"/>
            <a:ext cx="95669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1BFAC-F0EF-A905-1055-08D6CE8EDEFD}"/>
              </a:ext>
            </a:extLst>
          </p:cNvPr>
          <p:cNvSpPr txBox="1"/>
          <p:nvPr/>
        </p:nvSpPr>
        <p:spPr>
          <a:xfrm>
            <a:off x="8383555" y="4619839"/>
            <a:ext cx="885099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A4D27A-01B5-2F66-8FE9-F3C34BCBF8F3}"/>
              </a:ext>
            </a:extLst>
          </p:cNvPr>
          <p:cNvSpPr/>
          <p:nvPr/>
        </p:nvSpPr>
        <p:spPr>
          <a:xfrm rot="5400000">
            <a:off x="5991041" y="5030701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2B1C0EA-1495-11D7-C2AD-A44A47993FCC}"/>
              </a:ext>
            </a:extLst>
          </p:cNvPr>
          <p:cNvSpPr/>
          <p:nvPr/>
        </p:nvSpPr>
        <p:spPr>
          <a:xfrm>
            <a:off x="5512972" y="4503697"/>
            <a:ext cx="1092978" cy="110386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39D899F-30A5-B966-61B6-ED8F26B8239D}"/>
              </a:ext>
            </a:extLst>
          </p:cNvPr>
          <p:cNvSpPr/>
          <p:nvPr/>
        </p:nvSpPr>
        <p:spPr>
          <a:xfrm>
            <a:off x="5657935" y="4642290"/>
            <a:ext cx="801043" cy="84010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EF6BF-7720-ED88-1CAD-2BBBDE68E5F4}"/>
              </a:ext>
            </a:extLst>
          </p:cNvPr>
          <p:cNvSpPr txBox="1"/>
          <p:nvPr/>
        </p:nvSpPr>
        <p:spPr>
          <a:xfrm>
            <a:off x="5109829" y="388904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EC320-E223-3379-4053-65D565EEF471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7C283A8-8834-6B09-FFDC-6DA51D4070A8}"/>
              </a:ext>
            </a:extLst>
          </p:cNvPr>
          <p:cNvSpPr/>
          <p:nvPr/>
        </p:nvSpPr>
        <p:spPr>
          <a:xfrm>
            <a:off x="5777038" y="4784343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4E1226C-0D55-1B29-DF52-AADE230C9E3C}"/>
              </a:ext>
            </a:extLst>
          </p:cNvPr>
          <p:cNvGrpSpPr/>
          <p:nvPr/>
        </p:nvGrpSpPr>
        <p:grpSpPr>
          <a:xfrm>
            <a:off x="10050824" y="4423098"/>
            <a:ext cx="98814" cy="644168"/>
            <a:chOff x="4737834" y="4900127"/>
            <a:chExt cx="98814" cy="644168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CFC4B13-C81F-D08F-080E-1C1EDCF77A23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27A9AEC-CF07-BF70-D9F7-714AC1F8A171}"/>
                </a:ext>
              </a:extLst>
            </p:cNvPr>
            <p:cNvSpPr/>
            <p:nvPr/>
          </p:nvSpPr>
          <p:spPr>
            <a:xfrm>
              <a:off x="4738263" y="544591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D7F54CD-62FB-3FBA-00F7-19ED28EB4319}"/>
              </a:ext>
            </a:extLst>
          </p:cNvPr>
          <p:cNvGrpSpPr/>
          <p:nvPr/>
        </p:nvGrpSpPr>
        <p:grpSpPr>
          <a:xfrm>
            <a:off x="3403784" y="2931254"/>
            <a:ext cx="371175" cy="497746"/>
            <a:chOff x="9191246" y="3797098"/>
            <a:chExt cx="371175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DF151F4-C0EF-13CA-C11E-78BE7934C29B}"/>
                </a:ext>
              </a:extLst>
            </p:cNvPr>
            <p:cNvGrpSpPr/>
            <p:nvPr/>
          </p:nvGrpSpPr>
          <p:grpSpPr>
            <a:xfrm>
              <a:off x="9463607" y="3799905"/>
              <a:ext cx="98814" cy="494939"/>
              <a:chOff x="4577496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7172B681-B975-735E-99EE-EF37FCA3BE0B}"/>
                  </a:ext>
                </a:extLst>
              </p:cNvPr>
              <p:cNvSpPr/>
              <p:nvPr/>
            </p:nvSpPr>
            <p:spPr>
              <a:xfrm>
                <a:off x="4577496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740C883-F235-1270-530A-90C522507A55}"/>
                  </a:ext>
                </a:extLst>
              </p:cNvPr>
              <p:cNvSpPr/>
              <p:nvPr/>
            </p:nvSpPr>
            <p:spPr>
              <a:xfrm>
                <a:off x="4577925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E2440082-0275-9696-44D6-21D4708FB500}"/>
                </a:ext>
              </a:extLst>
            </p:cNvPr>
            <p:cNvSpPr/>
            <p:nvPr/>
          </p:nvSpPr>
          <p:spPr>
            <a:xfrm rot="5400000">
              <a:off x="9253765" y="39274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3A4F83A-2946-49DD-6138-044F3759B986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00DE140-A4E5-8E5A-E7AF-3150583DE92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C023C5B6-3135-597F-EF85-693663939ECA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67F725-4D32-148C-DA47-DCFE6920C341}"/>
              </a:ext>
            </a:extLst>
          </p:cNvPr>
          <p:cNvSpPr/>
          <p:nvPr/>
        </p:nvSpPr>
        <p:spPr>
          <a:xfrm flipV="1">
            <a:off x="1983358" y="3429000"/>
            <a:ext cx="98384" cy="7178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10E5C78-652A-8123-D3FF-62B65F19ACA7}"/>
              </a:ext>
            </a:extLst>
          </p:cNvPr>
          <p:cNvGrpSpPr/>
          <p:nvPr/>
        </p:nvGrpSpPr>
        <p:grpSpPr>
          <a:xfrm rot="5400000">
            <a:off x="3832481" y="3824361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8736C92-2172-B355-DA7B-C096BE146A5F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807AD94-82D6-E9AF-16EE-23D69D553D92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D4093D6-5A58-3C10-5199-E67EDFED04B8}"/>
              </a:ext>
            </a:extLst>
          </p:cNvPr>
          <p:cNvSpPr/>
          <p:nvPr/>
        </p:nvSpPr>
        <p:spPr>
          <a:xfrm flipV="1">
            <a:off x="3263827" y="2808486"/>
            <a:ext cx="98385" cy="7443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3A244A-628B-4AF4-17AA-323875D1B92E}"/>
              </a:ext>
            </a:extLst>
          </p:cNvPr>
          <p:cNvSpPr txBox="1"/>
          <p:nvPr/>
        </p:nvSpPr>
        <p:spPr>
          <a:xfrm>
            <a:off x="6192186" y="641118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CB42631-8E99-8A0D-4A28-2722CE012BAD}"/>
              </a:ext>
            </a:extLst>
          </p:cNvPr>
          <p:cNvCxnSpPr>
            <a:cxnSpLocks/>
          </p:cNvCxnSpPr>
          <p:nvPr/>
        </p:nvCxnSpPr>
        <p:spPr>
          <a:xfrm flipV="1">
            <a:off x="6340324" y="5620986"/>
            <a:ext cx="10531" cy="819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B5E13C0-05F6-749A-B82D-D1FC93033DC8}"/>
              </a:ext>
            </a:extLst>
          </p:cNvPr>
          <p:cNvSpPr txBox="1"/>
          <p:nvPr/>
        </p:nvSpPr>
        <p:spPr>
          <a:xfrm>
            <a:off x="4121483" y="6263544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70FC4E93-DF2E-AD15-410B-A73DD30C8FC8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D2ABB64-0185-9E4B-6875-7131C1BCAF90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B3B3BF5C-00D2-5067-305E-DFE9C7CA723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7998983-3419-AC14-8663-34DE205323C4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232AB80-BECE-1865-4CAF-57E35426884B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DDA27525-8D0E-50CC-A195-A388667DF6B1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2EC8F89-7C36-357B-00C0-BAAEE884A586}"/>
              </a:ext>
            </a:extLst>
          </p:cNvPr>
          <p:cNvSpPr/>
          <p:nvPr/>
        </p:nvSpPr>
        <p:spPr>
          <a:xfrm rot="16200000" flipV="1">
            <a:off x="7895764" y="2355464"/>
            <a:ext cx="98385" cy="6870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B608958-E67E-6F9F-9BBD-9998C94DC749}"/>
              </a:ext>
            </a:extLst>
          </p:cNvPr>
          <p:cNvGrpSpPr/>
          <p:nvPr/>
        </p:nvGrpSpPr>
        <p:grpSpPr>
          <a:xfrm>
            <a:off x="6924543" y="433975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B4C857E-CA1B-87B3-F9E7-6AA6DEF92174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5750211-E596-A623-998B-C2A4E7FCE576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16ADC91D-9CAB-7A89-6E5F-55468691FEA1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19EDE27-EE10-003B-6348-850FD8AB3F55}"/>
              </a:ext>
            </a:extLst>
          </p:cNvPr>
          <p:cNvGrpSpPr/>
          <p:nvPr/>
        </p:nvGrpSpPr>
        <p:grpSpPr>
          <a:xfrm>
            <a:off x="4990804" y="4339756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9B95540-2F9A-F9FF-8A04-8ED754717D14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CB64D37-0550-3CC7-5DA5-D5DFC8C024F0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234C8A5-2E21-EF86-B613-09E25A254285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978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9A38-8554-3392-AB6B-169F8E4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7E2FC8B-B7A2-BEA5-BACD-3292752546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7903" y="1101344"/>
            <a:ext cx="8940897" cy="5481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4A1CF0-AD15-3870-4BD6-1D067F63AC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4A1CF0-AD15-3870-4BD6-1D067F63A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21A9A9-C188-CAE8-A9DF-546F4BCC5E0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79F92B-B001-DCCE-C2D4-E0FC376B6C41}"/>
              </a:ext>
            </a:extLst>
          </p:cNvPr>
          <p:cNvSpPr/>
          <p:nvPr/>
        </p:nvSpPr>
        <p:spPr>
          <a:xfrm rot="5400000">
            <a:off x="5991041" y="5030701"/>
            <a:ext cx="102820" cy="16302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D2B9D-654C-B69A-CE1A-BBADE83F9692}"/>
              </a:ext>
            </a:extLst>
          </p:cNvPr>
          <p:cNvSpPr txBox="1"/>
          <p:nvPr/>
        </p:nvSpPr>
        <p:spPr>
          <a:xfrm>
            <a:off x="5109829" y="3889049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52F5D-7E14-C46B-719B-A0A3C5BD568D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1B79C24-42DE-2FB3-5B93-7DCE0EF61987}"/>
              </a:ext>
            </a:extLst>
          </p:cNvPr>
          <p:cNvSpPr/>
          <p:nvPr/>
        </p:nvSpPr>
        <p:spPr>
          <a:xfrm flipV="1">
            <a:off x="1983358" y="3429000"/>
            <a:ext cx="98384" cy="7178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47053AD-AB11-21F8-D7F2-87FEA5579019}"/>
              </a:ext>
            </a:extLst>
          </p:cNvPr>
          <p:cNvGrpSpPr/>
          <p:nvPr/>
        </p:nvGrpSpPr>
        <p:grpSpPr>
          <a:xfrm rot="5400000">
            <a:off x="3832481" y="3824361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16EC479D-9DD6-CF27-DEB4-312F7AC7D25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8E72DA5-6A1A-3A70-9807-98454196A350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1CEAE36-76F7-18CE-4104-917C3AE12D8C}"/>
              </a:ext>
            </a:extLst>
          </p:cNvPr>
          <p:cNvSpPr/>
          <p:nvPr/>
        </p:nvSpPr>
        <p:spPr>
          <a:xfrm flipV="1">
            <a:off x="3263827" y="2808486"/>
            <a:ext cx="98385" cy="74433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059D7D14-90F4-E0CE-A5DD-008C8ADEF62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412A9ED-A411-9D34-7F0A-EDBA7D225E6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D31B318-8A85-9534-4763-873D2785577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E0DA1B89-FBA6-3F82-AD13-650E1B3AA24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5E65A63-4080-EA3B-9C7B-AE5054946C9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0ACE83BC-BB30-2184-EE7D-D73AE6C45F4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74205EA-2C73-19B1-1A03-1A94284951C6}"/>
              </a:ext>
            </a:extLst>
          </p:cNvPr>
          <p:cNvSpPr/>
          <p:nvPr/>
        </p:nvSpPr>
        <p:spPr>
          <a:xfrm rot="16200000" flipV="1">
            <a:off x="7895764" y="2355464"/>
            <a:ext cx="98385" cy="68704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CF95EE41-DBAC-0278-89B2-931542DA331B}"/>
              </a:ext>
            </a:extLst>
          </p:cNvPr>
          <p:cNvGrpSpPr/>
          <p:nvPr/>
        </p:nvGrpSpPr>
        <p:grpSpPr>
          <a:xfrm>
            <a:off x="6924543" y="4339756"/>
            <a:ext cx="100923" cy="1356633"/>
            <a:chOff x="4735802" y="4662002"/>
            <a:chExt cx="100923" cy="135663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158078F-FCE8-4F37-FD4C-6526D5417EA9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71E9DABA-0B46-9C06-8A34-F45D83DFAFF2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4185EA5-7335-3A00-FA24-26E714279996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CC7E138-AD94-CA41-4A37-1D572D2D8586}"/>
              </a:ext>
            </a:extLst>
          </p:cNvPr>
          <p:cNvGrpSpPr/>
          <p:nvPr/>
        </p:nvGrpSpPr>
        <p:grpSpPr>
          <a:xfrm>
            <a:off x="4990804" y="4339756"/>
            <a:ext cx="100923" cy="1356633"/>
            <a:chOff x="4735802" y="4662002"/>
            <a:chExt cx="100923" cy="135663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C22874C-B974-393C-7822-1AB8106EEA21}"/>
                </a:ext>
              </a:extLst>
            </p:cNvPr>
            <p:cNvSpPr/>
            <p:nvPr/>
          </p:nvSpPr>
          <p:spPr>
            <a:xfrm>
              <a:off x="4737834" y="46620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DB1FAAC4-B03D-4861-491B-E5FDD79827A8}"/>
                </a:ext>
              </a:extLst>
            </p:cNvPr>
            <p:cNvSpPr/>
            <p:nvPr/>
          </p:nvSpPr>
          <p:spPr>
            <a:xfrm>
              <a:off x="4735802" y="52912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6133BFCD-9562-70F6-F2F0-8667E761E1CF}"/>
                </a:ext>
              </a:extLst>
            </p:cNvPr>
            <p:cNvSpPr/>
            <p:nvPr/>
          </p:nvSpPr>
          <p:spPr>
            <a:xfrm>
              <a:off x="4738340" y="592025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그림 1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00A7C4-5687-8002-6DA4-99D01DA054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7" y="2971468"/>
            <a:ext cx="1778731" cy="1466673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1D2BE0BD-9265-D39A-EB39-204E6AEC536E}"/>
              </a:ext>
            </a:extLst>
          </p:cNvPr>
          <p:cNvGrpSpPr/>
          <p:nvPr/>
        </p:nvGrpSpPr>
        <p:grpSpPr>
          <a:xfrm>
            <a:off x="6230123" y="2808806"/>
            <a:ext cx="771438" cy="620194"/>
            <a:chOff x="46848" y="332433"/>
            <a:chExt cx="771438" cy="6201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331682-532A-A8CA-0D85-084C2673677C}"/>
                </a:ext>
              </a:extLst>
            </p:cNvPr>
            <p:cNvSpPr txBox="1"/>
            <p:nvPr/>
          </p:nvSpPr>
          <p:spPr>
            <a:xfrm>
              <a:off x="46848" y="546780"/>
              <a:ext cx="771438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0309F01-D21D-0A33-AE1D-C454CEBDE2AD}"/>
                </a:ext>
              </a:extLst>
            </p:cNvPr>
            <p:cNvGrpSpPr/>
            <p:nvPr/>
          </p:nvGrpSpPr>
          <p:grpSpPr>
            <a:xfrm>
              <a:off x="368880" y="332433"/>
              <a:ext cx="98814" cy="620194"/>
              <a:chOff x="4737834" y="4900127"/>
              <a:chExt cx="98814" cy="620194"/>
            </a:xfrm>
            <a:solidFill>
              <a:srgbClr val="FF00FF"/>
            </a:solidFill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99776D40-3D62-4B90-0E3C-A8385F68027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F88F89D7-98AD-4235-1182-5E518CEF889D}"/>
                  </a:ext>
                </a:extLst>
              </p:cNvPr>
              <p:cNvSpPr/>
              <p:nvPr/>
            </p:nvSpPr>
            <p:spPr>
              <a:xfrm>
                <a:off x="4738263" y="542193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5920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E9A38-8554-3392-AB6B-169F8E45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7E2FC8B-B7A2-BEA5-BACD-3292752546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9000" y="1155132"/>
            <a:ext cx="8940897" cy="54815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4A1CF0-AD15-3870-4BD6-1D067F63AC8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4A1CF0-AD15-3870-4BD6-1D067F63A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21A9A9-C188-CAE8-A9DF-546F4BCC5E0D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84C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52F5D-7E14-C46B-719B-A0A3C5BD568D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059D7D14-90F4-E0CE-A5DD-008C8ADEF62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412A9ED-A411-9D34-7F0A-EDBA7D225E6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D31B318-8A85-9534-4763-873D2785577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E0DA1B89-FBA6-3F82-AD13-650E1B3AA24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5E65A63-4080-EA3B-9C7B-AE5054946C9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0ACE83BC-BB30-2184-EE7D-D73AE6C45F4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5E6992A-473D-5EAB-0BD6-D12CF1B5EB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904057" y="5082183"/>
            <a:ext cx="2236971" cy="155448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7AA3BC-1E4C-61B0-7A3E-FC28DAADB200}"/>
              </a:ext>
            </a:extLst>
          </p:cNvPr>
          <p:cNvGrpSpPr/>
          <p:nvPr/>
        </p:nvGrpSpPr>
        <p:grpSpPr>
          <a:xfrm>
            <a:off x="9998934" y="3909177"/>
            <a:ext cx="2142094" cy="972122"/>
            <a:chOff x="579766" y="5357847"/>
            <a:chExt cx="2385727" cy="108268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7692348-01D7-071E-0EF2-02492D101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766" y="5357847"/>
              <a:ext cx="2329644" cy="1082687"/>
            </a:xfrm>
            <a:prstGeom prst="rect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8E17655-F59F-5F2F-DFD0-775404E81A83}"/>
                </a:ext>
              </a:extLst>
            </p:cNvPr>
            <p:cNvSpPr txBox="1"/>
            <p:nvPr/>
          </p:nvSpPr>
          <p:spPr>
            <a:xfrm>
              <a:off x="1988565" y="5491919"/>
              <a:ext cx="976928" cy="4113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/>
                <a:t>코타라</a:t>
              </a:r>
              <a:endParaRPr lang="ko-KR" altLang="en-US" b="1" dirty="0"/>
            </a:p>
          </p:txBody>
        </p:sp>
      </p:grpSp>
      <p:sp>
        <p:nvSpPr>
          <p:cNvPr id="14" name="별: 꼭짓점 4개 13">
            <a:extLst>
              <a:ext uri="{FF2B5EF4-FFF2-40B4-BE49-F238E27FC236}">
                <a16:creationId xmlns:a16="http://schemas.microsoft.com/office/drawing/2014/main" id="{10A9A557-3453-CB20-28E2-92DA86B764A4}"/>
              </a:ext>
            </a:extLst>
          </p:cNvPr>
          <p:cNvSpPr/>
          <p:nvPr/>
        </p:nvSpPr>
        <p:spPr>
          <a:xfrm>
            <a:off x="5165935" y="4838132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C8C68-93EF-7EC4-5BE2-9412CF880AF3}"/>
              </a:ext>
            </a:extLst>
          </p:cNvPr>
          <p:cNvSpPr txBox="1"/>
          <p:nvPr/>
        </p:nvSpPr>
        <p:spPr>
          <a:xfrm>
            <a:off x="4523384" y="6390442"/>
            <a:ext cx="22293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r>
              <a:rPr lang="en-US" altLang="ko-KR" sz="1000" b="1" dirty="0">
                <a:highlight>
                  <a:srgbClr val="FFFF00"/>
                </a:highlight>
              </a:rPr>
              <a:t>-</a:t>
            </a:r>
            <a:r>
              <a:rPr lang="ko-KR" altLang="en-US" sz="1000" b="1" dirty="0" err="1">
                <a:highlight>
                  <a:srgbClr val="FFFF00"/>
                </a:highlight>
              </a:rPr>
              <a:t>코타라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F485E31-76E2-C63A-1554-C17665EA2D82}"/>
              </a:ext>
            </a:extLst>
          </p:cNvPr>
          <p:cNvGrpSpPr/>
          <p:nvPr/>
        </p:nvGrpSpPr>
        <p:grpSpPr>
          <a:xfrm>
            <a:off x="2861160" y="3937003"/>
            <a:ext cx="764953" cy="255925"/>
            <a:chOff x="1981437" y="651871"/>
            <a:chExt cx="764953" cy="25592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6F9C080-1D6C-C45D-45E4-7A05BFB63576}"/>
                </a:ext>
              </a:extLst>
            </p:cNvPr>
            <p:cNvSpPr txBox="1"/>
            <p:nvPr/>
          </p:nvSpPr>
          <p:spPr>
            <a:xfrm>
              <a:off x="1981437" y="651871"/>
              <a:ext cx="764953" cy="18466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600" b="1" dirty="0"/>
                <a:t>서비스 조명 </a:t>
              </a:r>
              <a:r>
                <a:rPr lang="en-US" altLang="ko-KR" sz="600" b="1" dirty="0"/>
                <a:t>2EA</a:t>
              </a:r>
              <a:endParaRPr lang="ko-KR" altLang="en-US" sz="600" b="1" dirty="0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67234B8-2CCB-2DA8-64BC-F5A0144F7696}"/>
                </a:ext>
              </a:extLst>
            </p:cNvPr>
            <p:cNvGrpSpPr/>
            <p:nvPr/>
          </p:nvGrpSpPr>
          <p:grpSpPr>
            <a:xfrm rot="5400000">
              <a:off x="2282346" y="591873"/>
              <a:ext cx="98806" cy="533039"/>
              <a:chOff x="4737842" y="5078722"/>
              <a:chExt cx="98806" cy="533039"/>
            </a:xfrm>
            <a:solidFill>
              <a:srgbClr val="FF00FF"/>
            </a:solidFill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F8F1DB90-BFAD-2708-1D45-00F130869104}"/>
                  </a:ext>
                </a:extLst>
              </p:cNvPr>
              <p:cNvSpPr/>
              <p:nvPr/>
            </p:nvSpPr>
            <p:spPr>
              <a:xfrm>
                <a:off x="4737842" y="5078722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6CA6F7D4-ECCA-611D-E0EE-F196F84E9F18}"/>
                  </a:ext>
                </a:extLst>
              </p:cNvPr>
              <p:cNvSpPr/>
              <p:nvPr/>
            </p:nvSpPr>
            <p:spPr>
              <a:xfrm>
                <a:off x="4738263" y="5513376"/>
                <a:ext cx="98385" cy="98385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093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15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정연숙</cp:lastModifiedBy>
  <cp:revision>1</cp:revision>
  <dcterms:created xsi:type="dcterms:W3CDTF">2026-05-14T02:42:36Z</dcterms:created>
  <dcterms:modified xsi:type="dcterms:W3CDTF">2026-08-10T06:08:37Z</dcterms:modified>
</cp:coreProperties>
</file>