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573" r:id="rId11"/>
    <p:sldId id="577" r:id="rId12"/>
    <p:sldId id="576" r:id="rId13"/>
    <p:sldId id="574" r:id="rId14"/>
    <p:sldId id="579" r:id="rId15"/>
    <p:sldId id="578" r:id="rId16"/>
    <p:sldId id="575" r:id="rId17"/>
    <p:sldId id="581" r:id="rId18"/>
    <p:sldId id="580" r:id="rId19"/>
    <p:sldId id="569" r:id="rId22"/>
    <p:sldId id="571" r:id="rId23"/>
    <p:sldId id="570" r:id="rId24"/>
    <p:sldId id="523" r:id="rId33"/>
    <p:sldId id="548" r:id="rId34"/>
    <p:sldId id="547" r:id="rId35"/>
    <p:sldId id="518" r:id="rId36"/>
    <p:sldId id="550" r:id="rId37"/>
    <p:sldId id="549" r:id="rId38"/>
    <p:sldId id="519" r:id="rId39"/>
    <p:sldId id="552" r:id="rId40"/>
    <p:sldId id="551" r:id="rId41"/>
    <p:sldId id="520" r:id="rId42"/>
    <p:sldId id="554" r:id="rId43"/>
    <p:sldId id="553" r:id="rId44"/>
    <p:sldId id="521" r:id="rId45"/>
    <p:sldId id="556" r:id="rId46"/>
    <p:sldId id="555" r:id="rId47"/>
    <p:sldId id="591" r:id="rId48"/>
    <p:sldId id="593" r:id="rId49"/>
    <p:sldId id="522" r:id="rId50"/>
    <p:sldId id="558" r:id="rId51"/>
    <p:sldId id="557" r:id="rId52"/>
    <p:sldId id="559" r:id="rId53"/>
    <p:sldId id="560" r:id="rId54"/>
    <p:sldId id="525" r:id="rId55"/>
    <p:sldId id="590" r:id="rId56"/>
    <p:sldId id="589" r:id="rId57"/>
    <p:sldId id="592" r:id="rId58"/>
    <p:sldId id="526" r:id="rId59"/>
    <p:sldId id="562" r:id="rId60"/>
    <p:sldId id="561" r:id="rId61"/>
    <p:sldId id="524" r:id="rId62"/>
    <p:sldId id="564" r:id="rId63"/>
    <p:sldId id="563" r:id="rId64"/>
    <p:sldId id="594" r:id="rId6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97OA" id="{76991A41-B9BF-4D9C-911D-0DF239D05596}">
          <p14:sldIdLst>
            <p14:sldId id="573"/>
            <p14:sldId id="577"/>
            <p14:sldId id="576"/>
          </p14:sldIdLst>
        </p14:section>
        <p14:section name="119OA" id="{DACE1307-1160-474E-B68A-B0A94D53C991}">
          <p14:sldIdLst>
            <p14:sldId id="574"/>
            <p14:sldId id="579"/>
            <p14:sldId id="578"/>
          </p14:sldIdLst>
        </p14:section>
        <p14:section name="119OB" id="{0DB2FF68-C0C2-447E-B9D1-0A72E8F02766}">
          <p14:sldIdLst>
            <p14:sldId id="575"/>
            <p14:sldId id="581"/>
            <p14:sldId id="580"/>
          </p14:sldIdLst>
        </p14:section>
        <p14:section name="84OA" id="{6C3B5605-50B4-4578-A457-A9D86684259F}">
          <p14:sldIdLst>
            <p14:sldId id="569"/>
            <p14:sldId id="571"/>
          </p14:sldIdLst>
        </p14:section>
        <p14:section name="84OA" id="{BC322CB1-BFFF-46B6-914D-E9310DDF7F3C}">
          <p14:sldIdLst>
            <p14:sldId id="570"/>
          </p14:sldIdLst>
        </p14:section>
        <p14:section name="84OA" id="{BE307102-1DA8-449D-B6A1-5747424853CE}">
          <p14:sldIdLst>
            <p14:sldId id="523"/>
            <p14:sldId id="548"/>
            <p14:sldId id="547"/>
          </p14:sldIdLst>
        </p14:section>
        <p14:section name="84OB" id="{CD1ACC44-DD56-4B17-868F-F5BE885B543D}">
          <p14:sldIdLst>
            <p14:sldId id="518"/>
            <p14:sldId id="550"/>
            <p14:sldId id="549"/>
          </p14:sldIdLst>
        </p14:section>
        <p14:section name="99OA" id="{D7B737EC-FFA6-40E0-A6A3-C029F059D95E}">
          <p14:sldIdLst>
            <p14:sldId id="519"/>
            <p14:sldId id="552"/>
            <p14:sldId id="551"/>
          </p14:sldIdLst>
        </p14:section>
        <p14:section name="99OB" id="{F520D48F-27B1-47AC-B092-DDD5D5D1946F}">
          <p14:sldIdLst>
            <p14:sldId id="520"/>
            <p14:sldId id="554"/>
            <p14:sldId id="553"/>
          </p14:sldIdLst>
        </p14:section>
        <p14:section name="119OA" id="{9A22C4E4-2F17-4B91-B428-95E07693C043}">
          <p14:sldIdLst>
            <p14:sldId id="521"/>
            <p14:sldId id="556"/>
            <p14:sldId id="555"/>
            <p14:sldId id="591"/>
            <p14:sldId id="593"/>
          </p14:sldIdLst>
        </p14:section>
        <p14:section name="119OB" id="{0E5E958D-776F-42CE-8E08-D8645F90C7A3}">
          <p14:sldIdLst>
            <p14:sldId id="522"/>
            <p14:sldId id="558"/>
            <p14:sldId id="557"/>
          </p14:sldIdLst>
        </p14:section>
        <p14:section name="119OC" id="{7E3F3AF3-034C-4239-99A8-4080F94379FD}">
          <p14:sldIdLst>
            <p14:sldId id="559"/>
            <p14:sldId id="560"/>
            <p14:sldId id="525"/>
            <p14:sldId id="590"/>
            <p14:sldId id="589"/>
            <p14:sldId id="592"/>
          </p14:sldIdLst>
        </p14:section>
        <p14:section name="119OD" id="{8B031871-45B6-40A9-B6E7-50B404680E49}">
          <p14:sldIdLst>
            <p14:sldId id="526"/>
            <p14:sldId id="562"/>
            <p14:sldId id="561"/>
          </p14:sldIdLst>
        </p14:section>
        <p14:section name="119OE" id="{B3A07987-5CD4-44D5-B197-320A05CD0725}">
          <p14:sldIdLst>
            <p14:sldId id="524"/>
            <p14:sldId id="564"/>
            <p14:sldId id="563"/>
            <p14:sldId id="5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A6EE37-C629-4085-ADC3-8B2E63FFF860}" v="10" dt="2026-08-11T02:44:27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microsoft.com/office/2016/11/relationships/changesInfo" Target="changesInfos/changesInfo1.xml"/><Relationship Id="rId7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96675D79-D1A2-4548-BA94-5CE229F3E756}"/>
    <pc:docChg chg="undo custSel addSld delSld modSld sldOrd addSection modSection">
      <pc:chgData name="진옥화" userId="20b55f0b-5a9b-4958-9543-f5cbd24a6a07" providerId="ADAL" clId="{96675D79-D1A2-4548-BA94-5CE229F3E756}" dt="2026-08-11T02:44:27.826" v="1001"/>
      <pc:docMkLst>
        <pc:docMk/>
      </pc:docMkLst>
      <pc:sldChg chg="addSp delSp modSp new mod setBg">
        <pc:chgData name="진옥화" userId="20b55f0b-5a9b-4958-9543-f5cbd24a6a07" providerId="ADAL" clId="{96675D79-D1A2-4548-BA94-5CE229F3E756}" dt="2026-07-23T02:03:44.874" v="21" actId="1036"/>
        <pc:sldMkLst>
          <pc:docMk/>
          <pc:sldMk cId="152922453" sldId="256"/>
        </pc:sldMkLst>
        <pc:spChg chg="add">
          <ac:chgData name="진옥화" userId="20b55f0b-5a9b-4958-9543-f5cbd24a6a07" providerId="ADAL" clId="{96675D79-D1A2-4548-BA94-5CE229F3E756}" dt="2026-07-23T02:03:36.894" v="16" actId="26606"/>
          <ac:spMkLst>
            <pc:docMk/>
            <pc:sldMk cId="152922453" sldId="256"/>
            <ac:spMk id="21" creationId="{8B089790-F4B6-46A7-BB28-7B74A9A9EFDC}"/>
          </ac:spMkLst>
        </pc:spChg>
        <pc:grpChg chg="add">
          <ac:chgData name="진옥화" userId="20b55f0b-5a9b-4958-9543-f5cbd24a6a07" providerId="ADAL" clId="{96675D79-D1A2-4548-BA94-5CE229F3E756}" dt="2026-07-23T02:03:36.894" v="16" actId="26606"/>
          <ac:grpSpMkLst>
            <pc:docMk/>
            <pc:sldMk cId="152922453" sldId="256"/>
            <ac:grpSpMk id="23" creationId="{9DE3F54D-33BC-4382-A2AB-5E002F0F1166}"/>
          </ac:grpSpMkLst>
        </pc:grpChg>
        <pc:picChg chg="add mod">
          <ac:chgData name="진옥화" userId="20b55f0b-5a9b-4958-9543-f5cbd24a6a07" providerId="ADAL" clId="{96675D79-D1A2-4548-BA94-5CE229F3E756}" dt="2026-07-23T02:03:44.874" v="21" actId="1036"/>
          <ac:picMkLst>
            <pc:docMk/>
            <pc:sldMk cId="152922453" sldId="256"/>
            <ac:picMk id="5" creationId="{B77520A5-C3CB-43E9-CBE0-01CEE69F6229}"/>
          </ac:picMkLst>
        </pc:picChg>
      </pc:sldChg>
      <pc:sldChg chg="addSp add mod ord">
        <pc:chgData name="진옥화" userId="20b55f0b-5a9b-4958-9543-f5cbd24a6a07" providerId="ADAL" clId="{96675D79-D1A2-4548-BA94-5CE229F3E756}" dt="2026-07-23T02:14:29.554" v="56" actId="22"/>
        <pc:sldMkLst>
          <pc:docMk/>
          <pc:sldMk cId="125795436" sldId="259"/>
        </pc:sldMkLst>
        <pc:picChg chg="add">
          <ac:chgData name="진옥화" userId="20b55f0b-5a9b-4958-9543-f5cbd24a6a07" providerId="ADAL" clId="{96675D79-D1A2-4548-BA94-5CE229F3E756}" dt="2026-07-23T02:14:29.554" v="56" actId="22"/>
          <ac:picMkLst>
            <pc:docMk/>
            <pc:sldMk cId="125795436" sldId="259"/>
            <ac:picMk id="3" creationId="{DCCBF14F-EB91-7E72-802E-7186BFC4243C}"/>
          </ac:picMkLst>
        </pc:picChg>
      </pc:sldChg>
      <pc:sldChg chg="addSp add mod">
        <pc:chgData name="진옥화" userId="20b55f0b-5a9b-4958-9543-f5cbd24a6a07" providerId="ADAL" clId="{96675D79-D1A2-4548-BA94-5CE229F3E756}" dt="2026-07-23T02:12:26.340" v="36" actId="22"/>
        <pc:sldMkLst>
          <pc:docMk/>
          <pc:sldMk cId="1146417261" sldId="260"/>
        </pc:sldMkLst>
        <pc:picChg chg="add">
          <ac:chgData name="진옥화" userId="20b55f0b-5a9b-4958-9543-f5cbd24a6a07" providerId="ADAL" clId="{96675D79-D1A2-4548-BA94-5CE229F3E756}" dt="2026-07-23T02:12:26.340" v="36" actId="22"/>
          <ac:picMkLst>
            <pc:docMk/>
            <pc:sldMk cId="1146417261" sldId="260"/>
            <ac:picMk id="3" creationId="{A40C0CD3-452D-7F78-DA5F-D42DAFB86B70}"/>
          </ac:picMkLst>
        </pc:picChg>
      </pc:sldChg>
      <pc:sldChg chg="addSp add mod ord">
        <pc:chgData name="진옥화" userId="20b55f0b-5a9b-4958-9543-f5cbd24a6a07" providerId="ADAL" clId="{96675D79-D1A2-4548-BA94-5CE229F3E756}" dt="2026-07-23T02:12:09.705" v="33"/>
        <pc:sldMkLst>
          <pc:docMk/>
          <pc:sldMk cId="1454475857" sldId="261"/>
        </pc:sldMkLst>
        <pc:picChg chg="add">
          <ac:chgData name="진옥화" userId="20b55f0b-5a9b-4958-9543-f5cbd24a6a07" providerId="ADAL" clId="{96675D79-D1A2-4548-BA94-5CE229F3E756}" dt="2026-07-23T02:10:29.102" v="31" actId="22"/>
          <ac:picMkLst>
            <pc:docMk/>
            <pc:sldMk cId="1454475857" sldId="261"/>
            <ac:picMk id="3" creationId="{E50D121E-B29C-150F-7240-5AC7EA6BF5EF}"/>
          </ac:picMkLst>
        </pc:picChg>
      </pc:sldChg>
      <pc:sldChg chg="add">
        <pc:chgData name="진옥화" userId="20b55f0b-5a9b-4958-9543-f5cbd24a6a07" providerId="ADAL" clId="{96675D79-D1A2-4548-BA94-5CE229F3E756}" dt="2026-07-23T02:34:52.740" v="232"/>
        <pc:sldMkLst>
          <pc:docMk/>
          <pc:sldMk cId="2986644894" sldId="423"/>
        </pc:sldMkLst>
      </pc:sldChg>
      <pc:sldChg chg="add">
        <pc:chgData name="진옥화" userId="20b55f0b-5a9b-4958-9543-f5cbd24a6a07" providerId="ADAL" clId="{96675D79-D1A2-4548-BA94-5CE229F3E756}" dt="2026-07-23T02:34:52.740" v="232"/>
        <pc:sldMkLst>
          <pc:docMk/>
          <pc:sldMk cId="3780629750" sldId="424"/>
        </pc:sldMkLst>
      </pc:sldChg>
      <pc:sldChg chg="add">
        <pc:chgData name="진옥화" userId="20b55f0b-5a9b-4958-9543-f5cbd24a6a07" providerId="ADAL" clId="{96675D79-D1A2-4548-BA94-5CE229F3E756}" dt="2026-07-23T02:34:52.740" v="232"/>
        <pc:sldMkLst>
          <pc:docMk/>
          <pc:sldMk cId="4121366713" sldId="453"/>
        </pc:sldMkLst>
      </pc:sldChg>
      <pc:sldChg chg="add">
        <pc:chgData name="진옥화" userId="20b55f0b-5a9b-4958-9543-f5cbd24a6a07" providerId="ADAL" clId="{96675D79-D1A2-4548-BA94-5CE229F3E756}" dt="2026-07-23T02:07:38.268" v="23"/>
        <pc:sldMkLst>
          <pc:docMk/>
          <pc:sldMk cId="1290214900" sldId="518"/>
        </pc:sldMkLst>
      </pc:sldChg>
      <pc:sldChg chg="add">
        <pc:chgData name="진옥화" userId="20b55f0b-5a9b-4958-9543-f5cbd24a6a07" providerId="ADAL" clId="{96675D79-D1A2-4548-BA94-5CE229F3E756}" dt="2026-07-23T02:07:43.672" v="24"/>
        <pc:sldMkLst>
          <pc:docMk/>
          <pc:sldMk cId="3863352955" sldId="519"/>
        </pc:sldMkLst>
      </pc:sldChg>
      <pc:sldChg chg="addSp delSp modSp add mod">
        <pc:chgData name="진옥화" userId="20b55f0b-5a9b-4958-9543-f5cbd24a6a07" providerId="ADAL" clId="{96675D79-D1A2-4548-BA94-5CE229F3E756}" dt="2026-07-23T02:23:39.074" v="74" actId="22"/>
        <pc:sldMkLst>
          <pc:docMk/>
          <pc:sldMk cId="3517604112" sldId="520"/>
        </pc:sldMkLst>
        <pc:spChg chg="add">
          <ac:chgData name="진옥화" userId="20b55f0b-5a9b-4958-9543-f5cbd24a6a07" providerId="ADAL" clId="{96675D79-D1A2-4548-BA94-5CE229F3E756}" dt="2026-07-23T02:23:39.074" v="74" actId="22"/>
          <ac:spMkLst>
            <pc:docMk/>
            <pc:sldMk cId="3517604112" sldId="520"/>
            <ac:spMk id="5" creationId="{3DFC3DB0-E659-63B9-8F4B-B36B32C82BD0}"/>
          </ac:spMkLst>
        </pc:spChg>
      </pc:sldChg>
      <pc:sldChg chg="add">
        <pc:chgData name="진옥화" userId="20b55f0b-5a9b-4958-9543-f5cbd24a6a07" providerId="ADAL" clId="{96675D79-D1A2-4548-BA94-5CE229F3E756}" dt="2026-07-23T02:07:56.841" v="26"/>
        <pc:sldMkLst>
          <pc:docMk/>
          <pc:sldMk cId="2652904148" sldId="521"/>
        </pc:sldMkLst>
      </pc:sldChg>
      <pc:sldChg chg="add">
        <pc:chgData name="진옥화" userId="20b55f0b-5a9b-4958-9543-f5cbd24a6a07" providerId="ADAL" clId="{96675D79-D1A2-4548-BA94-5CE229F3E756}" dt="2026-07-23T02:08:01.825" v="27"/>
        <pc:sldMkLst>
          <pc:docMk/>
          <pc:sldMk cId="3630157133" sldId="522"/>
        </pc:sldMkLst>
      </pc:sldChg>
      <pc:sldChg chg="add">
        <pc:chgData name="진옥화" userId="20b55f0b-5a9b-4958-9543-f5cbd24a6a07" providerId="ADAL" clId="{96675D79-D1A2-4548-BA94-5CE229F3E756}" dt="2026-07-23T02:07:34.232" v="22"/>
        <pc:sldMkLst>
          <pc:docMk/>
          <pc:sldMk cId="1829725342" sldId="523"/>
        </pc:sldMkLst>
      </pc:sldChg>
      <pc:sldChg chg="add">
        <pc:chgData name="진옥화" userId="20b55f0b-5a9b-4958-9543-f5cbd24a6a07" providerId="ADAL" clId="{96675D79-D1A2-4548-BA94-5CE229F3E756}" dt="2026-07-23T02:08:18.895" v="30"/>
        <pc:sldMkLst>
          <pc:docMk/>
          <pc:sldMk cId="2290921962" sldId="524"/>
        </pc:sldMkLst>
      </pc:sldChg>
      <pc:sldChg chg="add">
        <pc:chgData name="진옥화" userId="20b55f0b-5a9b-4958-9543-f5cbd24a6a07" providerId="ADAL" clId="{96675D79-D1A2-4548-BA94-5CE229F3E756}" dt="2026-07-23T02:08:06.556" v="28"/>
        <pc:sldMkLst>
          <pc:docMk/>
          <pc:sldMk cId="4280312463" sldId="525"/>
        </pc:sldMkLst>
      </pc:sldChg>
      <pc:sldChg chg="add">
        <pc:chgData name="진옥화" userId="20b55f0b-5a9b-4958-9543-f5cbd24a6a07" providerId="ADAL" clId="{96675D79-D1A2-4548-BA94-5CE229F3E756}" dt="2026-07-23T02:08:13.622" v="29"/>
        <pc:sldMkLst>
          <pc:docMk/>
          <pc:sldMk cId="3363082539" sldId="526"/>
        </pc:sldMkLst>
      </pc:sldChg>
      <pc:sldChg chg="add">
        <pc:chgData name="진옥화" userId="20b55f0b-5a9b-4958-9543-f5cbd24a6a07" providerId="ADAL" clId="{96675D79-D1A2-4548-BA94-5CE229F3E756}" dt="2026-07-23T02:07:34.232" v="22"/>
        <pc:sldMkLst>
          <pc:docMk/>
          <pc:sldMk cId="142204609" sldId="547"/>
        </pc:sldMkLst>
      </pc:sldChg>
      <pc:sldChg chg="add">
        <pc:chgData name="진옥화" userId="20b55f0b-5a9b-4958-9543-f5cbd24a6a07" providerId="ADAL" clId="{96675D79-D1A2-4548-BA94-5CE229F3E756}" dt="2026-07-23T02:07:34.232" v="22"/>
        <pc:sldMkLst>
          <pc:docMk/>
          <pc:sldMk cId="793408988" sldId="548"/>
        </pc:sldMkLst>
      </pc:sldChg>
      <pc:sldChg chg="add">
        <pc:chgData name="진옥화" userId="20b55f0b-5a9b-4958-9543-f5cbd24a6a07" providerId="ADAL" clId="{96675D79-D1A2-4548-BA94-5CE229F3E756}" dt="2026-07-23T02:07:38.268" v="23"/>
        <pc:sldMkLst>
          <pc:docMk/>
          <pc:sldMk cId="462957837" sldId="549"/>
        </pc:sldMkLst>
      </pc:sldChg>
      <pc:sldChg chg="add">
        <pc:chgData name="진옥화" userId="20b55f0b-5a9b-4958-9543-f5cbd24a6a07" providerId="ADAL" clId="{96675D79-D1A2-4548-BA94-5CE229F3E756}" dt="2026-07-23T02:07:38.268" v="23"/>
        <pc:sldMkLst>
          <pc:docMk/>
          <pc:sldMk cId="632486773" sldId="550"/>
        </pc:sldMkLst>
      </pc:sldChg>
      <pc:sldChg chg="add">
        <pc:chgData name="진옥화" userId="20b55f0b-5a9b-4958-9543-f5cbd24a6a07" providerId="ADAL" clId="{96675D79-D1A2-4548-BA94-5CE229F3E756}" dt="2026-07-23T02:07:43.672" v="24"/>
        <pc:sldMkLst>
          <pc:docMk/>
          <pc:sldMk cId="505210353" sldId="551"/>
        </pc:sldMkLst>
      </pc:sldChg>
      <pc:sldChg chg="add">
        <pc:chgData name="진옥화" userId="20b55f0b-5a9b-4958-9543-f5cbd24a6a07" providerId="ADAL" clId="{96675D79-D1A2-4548-BA94-5CE229F3E756}" dt="2026-07-23T02:07:43.672" v="24"/>
        <pc:sldMkLst>
          <pc:docMk/>
          <pc:sldMk cId="3466178747" sldId="552"/>
        </pc:sldMkLst>
      </pc:sldChg>
      <pc:sldChg chg="addSp delSp modSp add mod">
        <pc:chgData name="진옥화" userId="20b55f0b-5a9b-4958-9543-f5cbd24a6a07" providerId="ADAL" clId="{96675D79-D1A2-4548-BA94-5CE229F3E756}" dt="2026-07-23T02:23:31.904" v="70" actId="14100"/>
        <pc:sldMkLst>
          <pc:docMk/>
          <pc:sldMk cId="1244703971" sldId="553"/>
        </pc:sldMkLst>
        <pc:spChg chg="add mod">
          <ac:chgData name="진옥화" userId="20b55f0b-5a9b-4958-9543-f5cbd24a6a07" providerId="ADAL" clId="{96675D79-D1A2-4548-BA94-5CE229F3E756}" dt="2026-07-23T02:23:31.904" v="70" actId="14100"/>
          <ac:spMkLst>
            <pc:docMk/>
            <pc:sldMk cId="1244703971" sldId="553"/>
            <ac:spMk id="47" creationId="{F7F4AA76-79BB-08ED-822A-7B50A1404AF1}"/>
          </ac:spMkLst>
        </pc:spChg>
      </pc:sldChg>
      <pc:sldChg chg="addSp delSp add mod">
        <pc:chgData name="진옥화" userId="20b55f0b-5a9b-4958-9543-f5cbd24a6a07" providerId="ADAL" clId="{96675D79-D1A2-4548-BA94-5CE229F3E756}" dt="2026-07-23T02:23:36.218" v="72" actId="22"/>
        <pc:sldMkLst>
          <pc:docMk/>
          <pc:sldMk cId="4129665546" sldId="554"/>
        </pc:sldMkLst>
        <pc:spChg chg="add">
          <ac:chgData name="진옥화" userId="20b55f0b-5a9b-4958-9543-f5cbd24a6a07" providerId="ADAL" clId="{96675D79-D1A2-4548-BA94-5CE229F3E756}" dt="2026-07-23T02:23:36.218" v="72" actId="22"/>
          <ac:spMkLst>
            <pc:docMk/>
            <pc:sldMk cId="4129665546" sldId="554"/>
            <ac:spMk id="47" creationId="{AA1F79DE-2958-EB28-0620-3AEAA8E3F2EE}"/>
          </ac:spMkLst>
        </pc:spChg>
      </pc:sldChg>
      <pc:sldChg chg="add">
        <pc:chgData name="진옥화" userId="20b55f0b-5a9b-4958-9543-f5cbd24a6a07" providerId="ADAL" clId="{96675D79-D1A2-4548-BA94-5CE229F3E756}" dt="2026-07-23T02:07:56.841" v="26"/>
        <pc:sldMkLst>
          <pc:docMk/>
          <pc:sldMk cId="2953426329" sldId="555"/>
        </pc:sldMkLst>
      </pc:sldChg>
      <pc:sldChg chg="add">
        <pc:chgData name="진옥화" userId="20b55f0b-5a9b-4958-9543-f5cbd24a6a07" providerId="ADAL" clId="{96675D79-D1A2-4548-BA94-5CE229F3E756}" dt="2026-07-23T02:07:56.841" v="26"/>
        <pc:sldMkLst>
          <pc:docMk/>
          <pc:sldMk cId="1346259933" sldId="556"/>
        </pc:sldMkLst>
      </pc:sldChg>
      <pc:sldChg chg="add">
        <pc:chgData name="진옥화" userId="20b55f0b-5a9b-4958-9543-f5cbd24a6a07" providerId="ADAL" clId="{96675D79-D1A2-4548-BA94-5CE229F3E756}" dt="2026-07-23T02:08:01.825" v="27"/>
        <pc:sldMkLst>
          <pc:docMk/>
          <pc:sldMk cId="2314315154" sldId="557"/>
        </pc:sldMkLst>
      </pc:sldChg>
      <pc:sldChg chg="add">
        <pc:chgData name="진옥화" userId="20b55f0b-5a9b-4958-9543-f5cbd24a6a07" providerId="ADAL" clId="{96675D79-D1A2-4548-BA94-5CE229F3E756}" dt="2026-07-23T02:08:01.825" v="27"/>
        <pc:sldMkLst>
          <pc:docMk/>
          <pc:sldMk cId="2974221424" sldId="558"/>
        </pc:sldMkLst>
      </pc:sldChg>
      <pc:sldChg chg="add">
        <pc:chgData name="진옥화" userId="20b55f0b-5a9b-4958-9543-f5cbd24a6a07" providerId="ADAL" clId="{96675D79-D1A2-4548-BA94-5CE229F3E756}" dt="2026-07-23T02:08:06.556" v="28"/>
        <pc:sldMkLst>
          <pc:docMk/>
          <pc:sldMk cId="1567664751" sldId="559"/>
        </pc:sldMkLst>
      </pc:sldChg>
      <pc:sldChg chg="add">
        <pc:chgData name="진옥화" userId="20b55f0b-5a9b-4958-9543-f5cbd24a6a07" providerId="ADAL" clId="{96675D79-D1A2-4548-BA94-5CE229F3E756}" dt="2026-07-23T02:08:06.556" v="28"/>
        <pc:sldMkLst>
          <pc:docMk/>
          <pc:sldMk cId="4039472386" sldId="560"/>
        </pc:sldMkLst>
      </pc:sldChg>
      <pc:sldChg chg="add">
        <pc:chgData name="진옥화" userId="20b55f0b-5a9b-4958-9543-f5cbd24a6a07" providerId="ADAL" clId="{96675D79-D1A2-4548-BA94-5CE229F3E756}" dt="2026-07-23T02:08:13.622" v="29"/>
        <pc:sldMkLst>
          <pc:docMk/>
          <pc:sldMk cId="2301576988" sldId="561"/>
        </pc:sldMkLst>
      </pc:sldChg>
      <pc:sldChg chg="add">
        <pc:chgData name="진옥화" userId="20b55f0b-5a9b-4958-9543-f5cbd24a6a07" providerId="ADAL" clId="{96675D79-D1A2-4548-BA94-5CE229F3E756}" dt="2026-07-23T02:08:13.622" v="29"/>
        <pc:sldMkLst>
          <pc:docMk/>
          <pc:sldMk cId="3642393097" sldId="562"/>
        </pc:sldMkLst>
      </pc:sldChg>
      <pc:sldChg chg="add">
        <pc:chgData name="진옥화" userId="20b55f0b-5a9b-4958-9543-f5cbd24a6a07" providerId="ADAL" clId="{96675D79-D1A2-4548-BA94-5CE229F3E756}" dt="2026-07-23T02:08:18.895" v="30"/>
        <pc:sldMkLst>
          <pc:docMk/>
          <pc:sldMk cId="2133802718" sldId="563"/>
        </pc:sldMkLst>
      </pc:sldChg>
      <pc:sldChg chg="add">
        <pc:chgData name="진옥화" userId="20b55f0b-5a9b-4958-9543-f5cbd24a6a07" providerId="ADAL" clId="{96675D79-D1A2-4548-BA94-5CE229F3E756}" dt="2026-07-23T02:08:18.895" v="30"/>
        <pc:sldMkLst>
          <pc:docMk/>
          <pc:sldMk cId="3208813695" sldId="564"/>
        </pc:sldMkLst>
      </pc:sldChg>
      <pc:sldChg chg="addSp add mod">
        <pc:chgData name="진옥화" userId="20b55f0b-5a9b-4958-9543-f5cbd24a6a07" providerId="ADAL" clId="{96675D79-D1A2-4548-BA94-5CE229F3E756}" dt="2026-07-23T02:14:49.125" v="57" actId="22"/>
        <pc:sldMkLst>
          <pc:docMk/>
          <pc:sldMk cId="35203344" sldId="565"/>
        </pc:sldMkLst>
        <pc:picChg chg="add">
          <ac:chgData name="진옥화" userId="20b55f0b-5a9b-4958-9543-f5cbd24a6a07" providerId="ADAL" clId="{96675D79-D1A2-4548-BA94-5CE229F3E756}" dt="2026-07-23T02:14:49.125" v="57" actId="22"/>
          <ac:picMkLst>
            <pc:docMk/>
            <pc:sldMk cId="35203344" sldId="565"/>
            <ac:picMk id="3" creationId="{59D16FB2-AA5F-4ECC-51DF-FB318F07D414}"/>
          </ac:picMkLst>
        </pc:picChg>
      </pc:sldChg>
      <pc:sldChg chg="addSp add mod">
        <pc:chgData name="진옥화" userId="20b55f0b-5a9b-4958-9543-f5cbd24a6a07" providerId="ADAL" clId="{96675D79-D1A2-4548-BA94-5CE229F3E756}" dt="2026-07-23T02:15:03.928" v="58" actId="22"/>
        <pc:sldMkLst>
          <pc:docMk/>
          <pc:sldMk cId="1331006511" sldId="566"/>
        </pc:sldMkLst>
        <pc:picChg chg="add">
          <ac:chgData name="진옥화" userId="20b55f0b-5a9b-4958-9543-f5cbd24a6a07" providerId="ADAL" clId="{96675D79-D1A2-4548-BA94-5CE229F3E756}" dt="2026-07-23T02:15:03.928" v="58" actId="22"/>
          <ac:picMkLst>
            <pc:docMk/>
            <pc:sldMk cId="1331006511" sldId="566"/>
            <ac:picMk id="3" creationId="{F5D9A2E8-C64E-2B56-CDF9-0EEF733FCC6B}"/>
          </ac:picMkLst>
        </pc:picChg>
      </pc:sldChg>
      <pc:sldChg chg="addSp add mod">
        <pc:chgData name="진옥화" userId="20b55f0b-5a9b-4958-9543-f5cbd24a6a07" providerId="ADAL" clId="{96675D79-D1A2-4548-BA94-5CE229F3E756}" dt="2026-07-23T02:15:15.295" v="59" actId="22"/>
        <pc:sldMkLst>
          <pc:docMk/>
          <pc:sldMk cId="3794544560" sldId="567"/>
        </pc:sldMkLst>
        <pc:picChg chg="add">
          <ac:chgData name="진옥화" userId="20b55f0b-5a9b-4958-9543-f5cbd24a6a07" providerId="ADAL" clId="{96675D79-D1A2-4548-BA94-5CE229F3E756}" dt="2026-07-23T02:15:15.295" v="59" actId="22"/>
          <ac:picMkLst>
            <pc:docMk/>
            <pc:sldMk cId="3794544560" sldId="567"/>
            <ac:picMk id="3" creationId="{E1CF55EF-3E21-7230-00FD-CBA739553315}"/>
          </ac:picMkLst>
        </pc:picChg>
      </pc:sldChg>
      <pc:sldChg chg="addSp add mod">
        <pc:chgData name="진옥화" userId="20b55f0b-5a9b-4958-9543-f5cbd24a6a07" providerId="ADAL" clId="{96675D79-D1A2-4548-BA94-5CE229F3E756}" dt="2026-07-23T02:15:26.680" v="60" actId="22"/>
        <pc:sldMkLst>
          <pc:docMk/>
          <pc:sldMk cId="97444553" sldId="568"/>
        </pc:sldMkLst>
        <pc:picChg chg="add">
          <ac:chgData name="진옥화" userId="20b55f0b-5a9b-4958-9543-f5cbd24a6a07" providerId="ADAL" clId="{96675D79-D1A2-4548-BA94-5CE229F3E756}" dt="2026-07-23T02:15:26.680" v="60" actId="22"/>
          <ac:picMkLst>
            <pc:docMk/>
            <pc:sldMk cId="97444553" sldId="568"/>
            <ac:picMk id="3" creationId="{A44FE01F-C607-C93E-0EF8-D2DE4FED64D1}"/>
          </ac:picMkLst>
        </pc:picChg>
      </pc:sldChg>
      <pc:sldChg chg="addSp delSp modSp new mod">
        <pc:chgData name="진옥화" userId="20b55f0b-5a9b-4958-9543-f5cbd24a6a07" providerId="ADAL" clId="{96675D79-D1A2-4548-BA94-5CE229F3E756}" dt="2026-07-23T02:33:57.897" v="230"/>
        <pc:sldMkLst>
          <pc:docMk/>
          <pc:sldMk cId="554540786" sldId="569"/>
        </pc:sldMkLst>
        <pc:spChg chg="mod">
          <ac:chgData name="진옥화" userId="20b55f0b-5a9b-4958-9543-f5cbd24a6a07" providerId="ADAL" clId="{96675D79-D1A2-4548-BA94-5CE229F3E756}" dt="2026-07-23T02:28:54.940" v="88" actId="20577"/>
          <ac:spMkLst>
            <pc:docMk/>
            <pc:sldMk cId="554540786" sldId="569"/>
            <ac:spMk id="4" creationId="{491E33EE-75A4-6712-CD83-46B41CFD7A87}"/>
          </ac:spMkLst>
        </pc:spChg>
        <pc:spChg chg="mod">
          <ac:chgData name="진옥화" userId="20b55f0b-5a9b-4958-9543-f5cbd24a6a07" providerId="ADAL" clId="{96675D79-D1A2-4548-BA94-5CE229F3E756}" dt="2026-07-23T02:33:57.897" v="230"/>
          <ac:spMkLst>
            <pc:docMk/>
            <pc:sldMk cId="554540786" sldId="569"/>
            <ac:spMk id="5" creationId="{DB77CBA8-A735-9716-0AE5-87C1C2AED17D}"/>
          </ac:spMkLst>
        </pc:spChg>
        <pc:spChg chg="mod">
          <ac:chgData name="진옥화" userId="20b55f0b-5a9b-4958-9543-f5cbd24a6a07" providerId="ADAL" clId="{96675D79-D1A2-4548-BA94-5CE229F3E756}" dt="2026-07-23T02:30:45.804" v="158" actId="1038"/>
          <ac:spMkLst>
            <pc:docMk/>
            <pc:sldMk cId="554540786" sldId="569"/>
            <ac:spMk id="8" creationId="{96EA1C0C-5155-893F-0B50-F9F21C081BC1}"/>
          </ac:spMkLst>
        </pc:spChg>
        <pc:spChg chg="mod">
          <ac:chgData name="진옥화" userId="20b55f0b-5a9b-4958-9543-f5cbd24a6a07" providerId="ADAL" clId="{96675D79-D1A2-4548-BA94-5CE229F3E756}" dt="2026-07-23T02:32:01.694" v="216" actId="1076"/>
          <ac:spMkLst>
            <pc:docMk/>
            <pc:sldMk cId="554540786" sldId="569"/>
            <ac:spMk id="9" creationId="{FD8EF476-BA1C-7587-D7CA-CFF473D381DD}"/>
          </ac:spMkLst>
        </pc:spChg>
        <pc:spChg chg="add mod">
          <ac:chgData name="진옥화" userId="20b55f0b-5a9b-4958-9543-f5cbd24a6a07" providerId="ADAL" clId="{96675D79-D1A2-4548-BA94-5CE229F3E756}" dt="2026-07-23T02:32:01.694" v="216" actId="1076"/>
          <ac:spMkLst>
            <pc:docMk/>
            <pc:sldMk cId="554540786" sldId="569"/>
            <ac:spMk id="10" creationId="{5CA60730-636D-C5AA-41F8-D03754368131}"/>
          </ac:spMkLst>
        </pc:spChg>
        <pc:spChg chg="mod">
          <ac:chgData name="진옥화" userId="20b55f0b-5a9b-4958-9543-f5cbd24a6a07" providerId="ADAL" clId="{96675D79-D1A2-4548-BA94-5CE229F3E756}" dt="2026-07-23T02:31:22.225" v="204" actId="1076"/>
          <ac:spMkLst>
            <pc:docMk/>
            <pc:sldMk cId="554540786" sldId="569"/>
            <ac:spMk id="11" creationId="{6954BE8A-AC0C-533D-275D-AF5FDA873F06}"/>
          </ac:spMkLst>
        </pc:spChg>
        <pc:spChg chg="mod">
          <ac:chgData name="진옥화" userId="20b55f0b-5a9b-4958-9543-f5cbd24a6a07" providerId="ADAL" clId="{96675D79-D1A2-4548-BA94-5CE229F3E756}" dt="2026-07-23T02:30:51.720" v="183" actId="1036"/>
          <ac:spMkLst>
            <pc:docMk/>
            <pc:sldMk cId="554540786" sldId="569"/>
            <ac:spMk id="15" creationId="{B3E944B5-A947-170F-E5F3-44FC3295C96C}"/>
          </ac:spMkLst>
        </pc:spChg>
        <pc:spChg chg="mod">
          <ac:chgData name="진옥화" userId="20b55f0b-5a9b-4958-9543-f5cbd24a6a07" providerId="ADAL" clId="{96675D79-D1A2-4548-BA94-5CE229F3E756}" dt="2026-07-23T02:30:57.152" v="196" actId="1036"/>
          <ac:spMkLst>
            <pc:docMk/>
            <pc:sldMk cId="554540786" sldId="569"/>
            <ac:spMk id="16" creationId="{72B7C517-C2B3-9AD4-FB24-90A1862FC5CB}"/>
          </ac:spMkLst>
        </pc:spChg>
        <pc:spChg chg="add mod">
          <ac:chgData name="진옥화" userId="20b55f0b-5a9b-4958-9543-f5cbd24a6a07" providerId="ADAL" clId="{96675D79-D1A2-4548-BA94-5CE229F3E756}" dt="2026-07-23T02:30:06.661" v="126" actId="14100"/>
          <ac:spMkLst>
            <pc:docMk/>
            <pc:sldMk cId="554540786" sldId="569"/>
            <ac:spMk id="32" creationId="{FCE3E3D8-3990-7B18-0830-57019FC32227}"/>
          </ac:spMkLst>
        </pc:spChg>
        <pc:spChg chg="add del mod">
          <ac:chgData name="진옥화" userId="20b55f0b-5a9b-4958-9543-f5cbd24a6a07" providerId="ADAL" clId="{96675D79-D1A2-4548-BA94-5CE229F3E756}" dt="2026-07-23T02:33:01.020" v="226" actId="1076"/>
          <ac:spMkLst>
            <pc:docMk/>
            <pc:sldMk cId="554540786" sldId="569"/>
            <ac:spMk id="33" creationId="{13E23457-AD36-EC29-3BA2-5D085EDB5AF7}"/>
          </ac:spMkLst>
        </pc:spChg>
        <pc:spChg chg="mod">
          <ac:chgData name="진옥화" userId="20b55f0b-5a9b-4958-9543-f5cbd24a6a07" providerId="ADAL" clId="{96675D79-D1A2-4548-BA94-5CE229F3E756}" dt="2026-07-23T02:28:32.758" v="78"/>
          <ac:spMkLst>
            <pc:docMk/>
            <pc:sldMk cId="554540786" sldId="569"/>
            <ac:spMk id="39" creationId="{A1F84B20-2CCD-B529-E952-7356D93C42A7}"/>
          </ac:spMkLst>
        </pc:spChg>
        <pc:spChg chg="mod">
          <ac:chgData name="진옥화" userId="20b55f0b-5a9b-4958-9543-f5cbd24a6a07" providerId="ADAL" clId="{96675D79-D1A2-4548-BA94-5CE229F3E756}" dt="2026-07-23T02:28:32.758" v="78"/>
          <ac:spMkLst>
            <pc:docMk/>
            <pc:sldMk cId="554540786" sldId="569"/>
            <ac:spMk id="40" creationId="{2830E2EA-6146-040E-FC65-635F704B3515}"/>
          </ac:spMkLst>
        </pc:spChg>
        <pc:spChg chg="add mod">
          <ac:chgData name="진옥화" userId="20b55f0b-5a9b-4958-9543-f5cbd24a6a07" providerId="ADAL" clId="{96675D79-D1A2-4548-BA94-5CE229F3E756}" dt="2026-07-23T02:31:30.010" v="206" actId="14100"/>
          <ac:spMkLst>
            <pc:docMk/>
            <pc:sldMk cId="554540786" sldId="569"/>
            <ac:spMk id="42" creationId="{1B96473E-2EEA-B9FA-2A06-CE2303BFBF23}"/>
          </ac:spMkLst>
        </pc:spChg>
        <pc:spChg chg="mod">
          <ac:chgData name="진옥화" userId="20b55f0b-5a9b-4958-9543-f5cbd24a6a07" providerId="ADAL" clId="{96675D79-D1A2-4548-BA94-5CE229F3E756}" dt="2026-07-23T02:30:33.438" v="149" actId="1035"/>
          <ac:spMkLst>
            <pc:docMk/>
            <pc:sldMk cId="554540786" sldId="569"/>
            <ac:spMk id="47" creationId="{99F0FB88-0489-C089-FB8A-2B2FDF914E7B}"/>
          </ac:spMkLst>
        </pc:spChg>
        <pc:spChg chg="mod">
          <ac:chgData name="진옥화" userId="20b55f0b-5a9b-4958-9543-f5cbd24a6a07" providerId="ADAL" clId="{96675D79-D1A2-4548-BA94-5CE229F3E756}" dt="2026-07-23T02:31:01.316" v="198"/>
          <ac:spMkLst>
            <pc:docMk/>
            <pc:sldMk cId="554540786" sldId="569"/>
            <ac:spMk id="49" creationId="{15E8446C-293D-B9CD-472E-B2C86C04D4B7}"/>
          </ac:spMkLst>
        </pc:spChg>
        <pc:spChg chg="mod">
          <ac:chgData name="진옥화" userId="20b55f0b-5a9b-4958-9543-f5cbd24a6a07" providerId="ADAL" clId="{96675D79-D1A2-4548-BA94-5CE229F3E756}" dt="2026-07-23T02:31:01.316" v="198"/>
          <ac:spMkLst>
            <pc:docMk/>
            <pc:sldMk cId="554540786" sldId="569"/>
            <ac:spMk id="50" creationId="{79BCCA76-2EBA-A2CC-9B43-AA3FD65F3115}"/>
          </ac:spMkLst>
        </pc:spChg>
        <pc:spChg chg="mod">
          <ac:chgData name="진옥화" userId="20b55f0b-5a9b-4958-9543-f5cbd24a6a07" providerId="ADAL" clId="{96675D79-D1A2-4548-BA94-5CE229F3E756}" dt="2026-07-23T02:31:01.316" v="198"/>
          <ac:spMkLst>
            <pc:docMk/>
            <pc:sldMk cId="554540786" sldId="569"/>
            <ac:spMk id="51" creationId="{357AC0BA-DE95-F27A-23C2-4C7ED43D1F70}"/>
          </ac:spMkLst>
        </pc:spChg>
        <pc:grpChg chg="mod">
          <ac:chgData name="진옥화" userId="20b55f0b-5a9b-4958-9543-f5cbd24a6a07" providerId="ADAL" clId="{96675D79-D1A2-4548-BA94-5CE229F3E756}" dt="2026-07-23T02:31:00.792" v="197" actId="1076"/>
          <ac:grpSpMkLst>
            <pc:docMk/>
            <pc:sldMk cId="554540786" sldId="569"/>
            <ac:grpSpMk id="14" creationId="{3A846FD1-A9B7-EED3-01F5-80B147B90530}"/>
          </ac:grpSpMkLst>
        </pc:grpChg>
        <pc:grpChg chg="mod">
          <ac:chgData name="진옥화" userId="20b55f0b-5a9b-4958-9543-f5cbd24a6a07" providerId="ADAL" clId="{96675D79-D1A2-4548-BA94-5CE229F3E756}" dt="2026-07-23T02:30:25.954" v="145" actId="1038"/>
          <ac:grpSpMkLst>
            <pc:docMk/>
            <pc:sldMk cId="554540786" sldId="569"/>
            <ac:grpSpMk id="29" creationId="{DD35179B-392B-548E-3B8D-49A805901782}"/>
          </ac:grpSpMkLst>
        </pc:grpChg>
        <pc:grpChg chg="add mod">
          <ac:chgData name="진옥화" userId="20b55f0b-5a9b-4958-9543-f5cbd24a6a07" providerId="ADAL" clId="{96675D79-D1A2-4548-BA94-5CE229F3E756}" dt="2026-07-23T02:31:06.637" v="199" actId="1076"/>
          <ac:grpSpMkLst>
            <pc:docMk/>
            <pc:sldMk cId="554540786" sldId="569"/>
            <ac:grpSpMk id="48" creationId="{2294C18B-8AB5-723A-077C-4CA3A1DEC546}"/>
          </ac:grpSpMkLst>
        </pc:grpChg>
        <pc:picChg chg="add mod">
          <ac:chgData name="진옥화" userId="20b55f0b-5a9b-4958-9543-f5cbd24a6a07" providerId="ADAL" clId="{96675D79-D1A2-4548-BA94-5CE229F3E756}" dt="2026-07-23T02:29:34.410" v="105" actId="34135"/>
          <ac:picMkLst>
            <pc:docMk/>
            <pc:sldMk cId="554540786" sldId="569"/>
            <ac:picMk id="3" creationId="{7472065F-2F6F-2EC5-6929-86E806E5FF32}"/>
          </ac:picMkLst>
        </pc:picChg>
        <pc:cxnChg chg="add del">
          <ac:chgData name="진옥화" userId="20b55f0b-5a9b-4958-9543-f5cbd24a6a07" providerId="ADAL" clId="{96675D79-D1A2-4548-BA94-5CE229F3E756}" dt="2026-07-23T02:32:50.174" v="222" actId="478"/>
          <ac:cxnSpMkLst>
            <pc:docMk/>
            <pc:sldMk cId="554540786" sldId="569"/>
            <ac:cxnSpMk id="34" creationId="{41379848-2C88-AE25-5D65-9BAA5F4E4DEC}"/>
          </ac:cxnSpMkLst>
        </pc:cxnChg>
      </pc:sldChg>
      <pc:sldChg chg="add">
        <pc:chgData name="진옥화" userId="20b55f0b-5a9b-4958-9543-f5cbd24a6a07" providerId="ADAL" clId="{96675D79-D1A2-4548-BA94-5CE229F3E756}" dt="2026-07-23T02:32:42.176" v="218"/>
        <pc:sldMkLst>
          <pc:docMk/>
          <pc:sldMk cId="212479125" sldId="570"/>
        </pc:sldMkLst>
      </pc:sldChg>
      <pc:sldChg chg="add">
        <pc:chgData name="진옥화" userId="20b55f0b-5a9b-4958-9543-f5cbd24a6a07" providerId="ADAL" clId="{96675D79-D1A2-4548-BA94-5CE229F3E756}" dt="2026-07-23T02:33:05.104" v="227"/>
        <pc:sldMkLst>
          <pc:docMk/>
          <pc:sldMk cId="2056785190" sldId="571"/>
        </pc:sldMkLst>
      </pc:sldChg>
      <pc:sldChg chg="add">
        <pc:chgData name="진옥화" userId="20b55f0b-5a9b-4958-9543-f5cbd24a6a07" providerId="ADAL" clId="{96675D79-D1A2-4548-BA94-5CE229F3E756}" dt="2026-07-23T02:34:42.612" v="231"/>
        <pc:sldMkLst>
          <pc:docMk/>
          <pc:sldMk cId="1864480258" sldId="572"/>
        </pc:sldMkLst>
      </pc:sldChg>
      <pc:sldChg chg="addSp delSp modSp new mod">
        <pc:chgData name="진옥화" userId="20b55f0b-5a9b-4958-9543-f5cbd24a6a07" providerId="ADAL" clId="{96675D79-D1A2-4548-BA94-5CE229F3E756}" dt="2026-07-23T02:47:32.108" v="523"/>
        <pc:sldMkLst>
          <pc:docMk/>
          <pc:sldMk cId="269996683" sldId="573"/>
        </pc:sldMkLst>
        <pc:spChg chg="mod">
          <ac:chgData name="진옥화" userId="20b55f0b-5a9b-4958-9543-f5cbd24a6a07" providerId="ADAL" clId="{96675D79-D1A2-4548-BA94-5CE229F3E756}" dt="2026-07-23T02:43:31.856" v="296" actId="20577"/>
          <ac:spMkLst>
            <pc:docMk/>
            <pc:sldMk cId="269996683" sldId="573"/>
            <ac:spMk id="4" creationId="{05FB7243-4DD6-C2A6-34E2-9AFB083BEBFA}"/>
          </ac:spMkLst>
        </pc:spChg>
        <pc:spChg chg="mod">
          <ac:chgData name="진옥화" userId="20b55f0b-5a9b-4958-9543-f5cbd24a6a07" providerId="ADAL" clId="{96675D79-D1A2-4548-BA94-5CE229F3E756}" dt="2026-07-23T02:47:32.108" v="523"/>
          <ac:spMkLst>
            <pc:docMk/>
            <pc:sldMk cId="269996683" sldId="573"/>
            <ac:spMk id="5" creationId="{05F6A5C2-D12F-F69B-2EF0-C7169321BEE5}"/>
          </ac:spMkLst>
        </pc:spChg>
        <pc:spChg chg="mod">
          <ac:chgData name="진옥화" userId="20b55f0b-5a9b-4958-9543-f5cbd24a6a07" providerId="ADAL" clId="{96675D79-D1A2-4548-BA94-5CE229F3E756}" dt="2026-07-23T02:45:47.084" v="404" actId="1038"/>
          <ac:spMkLst>
            <pc:docMk/>
            <pc:sldMk cId="269996683" sldId="573"/>
            <ac:spMk id="8" creationId="{32624F8D-DA13-F740-0141-FE0971128CB6}"/>
          </ac:spMkLst>
        </pc:spChg>
        <pc:spChg chg="mod">
          <ac:chgData name="진옥화" userId="20b55f0b-5a9b-4958-9543-f5cbd24a6a07" providerId="ADAL" clId="{96675D79-D1A2-4548-BA94-5CE229F3E756}" dt="2026-07-23T02:46:14.999" v="414" actId="1038"/>
          <ac:spMkLst>
            <pc:docMk/>
            <pc:sldMk cId="269996683" sldId="573"/>
            <ac:spMk id="9" creationId="{C38F66D0-8CA4-4ED7-6D07-E132965C9FEC}"/>
          </ac:spMkLst>
        </pc:spChg>
        <pc:spChg chg="mod">
          <ac:chgData name="진옥화" userId="20b55f0b-5a9b-4958-9543-f5cbd24a6a07" providerId="ADAL" clId="{96675D79-D1A2-4548-BA94-5CE229F3E756}" dt="2026-07-23T02:46:01.305" v="407" actId="1076"/>
          <ac:spMkLst>
            <pc:docMk/>
            <pc:sldMk cId="269996683" sldId="573"/>
            <ac:spMk id="10" creationId="{D3F50947-6480-C48F-0B13-D4621367509E}"/>
          </ac:spMkLst>
        </pc:spChg>
        <pc:spChg chg="mod">
          <ac:chgData name="진옥화" userId="20b55f0b-5a9b-4958-9543-f5cbd24a6a07" providerId="ADAL" clId="{96675D79-D1A2-4548-BA94-5CE229F3E756}" dt="2026-07-23T02:45:26.412" v="394" actId="1076"/>
          <ac:spMkLst>
            <pc:docMk/>
            <pc:sldMk cId="269996683" sldId="573"/>
            <ac:spMk id="11" creationId="{EE62BC2B-3D65-A35B-3795-6FE738C387BA}"/>
          </ac:spMkLst>
        </pc:spChg>
        <pc:spChg chg="add mod">
          <ac:chgData name="진옥화" userId="20b55f0b-5a9b-4958-9543-f5cbd24a6a07" providerId="ADAL" clId="{96675D79-D1A2-4548-BA94-5CE229F3E756}" dt="2026-07-23T02:42:50.670" v="282"/>
          <ac:spMkLst>
            <pc:docMk/>
            <pc:sldMk cId="269996683" sldId="573"/>
            <ac:spMk id="12" creationId="{B7E3B108-65A0-4649-C683-063958B88B3C}"/>
          </ac:spMkLst>
        </pc:spChg>
        <pc:spChg chg="mod">
          <ac:chgData name="진옥화" userId="20b55f0b-5a9b-4958-9543-f5cbd24a6a07" providerId="ADAL" clId="{96675D79-D1A2-4548-BA94-5CE229F3E756}" dt="2026-07-23T02:44:17.788" v="371" actId="1037"/>
          <ac:spMkLst>
            <pc:docMk/>
            <pc:sldMk cId="269996683" sldId="573"/>
            <ac:spMk id="25" creationId="{EE597071-71AE-E574-4F89-026B747562CB}"/>
          </ac:spMkLst>
        </pc:spChg>
        <pc:spChg chg="mod">
          <ac:chgData name="진옥화" userId="20b55f0b-5a9b-4958-9543-f5cbd24a6a07" providerId="ADAL" clId="{96675D79-D1A2-4548-BA94-5CE229F3E756}" dt="2026-07-23T02:42:50.670" v="282"/>
          <ac:spMkLst>
            <pc:docMk/>
            <pc:sldMk cId="269996683" sldId="573"/>
            <ac:spMk id="27" creationId="{FE1DAD90-A648-8F17-7174-7D301AE5CAD9}"/>
          </ac:spMkLst>
        </pc:spChg>
        <pc:spChg chg="mod">
          <ac:chgData name="진옥화" userId="20b55f0b-5a9b-4958-9543-f5cbd24a6a07" providerId="ADAL" clId="{96675D79-D1A2-4548-BA94-5CE229F3E756}" dt="2026-07-23T02:42:50.670" v="282"/>
          <ac:spMkLst>
            <pc:docMk/>
            <pc:sldMk cId="269996683" sldId="573"/>
            <ac:spMk id="28" creationId="{48C8BC3C-B8D2-1A04-2F5B-A25239313768}"/>
          </ac:spMkLst>
        </pc:spChg>
        <pc:spChg chg="mod">
          <ac:chgData name="진옥화" userId="20b55f0b-5a9b-4958-9543-f5cbd24a6a07" providerId="ADAL" clId="{96675D79-D1A2-4548-BA94-5CE229F3E756}" dt="2026-07-23T02:44:29.382" v="374" actId="14100"/>
          <ac:spMkLst>
            <pc:docMk/>
            <pc:sldMk cId="269996683" sldId="573"/>
            <ac:spMk id="29" creationId="{F955B4FB-F435-F53A-3DF5-191EFC08559E}"/>
          </ac:spMkLst>
        </pc:spChg>
        <pc:spChg chg="mod">
          <ac:chgData name="진옥화" userId="20b55f0b-5a9b-4958-9543-f5cbd24a6a07" providerId="ADAL" clId="{96675D79-D1A2-4548-BA94-5CE229F3E756}" dt="2026-07-23T02:47:20.375" v="519" actId="1037"/>
          <ac:spMkLst>
            <pc:docMk/>
            <pc:sldMk cId="269996683" sldId="573"/>
            <ac:spMk id="30" creationId="{88DEF8AF-BFA2-041B-BD47-5787BBF857DF}"/>
          </ac:spMkLst>
        </pc:spChg>
        <pc:spChg chg="add mod">
          <ac:chgData name="진옥화" userId="20b55f0b-5a9b-4958-9543-f5cbd24a6a07" providerId="ADAL" clId="{96675D79-D1A2-4548-BA94-5CE229F3E756}" dt="2026-07-23T02:42:50.670" v="282"/>
          <ac:spMkLst>
            <pc:docMk/>
            <pc:sldMk cId="269996683" sldId="573"/>
            <ac:spMk id="33" creationId="{10928157-9FEA-D846-6553-BCF742E83A6F}"/>
          </ac:spMkLst>
        </pc:spChg>
        <pc:spChg chg="mod">
          <ac:chgData name="진옥화" userId="20b55f0b-5a9b-4958-9543-f5cbd24a6a07" providerId="ADAL" clId="{96675D79-D1A2-4548-BA94-5CE229F3E756}" dt="2026-07-23T02:44:52.315" v="384" actId="14100"/>
          <ac:spMkLst>
            <pc:docMk/>
            <pc:sldMk cId="269996683" sldId="573"/>
            <ac:spMk id="39" creationId="{2752B1D5-67A3-189A-AAF8-723285FD1240}"/>
          </ac:spMkLst>
        </pc:spChg>
        <pc:spChg chg="mod">
          <ac:chgData name="진옥화" userId="20b55f0b-5a9b-4958-9543-f5cbd24a6a07" providerId="ADAL" clId="{96675D79-D1A2-4548-BA94-5CE229F3E756}" dt="2026-07-23T02:46:31.068" v="477" actId="1036"/>
          <ac:spMkLst>
            <pc:docMk/>
            <pc:sldMk cId="269996683" sldId="573"/>
            <ac:spMk id="42" creationId="{22A08AE3-8C86-A3BD-0B71-86FA4C22D64C}"/>
          </ac:spMkLst>
        </pc:spChg>
        <pc:spChg chg="mod">
          <ac:chgData name="진옥화" userId="20b55f0b-5a9b-4958-9543-f5cbd24a6a07" providerId="ADAL" clId="{96675D79-D1A2-4548-BA94-5CE229F3E756}" dt="2026-07-23T02:46:21.476" v="443" actId="1036"/>
          <ac:spMkLst>
            <pc:docMk/>
            <pc:sldMk cId="269996683" sldId="573"/>
            <ac:spMk id="43" creationId="{B861274E-118B-BC5F-232B-EEDDD407B180}"/>
          </ac:spMkLst>
        </pc:spChg>
        <pc:spChg chg="mod">
          <ac:chgData name="진옥화" userId="20b55f0b-5a9b-4958-9543-f5cbd24a6a07" providerId="ADAL" clId="{96675D79-D1A2-4548-BA94-5CE229F3E756}" dt="2026-07-23T02:46:39.617" v="480"/>
          <ac:spMkLst>
            <pc:docMk/>
            <pc:sldMk cId="269996683" sldId="573"/>
            <ac:spMk id="49" creationId="{0B4C1852-14EA-ADDC-DF94-59F7D9301280}"/>
          </ac:spMkLst>
        </pc:spChg>
        <pc:spChg chg="mod">
          <ac:chgData name="진옥화" userId="20b55f0b-5a9b-4958-9543-f5cbd24a6a07" providerId="ADAL" clId="{96675D79-D1A2-4548-BA94-5CE229F3E756}" dt="2026-07-23T02:46:39.617" v="480"/>
          <ac:spMkLst>
            <pc:docMk/>
            <pc:sldMk cId="269996683" sldId="573"/>
            <ac:spMk id="50" creationId="{46E9DF4B-65C2-C9E6-1EB3-780BB1AF21CD}"/>
          </ac:spMkLst>
        </pc:spChg>
        <pc:spChg chg="mod">
          <ac:chgData name="진옥화" userId="20b55f0b-5a9b-4958-9543-f5cbd24a6a07" providerId="ADAL" clId="{96675D79-D1A2-4548-BA94-5CE229F3E756}" dt="2026-07-23T02:46:39.617" v="480"/>
          <ac:spMkLst>
            <pc:docMk/>
            <pc:sldMk cId="269996683" sldId="573"/>
            <ac:spMk id="51" creationId="{CCF86D67-9379-143C-C2E6-841489F0D59F}"/>
          </ac:spMkLst>
        </pc:spChg>
        <pc:grpChg chg="mod">
          <ac:chgData name="진옥화" userId="20b55f0b-5a9b-4958-9543-f5cbd24a6a07" providerId="ADAL" clId="{96675D79-D1A2-4548-BA94-5CE229F3E756}" dt="2026-07-23T02:44:40.518" v="380" actId="1076"/>
          <ac:grpSpMkLst>
            <pc:docMk/>
            <pc:sldMk cId="269996683" sldId="573"/>
            <ac:grpSpMk id="26" creationId="{E7B1BF4F-7FAD-44E7-E79F-A270DD0EAAB0}"/>
          </ac:grpSpMkLst>
        </pc:grpChg>
        <pc:grpChg chg="mod">
          <ac:chgData name="진옥화" userId="20b55f0b-5a9b-4958-9543-f5cbd24a6a07" providerId="ADAL" clId="{96675D79-D1A2-4548-BA94-5CE229F3E756}" dt="2026-07-23T02:46:38.761" v="479" actId="1076"/>
          <ac:grpSpMkLst>
            <pc:docMk/>
            <pc:sldMk cId="269996683" sldId="573"/>
            <ac:grpSpMk id="40" creationId="{8AD26C3C-13B4-2D12-237A-1CEEDFB4E19B}"/>
          </ac:grpSpMkLst>
        </pc:grpChg>
        <pc:grpChg chg="add mod">
          <ac:chgData name="진옥화" userId="20b55f0b-5a9b-4958-9543-f5cbd24a6a07" providerId="ADAL" clId="{96675D79-D1A2-4548-BA94-5CE229F3E756}" dt="2026-07-23T02:46:44.896" v="481" actId="1076"/>
          <ac:grpSpMkLst>
            <pc:docMk/>
            <pc:sldMk cId="269996683" sldId="573"/>
            <ac:grpSpMk id="48" creationId="{E3DCD286-5A96-38D8-11E1-5EDC29E288EF}"/>
          </ac:grpSpMkLst>
        </pc:grpChg>
        <pc:picChg chg="add mod">
          <ac:chgData name="진옥화" userId="20b55f0b-5a9b-4958-9543-f5cbd24a6a07" providerId="ADAL" clId="{96675D79-D1A2-4548-BA94-5CE229F3E756}" dt="2026-07-23T02:43:44.657" v="327" actId="34135"/>
          <ac:picMkLst>
            <pc:docMk/>
            <pc:sldMk cId="269996683" sldId="573"/>
            <ac:picMk id="3" creationId="{E1EFBB22-0F58-30DB-29C9-FE0C1D708D67}"/>
          </ac:picMkLst>
        </pc:picChg>
        <pc:cxnChg chg="mod">
          <ac:chgData name="진옥화" userId="20b55f0b-5a9b-4958-9543-f5cbd24a6a07" providerId="ADAL" clId="{96675D79-D1A2-4548-BA94-5CE229F3E756}" dt="2026-07-23T02:46:58.548" v="485" actId="14100"/>
          <ac:cxnSpMkLst>
            <pc:docMk/>
            <pc:sldMk cId="269996683" sldId="573"/>
            <ac:cxnSpMk id="31" creationId="{CB16DAFE-974E-557A-896C-C63628A70E63}"/>
          </ac:cxnSpMkLst>
        </pc:cxnChg>
      </pc:sldChg>
      <pc:sldChg chg="addSp delSp modSp add mod">
        <pc:chgData name="진옥화" userId="20b55f0b-5a9b-4958-9543-f5cbd24a6a07" providerId="ADAL" clId="{96675D79-D1A2-4548-BA94-5CE229F3E756}" dt="2026-07-23T02:51:36.345" v="698"/>
        <pc:sldMkLst>
          <pc:docMk/>
          <pc:sldMk cId="723127631" sldId="574"/>
        </pc:sldMkLst>
        <pc:spChg chg="mod">
          <ac:chgData name="진옥화" userId="20b55f0b-5a9b-4958-9543-f5cbd24a6a07" providerId="ADAL" clId="{96675D79-D1A2-4548-BA94-5CE229F3E756}" dt="2026-07-23T02:47:43.742" v="537" actId="20577"/>
          <ac:spMkLst>
            <pc:docMk/>
            <pc:sldMk cId="723127631" sldId="574"/>
            <ac:spMk id="4" creationId="{52846A7C-7CBB-3CDA-16EB-15470E611D3B}"/>
          </ac:spMkLst>
        </pc:spChg>
        <pc:spChg chg="mod">
          <ac:chgData name="진옥화" userId="20b55f0b-5a9b-4958-9543-f5cbd24a6a07" providerId="ADAL" clId="{96675D79-D1A2-4548-BA94-5CE229F3E756}" dt="2026-07-23T02:51:36.345" v="698"/>
          <ac:spMkLst>
            <pc:docMk/>
            <pc:sldMk cId="723127631" sldId="574"/>
            <ac:spMk id="5" creationId="{6A543C0C-77D6-45C1-A901-C44C542D0BBF}"/>
          </ac:spMkLst>
        </pc:spChg>
        <pc:spChg chg="add mod">
          <ac:chgData name="진옥화" userId="20b55f0b-5a9b-4958-9543-f5cbd24a6a07" providerId="ADAL" clId="{96675D79-D1A2-4548-BA94-5CE229F3E756}" dt="2026-07-23T02:49:57.771" v="598" actId="1036"/>
          <ac:spMkLst>
            <pc:docMk/>
            <pc:sldMk cId="723127631" sldId="574"/>
            <ac:spMk id="8" creationId="{3537C26F-1827-A8E8-BBA3-A0338690D898}"/>
          </ac:spMkLst>
        </pc:spChg>
        <pc:spChg chg="add mod">
          <ac:chgData name="진옥화" userId="20b55f0b-5a9b-4958-9543-f5cbd24a6a07" providerId="ADAL" clId="{96675D79-D1A2-4548-BA94-5CE229F3E756}" dt="2026-07-23T02:50:56.310" v="648" actId="1076"/>
          <ac:spMkLst>
            <pc:docMk/>
            <pc:sldMk cId="723127631" sldId="574"/>
            <ac:spMk id="9" creationId="{DC8698DC-3290-9B31-75E0-1D00C1407A29}"/>
          </ac:spMkLst>
        </pc:spChg>
        <pc:spChg chg="mod">
          <ac:chgData name="진옥화" userId="20b55f0b-5a9b-4958-9543-f5cbd24a6a07" providerId="ADAL" clId="{96675D79-D1A2-4548-BA94-5CE229F3E756}" dt="2026-07-23T02:50:56.310" v="648" actId="1076"/>
          <ac:spMkLst>
            <pc:docMk/>
            <pc:sldMk cId="723127631" sldId="574"/>
            <ac:spMk id="10" creationId="{95FC6C06-F37B-035F-F496-48BDF23BB6AD}"/>
          </ac:spMkLst>
        </pc:spChg>
        <pc:spChg chg="mod">
          <ac:chgData name="진옥화" userId="20b55f0b-5a9b-4958-9543-f5cbd24a6a07" providerId="ADAL" clId="{96675D79-D1A2-4548-BA94-5CE229F3E756}" dt="2026-07-23T02:51:12.423" v="653" actId="1076"/>
          <ac:spMkLst>
            <pc:docMk/>
            <pc:sldMk cId="723127631" sldId="574"/>
            <ac:spMk id="11" creationId="{BCEDEA76-2C27-782C-E5F1-635AC8BF78F9}"/>
          </ac:spMkLst>
        </pc:spChg>
        <pc:spChg chg="add mod">
          <ac:chgData name="진옥화" userId="20b55f0b-5a9b-4958-9543-f5cbd24a6a07" providerId="ADAL" clId="{96675D79-D1A2-4548-BA94-5CE229F3E756}" dt="2026-07-23T02:48:52.899" v="555" actId="1036"/>
          <ac:spMkLst>
            <pc:docMk/>
            <pc:sldMk cId="723127631" sldId="574"/>
            <ac:spMk id="25" creationId="{DCD84501-9848-C011-2AE0-E3F5D047907E}"/>
          </ac:spMkLst>
        </pc:spChg>
        <pc:spChg chg="mod">
          <ac:chgData name="진옥화" userId="20b55f0b-5a9b-4958-9543-f5cbd24a6a07" providerId="ADAL" clId="{96675D79-D1A2-4548-BA94-5CE229F3E756}" dt="2026-07-23T02:49:01.193" v="577" actId="1036"/>
          <ac:spMkLst>
            <pc:docMk/>
            <pc:sldMk cId="723127631" sldId="574"/>
            <ac:spMk id="27" creationId="{75E4C717-179A-859E-A68C-8FCA863B554D}"/>
          </ac:spMkLst>
        </pc:spChg>
        <pc:spChg chg="mod">
          <ac:chgData name="진옥화" userId="20b55f0b-5a9b-4958-9543-f5cbd24a6a07" providerId="ADAL" clId="{96675D79-D1A2-4548-BA94-5CE229F3E756}" dt="2026-07-23T02:48:38.006" v="552" actId="14100"/>
          <ac:spMkLst>
            <pc:docMk/>
            <pc:sldMk cId="723127631" sldId="574"/>
            <ac:spMk id="29" creationId="{F8BC4659-DE1B-7E0D-7DD1-515F065FB0B6}"/>
          </ac:spMkLst>
        </pc:spChg>
        <pc:spChg chg="mod">
          <ac:chgData name="진옥화" userId="20b55f0b-5a9b-4958-9543-f5cbd24a6a07" providerId="ADAL" clId="{96675D79-D1A2-4548-BA94-5CE229F3E756}" dt="2026-07-23T02:51:24.307" v="693" actId="1038"/>
          <ac:spMkLst>
            <pc:docMk/>
            <pc:sldMk cId="723127631" sldId="574"/>
            <ac:spMk id="30" creationId="{2BBA0214-F804-6131-6543-3CCB53E6D39E}"/>
          </ac:spMkLst>
        </pc:spChg>
        <pc:spChg chg="mod">
          <ac:chgData name="진옥화" userId="20b55f0b-5a9b-4958-9543-f5cbd24a6a07" providerId="ADAL" clId="{96675D79-D1A2-4548-BA94-5CE229F3E756}" dt="2026-07-23T02:42:49.003" v="281"/>
          <ac:spMkLst>
            <pc:docMk/>
            <pc:sldMk cId="723127631" sldId="574"/>
            <ac:spMk id="37" creationId="{B58FAFC3-BA77-65FC-F29C-3D079473B66C}"/>
          </ac:spMkLst>
        </pc:spChg>
        <pc:spChg chg="add mod">
          <ac:chgData name="진옥화" userId="20b55f0b-5a9b-4958-9543-f5cbd24a6a07" providerId="ADAL" clId="{96675D79-D1A2-4548-BA94-5CE229F3E756}" dt="2026-07-23T02:49:22.323" v="591" actId="1036"/>
          <ac:spMkLst>
            <pc:docMk/>
            <pc:sldMk cId="723127631" sldId="574"/>
            <ac:spMk id="39" creationId="{F21B730F-BFAA-3F9F-49A0-B99315EC54C0}"/>
          </ac:spMkLst>
        </pc:spChg>
        <pc:spChg chg="mod">
          <ac:chgData name="진옥화" userId="20b55f0b-5a9b-4958-9543-f5cbd24a6a07" providerId="ADAL" clId="{96675D79-D1A2-4548-BA94-5CE229F3E756}" dt="2026-07-23T02:50:06.974" v="621" actId="1035"/>
          <ac:spMkLst>
            <pc:docMk/>
            <pc:sldMk cId="723127631" sldId="574"/>
            <ac:spMk id="41" creationId="{FE9BBA26-F473-9758-4C20-0941B23BACFF}"/>
          </ac:spMkLst>
        </pc:spChg>
        <pc:spChg chg="mod">
          <ac:chgData name="진옥화" userId="20b55f0b-5a9b-4958-9543-f5cbd24a6a07" providerId="ADAL" clId="{96675D79-D1A2-4548-BA94-5CE229F3E756}" dt="2026-07-23T02:50:12.034" v="638" actId="1036"/>
          <ac:spMkLst>
            <pc:docMk/>
            <pc:sldMk cId="723127631" sldId="574"/>
            <ac:spMk id="42" creationId="{4660BBB8-05FC-82FD-2E48-9B62FC8CAB6A}"/>
          </ac:spMkLst>
        </pc:spChg>
        <pc:spChg chg="mod">
          <ac:chgData name="진옥화" userId="20b55f0b-5a9b-4958-9543-f5cbd24a6a07" providerId="ADAL" clId="{96675D79-D1A2-4548-BA94-5CE229F3E756}" dt="2026-07-23T02:50:19.154" v="641"/>
          <ac:spMkLst>
            <pc:docMk/>
            <pc:sldMk cId="723127631" sldId="574"/>
            <ac:spMk id="49" creationId="{0257A364-74F0-3B4B-9956-7BD6073F7864}"/>
          </ac:spMkLst>
        </pc:spChg>
        <pc:spChg chg="mod">
          <ac:chgData name="진옥화" userId="20b55f0b-5a9b-4958-9543-f5cbd24a6a07" providerId="ADAL" clId="{96675D79-D1A2-4548-BA94-5CE229F3E756}" dt="2026-07-23T02:50:19.154" v="641"/>
          <ac:spMkLst>
            <pc:docMk/>
            <pc:sldMk cId="723127631" sldId="574"/>
            <ac:spMk id="50" creationId="{BC0F4AC3-C060-9DF0-73B7-8280A262388E}"/>
          </ac:spMkLst>
        </pc:spChg>
        <pc:spChg chg="mod">
          <ac:chgData name="진옥화" userId="20b55f0b-5a9b-4958-9543-f5cbd24a6a07" providerId="ADAL" clId="{96675D79-D1A2-4548-BA94-5CE229F3E756}" dt="2026-07-23T02:50:19.154" v="641"/>
          <ac:spMkLst>
            <pc:docMk/>
            <pc:sldMk cId="723127631" sldId="574"/>
            <ac:spMk id="51" creationId="{A2E000CD-AB44-FFC6-41D4-316B27D00A3E}"/>
          </ac:spMkLst>
        </pc:spChg>
        <pc:grpChg chg="mod">
          <ac:chgData name="진옥화" userId="20b55f0b-5a9b-4958-9543-f5cbd24a6a07" providerId="ADAL" clId="{96675D79-D1A2-4548-BA94-5CE229F3E756}" dt="2026-07-23T02:49:05.293" v="581" actId="1038"/>
          <ac:grpSpMkLst>
            <pc:docMk/>
            <pc:sldMk cId="723127631" sldId="574"/>
            <ac:grpSpMk id="26" creationId="{B519E603-5E1C-172E-88F7-9FA70E63612E}"/>
          </ac:grpSpMkLst>
        </pc:grpChg>
        <pc:grpChg chg="mod">
          <ac:chgData name="진옥화" userId="20b55f0b-5a9b-4958-9543-f5cbd24a6a07" providerId="ADAL" clId="{96675D79-D1A2-4548-BA94-5CE229F3E756}" dt="2026-07-23T02:50:16.161" v="639" actId="1076"/>
          <ac:grpSpMkLst>
            <pc:docMk/>
            <pc:sldMk cId="723127631" sldId="574"/>
            <ac:grpSpMk id="40" creationId="{B53AB87D-6BEB-0C22-9723-C31F5AF26649}"/>
          </ac:grpSpMkLst>
        </pc:grpChg>
        <pc:grpChg chg="add mod">
          <ac:chgData name="진옥화" userId="20b55f0b-5a9b-4958-9543-f5cbd24a6a07" providerId="ADAL" clId="{96675D79-D1A2-4548-BA94-5CE229F3E756}" dt="2026-07-23T02:50:22.190" v="642" actId="1076"/>
          <ac:grpSpMkLst>
            <pc:docMk/>
            <pc:sldMk cId="723127631" sldId="574"/>
            <ac:grpSpMk id="48" creationId="{37E067C4-5AA0-0DA5-844E-15AF3425EC15}"/>
          </ac:grpSpMkLst>
        </pc:grpChg>
        <pc:picChg chg="add mod">
          <ac:chgData name="진옥화" userId="20b55f0b-5a9b-4958-9543-f5cbd24a6a07" providerId="ADAL" clId="{96675D79-D1A2-4548-BA94-5CE229F3E756}" dt="2026-07-23T02:40:13.218" v="260" actId="34135"/>
          <ac:picMkLst>
            <pc:docMk/>
            <pc:sldMk cId="723127631" sldId="574"/>
            <ac:picMk id="3" creationId="{A7E3DAAB-30E1-CEC5-AEF5-D9BD0281C7AA}"/>
          </ac:picMkLst>
        </pc:picChg>
        <pc:cxnChg chg="mod">
          <ac:chgData name="진옥화" userId="20b55f0b-5a9b-4958-9543-f5cbd24a6a07" providerId="ADAL" clId="{96675D79-D1A2-4548-BA94-5CE229F3E756}" dt="2026-07-23T02:51:08.430" v="652" actId="14100"/>
          <ac:cxnSpMkLst>
            <pc:docMk/>
            <pc:sldMk cId="723127631" sldId="574"/>
            <ac:cxnSpMk id="31" creationId="{B90B06CE-DFF9-62BD-18B2-C726DB0B012B}"/>
          </ac:cxnSpMkLst>
        </pc:cxnChg>
      </pc:sldChg>
      <pc:sldChg chg="addSp delSp modSp add mod">
        <pc:chgData name="진옥화" userId="20b55f0b-5a9b-4958-9543-f5cbd24a6a07" providerId="ADAL" clId="{96675D79-D1A2-4548-BA94-5CE229F3E756}" dt="2026-07-23T02:58:03.574" v="924"/>
        <pc:sldMkLst>
          <pc:docMk/>
          <pc:sldMk cId="2477353891" sldId="575"/>
        </pc:sldMkLst>
        <pc:spChg chg="mod">
          <ac:chgData name="진옥화" userId="20b55f0b-5a9b-4958-9543-f5cbd24a6a07" providerId="ADAL" clId="{96675D79-D1A2-4548-BA94-5CE229F3E756}" dt="2026-07-23T02:52:24.068" v="708" actId="20577"/>
          <ac:spMkLst>
            <pc:docMk/>
            <pc:sldMk cId="2477353891" sldId="575"/>
            <ac:spMk id="4" creationId="{1C09DDC4-3714-7898-E7BB-284E21AD4BF0}"/>
          </ac:spMkLst>
        </pc:spChg>
        <pc:spChg chg="mod">
          <ac:chgData name="진옥화" userId="20b55f0b-5a9b-4958-9543-f5cbd24a6a07" providerId="ADAL" clId="{96675D79-D1A2-4548-BA94-5CE229F3E756}" dt="2026-07-23T02:58:03.574" v="924"/>
          <ac:spMkLst>
            <pc:docMk/>
            <pc:sldMk cId="2477353891" sldId="575"/>
            <ac:spMk id="5" creationId="{9F336AB2-B682-218F-BDAD-786B8F3A131F}"/>
          </ac:spMkLst>
        </pc:spChg>
        <pc:spChg chg="mod">
          <ac:chgData name="진옥화" userId="20b55f0b-5a9b-4958-9543-f5cbd24a6a07" providerId="ADAL" clId="{96675D79-D1A2-4548-BA94-5CE229F3E756}" dt="2026-07-23T02:54:14.393" v="737" actId="1076"/>
          <ac:spMkLst>
            <pc:docMk/>
            <pc:sldMk cId="2477353891" sldId="575"/>
            <ac:spMk id="9" creationId="{81146499-36AD-A9C1-5814-F8BCA50A338D}"/>
          </ac:spMkLst>
        </pc:spChg>
        <pc:spChg chg="mod">
          <ac:chgData name="진옥화" userId="20b55f0b-5a9b-4958-9543-f5cbd24a6a07" providerId="ADAL" clId="{96675D79-D1A2-4548-BA94-5CE229F3E756}" dt="2026-07-23T02:54:14.393" v="737" actId="1076"/>
          <ac:spMkLst>
            <pc:docMk/>
            <pc:sldMk cId="2477353891" sldId="575"/>
            <ac:spMk id="10" creationId="{B32AB9AA-C6A1-1F44-61ED-F99C2B79BB38}"/>
          </ac:spMkLst>
        </pc:spChg>
        <pc:spChg chg="mod">
          <ac:chgData name="진옥화" userId="20b55f0b-5a9b-4958-9543-f5cbd24a6a07" providerId="ADAL" clId="{96675D79-D1A2-4548-BA94-5CE229F3E756}" dt="2026-07-23T02:54:25.616" v="742" actId="1076"/>
          <ac:spMkLst>
            <pc:docMk/>
            <pc:sldMk cId="2477353891" sldId="575"/>
            <ac:spMk id="11" creationId="{E9BF10B9-FD61-8EC6-17D3-328931A25F09}"/>
          </ac:spMkLst>
        </pc:spChg>
        <pc:spChg chg="mod">
          <ac:chgData name="진옥화" userId="20b55f0b-5a9b-4958-9543-f5cbd24a6a07" providerId="ADAL" clId="{96675D79-D1A2-4548-BA94-5CE229F3E756}" dt="2026-07-23T02:57:39.728" v="877" actId="14100"/>
          <ac:spMkLst>
            <pc:docMk/>
            <pc:sldMk cId="2477353891" sldId="575"/>
            <ac:spMk id="24" creationId="{82032240-C742-A311-4CCF-CD489F92AAED}"/>
          </ac:spMkLst>
        </pc:spChg>
        <pc:spChg chg="mod">
          <ac:chgData name="진옥화" userId="20b55f0b-5a9b-4958-9543-f5cbd24a6a07" providerId="ADAL" clId="{96675D79-D1A2-4548-BA94-5CE229F3E756}" dt="2026-07-23T02:57:25.349" v="874" actId="1038"/>
          <ac:spMkLst>
            <pc:docMk/>
            <pc:sldMk cId="2477353891" sldId="575"/>
            <ac:spMk id="25" creationId="{31D9A703-14E0-B42A-8083-C8E436AB89F3}"/>
          </ac:spMkLst>
        </pc:spChg>
        <pc:spChg chg="mod topLvl">
          <ac:chgData name="진옥화" userId="20b55f0b-5a9b-4958-9543-f5cbd24a6a07" providerId="ADAL" clId="{96675D79-D1A2-4548-BA94-5CE229F3E756}" dt="2026-07-23T02:56:50.972" v="841" actId="1076"/>
          <ac:spMkLst>
            <pc:docMk/>
            <pc:sldMk cId="2477353891" sldId="575"/>
            <ac:spMk id="27" creationId="{D6DCD68F-A55C-9CD4-B033-3C4F960C4EB7}"/>
          </ac:spMkLst>
        </pc:spChg>
        <pc:spChg chg="add mod">
          <ac:chgData name="진옥화" userId="20b55f0b-5a9b-4958-9543-f5cbd24a6a07" providerId="ADAL" clId="{96675D79-D1A2-4548-BA94-5CE229F3E756}" dt="2026-07-23T02:57:16.663" v="852" actId="1037"/>
          <ac:spMkLst>
            <pc:docMk/>
            <pc:sldMk cId="2477353891" sldId="575"/>
            <ac:spMk id="29" creationId="{AD38F357-ED07-D9B0-7521-C373672BBC91}"/>
          </ac:spMkLst>
        </pc:spChg>
        <pc:spChg chg="mod">
          <ac:chgData name="진옥화" userId="20b55f0b-5a9b-4958-9543-f5cbd24a6a07" providerId="ADAL" clId="{96675D79-D1A2-4548-BA94-5CE229F3E756}" dt="2026-07-23T02:41:55.379" v="280"/>
          <ac:spMkLst>
            <pc:docMk/>
            <pc:sldMk cId="2477353891" sldId="575"/>
            <ac:spMk id="36" creationId="{72FAF9CE-EC81-7464-0CFE-75B6655E44B2}"/>
          </ac:spMkLst>
        </pc:spChg>
        <pc:spChg chg="add mod">
          <ac:chgData name="진옥화" userId="20b55f0b-5a9b-4958-9543-f5cbd24a6a07" providerId="ADAL" clId="{96675D79-D1A2-4548-BA94-5CE229F3E756}" dt="2026-07-23T02:41:55.379" v="280"/>
          <ac:spMkLst>
            <pc:docMk/>
            <pc:sldMk cId="2477353891" sldId="575"/>
            <ac:spMk id="37" creationId="{7202EF2D-8EC2-F4C3-A7A3-8E94804FC327}"/>
          </ac:spMkLst>
        </pc:spChg>
        <pc:spChg chg="add mod">
          <ac:chgData name="진옥화" userId="20b55f0b-5a9b-4958-9543-f5cbd24a6a07" providerId="ADAL" clId="{96675D79-D1A2-4548-BA94-5CE229F3E756}" dt="2026-07-23T02:56:14.698" v="793" actId="1076"/>
          <ac:spMkLst>
            <pc:docMk/>
            <pc:sldMk cId="2477353891" sldId="575"/>
            <ac:spMk id="63" creationId="{754967AD-F66A-C767-3F97-BE1E8B0FA784}"/>
          </ac:spMkLst>
        </pc:spChg>
        <pc:spChg chg="add mod">
          <ac:chgData name="진옥화" userId="20b55f0b-5a9b-4958-9543-f5cbd24a6a07" providerId="ADAL" clId="{96675D79-D1A2-4548-BA94-5CE229F3E756}" dt="2026-07-23T02:57:50.705" v="919" actId="1038"/>
          <ac:spMkLst>
            <pc:docMk/>
            <pc:sldMk cId="2477353891" sldId="575"/>
            <ac:spMk id="64" creationId="{0CCD79EF-5B62-17B2-1DFB-1253FFB2926E}"/>
          </ac:spMkLst>
        </pc:spChg>
        <pc:spChg chg="mod">
          <ac:chgData name="진옥화" userId="20b55f0b-5a9b-4958-9543-f5cbd24a6a07" providerId="ADAL" clId="{96675D79-D1A2-4548-BA94-5CE229F3E756}" dt="2026-07-23T02:56:24.775" v="814" actId="1036"/>
          <ac:spMkLst>
            <pc:docMk/>
            <pc:sldMk cId="2477353891" sldId="575"/>
            <ac:spMk id="68" creationId="{B31D6464-F09E-B77B-88D0-13467E61FDE5}"/>
          </ac:spMkLst>
        </pc:spChg>
        <pc:spChg chg="mod">
          <ac:chgData name="진옥화" userId="20b55f0b-5a9b-4958-9543-f5cbd24a6a07" providerId="ADAL" clId="{96675D79-D1A2-4548-BA94-5CE229F3E756}" dt="2026-07-23T02:56:30.875" v="834" actId="1035"/>
          <ac:spMkLst>
            <pc:docMk/>
            <pc:sldMk cId="2477353891" sldId="575"/>
            <ac:spMk id="69" creationId="{39341C84-F334-C7D1-5285-80CD98366F30}"/>
          </ac:spMkLst>
        </pc:spChg>
        <pc:spChg chg="mod">
          <ac:chgData name="진옥화" userId="20b55f0b-5a9b-4958-9543-f5cbd24a6a07" providerId="ADAL" clId="{96675D79-D1A2-4548-BA94-5CE229F3E756}" dt="2026-07-23T02:55:40.817" v="785"/>
          <ac:spMkLst>
            <pc:docMk/>
            <pc:sldMk cId="2477353891" sldId="575"/>
            <ac:spMk id="70" creationId="{58BB028B-4AC5-563C-5C1F-7F22C0713B69}"/>
          </ac:spMkLst>
        </pc:spChg>
        <pc:spChg chg="mod">
          <ac:chgData name="진옥화" userId="20b55f0b-5a9b-4958-9543-f5cbd24a6a07" providerId="ADAL" clId="{96675D79-D1A2-4548-BA94-5CE229F3E756}" dt="2026-07-23T02:56:35.164" v="836"/>
          <ac:spMkLst>
            <pc:docMk/>
            <pc:sldMk cId="2477353891" sldId="575"/>
            <ac:spMk id="76" creationId="{636A83BC-EC35-E6C3-13E8-0C2579F16511}"/>
          </ac:spMkLst>
        </pc:spChg>
        <pc:spChg chg="mod">
          <ac:chgData name="진옥화" userId="20b55f0b-5a9b-4958-9543-f5cbd24a6a07" providerId="ADAL" clId="{96675D79-D1A2-4548-BA94-5CE229F3E756}" dt="2026-07-23T02:56:35.164" v="836"/>
          <ac:spMkLst>
            <pc:docMk/>
            <pc:sldMk cId="2477353891" sldId="575"/>
            <ac:spMk id="77" creationId="{A4E12FC6-34BD-1978-24EC-0CF8862D5AF8}"/>
          </ac:spMkLst>
        </pc:spChg>
        <pc:spChg chg="mod">
          <ac:chgData name="진옥화" userId="20b55f0b-5a9b-4958-9543-f5cbd24a6a07" providerId="ADAL" clId="{96675D79-D1A2-4548-BA94-5CE229F3E756}" dt="2026-07-23T02:56:35.164" v="836"/>
          <ac:spMkLst>
            <pc:docMk/>
            <pc:sldMk cId="2477353891" sldId="575"/>
            <ac:spMk id="78" creationId="{C6C18E15-8182-FD46-A944-38BA5F5EC97B}"/>
          </ac:spMkLst>
        </pc:spChg>
        <pc:spChg chg="add mod">
          <ac:chgData name="진옥화" userId="20b55f0b-5a9b-4958-9543-f5cbd24a6a07" providerId="ADAL" clId="{96675D79-D1A2-4548-BA94-5CE229F3E756}" dt="2026-07-23T02:56:46.497" v="839" actId="1076"/>
          <ac:spMkLst>
            <pc:docMk/>
            <pc:sldMk cId="2477353891" sldId="575"/>
            <ac:spMk id="80" creationId="{DC4006AE-9D82-CEAD-4B9E-4E3B6F33B110}"/>
          </ac:spMkLst>
        </pc:spChg>
        <pc:grpChg chg="mod">
          <ac:chgData name="진옥화" userId="20b55f0b-5a9b-4958-9543-f5cbd24a6a07" providerId="ADAL" clId="{96675D79-D1A2-4548-BA94-5CE229F3E756}" dt="2026-07-23T02:56:17.853" v="794" actId="1076"/>
          <ac:grpSpMkLst>
            <pc:docMk/>
            <pc:sldMk cId="2477353891" sldId="575"/>
            <ac:grpSpMk id="67" creationId="{46F37EEA-FFDE-ADD3-CB18-A5EEDCE6308F}"/>
          </ac:grpSpMkLst>
        </pc:grpChg>
        <pc:grpChg chg="add mod">
          <ac:chgData name="진옥화" userId="20b55f0b-5a9b-4958-9543-f5cbd24a6a07" providerId="ADAL" clId="{96675D79-D1A2-4548-BA94-5CE229F3E756}" dt="2026-07-23T02:56:39.476" v="837" actId="1076"/>
          <ac:grpSpMkLst>
            <pc:docMk/>
            <pc:sldMk cId="2477353891" sldId="575"/>
            <ac:grpSpMk id="75" creationId="{3AAE112D-8F7A-E9AA-3FA3-C71A3DC84497}"/>
          </ac:grpSpMkLst>
        </pc:grpChg>
        <pc:picChg chg="add mod">
          <ac:chgData name="진옥화" userId="20b55f0b-5a9b-4958-9543-f5cbd24a6a07" providerId="ADAL" clId="{96675D79-D1A2-4548-BA94-5CE229F3E756}" dt="2026-07-23T02:52:38.070" v="727" actId="34135"/>
          <ac:picMkLst>
            <pc:docMk/>
            <pc:sldMk cId="2477353891" sldId="575"/>
            <ac:picMk id="3" creationId="{B046C875-6486-4FB5-D7BF-82C7449C66FD}"/>
          </ac:picMkLst>
        </pc:picChg>
        <pc:cxnChg chg="mod">
          <ac:chgData name="진옥화" userId="20b55f0b-5a9b-4958-9543-f5cbd24a6a07" providerId="ADAL" clId="{96675D79-D1A2-4548-BA94-5CE229F3E756}" dt="2026-07-23T02:57:00.042" v="843" actId="14100"/>
          <ac:cxnSpMkLst>
            <pc:docMk/>
            <pc:sldMk cId="2477353891" sldId="575"/>
            <ac:cxnSpMk id="65" creationId="{5DEACEF2-6B03-51AF-F61A-06FFF1BE8D5A}"/>
          </ac:cxnSpMkLst>
        </pc:cxnChg>
      </pc:sldChg>
      <pc:sldChg chg="add">
        <pc:chgData name="진옥화" userId="20b55f0b-5a9b-4958-9543-f5cbd24a6a07" providerId="ADAL" clId="{96675D79-D1A2-4548-BA94-5CE229F3E756}" dt="2026-07-23T02:47:12.467" v="487"/>
        <pc:sldMkLst>
          <pc:docMk/>
          <pc:sldMk cId="3381990864" sldId="576"/>
        </pc:sldMkLst>
      </pc:sldChg>
      <pc:sldChg chg="add">
        <pc:chgData name="진옥화" userId="20b55f0b-5a9b-4958-9543-f5cbd24a6a07" providerId="ADAL" clId="{96675D79-D1A2-4548-BA94-5CE229F3E756}" dt="2026-07-23T02:47:23.943" v="520"/>
        <pc:sldMkLst>
          <pc:docMk/>
          <pc:sldMk cId="3461213137" sldId="577"/>
        </pc:sldMkLst>
      </pc:sldChg>
      <pc:sldChg chg="add">
        <pc:chgData name="진옥화" userId="20b55f0b-5a9b-4958-9543-f5cbd24a6a07" providerId="ADAL" clId="{96675D79-D1A2-4548-BA94-5CE229F3E756}" dt="2026-07-23T02:51:16.227" v="654"/>
        <pc:sldMkLst>
          <pc:docMk/>
          <pc:sldMk cId="2426758413" sldId="578"/>
        </pc:sldMkLst>
      </pc:sldChg>
      <pc:sldChg chg="add">
        <pc:chgData name="진옥화" userId="20b55f0b-5a9b-4958-9543-f5cbd24a6a07" providerId="ADAL" clId="{96675D79-D1A2-4548-BA94-5CE229F3E756}" dt="2026-07-23T02:51:29.563" v="695"/>
        <pc:sldMkLst>
          <pc:docMk/>
          <pc:sldMk cId="3316344454" sldId="579"/>
        </pc:sldMkLst>
      </pc:sldChg>
      <pc:sldChg chg="add">
        <pc:chgData name="진옥화" userId="20b55f0b-5a9b-4958-9543-f5cbd24a6a07" providerId="ADAL" clId="{96675D79-D1A2-4548-BA94-5CE229F3E756}" dt="2026-07-23T02:57:42.911" v="878"/>
        <pc:sldMkLst>
          <pc:docMk/>
          <pc:sldMk cId="461149516" sldId="580"/>
        </pc:sldMkLst>
      </pc:sldChg>
      <pc:sldChg chg="add">
        <pc:chgData name="진옥화" userId="20b55f0b-5a9b-4958-9543-f5cbd24a6a07" providerId="ADAL" clId="{96675D79-D1A2-4548-BA94-5CE229F3E756}" dt="2026-07-23T02:57:55.555" v="921"/>
        <pc:sldMkLst>
          <pc:docMk/>
          <pc:sldMk cId="1939964489" sldId="581"/>
        </pc:sldMkLst>
      </pc:sldChg>
      <pc:sldChg chg="new">
        <pc:chgData name="진옥화" userId="20b55f0b-5a9b-4958-9543-f5cbd24a6a07" providerId="ADAL" clId="{96675D79-D1A2-4548-BA94-5CE229F3E756}" dt="2026-08-10T02:29:41.437" v="925" actId="680"/>
        <pc:sldMkLst>
          <pc:docMk/>
          <pc:sldMk cId="3785730978" sldId="582"/>
        </pc:sldMkLst>
      </pc:sldChg>
      <pc:sldChg chg="add">
        <pc:chgData name="진옥화" userId="20b55f0b-5a9b-4958-9543-f5cbd24a6a07" providerId="ADAL" clId="{96675D79-D1A2-4548-BA94-5CE229F3E756}" dt="2026-08-10T02:29:43.779" v="926"/>
        <pc:sldMkLst>
          <pc:docMk/>
          <pc:sldMk cId="3629837792" sldId="583"/>
        </pc:sldMkLst>
      </pc:sldChg>
      <pc:sldChg chg="add">
        <pc:chgData name="진옥화" userId="20b55f0b-5a9b-4958-9543-f5cbd24a6a07" providerId="ADAL" clId="{96675D79-D1A2-4548-BA94-5CE229F3E756}" dt="2026-08-10T02:29:44.032" v="927"/>
        <pc:sldMkLst>
          <pc:docMk/>
          <pc:sldMk cId="120622294" sldId="584"/>
        </pc:sldMkLst>
      </pc:sldChg>
      <pc:sldChg chg="addSp modSp add mod ord">
        <pc:chgData name="진옥화" userId="20b55f0b-5a9b-4958-9543-f5cbd24a6a07" providerId="ADAL" clId="{96675D79-D1A2-4548-BA94-5CE229F3E756}" dt="2026-08-10T02:36:48.653" v="958"/>
        <pc:sldMkLst>
          <pc:docMk/>
          <pc:sldMk cId="2848486128" sldId="585"/>
        </pc:sldMkLst>
        <pc:spChg chg="add mod">
          <ac:chgData name="진옥화" userId="20b55f0b-5a9b-4958-9543-f5cbd24a6a07" providerId="ADAL" clId="{96675D79-D1A2-4548-BA94-5CE229F3E756}" dt="2026-08-10T02:35:30.857" v="953" actId="1076"/>
          <ac:spMkLst>
            <pc:docMk/>
            <pc:sldMk cId="2848486128" sldId="585"/>
            <ac:spMk id="9" creationId="{DEA3C17A-69B2-DF81-BE79-2A4F3F5CDCFB}"/>
          </ac:spMkLst>
        </pc:spChg>
        <pc:picChg chg="add mod">
          <ac:chgData name="진옥화" userId="20b55f0b-5a9b-4958-9543-f5cbd24a6a07" providerId="ADAL" clId="{96675D79-D1A2-4548-BA94-5CE229F3E756}" dt="2026-08-10T02:29:55.502" v="930" actId="1076"/>
          <ac:picMkLst>
            <pc:docMk/>
            <pc:sldMk cId="2848486128" sldId="585"/>
            <ac:picMk id="3" creationId="{93671C18-87D6-CC0B-B907-3E453F4BA924}"/>
          </ac:picMkLst>
        </pc:picChg>
        <pc:picChg chg="add mod">
          <ac:chgData name="진옥화" userId="20b55f0b-5a9b-4958-9543-f5cbd24a6a07" providerId="ADAL" clId="{96675D79-D1A2-4548-BA94-5CE229F3E756}" dt="2026-08-10T02:35:32.400" v="954" actId="1076"/>
          <ac:picMkLst>
            <pc:docMk/>
            <pc:sldMk cId="2848486128" sldId="585"/>
            <ac:picMk id="5" creationId="{23DB417B-C60F-8075-062F-460B6341EF0A}"/>
          </ac:picMkLst>
        </pc:picChg>
        <pc:picChg chg="add mod">
          <ac:chgData name="진옥화" userId="20b55f0b-5a9b-4958-9543-f5cbd24a6a07" providerId="ADAL" clId="{96675D79-D1A2-4548-BA94-5CE229F3E756}" dt="2026-08-10T02:31:02.206" v="941" actId="14100"/>
          <ac:picMkLst>
            <pc:docMk/>
            <pc:sldMk cId="2848486128" sldId="585"/>
            <ac:picMk id="7" creationId="{48D46690-E533-0557-A07D-D31C8303A9D1}"/>
          </ac:picMkLst>
        </pc:picChg>
      </pc:sldChg>
      <pc:sldChg chg="addSp modSp new mod ord">
        <pc:chgData name="진옥화" userId="20b55f0b-5a9b-4958-9543-f5cbd24a6a07" providerId="ADAL" clId="{96675D79-D1A2-4548-BA94-5CE229F3E756}" dt="2026-08-10T02:35:03.051" v="951"/>
        <pc:sldMkLst>
          <pc:docMk/>
          <pc:sldMk cId="18891499" sldId="586"/>
        </pc:sldMkLst>
        <pc:spChg chg="add mod">
          <ac:chgData name="진옥화" userId="20b55f0b-5a9b-4958-9543-f5cbd24a6a07" providerId="ADAL" clId="{96675D79-D1A2-4548-BA94-5CE229F3E756}" dt="2026-08-10T02:33:55.057" v="945" actId="14100"/>
          <ac:spMkLst>
            <pc:docMk/>
            <pc:sldMk cId="18891499" sldId="586"/>
            <ac:spMk id="3" creationId="{C23B4C0A-6039-F8E9-5166-AAB9F3D86F16}"/>
          </ac:spMkLst>
        </pc:spChg>
        <pc:spChg chg="add mod">
          <ac:chgData name="진옥화" userId="20b55f0b-5a9b-4958-9543-f5cbd24a6a07" providerId="ADAL" clId="{96675D79-D1A2-4548-BA94-5CE229F3E756}" dt="2026-08-10T02:34:05.151" v="947" actId="1076"/>
          <ac:spMkLst>
            <pc:docMk/>
            <pc:sldMk cId="18891499" sldId="586"/>
            <ac:spMk id="5" creationId="{2DDEA464-3297-4540-5297-6B74052CA9F3}"/>
          </ac:spMkLst>
        </pc:spChg>
        <pc:picChg chg="add mod">
          <ac:chgData name="진옥화" userId="20b55f0b-5a9b-4958-9543-f5cbd24a6a07" providerId="ADAL" clId="{96675D79-D1A2-4548-BA94-5CE229F3E756}" dt="2026-08-10T02:34:18.609" v="949" actId="1076"/>
          <ac:picMkLst>
            <pc:docMk/>
            <pc:sldMk cId="18891499" sldId="586"/>
            <ac:picMk id="7" creationId="{0F577470-3796-3B92-60EF-B213FE6532A4}"/>
          </ac:picMkLst>
        </pc:picChg>
      </pc:sldChg>
      <pc:sldChg chg="addSp delSp new mod">
        <pc:chgData name="진옥화" userId="20b55f0b-5a9b-4958-9543-f5cbd24a6a07" providerId="ADAL" clId="{96675D79-D1A2-4548-BA94-5CE229F3E756}" dt="2026-08-10T02:43:17.724" v="963" actId="22"/>
        <pc:sldMkLst>
          <pc:docMk/>
          <pc:sldMk cId="202991553" sldId="587"/>
        </pc:sldMkLst>
        <pc:spChg chg="add del">
          <ac:chgData name="진옥화" userId="20b55f0b-5a9b-4958-9543-f5cbd24a6a07" providerId="ADAL" clId="{96675D79-D1A2-4548-BA94-5CE229F3E756}" dt="2026-08-10T02:43:00.549" v="961" actId="22"/>
          <ac:spMkLst>
            <pc:docMk/>
            <pc:sldMk cId="202991553" sldId="587"/>
            <ac:spMk id="3" creationId="{B181AC57-46F3-9286-1DEF-EAF18365889A}"/>
          </ac:spMkLst>
        </pc:spChg>
        <pc:picChg chg="add">
          <ac:chgData name="진옥화" userId="20b55f0b-5a9b-4958-9543-f5cbd24a6a07" providerId="ADAL" clId="{96675D79-D1A2-4548-BA94-5CE229F3E756}" dt="2026-08-10T02:43:17.724" v="963" actId="22"/>
          <ac:picMkLst>
            <pc:docMk/>
            <pc:sldMk cId="202991553" sldId="587"/>
            <ac:picMk id="5" creationId="{6FC779C9-9B02-9148-4E9E-7777A1A40AC9}"/>
          </ac:picMkLst>
        </pc:picChg>
      </pc:sldChg>
      <pc:sldChg chg="addSp add mod">
        <pc:chgData name="진옥화" userId="20b55f0b-5a9b-4958-9543-f5cbd24a6a07" providerId="ADAL" clId="{96675D79-D1A2-4548-BA94-5CE229F3E756}" dt="2026-08-10T02:43:32.726" v="964" actId="22"/>
        <pc:sldMkLst>
          <pc:docMk/>
          <pc:sldMk cId="2638987961" sldId="588"/>
        </pc:sldMkLst>
        <pc:picChg chg="add">
          <ac:chgData name="진옥화" userId="20b55f0b-5a9b-4958-9543-f5cbd24a6a07" providerId="ADAL" clId="{96675D79-D1A2-4548-BA94-5CE229F3E756}" dt="2026-08-10T02:43:32.726" v="964" actId="22"/>
          <ac:picMkLst>
            <pc:docMk/>
            <pc:sldMk cId="2638987961" sldId="588"/>
            <ac:picMk id="3" creationId="{DE90F759-D771-595A-5BF3-890FB5437F29}"/>
          </ac:picMkLst>
        </pc:picChg>
      </pc:sldChg>
      <pc:sldChg chg="modSp add mod">
        <pc:chgData name="진옥화" userId="20b55f0b-5a9b-4958-9543-f5cbd24a6a07" providerId="ADAL" clId="{96675D79-D1A2-4548-BA94-5CE229F3E756}" dt="2026-08-11T02:12:19.286" v="996" actId="20577"/>
        <pc:sldMkLst>
          <pc:docMk/>
          <pc:sldMk cId="2073780495" sldId="589"/>
        </pc:sldMkLst>
        <pc:spChg chg="mod">
          <ac:chgData name="진옥화" userId="20b55f0b-5a9b-4958-9543-f5cbd24a6a07" providerId="ADAL" clId="{96675D79-D1A2-4548-BA94-5CE229F3E756}" dt="2026-08-11T02:12:19.286" v="996" actId="20577"/>
          <ac:spMkLst>
            <pc:docMk/>
            <pc:sldMk cId="2073780495" sldId="589"/>
            <ac:spMk id="16" creationId="{F546BA67-8CBF-E92C-5793-7958EDE97E4E}"/>
          </ac:spMkLst>
        </pc:spChg>
      </pc:sldChg>
      <pc:sldChg chg="add">
        <pc:chgData name="진옥화" userId="20b55f0b-5a9b-4958-9543-f5cbd24a6a07" providerId="ADAL" clId="{96675D79-D1A2-4548-BA94-5CE229F3E756}" dt="2026-08-11T02:12:27.152" v="997"/>
        <pc:sldMkLst>
          <pc:docMk/>
          <pc:sldMk cId="3997069570" sldId="590"/>
        </pc:sldMkLst>
      </pc:sldChg>
      <pc:sldChg chg="add">
        <pc:chgData name="진옥화" userId="20b55f0b-5a9b-4958-9543-f5cbd24a6a07" providerId="ADAL" clId="{96675D79-D1A2-4548-BA94-5CE229F3E756}" dt="2026-08-11T02:31:20.788" v="998"/>
        <pc:sldMkLst>
          <pc:docMk/>
          <pc:sldMk cId="656256372" sldId="591"/>
        </pc:sldMkLst>
      </pc:sldChg>
      <pc:sldChg chg="add">
        <pc:chgData name="진옥화" userId="20b55f0b-5a9b-4958-9543-f5cbd24a6a07" providerId="ADAL" clId="{96675D79-D1A2-4548-BA94-5CE229F3E756}" dt="2026-08-11T02:35:53.798" v="999"/>
        <pc:sldMkLst>
          <pc:docMk/>
          <pc:sldMk cId="2049225565" sldId="592"/>
        </pc:sldMkLst>
      </pc:sldChg>
      <pc:sldChg chg="add">
        <pc:chgData name="진옥화" userId="20b55f0b-5a9b-4958-9543-f5cbd24a6a07" providerId="ADAL" clId="{96675D79-D1A2-4548-BA94-5CE229F3E756}" dt="2026-08-11T02:39:23.534" v="1000"/>
        <pc:sldMkLst>
          <pc:docMk/>
          <pc:sldMk cId="4288945473" sldId="593"/>
        </pc:sldMkLst>
      </pc:sldChg>
      <pc:sldChg chg="add">
        <pc:chgData name="진옥화" userId="20b55f0b-5a9b-4958-9543-f5cbd24a6a07" providerId="ADAL" clId="{96675D79-D1A2-4548-BA94-5CE229F3E756}" dt="2026-08-11T02:44:27.826" v="1001"/>
        <pc:sldMkLst>
          <pc:docMk/>
          <pc:sldMk cId="4138990310" sldId="59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CAAC6-2B10-4EF7-923C-82A5725C5D7A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3872F-35DD-4088-9B17-7E79B62328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702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106C3-B017-1CFA-5939-8D6D52906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F1354E-59B3-6ADF-694B-07E20AC67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69EB3-D099-738B-4605-5F30AB87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64C74-D16A-0300-3D0F-81A8B043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7EBFB-CB7D-55E7-EE24-1D5D0B59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67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082D9-603E-A545-C47F-E5A8C469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40FE9-D2BC-A226-BF66-2236A6297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806DB-E423-EBB0-7580-3C88DA78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6DF7A0-6DBF-A871-7994-C8B62C31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262A56-33C2-4CB7-AF77-046D71F7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0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20FBB-F746-474E-DF4F-CCA21464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0F4F52-6F64-2693-5D64-C2FE77FAF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17F4B7-A5DE-72FA-30BD-2D837841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8D5B37-82B1-E37F-99F4-EF00F480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BF02B-9B0E-EDF5-B852-06974AC0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3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85705-BE13-6FFD-DD84-3C6D4463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89BB1-C315-C1E0-00A6-5286A59AC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25F966-E23F-4D86-FCBC-DC68FE207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49F1EF-7E5D-7DFF-755A-20E7BE31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65592F-971C-B258-32C1-E3A48B3F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1D3BEF-E494-25CB-856C-D3DC4169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08B8A-4848-F8F7-F7B1-FB9874E1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EFB0BA-0EC0-B5A3-60B2-BCF7F020F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F53C57-52E0-06C0-8B33-D8B60670C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83E681-E50A-2A0F-1A4C-1B26EB534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599BBF-63D1-6732-48F9-E6C8712D9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7E0FA0-08DA-3EC9-A5C3-D06D4B41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4E2B0F-B798-9CE6-8846-DE4E3D7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5FB1B7-6EE7-6126-BE99-A20869E1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62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2817A-9FE4-A7B7-52A4-A2B562BA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6546A2-C773-8254-D5EE-6C2435A4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AC15B-7FA9-DB44-0FFC-C0003BAE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12952-29B9-2D1B-FB8E-04BAEDC14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79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F07A64-AE01-6F92-1B89-09DE6554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0A19EA-3F1E-315A-F1A8-1F1093A7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91663-9116-FA40-7575-63005404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59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5AFB-E782-75BE-38EA-F3602025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5759B5-898C-1E41-F8D5-69FB13221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804E87-2EDB-EA2A-62E6-12B8F775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107BB6-BA5B-5174-E349-D856E56A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3A507-9993-3491-5E9B-BBCB014F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D4FDC3-5B77-77B3-1A95-F9C7AA94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3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439F6-39DB-4A58-A1C0-FD22DB83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6527C8-CFE0-963A-A798-19C239D25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1229ED-FC3C-A3FC-D715-C033A2105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51E63B-6B11-7A76-7489-41F3C515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E28239-2917-A45F-3A2D-711CFDFB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EEF624-40AB-EA14-C8BE-EFDE6D4D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77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5522E-2EB6-4D89-0E0B-24D60FCE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6246AF-B76F-0045-ECC1-AB9BDC7C5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FDA0A2-5023-0DAF-729F-B53C4872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A2A0E-7DD4-8079-F3A1-1BC2CB86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6D0D53-4C86-281A-A55E-A3E7C867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7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0E67B3-ACF5-6B4E-637C-5D1966216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7DECDA-7B73-A58F-3A4C-BDCE978FF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587A5-9F16-50FC-CFA4-CF63FCCF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56182E-D54D-3822-A34F-C505BCB6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597B99-28AB-6940-C19A-A707ECEE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0287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A68442-31A2-4765-C06A-4390DA19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1F3413-D34F-F9A5-FEAA-0E6F5526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C3BD75-1702-AC62-DA9A-07F899D84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DFD7A-01B8-46D9-BF20-10155BE27E44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3BD421-58FB-C647-3D23-301326C48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A52A2-ADFE-19F8-6925-5EBAEFA1C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8C98-FEA8-4AF5-8A20-7C68D14DAD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31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3.wdp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3.wdp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3.wdp"/><Relationship Id="rId4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5.wdp"/><Relationship Id="rId4" Type="http://schemas.openxmlformats.org/officeDocument/2006/relationships/image" Target="../media/image3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5.wdp"/><Relationship Id="rId4" Type="http://schemas.openxmlformats.org/officeDocument/2006/relationships/image" Target="../media/image3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microsoft.com/office/2007/relationships/hdphoto" Target="../media/hdphoto5.wdp"/><Relationship Id="rId4" Type="http://schemas.openxmlformats.org/officeDocument/2006/relationships/image" Target="../media/image3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6.wdp"/><Relationship Id="rId4" Type="http://schemas.openxmlformats.org/officeDocument/2006/relationships/image" Target="../media/image3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6.wdp"/><Relationship Id="rId4" Type="http://schemas.openxmlformats.org/officeDocument/2006/relationships/image" Target="../media/image34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microsoft.com/office/2007/relationships/hdphoto" Target="../media/hdphoto6.wdp"/><Relationship Id="rId4" Type="http://schemas.openxmlformats.org/officeDocument/2006/relationships/image" Target="../media/image3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7.wdp"/><Relationship Id="rId4" Type="http://schemas.openxmlformats.org/officeDocument/2006/relationships/image" Target="../media/image36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7.wdp"/><Relationship Id="rId4" Type="http://schemas.openxmlformats.org/officeDocument/2006/relationships/image" Target="../media/image36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7.wdp"/><Relationship Id="rId4" Type="http://schemas.openxmlformats.org/officeDocument/2006/relationships/image" Target="../media/image36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8.wdp"/><Relationship Id="rId4" Type="http://schemas.openxmlformats.org/officeDocument/2006/relationships/image" Target="../media/image3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8.wdp"/><Relationship Id="rId4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microsoft.com/office/2007/relationships/hdphoto" Target="../media/hdphoto8.wdp"/><Relationship Id="rId4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microsoft.com/office/2007/relationships/hdphoto" Target="../media/hdphoto9.wdp"/><Relationship Id="rId4" Type="http://schemas.openxmlformats.org/officeDocument/2006/relationships/image" Target="../media/image40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microsoft.com/office/2007/relationships/hdphoto" Target="../media/hdphoto9.wdp"/><Relationship Id="rId4" Type="http://schemas.openxmlformats.org/officeDocument/2006/relationships/image" Target="../media/image40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microsoft.com/office/2007/relationships/hdphoto" Target="../media/hdphoto9.wdp"/><Relationship Id="rId4" Type="http://schemas.openxmlformats.org/officeDocument/2006/relationships/image" Target="../media/image40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microsoft.com/office/2007/relationships/hdphoto" Target="../media/hdphoto9.wdp"/><Relationship Id="rId4" Type="http://schemas.openxmlformats.org/officeDocument/2006/relationships/image" Target="../media/image400.png"/><Relationship Id="rId5" Type="http://schemas.openxmlformats.org/officeDocument/2006/relationships/image" Target="../media/image40.png"/><Relationship Id="rId6" Type="http://schemas.openxmlformats.org/officeDocument/2006/relationships/image" Target="../media/image41.jpg"/><Relationship Id="rId7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microsoft.com/office/2007/relationships/hdphoto" Target="../media/hdphoto9.wdp"/><Relationship Id="rId4" Type="http://schemas.openxmlformats.org/officeDocument/2006/relationships/image" Target="../media/image400.png"/><Relationship Id="rId5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10.wdp"/><Relationship Id="rId4" Type="http://schemas.openxmlformats.org/officeDocument/2006/relationships/image" Target="../media/image42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10.wdp"/><Relationship Id="rId4" Type="http://schemas.openxmlformats.org/officeDocument/2006/relationships/image" Target="../media/image42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microsoft.com/office/2007/relationships/hdphoto" Target="../media/hdphoto10.wdp"/><Relationship Id="rId4" Type="http://schemas.openxmlformats.org/officeDocument/2006/relationships/image" Target="../media/image42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11.wdp"/><Relationship Id="rId4" Type="http://schemas.openxmlformats.org/officeDocument/2006/relationships/image" Target="../media/image44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11.wdp"/><Relationship Id="rId4" Type="http://schemas.openxmlformats.org/officeDocument/2006/relationships/image" Target="../media/image44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11.wdp"/><Relationship Id="rId4" Type="http://schemas.openxmlformats.org/officeDocument/2006/relationships/image" Target="../media/image44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11.wdp"/><Relationship Id="rId4" Type="http://schemas.openxmlformats.org/officeDocument/2006/relationships/image" Target="../media/image440.png"/><Relationship Id="rId5" Type="http://schemas.openxmlformats.org/officeDocument/2006/relationships/image" Target="../media/image41.jpg"/><Relationship Id="rId6" Type="http://schemas.openxmlformats.org/officeDocument/2006/relationships/image" Target="../media/image40.png"/><Relationship Id="rId7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11.wdp"/><Relationship Id="rId4" Type="http://schemas.openxmlformats.org/officeDocument/2006/relationships/image" Target="../media/image440.png"/><Relationship Id="rId5" Type="http://schemas.openxmlformats.org/officeDocument/2006/relationships/image" Target="../media/image46.png"/><Relationship Id="rId6" Type="http://schemas.openxmlformats.org/officeDocument/2006/relationships/image" Target="../media/image47.jpg"/><Relationship Id="rId7" Type="http://schemas.openxmlformats.org/officeDocument/2006/relationships/image" Target="../media/image4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microsoft.com/office/2007/relationships/hdphoto" Target="../media/hdphoto11.wdp"/><Relationship Id="rId4" Type="http://schemas.openxmlformats.org/officeDocument/2006/relationships/image" Target="../media/image440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12.wdp"/><Relationship Id="rId4" Type="http://schemas.openxmlformats.org/officeDocument/2006/relationships/image" Target="../media/image46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12.wdp"/><Relationship Id="rId4" Type="http://schemas.openxmlformats.org/officeDocument/2006/relationships/image" Target="../media/image46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microsoft.com/office/2007/relationships/hdphoto" Target="../media/hdphoto12.wdp"/><Relationship Id="rId4" Type="http://schemas.openxmlformats.org/officeDocument/2006/relationships/image" Target="../media/image4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4" Type="http://schemas.microsoft.com/office/2007/relationships/hdphoto" Target="../media/hdphoto13.wdp"/><Relationship Id="rId5" Type="http://schemas.openxmlformats.org/officeDocument/2006/relationships/image" Target="../media/image48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4" Type="http://schemas.microsoft.com/office/2007/relationships/hdphoto" Target="../media/hdphoto13.wdp"/><Relationship Id="rId5" Type="http://schemas.openxmlformats.org/officeDocument/2006/relationships/image" Target="../media/image48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4" Type="http://schemas.microsoft.com/office/2007/relationships/hdphoto" Target="../media/hdphoto13.wdp"/><Relationship Id="rId5" Type="http://schemas.openxmlformats.org/officeDocument/2006/relationships/image" Target="../media/image48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4" Type="http://schemas.microsoft.com/office/2007/relationships/hdphoto" Target="../media/hdphoto13.wdp"/><Relationship Id="rId5" Type="http://schemas.openxmlformats.org/officeDocument/2006/relationships/image" Target="../media/image480.png"/><Relationship Id="rId6" Type="http://schemas.openxmlformats.org/officeDocument/2006/relationships/image" Target="../media/image40.png"/><Relationship Id="rId7" Type="http://schemas.openxmlformats.org/officeDocument/2006/relationships/image" Target="../media/image52.pn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EFBB22-0F58-30DB-29C9-FE0C1D708D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8915" y="1319057"/>
            <a:ext cx="8520593" cy="5058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B7243-4DD6-C2A6-34E2-9AFB083BEBF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𝟗𝟕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B7243-4DD6-C2A6-34E2-9AFB083BE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F6A5C2-D12F-F69B-2EF0-C7169321BEE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97OA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24F8D-DA13-F740-0141-FE0971128CB6}"/>
              </a:ext>
            </a:extLst>
          </p:cNvPr>
          <p:cNvSpPr/>
          <p:nvPr/>
        </p:nvSpPr>
        <p:spPr>
          <a:xfrm rot="5400000">
            <a:off x="6669346" y="4857817"/>
            <a:ext cx="102820" cy="20301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38F66D0-8CA4-4ED7-6D07-E132965C9FEC}"/>
              </a:ext>
            </a:extLst>
          </p:cNvPr>
          <p:cNvSpPr/>
          <p:nvPr/>
        </p:nvSpPr>
        <p:spPr>
          <a:xfrm>
            <a:off x="6130287" y="4349635"/>
            <a:ext cx="1156200" cy="11809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3F50947-6480-C48F-0B13-D4621367509E}"/>
              </a:ext>
            </a:extLst>
          </p:cNvPr>
          <p:cNvSpPr/>
          <p:nvPr/>
        </p:nvSpPr>
        <p:spPr>
          <a:xfrm>
            <a:off x="6288735" y="4508717"/>
            <a:ext cx="834539" cy="87523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62BC2B-3D65-A35B-3795-6FE738C387BA}"/>
              </a:ext>
            </a:extLst>
          </p:cNvPr>
          <p:cNvSpPr txBox="1"/>
          <p:nvPr/>
        </p:nvSpPr>
        <p:spPr>
          <a:xfrm>
            <a:off x="5839320" y="35892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3B108-65A0-4649-C683-063958B88B3C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597071-71AE-E574-4F89-026B747562CB}"/>
              </a:ext>
            </a:extLst>
          </p:cNvPr>
          <p:cNvSpPr/>
          <p:nvPr/>
        </p:nvSpPr>
        <p:spPr>
          <a:xfrm flipV="1">
            <a:off x="2267765" y="3239540"/>
            <a:ext cx="98384" cy="8014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7B1BF4F-7FAD-44E7-E79F-A270DD0EAAB0}"/>
              </a:ext>
            </a:extLst>
          </p:cNvPr>
          <p:cNvGrpSpPr/>
          <p:nvPr/>
        </p:nvGrpSpPr>
        <p:grpSpPr>
          <a:xfrm rot="5400000">
            <a:off x="4328185" y="367221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E1DAD90-A648-8F17-7174-7D301AE5CAD9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8C8BC3C-B8D2-1A04-2F5B-A2523931376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55B4FB-F435-F53A-3DF5-191EFC08559E}"/>
              </a:ext>
            </a:extLst>
          </p:cNvPr>
          <p:cNvSpPr/>
          <p:nvPr/>
        </p:nvSpPr>
        <p:spPr>
          <a:xfrm flipV="1">
            <a:off x="3291732" y="2265666"/>
            <a:ext cx="98385" cy="1010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DEF8AF-BFA2-041B-BD47-5787BBF857DF}"/>
              </a:ext>
            </a:extLst>
          </p:cNvPr>
          <p:cNvSpPr txBox="1"/>
          <p:nvPr/>
        </p:nvSpPr>
        <p:spPr>
          <a:xfrm>
            <a:off x="5539397" y="635173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B16DAFE-974E-557A-896C-C63628A70E63}"/>
              </a:ext>
            </a:extLst>
          </p:cNvPr>
          <p:cNvCxnSpPr>
            <a:cxnSpLocks/>
          </p:cNvCxnSpPr>
          <p:nvPr/>
        </p:nvCxnSpPr>
        <p:spPr>
          <a:xfrm flipH="1" flipV="1">
            <a:off x="7026742" y="5525358"/>
            <a:ext cx="16707" cy="862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10928157-9FEA-D846-6553-BCF742E83A6F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7F3C8F2-4E6D-1E6E-A2AC-E630E2AEC6C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DBAFB64-5129-79F0-D967-08D70AB6406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EE8B801-552E-F039-8FFB-CBEFBC7A82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AA640D3-9199-D040-DB3A-D0B54AAE6D5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0DE4D1A-F383-3CF9-1AD6-CA8F34D7D56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752B1D5-67A3-189A-AAF8-723285FD1240}"/>
              </a:ext>
            </a:extLst>
          </p:cNvPr>
          <p:cNvSpPr/>
          <p:nvPr/>
        </p:nvSpPr>
        <p:spPr>
          <a:xfrm rot="10800000" flipV="1">
            <a:off x="8013789" y="2530794"/>
            <a:ext cx="98385" cy="7458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AD26C3C-13B4-2D12-237A-1CEEDFB4E19B}"/>
              </a:ext>
            </a:extLst>
          </p:cNvPr>
          <p:cNvGrpSpPr/>
          <p:nvPr/>
        </p:nvGrpSpPr>
        <p:grpSpPr>
          <a:xfrm>
            <a:off x="5633356" y="4250644"/>
            <a:ext cx="100923" cy="1378860"/>
            <a:chOff x="4735802" y="4865202"/>
            <a:chExt cx="100923" cy="137886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6EB4FC2-8393-EB84-22F7-AAD366ECF588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2A08AE3-8C86-A3BD-0B71-86FA4C22D64C}"/>
                </a:ext>
              </a:extLst>
            </p:cNvPr>
            <p:cNvSpPr/>
            <p:nvPr/>
          </p:nvSpPr>
          <p:spPr>
            <a:xfrm>
              <a:off x="4735802" y="5506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861274E-118B-BC5F-232B-EEDDD407B180}"/>
                </a:ext>
              </a:extLst>
            </p:cNvPr>
            <p:cNvSpPr/>
            <p:nvPr/>
          </p:nvSpPr>
          <p:spPr>
            <a:xfrm>
              <a:off x="4738340" y="61456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3DCD286-5A96-38D8-11E1-5EDC29E288EF}"/>
              </a:ext>
            </a:extLst>
          </p:cNvPr>
          <p:cNvGrpSpPr/>
          <p:nvPr/>
        </p:nvGrpSpPr>
        <p:grpSpPr>
          <a:xfrm>
            <a:off x="7668304" y="4202339"/>
            <a:ext cx="100923" cy="1378860"/>
            <a:chOff x="4735802" y="4865202"/>
            <a:chExt cx="100923" cy="137886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B4C1852-14EA-ADDC-DF94-59F7D9301280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6E9DF4B-65C2-C9E6-1EB3-780BB1AF21CD}"/>
                </a:ext>
              </a:extLst>
            </p:cNvPr>
            <p:cNvSpPr/>
            <p:nvPr/>
          </p:nvSpPr>
          <p:spPr>
            <a:xfrm>
              <a:off x="4735802" y="5506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CF86D67-9379-143C-C2E6-841489F0D59F}"/>
                </a:ext>
              </a:extLst>
            </p:cNvPr>
            <p:cNvSpPr/>
            <p:nvPr/>
          </p:nvSpPr>
          <p:spPr>
            <a:xfrm>
              <a:off x="4738340" y="61456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996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B99DE-EBD5-1695-80E6-0305FDEA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DADE58-E7F4-0393-C1A9-62A181B7AE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8915" y="1319057"/>
            <a:ext cx="8520593" cy="5058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4C173-3183-398B-77F7-C9C8C347A8E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𝟗𝟕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D4C173-3183-398B-77F7-C9C8C347A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2B38A7-9C41-0609-ED7E-DDD39057595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97OA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4CFCE2-AEC5-6794-57BE-872197C30F4A}"/>
              </a:ext>
            </a:extLst>
          </p:cNvPr>
          <p:cNvSpPr/>
          <p:nvPr/>
        </p:nvSpPr>
        <p:spPr>
          <a:xfrm>
            <a:off x="8035602" y="5066379"/>
            <a:ext cx="124420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1B600-3AF2-86D5-C7E3-4CD6D056CA8A}"/>
              </a:ext>
            </a:extLst>
          </p:cNvPr>
          <p:cNvSpPr txBox="1"/>
          <p:nvPr/>
        </p:nvSpPr>
        <p:spPr>
          <a:xfrm>
            <a:off x="8251968" y="445157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8FEFCD-59E1-32E5-B578-7D1092DCD053}"/>
              </a:ext>
            </a:extLst>
          </p:cNvPr>
          <p:cNvSpPr/>
          <p:nvPr/>
        </p:nvSpPr>
        <p:spPr>
          <a:xfrm rot="5400000">
            <a:off x="6669346" y="4857817"/>
            <a:ext cx="102820" cy="20301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65D60B9-C0F5-0E50-E8A3-A036C90F27AD}"/>
              </a:ext>
            </a:extLst>
          </p:cNvPr>
          <p:cNvSpPr/>
          <p:nvPr/>
        </p:nvSpPr>
        <p:spPr>
          <a:xfrm>
            <a:off x="6130287" y="4349635"/>
            <a:ext cx="1156200" cy="11809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9C46C6-6410-41C2-7F4F-98F0604798EF}"/>
              </a:ext>
            </a:extLst>
          </p:cNvPr>
          <p:cNvSpPr/>
          <p:nvPr/>
        </p:nvSpPr>
        <p:spPr>
          <a:xfrm>
            <a:off x="6288735" y="4508717"/>
            <a:ext cx="834539" cy="87523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3FC0D-CD51-ECA8-E1CF-F7AA8E62FD89}"/>
              </a:ext>
            </a:extLst>
          </p:cNvPr>
          <p:cNvSpPr txBox="1"/>
          <p:nvPr/>
        </p:nvSpPr>
        <p:spPr>
          <a:xfrm>
            <a:off x="5839320" y="35892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171D71-8E60-7EF2-D332-54E77C15AE2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D01DF60-6E55-629C-D16B-052804E25D82}"/>
              </a:ext>
            </a:extLst>
          </p:cNvPr>
          <p:cNvGrpSpPr/>
          <p:nvPr/>
        </p:nvGrpSpPr>
        <p:grpSpPr>
          <a:xfrm>
            <a:off x="8041952" y="4185501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80EB396-B5DA-3C1A-B372-A2198EF0450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47DAA88-AE94-6D33-3E13-CE6C51F374D0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0CBBE32-8FD7-46D0-2089-83A154C717E8}"/>
              </a:ext>
            </a:extLst>
          </p:cNvPr>
          <p:cNvGrpSpPr/>
          <p:nvPr/>
        </p:nvGrpSpPr>
        <p:grpSpPr>
          <a:xfrm>
            <a:off x="3511978" y="2452912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B91F67E-04FB-7D66-2D2F-93CC6E655A14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3430DD75-BE33-EBAF-51C6-279858F129C2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CC12D8F-DF3E-59E7-A404-BAF0F7CA2E96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C6646C0E-8057-0D99-F779-21B093D1C0EC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BCF2B5C-B902-D46F-5B95-78E2052EE3E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64D5C06-7D52-CD88-1BA3-099C0E84651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71B5C9E-70E2-35E9-7A0E-D3AD91B92B32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AADAAC9-3F11-C456-6A5E-D63B98F03F23}"/>
              </a:ext>
            </a:extLst>
          </p:cNvPr>
          <p:cNvSpPr/>
          <p:nvPr/>
        </p:nvSpPr>
        <p:spPr>
          <a:xfrm flipV="1">
            <a:off x="2267765" y="3239540"/>
            <a:ext cx="98384" cy="8014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487CE50-753F-865D-71B8-68DF518BF17F}"/>
              </a:ext>
            </a:extLst>
          </p:cNvPr>
          <p:cNvGrpSpPr/>
          <p:nvPr/>
        </p:nvGrpSpPr>
        <p:grpSpPr>
          <a:xfrm rot="5400000">
            <a:off x="4328185" y="367221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39A4904-C27C-B5C6-BA34-83011082A19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55669B6-E1E7-87D5-F6A7-9200682045C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219B36-BE3B-8486-7AEE-94BF7BEA760E}"/>
              </a:ext>
            </a:extLst>
          </p:cNvPr>
          <p:cNvSpPr/>
          <p:nvPr/>
        </p:nvSpPr>
        <p:spPr>
          <a:xfrm flipV="1">
            <a:off x="3291732" y="2265666"/>
            <a:ext cx="98385" cy="1010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FC57CC-A6E9-8186-2AA7-38D6CCE9BAAB}"/>
              </a:ext>
            </a:extLst>
          </p:cNvPr>
          <p:cNvSpPr txBox="1"/>
          <p:nvPr/>
        </p:nvSpPr>
        <p:spPr>
          <a:xfrm>
            <a:off x="5539397" y="635173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481EFC9-B151-69C7-03B6-9057DAFF993D}"/>
              </a:ext>
            </a:extLst>
          </p:cNvPr>
          <p:cNvCxnSpPr>
            <a:cxnSpLocks/>
          </p:cNvCxnSpPr>
          <p:nvPr/>
        </p:nvCxnSpPr>
        <p:spPr>
          <a:xfrm flipH="1" flipV="1">
            <a:off x="7026742" y="5525358"/>
            <a:ext cx="16707" cy="862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63A5E698-006B-5337-B580-25750B3780EB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EBDDA42-9F9F-C235-70FA-9F12D4B5B3D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A0E3776-22FC-0012-560A-0E23F672799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8062A6E-2DEE-18DA-F4A4-12614BE7EA5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675F552-11F9-30C4-ECF9-EC7D154C034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59B791-FE12-386E-80A5-B92D90FE149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E5E5FF-A7C2-0F44-AE71-85CDA9E991DA}"/>
              </a:ext>
            </a:extLst>
          </p:cNvPr>
          <p:cNvSpPr/>
          <p:nvPr/>
        </p:nvSpPr>
        <p:spPr>
          <a:xfrm rot="10800000" flipV="1">
            <a:off x="8013789" y="2530794"/>
            <a:ext cx="98385" cy="7458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CFB0F11-C73B-7588-4756-CD110A9C6994}"/>
              </a:ext>
            </a:extLst>
          </p:cNvPr>
          <p:cNvGrpSpPr/>
          <p:nvPr/>
        </p:nvGrpSpPr>
        <p:grpSpPr>
          <a:xfrm>
            <a:off x="5633356" y="4250644"/>
            <a:ext cx="100923" cy="1378860"/>
            <a:chOff x="4735802" y="4865202"/>
            <a:chExt cx="100923" cy="137886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116E54A-13AD-CBFB-3E22-CE163563C029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8562973-9429-D67D-9ED0-D415BDF28325}"/>
                </a:ext>
              </a:extLst>
            </p:cNvPr>
            <p:cNvSpPr/>
            <p:nvPr/>
          </p:nvSpPr>
          <p:spPr>
            <a:xfrm>
              <a:off x="4735802" y="5506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F381340-5CA1-19CE-FC1A-F15FB7861E0F}"/>
                </a:ext>
              </a:extLst>
            </p:cNvPr>
            <p:cNvSpPr/>
            <p:nvPr/>
          </p:nvSpPr>
          <p:spPr>
            <a:xfrm>
              <a:off x="4738340" y="61456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D229741-16F1-1424-E5CE-AFE99603D0E0}"/>
              </a:ext>
            </a:extLst>
          </p:cNvPr>
          <p:cNvGrpSpPr/>
          <p:nvPr/>
        </p:nvGrpSpPr>
        <p:grpSpPr>
          <a:xfrm>
            <a:off x="7668304" y="4202339"/>
            <a:ext cx="100923" cy="1378860"/>
            <a:chOff x="4735802" y="4865202"/>
            <a:chExt cx="100923" cy="137886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E99B8A8-9F58-CCDF-A9B4-5BA616EFB0A1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CE35E3B-1BD8-E329-CAEE-F93A1A892F35}"/>
                </a:ext>
              </a:extLst>
            </p:cNvPr>
            <p:cNvSpPr/>
            <p:nvPr/>
          </p:nvSpPr>
          <p:spPr>
            <a:xfrm>
              <a:off x="4735802" y="5506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44BF248-672D-0119-2675-BF82820C9BEF}"/>
                </a:ext>
              </a:extLst>
            </p:cNvPr>
            <p:cNvSpPr/>
            <p:nvPr/>
          </p:nvSpPr>
          <p:spPr>
            <a:xfrm>
              <a:off x="4738340" y="61456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213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046D-BA73-242B-D06D-A2B82E3A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48AEB5-FDC2-EDD0-9376-BD6EF25B3C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8915" y="1319057"/>
            <a:ext cx="8520593" cy="5058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D320F7-6BCD-7322-DF89-075DD230489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𝟗𝟕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D320F7-6BCD-7322-DF89-075DD2304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4F63D27-B30A-64E0-AACF-7DD66FEB5E8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97OA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EB6F52-730C-0F83-5A21-D53FC842A6BB}"/>
              </a:ext>
            </a:extLst>
          </p:cNvPr>
          <p:cNvSpPr/>
          <p:nvPr/>
        </p:nvSpPr>
        <p:spPr>
          <a:xfrm>
            <a:off x="8035602" y="5066379"/>
            <a:ext cx="124420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51106-BBD9-8995-50DA-6F8494BFD03B}"/>
              </a:ext>
            </a:extLst>
          </p:cNvPr>
          <p:cNvSpPr txBox="1"/>
          <p:nvPr/>
        </p:nvSpPr>
        <p:spPr>
          <a:xfrm>
            <a:off x="8251968" y="445157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B40510-742E-0C0E-1F41-903E82A747A2}"/>
              </a:ext>
            </a:extLst>
          </p:cNvPr>
          <p:cNvSpPr/>
          <p:nvPr/>
        </p:nvSpPr>
        <p:spPr>
          <a:xfrm rot="5400000">
            <a:off x="6669346" y="4857817"/>
            <a:ext cx="102820" cy="20301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8F85857-6AFF-1680-BC30-957276B5B3FA}"/>
              </a:ext>
            </a:extLst>
          </p:cNvPr>
          <p:cNvSpPr/>
          <p:nvPr/>
        </p:nvSpPr>
        <p:spPr>
          <a:xfrm>
            <a:off x="6130287" y="4349635"/>
            <a:ext cx="1156200" cy="11809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B5758DB-346C-07E7-0427-6BD78D7109E8}"/>
              </a:ext>
            </a:extLst>
          </p:cNvPr>
          <p:cNvSpPr/>
          <p:nvPr/>
        </p:nvSpPr>
        <p:spPr>
          <a:xfrm>
            <a:off x="6288735" y="4508717"/>
            <a:ext cx="834539" cy="87523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33031-8B4A-C7EC-8902-F1AF437462ED}"/>
              </a:ext>
            </a:extLst>
          </p:cNvPr>
          <p:cNvSpPr txBox="1"/>
          <p:nvPr/>
        </p:nvSpPr>
        <p:spPr>
          <a:xfrm>
            <a:off x="5839320" y="35892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03CC9-CE5A-7124-9940-D07F4DE7A8E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B47BDCE6-8433-FCA4-A7FC-6664A704C11C}"/>
              </a:ext>
            </a:extLst>
          </p:cNvPr>
          <p:cNvSpPr/>
          <p:nvPr/>
        </p:nvSpPr>
        <p:spPr>
          <a:xfrm>
            <a:off x="6427348" y="466045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B435412-C4DF-2DD0-5CA0-8B967B955D3A}"/>
              </a:ext>
            </a:extLst>
          </p:cNvPr>
          <p:cNvGrpSpPr/>
          <p:nvPr/>
        </p:nvGrpSpPr>
        <p:grpSpPr>
          <a:xfrm>
            <a:off x="8041952" y="4185501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C82A2B4-9773-6808-91CA-86DB99034F3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E65BE78-9B56-0FC2-186C-B3A490B0B129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032075E-B28E-B503-00F0-4098723E3989}"/>
              </a:ext>
            </a:extLst>
          </p:cNvPr>
          <p:cNvGrpSpPr/>
          <p:nvPr/>
        </p:nvGrpSpPr>
        <p:grpSpPr>
          <a:xfrm>
            <a:off x="3511978" y="2452912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6AE164-1F9F-2AB0-7446-C56E9A68AE11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110C9A6-6B40-FB6D-1677-666F6A4F6390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A5E0283-7D17-1FCA-1C8B-DFB11587EAE5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32051AAB-A8D7-8226-66A6-6270E92F20DA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101872C-921A-31F6-0304-57A9535FD9C2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AAAD245E-3FC0-CD40-3B0E-4A20907ECE9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32296AF-6AD5-2A78-EF16-4926CDE82406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250BB2-8DF5-DD49-2F70-C31FAAC5BEBA}"/>
              </a:ext>
            </a:extLst>
          </p:cNvPr>
          <p:cNvSpPr/>
          <p:nvPr/>
        </p:nvSpPr>
        <p:spPr>
          <a:xfrm flipV="1">
            <a:off x="2267765" y="3239540"/>
            <a:ext cx="98384" cy="8014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51E78AE-58A2-1B8F-70A5-9121FDB5256D}"/>
              </a:ext>
            </a:extLst>
          </p:cNvPr>
          <p:cNvGrpSpPr/>
          <p:nvPr/>
        </p:nvGrpSpPr>
        <p:grpSpPr>
          <a:xfrm rot="5400000">
            <a:off x="4328185" y="367221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338F76C-00A9-1840-5675-CAC52CCC8897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41F2BA3-5414-B4D7-2E6D-6C7E27C9D20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4B6DF4-206C-D2A5-9CDF-22ED74F05325}"/>
              </a:ext>
            </a:extLst>
          </p:cNvPr>
          <p:cNvSpPr/>
          <p:nvPr/>
        </p:nvSpPr>
        <p:spPr>
          <a:xfrm flipV="1">
            <a:off x="3291732" y="2265666"/>
            <a:ext cx="98385" cy="1010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30AB6E-FA2E-13A6-C03A-B0B43974ED29}"/>
              </a:ext>
            </a:extLst>
          </p:cNvPr>
          <p:cNvSpPr txBox="1"/>
          <p:nvPr/>
        </p:nvSpPr>
        <p:spPr>
          <a:xfrm>
            <a:off x="6651917" y="635173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2CA042E-36D6-D05F-25DA-4E5C36CD9A2D}"/>
              </a:ext>
            </a:extLst>
          </p:cNvPr>
          <p:cNvCxnSpPr>
            <a:cxnSpLocks/>
          </p:cNvCxnSpPr>
          <p:nvPr/>
        </p:nvCxnSpPr>
        <p:spPr>
          <a:xfrm flipH="1" flipV="1">
            <a:off x="7026742" y="5525358"/>
            <a:ext cx="16707" cy="862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3577F2A-C142-B05B-FCDC-633699F1853F}"/>
              </a:ext>
            </a:extLst>
          </p:cNvPr>
          <p:cNvSpPr txBox="1"/>
          <p:nvPr/>
        </p:nvSpPr>
        <p:spPr>
          <a:xfrm>
            <a:off x="4555814" y="624862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D3A99A7-B3B9-5AA4-662B-195AA07FCD08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4A73C94-BB91-E26E-6825-1E5280FCA87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5AB5E30-CE5E-38C3-B8AE-7F57CE1DFB8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CFE3A67-9633-D5F9-22D8-26B90FAED1C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17C431E-543C-53F3-0F7F-A6623C10BB1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B93FBFA0-6D80-E101-463B-711F4614380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5C2CCC3-EACD-3EC6-6B90-DBEC17859755}"/>
              </a:ext>
            </a:extLst>
          </p:cNvPr>
          <p:cNvSpPr/>
          <p:nvPr/>
        </p:nvSpPr>
        <p:spPr>
          <a:xfrm rot="10800000" flipV="1">
            <a:off x="8013789" y="2530794"/>
            <a:ext cx="98385" cy="7458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139D5A6-AA92-B752-7FDF-FDBD8F02C8D7}"/>
              </a:ext>
            </a:extLst>
          </p:cNvPr>
          <p:cNvGrpSpPr/>
          <p:nvPr/>
        </p:nvGrpSpPr>
        <p:grpSpPr>
          <a:xfrm>
            <a:off x="5633356" y="4250644"/>
            <a:ext cx="100923" cy="1378860"/>
            <a:chOff x="4735802" y="4865202"/>
            <a:chExt cx="100923" cy="137886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76A54E5-67C8-197D-B7A8-60281A56050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9248224-342E-5AA4-DBB9-B1E2D4616EC8}"/>
                </a:ext>
              </a:extLst>
            </p:cNvPr>
            <p:cNvSpPr/>
            <p:nvPr/>
          </p:nvSpPr>
          <p:spPr>
            <a:xfrm>
              <a:off x="4735802" y="5506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93D8D13-C2BE-CC15-8746-B21ABC32C915}"/>
                </a:ext>
              </a:extLst>
            </p:cNvPr>
            <p:cNvSpPr/>
            <p:nvPr/>
          </p:nvSpPr>
          <p:spPr>
            <a:xfrm>
              <a:off x="4738340" y="61456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7862BF2-B681-3AA6-29D7-12EECDE033A0}"/>
              </a:ext>
            </a:extLst>
          </p:cNvPr>
          <p:cNvGrpSpPr/>
          <p:nvPr/>
        </p:nvGrpSpPr>
        <p:grpSpPr>
          <a:xfrm>
            <a:off x="7668304" y="4202339"/>
            <a:ext cx="100923" cy="1378860"/>
            <a:chOff x="4735802" y="4865202"/>
            <a:chExt cx="100923" cy="137886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33DA20E-BD5C-E296-2FA8-1864C2FCA8E4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8D87AFB-7997-DA16-8537-AD2243069582}"/>
                </a:ext>
              </a:extLst>
            </p:cNvPr>
            <p:cNvSpPr/>
            <p:nvPr/>
          </p:nvSpPr>
          <p:spPr>
            <a:xfrm>
              <a:off x="4735802" y="5506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8D0F592-C98B-0883-D9E7-CCCA9129D204}"/>
                </a:ext>
              </a:extLst>
            </p:cNvPr>
            <p:cNvSpPr/>
            <p:nvPr/>
          </p:nvSpPr>
          <p:spPr>
            <a:xfrm>
              <a:off x="4738340" y="61456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199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BF28-B5C6-A133-6FD2-2F1CA5ED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E3DAAB-30E1-CEC5-AEF5-D9BD0281C7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7416" y="1180741"/>
            <a:ext cx="7297168" cy="51442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846A7C-7CBB-3CDA-16EB-15470E611D3B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846A7C-7CBB-3CDA-16EB-15470E611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A543C0C-77D6-45C1-A901-C44C542D0BB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37C26F-1827-A8E8-BBA3-A0338690D898}"/>
              </a:ext>
            </a:extLst>
          </p:cNvPr>
          <p:cNvSpPr/>
          <p:nvPr/>
        </p:nvSpPr>
        <p:spPr>
          <a:xfrm rot="5400000">
            <a:off x="5989965" y="4585719"/>
            <a:ext cx="102820" cy="27839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C8698DC-3290-9B31-75E0-1D00C1407A29}"/>
              </a:ext>
            </a:extLst>
          </p:cNvPr>
          <p:cNvSpPr/>
          <p:nvPr/>
        </p:nvSpPr>
        <p:spPr>
          <a:xfrm>
            <a:off x="5392826" y="4568752"/>
            <a:ext cx="1244205" cy="112762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5FC6C06-F37B-035F-F496-48BDF23BB6AD}"/>
              </a:ext>
            </a:extLst>
          </p:cNvPr>
          <p:cNvSpPr/>
          <p:nvPr/>
        </p:nvSpPr>
        <p:spPr>
          <a:xfrm>
            <a:off x="5543848" y="4703470"/>
            <a:ext cx="942163" cy="85819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DEA76-2C27-782C-E5F1-635AC8BF78F9}"/>
              </a:ext>
            </a:extLst>
          </p:cNvPr>
          <p:cNvSpPr txBox="1"/>
          <p:nvPr/>
        </p:nvSpPr>
        <p:spPr>
          <a:xfrm>
            <a:off x="5042751" y="40005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930AF-C248-7577-11D7-8E96B708248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D84501-9848-C011-2AE0-E3F5D047907E}"/>
              </a:ext>
            </a:extLst>
          </p:cNvPr>
          <p:cNvSpPr/>
          <p:nvPr/>
        </p:nvSpPr>
        <p:spPr>
          <a:xfrm flipV="1">
            <a:off x="9408803" y="2386765"/>
            <a:ext cx="98384" cy="6390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519E603-5E1C-172E-88F7-9FA70E63612E}"/>
              </a:ext>
            </a:extLst>
          </p:cNvPr>
          <p:cNvGrpSpPr/>
          <p:nvPr/>
        </p:nvGrpSpPr>
        <p:grpSpPr>
          <a:xfrm>
            <a:off x="6982703" y="3232454"/>
            <a:ext cx="99451" cy="399442"/>
            <a:chOff x="5324822" y="4684248"/>
            <a:chExt cx="99451" cy="39944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5E4C717-179A-859E-A68C-8FCA863B554D}"/>
                </a:ext>
              </a:extLst>
            </p:cNvPr>
            <p:cNvSpPr/>
            <p:nvPr/>
          </p:nvSpPr>
          <p:spPr>
            <a:xfrm>
              <a:off x="5325888" y="46842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C710970-AB62-01CF-7458-CEB88562E61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8BC4659-DE1B-7E0D-7DD1-515F065FB0B6}"/>
              </a:ext>
            </a:extLst>
          </p:cNvPr>
          <p:cNvSpPr/>
          <p:nvPr/>
        </p:nvSpPr>
        <p:spPr>
          <a:xfrm flipV="1">
            <a:off x="6836098" y="2495013"/>
            <a:ext cx="98385" cy="5244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BA0214-F804-6131-6543-3CCB53E6D39E}"/>
              </a:ext>
            </a:extLst>
          </p:cNvPr>
          <p:cNvSpPr txBox="1"/>
          <p:nvPr/>
        </p:nvSpPr>
        <p:spPr>
          <a:xfrm>
            <a:off x="4800873" y="643570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90B06CE-DFF9-62BD-18B2-C726DB0B012B}"/>
              </a:ext>
            </a:extLst>
          </p:cNvPr>
          <p:cNvCxnSpPr>
            <a:cxnSpLocks/>
          </p:cNvCxnSpPr>
          <p:nvPr/>
        </p:nvCxnSpPr>
        <p:spPr>
          <a:xfrm flipV="1">
            <a:off x="6240335" y="5700193"/>
            <a:ext cx="0" cy="759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40A4FB9E-F1C2-1FBD-E1C3-8829A18F80B3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5DAEA92-6970-E0DF-BAF1-646A6B7AFD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1CCC08A-30D4-09DC-5BEF-052C51378C5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09E199A-27DC-BEE1-AC5B-1BDB18FF859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58FAFC3-BA77-65FC-F29C-3D079473B66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4145037B-A300-2AF4-27AD-1E94011E62C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1B730F-BFAA-3F9F-49A0-B99315EC54C0}"/>
              </a:ext>
            </a:extLst>
          </p:cNvPr>
          <p:cNvSpPr/>
          <p:nvPr/>
        </p:nvSpPr>
        <p:spPr>
          <a:xfrm rot="16200000" flipV="1">
            <a:off x="3477676" y="3912498"/>
            <a:ext cx="98385" cy="696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53AB87D-6BEB-0C22-9723-C31F5AF26649}"/>
              </a:ext>
            </a:extLst>
          </p:cNvPr>
          <p:cNvGrpSpPr/>
          <p:nvPr/>
        </p:nvGrpSpPr>
        <p:grpSpPr>
          <a:xfrm>
            <a:off x="4593313" y="4503749"/>
            <a:ext cx="100923" cy="1293140"/>
            <a:chOff x="4735802" y="4627070"/>
            <a:chExt cx="100923" cy="129314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E9BBA26-F473-9758-4C20-0941B23BACFF}"/>
                </a:ext>
              </a:extLst>
            </p:cNvPr>
            <p:cNvSpPr/>
            <p:nvPr/>
          </p:nvSpPr>
          <p:spPr>
            <a:xfrm>
              <a:off x="4737834" y="462707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660BBB8-05FC-82FD-2E48-9B62FC8CAB6A}"/>
                </a:ext>
              </a:extLst>
            </p:cNvPr>
            <p:cNvSpPr/>
            <p:nvPr/>
          </p:nvSpPr>
          <p:spPr>
            <a:xfrm>
              <a:off x="4735802" y="52181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067EA87-9EDA-3B36-34B1-DEF2AF67620B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7E067C4-5AA0-0DA5-844E-15AF3425EC15}"/>
              </a:ext>
            </a:extLst>
          </p:cNvPr>
          <p:cNvGrpSpPr/>
          <p:nvPr/>
        </p:nvGrpSpPr>
        <p:grpSpPr>
          <a:xfrm>
            <a:off x="7347653" y="4485663"/>
            <a:ext cx="100923" cy="1293140"/>
            <a:chOff x="4735802" y="4627070"/>
            <a:chExt cx="100923" cy="129314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257A364-74F0-3B4B-9956-7BD6073F7864}"/>
                </a:ext>
              </a:extLst>
            </p:cNvPr>
            <p:cNvSpPr/>
            <p:nvPr/>
          </p:nvSpPr>
          <p:spPr>
            <a:xfrm>
              <a:off x="4737834" y="462707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C0F4AC3-C060-9DF0-73B7-8280A262388E}"/>
                </a:ext>
              </a:extLst>
            </p:cNvPr>
            <p:cNvSpPr/>
            <p:nvPr/>
          </p:nvSpPr>
          <p:spPr>
            <a:xfrm>
              <a:off x="4735802" y="52181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2E000CD-AB44-FFC6-41D4-316B27D00A3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312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5DCF-65B9-7CA3-30AC-7C0B9643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22B9BE-FD25-F6BA-48C6-AC76BF0AC5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7416" y="1180741"/>
            <a:ext cx="7297168" cy="51442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660F83-A92A-87AF-1D9F-BC1A59BEA88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660F83-A92A-87AF-1D9F-BC1A59BEA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E3D5A21-A60E-514E-8118-8A4295D5F44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AB42D6-6F3F-C7D9-92E0-6E1FFD6283C0}"/>
              </a:ext>
            </a:extLst>
          </p:cNvPr>
          <p:cNvSpPr/>
          <p:nvPr/>
        </p:nvSpPr>
        <p:spPr>
          <a:xfrm>
            <a:off x="7742096" y="4886907"/>
            <a:ext cx="124420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607DD-A0E0-19EE-AA06-695417EE0B5C}"/>
              </a:ext>
            </a:extLst>
          </p:cNvPr>
          <p:cNvSpPr txBox="1"/>
          <p:nvPr/>
        </p:nvSpPr>
        <p:spPr>
          <a:xfrm>
            <a:off x="7940264" y="424801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32FDAD-DB32-E456-E9E6-8C607058FBD5}"/>
              </a:ext>
            </a:extLst>
          </p:cNvPr>
          <p:cNvSpPr/>
          <p:nvPr/>
        </p:nvSpPr>
        <p:spPr>
          <a:xfrm rot="5400000">
            <a:off x="5989965" y="4585719"/>
            <a:ext cx="102820" cy="27839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B8AACE-A03A-0EB8-6EA1-BB7F38788E7C}"/>
              </a:ext>
            </a:extLst>
          </p:cNvPr>
          <p:cNvSpPr/>
          <p:nvPr/>
        </p:nvSpPr>
        <p:spPr>
          <a:xfrm>
            <a:off x="5392826" y="4568752"/>
            <a:ext cx="1244205" cy="112762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C31B52-4B8E-C4A2-DBA4-B880F464A8BD}"/>
              </a:ext>
            </a:extLst>
          </p:cNvPr>
          <p:cNvSpPr/>
          <p:nvPr/>
        </p:nvSpPr>
        <p:spPr>
          <a:xfrm>
            <a:off x="5543848" y="4703470"/>
            <a:ext cx="942163" cy="85819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94E23-627A-DFA6-0561-E4D7E4B40B8C}"/>
              </a:ext>
            </a:extLst>
          </p:cNvPr>
          <p:cNvSpPr txBox="1"/>
          <p:nvPr/>
        </p:nvSpPr>
        <p:spPr>
          <a:xfrm>
            <a:off x="5042751" y="40005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6371B-979A-0A44-A1C0-3EB063DBD32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38C148-A4C8-83A1-63BA-58C1CE83BAF6}"/>
              </a:ext>
            </a:extLst>
          </p:cNvPr>
          <p:cNvGrpSpPr/>
          <p:nvPr/>
        </p:nvGrpSpPr>
        <p:grpSpPr>
          <a:xfrm>
            <a:off x="7692904" y="3981155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CAE8445-37F4-A7F8-2B32-D134AE0DA8C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4CEAB02-1717-EC49-75D3-913F40B131B7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4E1BE81-6622-48F2-DDF3-D842A914723B}"/>
              </a:ext>
            </a:extLst>
          </p:cNvPr>
          <p:cNvGrpSpPr/>
          <p:nvPr/>
        </p:nvGrpSpPr>
        <p:grpSpPr>
          <a:xfrm>
            <a:off x="7026079" y="2174274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8A38C92-50AF-263A-338A-813DC80CC75B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5ED33E61-2AAA-0785-D9C4-CFDB2726F119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EDF4FF4-9934-F136-B90D-21B5BB9FE63D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E33C9649-E2FD-1EE5-EA01-A079D2D9C1B3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32CFA1F-C62B-E023-7B1F-B27C90FEDE8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34F618F-F219-BA3B-3D27-7B5E27F042C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4A6277D-2AAF-C459-2122-EAD76D4338F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CEECA2A-6A1A-6485-AB52-0C56D9946FB9}"/>
              </a:ext>
            </a:extLst>
          </p:cNvPr>
          <p:cNvSpPr/>
          <p:nvPr/>
        </p:nvSpPr>
        <p:spPr>
          <a:xfrm flipV="1">
            <a:off x="9408803" y="2386765"/>
            <a:ext cx="98384" cy="6390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44C084-E7EF-2131-2670-61D80451E28D}"/>
              </a:ext>
            </a:extLst>
          </p:cNvPr>
          <p:cNvGrpSpPr/>
          <p:nvPr/>
        </p:nvGrpSpPr>
        <p:grpSpPr>
          <a:xfrm>
            <a:off x="6982703" y="3232454"/>
            <a:ext cx="99451" cy="399442"/>
            <a:chOff x="5324822" y="4684248"/>
            <a:chExt cx="99451" cy="39944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402B3B4-636D-FB91-8CF3-066FB6DA1C16}"/>
                </a:ext>
              </a:extLst>
            </p:cNvPr>
            <p:cNvSpPr/>
            <p:nvPr/>
          </p:nvSpPr>
          <p:spPr>
            <a:xfrm>
              <a:off x="5325888" y="46842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804DADB-BFD4-968E-7E9F-B82FA7981E3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83B964-36DF-1E84-3FAA-4B6F833705CD}"/>
              </a:ext>
            </a:extLst>
          </p:cNvPr>
          <p:cNvSpPr/>
          <p:nvPr/>
        </p:nvSpPr>
        <p:spPr>
          <a:xfrm flipV="1">
            <a:off x="6836098" y="2495013"/>
            <a:ext cx="98385" cy="5244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2ACC13-1FE1-869F-EA28-6AC5A9C2BE92}"/>
              </a:ext>
            </a:extLst>
          </p:cNvPr>
          <p:cNvSpPr txBox="1"/>
          <p:nvPr/>
        </p:nvSpPr>
        <p:spPr>
          <a:xfrm>
            <a:off x="4800873" y="643570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24D803A-DBC9-7611-3256-DAC44AC84109}"/>
              </a:ext>
            </a:extLst>
          </p:cNvPr>
          <p:cNvCxnSpPr>
            <a:cxnSpLocks/>
          </p:cNvCxnSpPr>
          <p:nvPr/>
        </p:nvCxnSpPr>
        <p:spPr>
          <a:xfrm flipV="1">
            <a:off x="6240335" y="5700193"/>
            <a:ext cx="0" cy="759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8E0CF72E-7B7E-0AAB-D23B-08CA2C74BA93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FE44428-8546-2512-1724-B2C333494A8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0F6E23A-3A7B-FD9B-0825-224AFE149F8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57C68DE-E8D7-1510-E204-DF60FCE5B02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8F77A7F-4AE0-E58C-A63A-8F725F3EC1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53D08A9E-DD20-F7CC-7153-45A3E71C665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ACC54B1-C312-318C-EFA4-A60CB9C98B48}"/>
              </a:ext>
            </a:extLst>
          </p:cNvPr>
          <p:cNvSpPr/>
          <p:nvPr/>
        </p:nvSpPr>
        <p:spPr>
          <a:xfrm rot="16200000" flipV="1">
            <a:off x="3477676" y="3912498"/>
            <a:ext cx="98385" cy="696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0794863-254B-B142-6449-081C082ED99E}"/>
              </a:ext>
            </a:extLst>
          </p:cNvPr>
          <p:cNvGrpSpPr/>
          <p:nvPr/>
        </p:nvGrpSpPr>
        <p:grpSpPr>
          <a:xfrm>
            <a:off x="4593313" y="4503749"/>
            <a:ext cx="100923" cy="1293140"/>
            <a:chOff x="4735802" y="4627070"/>
            <a:chExt cx="100923" cy="129314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03DAE73-155A-3A1C-B554-52429F822228}"/>
                </a:ext>
              </a:extLst>
            </p:cNvPr>
            <p:cNvSpPr/>
            <p:nvPr/>
          </p:nvSpPr>
          <p:spPr>
            <a:xfrm>
              <a:off x="4737834" y="462707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9A119A2-4EED-FA9B-08BC-4AE993F6DB63}"/>
                </a:ext>
              </a:extLst>
            </p:cNvPr>
            <p:cNvSpPr/>
            <p:nvPr/>
          </p:nvSpPr>
          <p:spPr>
            <a:xfrm>
              <a:off x="4735802" y="52181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23A23A9-1449-5424-CEA6-D71C2CC1F7B2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C123AEB-1080-F571-D87D-9C17C90D7B0D}"/>
              </a:ext>
            </a:extLst>
          </p:cNvPr>
          <p:cNvGrpSpPr/>
          <p:nvPr/>
        </p:nvGrpSpPr>
        <p:grpSpPr>
          <a:xfrm>
            <a:off x="7347653" y="4485663"/>
            <a:ext cx="100923" cy="1293140"/>
            <a:chOff x="4735802" y="4627070"/>
            <a:chExt cx="100923" cy="129314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C6C18BA-4163-4ADE-F8CD-44282753E80E}"/>
                </a:ext>
              </a:extLst>
            </p:cNvPr>
            <p:cNvSpPr/>
            <p:nvPr/>
          </p:nvSpPr>
          <p:spPr>
            <a:xfrm>
              <a:off x="4737834" y="462707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F95EE704-0C6E-22BF-2706-55E9740C696B}"/>
                </a:ext>
              </a:extLst>
            </p:cNvPr>
            <p:cNvSpPr/>
            <p:nvPr/>
          </p:nvSpPr>
          <p:spPr>
            <a:xfrm>
              <a:off x="4735802" y="52181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7F6D202-65CE-7BB7-8560-8FF3CF13F5AB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344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A6AF8-8BAA-6128-5FC7-0E68784A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B1FA11-4C71-4A66-FA64-582D7AA7ED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7416" y="1180741"/>
            <a:ext cx="7297168" cy="51442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900F2B-CD96-174D-7F47-C568D0378E9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900F2B-CD96-174D-7F47-C568D037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0D3CA2-27D4-54A7-DE69-391B041AF82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A45A95-6924-0222-285D-6D1A9DF61731}"/>
              </a:ext>
            </a:extLst>
          </p:cNvPr>
          <p:cNvSpPr/>
          <p:nvPr/>
        </p:nvSpPr>
        <p:spPr>
          <a:xfrm>
            <a:off x="7742096" y="4886907"/>
            <a:ext cx="124420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A8EBB-5436-C7CC-2970-F705C9C19BD1}"/>
              </a:ext>
            </a:extLst>
          </p:cNvPr>
          <p:cNvSpPr txBox="1"/>
          <p:nvPr/>
        </p:nvSpPr>
        <p:spPr>
          <a:xfrm>
            <a:off x="7940264" y="424801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8D32B7-AE88-F311-2462-CB27F0327FAD}"/>
              </a:ext>
            </a:extLst>
          </p:cNvPr>
          <p:cNvSpPr/>
          <p:nvPr/>
        </p:nvSpPr>
        <p:spPr>
          <a:xfrm rot="5400000">
            <a:off x="5989965" y="4585719"/>
            <a:ext cx="102820" cy="27839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6DE7F1-2472-04A1-BCE7-602794D9CF18}"/>
              </a:ext>
            </a:extLst>
          </p:cNvPr>
          <p:cNvSpPr/>
          <p:nvPr/>
        </p:nvSpPr>
        <p:spPr>
          <a:xfrm>
            <a:off x="5392826" y="4568752"/>
            <a:ext cx="1244205" cy="112762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3847892-4A0C-42B7-C929-B6E8EAE2A4D6}"/>
              </a:ext>
            </a:extLst>
          </p:cNvPr>
          <p:cNvSpPr/>
          <p:nvPr/>
        </p:nvSpPr>
        <p:spPr>
          <a:xfrm>
            <a:off x="5543848" y="4703470"/>
            <a:ext cx="942163" cy="85819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DFEE2-F60C-F2F4-F93A-BCBC36A48F83}"/>
              </a:ext>
            </a:extLst>
          </p:cNvPr>
          <p:cNvSpPr txBox="1"/>
          <p:nvPr/>
        </p:nvSpPr>
        <p:spPr>
          <a:xfrm>
            <a:off x="5042751" y="40005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7D3EC-EDE7-04B3-FA0C-67944657DB60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75AEFBCB-A318-B4E3-4C23-9BCBA6DDB6A1}"/>
              </a:ext>
            </a:extLst>
          </p:cNvPr>
          <p:cNvSpPr/>
          <p:nvPr/>
        </p:nvSpPr>
        <p:spPr>
          <a:xfrm>
            <a:off x="5729270" y="482512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BE32EFF-57F2-46F2-8E4B-68D81296D00A}"/>
              </a:ext>
            </a:extLst>
          </p:cNvPr>
          <p:cNvGrpSpPr/>
          <p:nvPr/>
        </p:nvGrpSpPr>
        <p:grpSpPr>
          <a:xfrm>
            <a:off x="7692904" y="3981155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CD04B01-79F7-2448-D3D5-0FF7C6DCF44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589647B-31E2-25FB-44D0-214B7B150F11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2C689CB-BA9D-5D8D-48EC-CD33B2731AC9}"/>
              </a:ext>
            </a:extLst>
          </p:cNvPr>
          <p:cNvGrpSpPr/>
          <p:nvPr/>
        </p:nvGrpSpPr>
        <p:grpSpPr>
          <a:xfrm>
            <a:off x="7026079" y="2174274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0895874-682C-79D2-8256-D7D5100C8279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015BA9C-2900-B7C6-8BFD-8F41C2FE4CE9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9024C59-669C-84AD-D213-5E562AF5D72D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36EEC96B-872E-322A-C51B-1395834E2007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15FA52D-A749-E82A-BE31-EC58A0F0A27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DEEB487D-5ED6-E708-7A18-726FF3184C4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C377D6CE-B603-DB6A-A761-8A44ECCC50A4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1E3099-2064-A2E9-9619-4C4478799E20}"/>
              </a:ext>
            </a:extLst>
          </p:cNvPr>
          <p:cNvSpPr/>
          <p:nvPr/>
        </p:nvSpPr>
        <p:spPr>
          <a:xfrm flipV="1">
            <a:off x="9408803" y="2386765"/>
            <a:ext cx="98384" cy="6390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3919DFC-4DF1-0D6C-393A-1CA406EDC7A4}"/>
              </a:ext>
            </a:extLst>
          </p:cNvPr>
          <p:cNvGrpSpPr/>
          <p:nvPr/>
        </p:nvGrpSpPr>
        <p:grpSpPr>
          <a:xfrm>
            <a:off x="6982703" y="3232454"/>
            <a:ext cx="99451" cy="399442"/>
            <a:chOff x="5324822" y="4684248"/>
            <a:chExt cx="99451" cy="39944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C67489-D466-6B74-E761-A51B78A34FFD}"/>
                </a:ext>
              </a:extLst>
            </p:cNvPr>
            <p:cNvSpPr/>
            <p:nvPr/>
          </p:nvSpPr>
          <p:spPr>
            <a:xfrm>
              <a:off x="5325888" y="46842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67064D9-017C-7216-DCD9-53F0E3740EA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68CBB9-115D-4888-157C-3D8DE6B5EC43}"/>
              </a:ext>
            </a:extLst>
          </p:cNvPr>
          <p:cNvSpPr/>
          <p:nvPr/>
        </p:nvSpPr>
        <p:spPr>
          <a:xfrm flipV="1">
            <a:off x="6836098" y="2495013"/>
            <a:ext cx="98385" cy="5244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F1D2DA-B5D1-302F-4B88-669A2E710990}"/>
              </a:ext>
            </a:extLst>
          </p:cNvPr>
          <p:cNvSpPr txBox="1"/>
          <p:nvPr/>
        </p:nvSpPr>
        <p:spPr>
          <a:xfrm>
            <a:off x="6007373" y="643570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D619553-6B58-03C5-9B71-B32906AF82A7}"/>
              </a:ext>
            </a:extLst>
          </p:cNvPr>
          <p:cNvCxnSpPr>
            <a:cxnSpLocks/>
          </p:cNvCxnSpPr>
          <p:nvPr/>
        </p:nvCxnSpPr>
        <p:spPr>
          <a:xfrm flipV="1">
            <a:off x="6240335" y="5700193"/>
            <a:ext cx="0" cy="759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976F81D-8789-C5A4-FAE1-19DD5417A3FC}"/>
              </a:ext>
            </a:extLst>
          </p:cNvPr>
          <p:cNvSpPr txBox="1"/>
          <p:nvPr/>
        </p:nvSpPr>
        <p:spPr>
          <a:xfrm>
            <a:off x="3891857" y="630643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019FAAFF-875F-844F-D928-68990B9E6546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5F7F17B-F133-0899-6A27-E0B7A7D0A62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6741360-04D9-A670-FBE0-E726D86CFC4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530DAC2-7A62-5132-1242-F140E299EDD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E1E6640-57B9-1EFD-703F-8569E5592D0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BC2ECFD3-5F90-90DD-CAD9-3E883B829CE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391050-58C7-7113-9C56-D4F56E51FBF7}"/>
              </a:ext>
            </a:extLst>
          </p:cNvPr>
          <p:cNvSpPr/>
          <p:nvPr/>
        </p:nvSpPr>
        <p:spPr>
          <a:xfrm rot="16200000" flipV="1">
            <a:off x="3477676" y="3912498"/>
            <a:ext cx="98385" cy="696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13431C0-5CD9-CB7F-8C87-7E82C6F86B1E}"/>
              </a:ext>
            </a:extLst>
          </p:cNvPr>
          <p:cNvGrpSpPr/>
          <p:nvPr/>
        </p:nvGrpSpPr>
        <p:grpSpPr>
          <a:xfrm>
            <a:off x="4593313" y="4503749"/>
            <a:ext cx="100923" cy="1293140"/>
            <a:chOff x="4735802" y="4627070"/>
            <a:chExt cx="100923" cy="129314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F8EAEFF-A2BE-B164-4C56-E96F8186BC50}"/>
                </a:ext>
              </a:extLst>
            </p:cNvPr>
            <p:cNvSpPr/>
            <p:nvPr/>
          </p:nvSpPr>
          <p:spPr>
            <a:xfrm>
              <a:off x="4737834" y="462707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F7F0B7D-8707-401E-0927-FB20FF3FF083}"/>
                </a:ext>
              </a:extLst>
            </p:cNvPr>
            <p:cNvSpPr/>
            <p:nvPr/>
          </p:nvSpPr>
          <p:spPr>
            <a:xfrm>
              <a:off x="4735802" y="52181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99D0E54-DA71-E03E-BEE7-72E38DE128FA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6160E5B-901A-B4B2-FC27-9E7C9ED8B117}"/>
              </a:ext>
            </a:extLst>
          </p:cNvPr>
          <p:cNvGrpSpPr/>
          <p:nvPr/>
        </p:nvGrpSpPr>
        <p:grpSpPr>
          <a:xfrm>
            <a:off x="7347653" y="4485663"/>
            <a:ext cx="100923" cy="1293140"/>
            <a:chOff x="4735802" y="4627070"/>
            <a:chExt cx="100923" cy="129314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C44C328-365D-4E7D-CC86-7CDFD14D45E3}"/>
                </a:ext>
              </a:extLst>
            </p:cNvPr>
            <p:cNvSpPr/>
            <p:nvPr/>
          </p:nvSpPr>
          <p:spPr>
            <a:xfrm>
              <a:off x="4737834" y="462707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CB63725-AC03-D8F2-6854-53C0FFE4B035}"/>
                </a:ext>
              </a:extLst>
            </p:cNvPr>
            <p:cNvSpPr/>
            <p:nvPr/>
          </p:nvSpPr>
          <p:spPr>
            <a:xfrm>
              <a:off x="4735802" y="52181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9F7342C-02F1-622A-B10E-4DD26107A9EB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6758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1560-A134-3366-6CE7-CB3152E2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46C875-6486-4FB5-D7BF-82C7449C66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0002" y="1596105"/>
            <a:ext cx="10369103" cy="4366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09DDC4-3714-7898-E7BB-284E21AD4BF0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 dirty="0">
                    <a:ln/>
                    <a:solidFill>
                      <a:schemeClr val="tx1"/>
                    </a:solidFill>
                  </a:rPr>
                  <a:t>119OB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09DDC4-3714-7898-E7BB-284E21AD4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336AB2-B682-218F-BDAD-786B8F3A131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146499-36AD-A9C1-5814-F8BCA50A338D}"/>
              </a:ext>
            </a:extLst>
          </p:cNvPr>
          <p:cNvSpPr/>
          <p:nvPr/>
        </p:nvSpPr>
        <p:spPr>
          <a:xfrm>
            <a:off x="4101404" y="411298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32AB9AA-C6A1-1F44-61ED-F99C2B79BB38}"/>
              </a:ext>
            </a:extLst>
          </p:cNvPr>
          <p:cNvSpPr/>
          <p:nvPr/>
        </p:nvSpPr>
        <p:spPr>
          <a:xfrm>
            <a:off x="4270341" y="426506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F10B9-FD61-8EC6-17D3-328931A25F09}"/>
              </a:ext>
            </a:extLst>
          </p:cNvPr>
          <p:cNvSpPr txBox="1"/>
          <p:nvPr/>
        </p:nvSpPr>
        <p:spPr>
          <a:xfrm>
            <a:off x="3673035" y="3651987"/>
            <a:ext cx="1889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2032240-C742-A311-4CCF-CD489F92AAED}"/>
              </a:ext>
            </a:extLst>
          </p:cNvPr>
          <p:cNvSpPr/>
          <p:nvPr/>
        </p:nvSpPr>
        <p:spPr>
          <a:xfrm rot="16200000" flipV="1">
            <a:off x="8887468" y="1542972"/>
            <a:ext cx="85684" cy="10331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D9A703-14E0-B42A-8083-C8E436AB89F3}"/>
              </a:ext>
            </a:extLst>
          </p:cNvPr>
          <p:cNvSpPr/>
          <p:nvPr/>
        </p:nvSpPr>
        <p:spPr>
          <a:xfrm flipV="1">
            <a:off x="2923691" y="2969990"/>
            <a:ext cx="98384" cy="6995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6DCD68F-A55C-9CD4-B033-3C4F960C4EB7}"/>
              </a:ext>
            </a:extLst>
          </p:cNvPr>
          <p:cNvSpPr/>
          <p:nvPr/>
        </p:nvSpPr>
        <p:spPr>
          <a:xfrm rot="5400000">
            <a:off x="6865356" y="3692609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38F357-ED07-D9B0-7521-C373672BBC91}"/>
              </a:ext>
            </a:extLst>
          </p:cNvPr>
          <p:cNvSpPr/>
          <p:nvPr/>
        </p:nvSpPr>
        <p:spPr>
          <a:xfrm rot="10800000" flipV="1">
            <a:off x="6954216" y="2371477"/>
            <a:ext cx="86723" cy="750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E8DE5DF-8A2D-4D51-717C-C27BAC23423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FDF541A-BBCC-3887-B15D-86FA4647805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A6DF9B02-A6CB-FEA6-623C-01B9F8749F3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721949B-A7D3-4E2D-3859-7C788FE2EC8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72FAF9CE-EC81-7464-0CFE-75B6655E44B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202EF2D-8EC2-F4C3-A7A3-8E94804FC327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87D0661F-9F80-DF97-0B3B-759AF2E56EEF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54967AD-F66A-C767-3F97-BE1E8B0FA784}"/>
              </a:ext>
            </a:extLst>
          </p:cNvPr>
          <p:cNvSpPr/>
          <p:nvPr/>
        </p:nvSpPr>
        <p:spPr>
          <a:xfrm rot="5400000">
            <a:off x="4640627" y="4513945"/>
            <a:ext cx="102820" cy="20853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CD79EF-5B62-17B2-1DFB-1253FFB2926E}"/>
              </a:ext>
            </a:extLst>
          </p:cNvPr>
          <p:cNvSpPr txBox="1"/>
          <p:nvPr/>
        </p:nvSpPr>
        <p:spPr>
          <a:xfrm>
            <a:off x="3518751" y="605303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DEACEF2-6B03-51AF-F61A-06FFF1BE8D5A}"/>
              </a:ext>
            </a:extLst>
          </p:cNvPr>
          <p:cNvCxnSpPr>
            <a:cxnSpLocks/>
          </p:cNvCxnSpPr>
          <p:nvPr/>
        </p:nvCxnSpPr>
        <p:spPr>
          <a:xfrm flipV="1">
            <a:off x="5096141" y="5363882"/>
            <a:ext cx="0" cy="744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6F37EEA-FFDE-ADD3-CB18-A5EEDCE6308F}"/>
              </a:ext>
            </a:extLst>
          </p:cNvPr>
          <p:cNvGrpSpPr/>
          <p:nvPr/>
        </p:nvGrpSpPr>
        <p:grpSpPr>
          <a:xfrm>
            <a:off x="3570192" y="4345452"/>
            <a:ext cx="100923" cy="981983"/>
            <a:chOff x="4735802" y="5316052"/>
            <a:chExt cx="100923" cy="981983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B31D6464-F09E-B77B-88D0-13467E61FDE5}"/>
                </a:ext>
              </a:extLst>
            </p:cNvPr>
            <p:cNvSpPr/>
            <p:nvPr/>
          </p:nvSpPr>
          <p:spPr>
            <a:xfrm>
              <a:off x="4737834" y="53160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39341C84-F334-C7D1-5285-80CD98366F30}"/>
                </a:ext>
              </a:extLst>
            </p:cNvPr>
            <p:cNvSpPr/>
            <p:nvPr/>
          </p:nvSpPr>
          <p:spPr>
            <a:xfrm>
              <a:off x="4735802" y="57547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58BB028B-4AC5-563C-5C1F-7F22C0713B69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AAE112D-8F7A-E9AA-3FA3-C71A3DC84497}"/>
              </a:ext>
            </a:extLst>
          </p:cNvPr>
          <p:cNvGrpSpPr/>
          <p:nvPr/>
        </p:nvGrpSpPr>
        <p:grpSpPr>
          <a:xfrm>
            <a:off x="5719799" y="4345452"/>
            <a:ext cx="100923" cy="981983"/>
            <a:chOff x="4735802" y="5316052"/>
            <a:chExt cx="100923" cy="981983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636A83BC-EC35-E6C3-13E8-0C2579F16511}"/>
                </a:ext>
              </a:extLst>
            </p:cNvPr>
            <p:cNvSpPr/>
            <p:nvPr/>
          </p:nvSpPr>
          <p:spPr>
            <a:xfrm>
              <a:off x="4737834" y="53160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A4E12FC6-34BD-1978-24EC-0CF8862D5AF8}"/>
                </a:ext>
              </a:extLst>
            </p:cNvPr>
            <p:cNvSpPr/>
            <p:nvPr/>
          </p:nvSpPr>
          <p:spPr>
            <a:xfrm>
              <a:off x="4735802" y="57547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6C18E15-8182-FD46-A944-38BA5F5EC97B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0" name="타원 79">
            <a:extLst>
              <a:ext uri="{FF2B5EF4-FFF2-40B4-BE49-F238E27FC236}">
                <a16:creationId xmlns:a16="http://schemas.microsoft.com/office/drawing/2014/main" id="{DC4006AE-9D82-CEAD-4B9E-4E3B6F33B110}"/>
              </a:ext>
            </a:extLst>
          </p:cNvPr>
          <p:cNvSpPr/>
          <p:nvPr/>
        </p:nvSpPr>
        <p:spPr>
          <a:xfrm rot="5400000">
            <a:off x="5719798" y="3949762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353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FD52-9765-DE7E-F370-4D4DD755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B2473D-03B7-1690-7CC9-88E5F4EB3A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0002" y="1596105"/>
            <a:ext cx="10369103" cy="4366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58768D-161A-32BD-CC6B-EDE94952C1A3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 dirty="0">
                    <a:ln/>
                    <a:solidFill>
                      <a:schemeClr val="tx1"/>
                    </a:solidFill>
                  </a:rPr>
                  <a:t>119OB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58768D-161A-32BD-CC6B-EDE94952C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EB35E58-54E8-2474-B49B-2D4938AA6EB6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3A314E4-60C9-6EE9-5D3C-C5322C42854F}"/>
              </a:ext>
            </a:extLst>
          </p:cNvPr>
          <p:cNvSpPr/>
          <p:nvPr/>
        </p:nvSpPr>
        <p:spPr>
          <a:xfrm>
            <a:off x="4101404" y="411298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5EB959-602F-772E-E6A1-BE342F448CB2}"/>
              </a:ext>
            </a:extLst>
          </p:cNvPr>
          <p:cNvSpPr/>
          <p:nvPr/>
        </p:nvSpPr>
        <p:spPr>
          <a:xfrm>
            <a:off x="4270341" y="426506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A41B6-88DD-2CE5-8538-25BDFBD57C69}"/>
              </a:ext>
            </a:extLst>
          </p:cNvPr>
          <p:cNvSpPr txBox="1"/>
          <p:nvPr/>
        </p:nvSpPr>
        <p:spPr>
          <a:xfrm>
            <a:off x="3673035" y="3651987"/>
            <a:ext cx="1889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7058C8-71AA-BCE8-A0C4-FD795613120A}"/>
              </a:ext>
            </a:extLst>
          </p:cNvPr>
          <p:cNvSpPr/>
          <p:nvPr/>
        </p:nvSpPr>
        <p:spPr>
          <a:xfrm rot="16200000" flipV="1">
            <a:off x="8887468" y="1542972"/>
            <a:ext cx="85684" cy="10331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EF0AF7-EC85-8C29-1FA0-32DEBF20AB74}"/>
              </a:ext>
            </a:extLst>
          </p:cNvPr>
          <p:cNvSpPr/>
          <p:nvPr/>
        </p:nvSpPr>
        <p:spPr>
          <a:xfrm flipV="1">
            <a:off x="2923691" y="2969990"/>
            <a:ext cx="98384" cy="6995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CA450E0-0EAF-C549-EA1E-25A880D0CA46}"/>
              </a:ext>
            </a:extLst>
          </p:cNvPr>
          <p:cNvSpPr/>
          <p:nvPr/>
        </p:nvSpPr>
        <p:spPr>
          <a:xfrm rot="5400000">
            <a:off x="6865356" y="3692609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9413430-7680-491B-325D-425E10695EEF}"/>
              </a:ext>
            </a:extLst>
          </p:cNvPr>
          <p:cNvSpPr/>
          <p:nvPr/>
        </p:nvSpPr>
        <p:spPr>
          <a:xfrm rot="10800000" flipV="1">
            <a:off x="6954216" y="2371477"/>
            <a:ext cx="86723" cy="750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7323C5A-D00B-8479-43D2-980F285BC0C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3CDE51F-D4FB-0D70-BF55-48EE214B9AC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13DFB750-5038-7280-E17D-0F3B8AB93B6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2EF0A94-BF1A-8098-DF33-780A8926A38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DCF565B9-D9B1-CB74-3936-CB9ED645AD0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462DFB7-8744-DEAC-106B-8D7ECFCFAA23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B49B9ACC-20B9-D1EB-CEEA-A82713BF4EAC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10E2C55-5988-D419-48D6-8EFE05E0C6B6}"/>
              </a:ext>
            </a:extLst>
          </p:cNvPr>
          <p:cNvGrpSpPr/>
          <p:nvPr/>
        </p:nvGrpSpPr>
        <p:grpSpPr>
          <a:xfrm rot="5400000">
            <a:off x="8718800" y="2189292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CB1041E-257E-5BA7-B642-D6DEC32816AB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3F761F62-D6D6-8BC3-2BC3-93ECA493A2B7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07954286-1101-DC68-CC42-E0BC575EE025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별: 꼭짓점 7개 51">
              <a:extLst>
                <a:ext uri="{FF2B5EF4-FFF2-40B4-BE49-F238E27FC236}">
                  <a16:creationId xmlns:a16="http://schemas.microsoft.com/office/drawing/2014/main" id="{023BA032-DAD3-977A-17C3-1A0BADE32F6F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28917C9-B1B6-AEE1-9CBB-47A57A76C602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B76F7D54-21B0-B688-20FF-D620D6C02C2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9084A3A-2148-45A4-E779-52DB382D3F6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A331127-D0D0-D1AE-66D6-CEABDB72CDBB}"/>
              </a:ext>
            </a:extLst>
          </p:cNvPr>
          <p:cNvSpPr/>
          <p:nvPr/>
        </p:nvSpPr>
        <p:spPr>
          <a:xfrm>
            <a:off x="1580758" y="5507409"/>
            <a:ext cx="174309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AB028A-8D3C-8871-E683-64F8CC27A5FD}"/>
              </a:ext>
            </a:extLst>
          </p:cNvPr>
          <p:cNvSpPr txBox="1"/>
          <p:nvPr/>
        </p:nvSpPr>
        <p:spPr>
          <a:xfrm>
            <a:off x="1647315" y="485093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AE0C897-4770-3B05-DC98-32CDC09FD62E}"/>
              </a:ext>
            </a:extLst>
          </p:cNvPr>
          <p:cNvGrpSpPr/>
          <p:nvPr/>
        </p:nvGrpSpPr>
        <p:grpSpPr>
          <a:xfrm>
            <a:off x="3225037" y="4588905"/>
            <a:ext cx="98814" cy="628173"/>
            <a:chOff x="4737834" y="4900127"/>
            <a:chExt cx="98814" cy="628173"/>
          </a:xfrm>
          <a:solidFill>
            <a:srgbClr val="00B0F0"/>
          </a:solidFill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2EE46961-0D73-30BE-06B3-526740DA2DA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3A88FDC-D288-9A3D-7D95-EB7B11A07370}"/>
                </a:ext>
              </a:extLst>
            </p:cNvPr>
            <p:cNvSpPr/>
            <p:nvPr/>
          </p:nvSpPr>
          <p:spPr>
            <a:xfrm>
              <a:off x="4738263" y="542991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D04ECB3-2451-E1D6-35DF-7905BB8F3B0F}"/>
              </a:ext>
            </a:extLst>
          </p:cNvPr>
          <p:cNvSpPr/>
          <p:nvPr/>
        </p:nvSpPr>
        <p:spPr>
          <a:xfrm rot="5400000">
            <a:off x="4640627" y="4513945"/>
            <a:ext cx="102820" cy="20853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959EF3-046D-7B90-FB3D-77EF828E1DF1}"/>
              </a:ext>
            </a:extLst>
          </p:cNvPr>
          <p:cNvSpPr txBox="1"/>
          <p:nvPr/>
        </p:nvSpPr>
        <p:spPr>
          <a:xfrm>
            <a:off x="3518751" y="605303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EAA4754-134C-5F2C-8238-7602AE79C718}"/>
              </a:ext>
            </a:extLst>
          </p:cNvPr>
          <p:cNvCxnSpPr>
            <a:cxnSpLocks/>
          </p:cNvCxnSpPr>
          <p:nvPr/>
        </p:nvCxnSpPr>
        <p:spPr>
          <a:xfrm flipV="1">
            <a:off x="5096141" y="5363882"/>
            <a:ext cx="0" cy="744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1D63D25-4432-6824-7B56-5F23748FF88A}"/>
              </a:ext>
            </a:extLst>
          </p:cNvPr>
          <p:cNvGrpSpPr/>
          <p:nvPr/>
        </p:nvGrpSpPr>
        <p:grpSpPr>
          <a:xfrm>
            <a:off x="3570192" y="4345452"/>
            <a:ext cx="100923" cy="981983"/>
            <a:chOff x="4735802" y="5316052"/>
            <a:chExt cx="100923" cy="981983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E9AEC79-AE26-E672-4303-665D695453FA}"/>
                </a:ext>
              </a:extLst>
            </p:cNvPr>
            <p:cNvSpPr/>
            <p:nvPr/>
          </p:nvSpPr>
          <p:spPr>
            <a:xfrm>
              <a:off x="4737834" y="53160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152E3A8-55F4-FF16-5CA7-1EB31CAAB89A}"/>
                </a:ext>
              </a:extLst>
            </p:cNvPr>
            <p:cNvSpPr/>
            <p:nvPr/>
          </p:nvSpPr>
          <p:spPr>
            <a:xfrm>
              <a:off x="4735802" y="57547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76EF8748-1E9C-E934-2E97-6D1299A11A6B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6656358-4012-7081-F58D-54C48D565AF0}"/>
              </a:ext>
            </a:extLst>
          </p:cNvPr>
          <p:cNvGrpSpPr/>
          <p:nvPr/>
        </p:nvGrpSpPr>
        <p:grpSpPr>
          <a:xfrm>
            <a:off x="5719799" y="4345452"/>
            <a:ext cx="100923" cy="981983"/>
            <a:chOff x="4735802" y="5316052"/>
            <a:chExt cx="100923" cy="981983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C0D47223-EC5F-328C-6883-AC60A8CBA926}"/>
                </a:ext>
              </a:extLst>
            </p:cNvPr>
            <p:cNvSpPr/>
            <p:nvPr/>
          </p:nvSpPr>
          <p:spPr>
            <a:xfrm>
              <a:off x="4737834" y="53160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96E7920A-5337-4291-4A01-F912473F18D1}"/>
                </a:ext>
              </a:extLst>
            </p:cNvPr>
            <p:cNvSpPr/>
            <p:nvPr/>
          </p:nvSpPr>
          <p:spPr>
            <a:xfrm>
              <a:off x="4735802" y="57547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970C801-BCDF-E1E5-40D7-F65119AA26D9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0" name="타원 79">
            <a:extLst>
              <a:ext uri="{FF2B5EF4-FFF2-40B4-BE49-F238E27FC236}">
                <a16:creationId xmlns:a16="http://schemas.microsoft.com/office/drawing/2014/main" id="{65FE5166-B5AC-780F-9764-44EE367C0CA4}"/>
              </a:ext>
            </a:extLst>
          </p:cNvPr>
          <p:cNvSpPr/>
          <p:nvPr/>
        </p:nvSpPr>
        <p:spPr>
          <a:xfrm rot="5400000">
            <a:off x="5719798" y="3949762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6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C69B-53AD-5321-5F77-BA4CAB32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7CB518-0411-8176-6998-7CA795F46A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0002" y="1596105"/>
            <a:ext cx="10369103" cy="4366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C80861-4BC6-4CE9-BDD5-FB2C64911731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r>
                  <a:rPr lang="en-US" altLang="ko-KR" sz="2000" b="1" u="none" strike="noStrike" dirty="0">
                    <a:ln/>
                    <a:solidFill>
                      <a:schemeClr val="tx1"/>
                    </a:solidFill>
                  </a:rPr>
                  <a:t>119OB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ko-KR" sz="2000" b="1" i="1" u="none" strike="noStrike" smtClean="0">
                            <a:ln/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C80861-4BC6-4CE9-BDD5-FB2C64911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DC420B-87C3-B31D-4F7F-BA1A00B5CDE4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DC168E-1B83-E3A1-775D-CC9391BEEB30}"/>
              </a:ext>
            </a:extLst>
          </p:cNvPr>
          <p:cNvSpPr/>
          <p:nvPr/>
        </p:nvSpPr>
        <p:spPr>
          <a:xfrm>
            <a:off x="4101404" y="4112982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566609-1A08-9567-0AAE-4553A83F3D26}"/>
              </a:ext>
            </a:extLst>
          </p:cNvPr>
          <p:cNvSpPr/>
          <p:nvPr/>
        </p:nvSpPr>
        <p:spPr>
          <a:xfrm>
            <a:off x="4270341" y="4265069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D222E-EB02-C410-5359-1B28DDDE6C02}"/>
              </a:ext>
            </a:extLst>
          </p:cNvPr>
          <p:cNvSpPr txBox="1"/>
          <p:nvPr/>
        </p:nvSpPr>
        <p:spPr>
          <a:xfrm>
            <a:off x="3673035" y="3651987"/>
            <a:ext cx="1889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DAD85674-162E-ECD2-A1C7-F052FFA3B95A}"/>
              </a:ext>
            </a:extLst>
          </p:cNvPr>
          <p:cNvSpPr/>
          <p:nvPr/>
        </p:nvSpPr>
        <p:spPr>
          <a:xfrm>
            <a:off x="4449769" y="444839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B33B714-3022-7167-E3F2-20C2720C0F88}"/>
              </a:ext>
            </a:extLst>
          </p:cNvPr>
          <p:cNvSpPr/>
          <p:nvPr/>
        </p:nvSpPr>
        <p:spPr>
          <a:xfrm rot="16200000" flipV="1">
            <a:off x="8887468" y="1542972"/>
            <a:ext cx="85684" cy="10331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A26CB2-4D74-40AC-F7E4-4471BD63A3B2}"/>
              </a:ext>
            </a:extLst>
          </p:cNvPr>
          <p:cNvSpPr/>
          <p:nvPr/>
        </p:nvSpPr>
        <p:spPr>
          <a:xfrm flipV="1">
            <a:off x="2923691" y="2969990"/>
            <a:ext cx="98384" cy="6995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0D38979-A7C1-9A6E-D473-E6F3A1AADE8A}"/>
              </a:ext>
            </a:extLst>
          </p:cNvPr>
          <p:cNvSpPr/>
          <p:nvPr/>
        </p:nvSpPr>
        <p:spPr>
          <a:xfrm rot="5400000">
            <a:off x="6865356" y="3692609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672B44-D073-EA41-49EB-E47C42639EF5}"/>
              </a:ext>
            </a:extLst>
          </p:cNvPr>
          <p:cNvSpPr/>
          <p:nvPr/>
        </p:nvSpPr>
        <p:spPr>
          <a:xfrm rot="10800000" flipV="1">
            <a:off x="6954216" y="2371477"/>
            <a:ext cx="86723" cy="750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E787C45-B62A-96C6-79F2-815ECD651DB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08AF1CC3-B8BB-26B1-D560-54612E86B3C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25ECFDF-9C31-1EBE-938C-C39DA87F2C1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0849C0E-9703-AD7B-6967-46C70DABEDF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614F2D1F-7695-FF06-8095-B465B69238D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DC5F705-BCAA-C8E3-8B2C-18B8A16CD130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0090634B-00B0-A198-8C31-2A2741B79814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A32E15D-3544-7B7C-1CC8-D1B785227F16}"/>
              </a:ext>
            </a:extLst>
          </p:cNvPr>
          <p:cNvGrpSpPr/>
          <p:nvPr/>
        </p:nvGrpSpPr>
        <p:grpSpPr>
          <a:xfrm rot="5400000">
            <a:off x="8718800" y="2189292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66CFAF1B-D17C-FD6A-4D1A-9D3A6F0C31EA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4F5AD3F-FA7A-55ED-F5E6-9051D9D5A0CA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87895E5D-9B18-CFB5-A964-107B5C1C9AD5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별: 꼭짓점 7개 51">
              <a:extLst>
                <a:ext uri="{FF2B5EF4-FFF2-40B4-BE49-F238E27FC236}">
                  <a16:creationId xmlns:a16="http://schemas.microsoft.com/office/drawing/2014/main" id="{47C7F726-8691-2942-3503-B733B462B264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FEDE7D1F-EAD0-44A0-7CBE-6F2B4482EB3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CDA72724-306F-5C8B-0E3A-5F2DB2D3322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507D7A59-10E4-4806-B246-42B979336C57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A22BD0A-6974-07A5-3F9D-6DFD82C370F2}"/>
              </a:ext>
            </a:extLst>
          </p:cNvPr>
          <p:cNvSpPr/>
          <p:nvPr/>
        </p:nvSpPr>
        <p:spPr>
          <a:xfrm>
            <a:off x="1580758" y="5507409"/>
            <a:ext cx="174309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7E975E-A1D9-6C70-2CC0-22E16F5DEAA9}"/>
              </a:ext>
            </a:extLst>
          </p:cNvPr>
          <p:cNvSpPr txBox="1"/>
          <p:nvPr/>
        </p:nvSpPr>
        <p:spPr>
          <a:xfrm>
            <a:off x="1647315" y="485093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2640532-2361-606C-D70A-EAF93B0148AD}"/>
              </a:ext>
            </a:extLst>
          </p:cNvPr>
          <p:cNvGrpSpPr/>
          <p:nvPr/>
        </p:nvGrpSpPr>
        <p:grpSpPr>
          <a:xfrm>
            <a:off x="3225037" y="4588905"/>
            <a:ext cx="98814" cy="628173"/>
            <a:chOff x="4737834" y="4900127"/>
            <a:chExt cx="98814" cy="628173"/>
          </a:xfrm>
          <a:solidFill>
            <a:srgbClr val="00B0F0"/>
          </a:solidFill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48D0D3C8-BC97-9214-CEA8-2A4F0A7B322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9206F924-D29F-D639-CD36-7C0639EFE186}"/>
                </a:ext>
              </a:extLst>
            </p:cNvPr>
            <p:cNvSpPr/>
            <p:nvPr/>
          </p:nvSpPr>
          <p:spPr>
            <a:xfrm>
              <a:off x="4738263" y="542991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5348486-8DE4-F6B7-15AC-B57475F03803}"/>
              </a:ext>
            </a:extLst>
          </p:cNvPr>
          <p:cNvSpPr/>
          <p:nvPr/>
        </p:nvSpPr>
        <p:spPr>
          <a:xfrm rot="5400000">
            <a:off x="4640627" y="4513945"/>
            <a:ext cx="102820" cy="20853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7C5956-AB39-72E1-28A8-AD6A5564E815}"/>
              </a:ext>
            </a:extLst>
          </p:cNvPr>
          <p:cNvSpPr txBox="1"/>
          <p:nvPr/>
        </p:nvSpPr>
        <p:spPr>
          <a:xfrm>
            <a:off x="4728426" y="605303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C8E0C3B-B44C-46CA-2809-7672A4421926}"/>
              </a:ext>
            </a:extLst>
          </p:cNvPr>
          <p:cNvCxnSpPr>
            <a:cxnSpLocks/>
          </p:cNvCxnSpPr>
          <p:nvPr/>
        </p:nvCxnSpPr>
        <p:spPr>
          <a:xfrm flipV="1">
            <a:off x="5096141" y="5363882"/>
            <a:ext cx="0" cy="744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4A6AEE1-CEB9-B097-8CE7-80E63B2A5438}"/>
              </a:ext>
            </a:extLst>
          </p:cNvPr>
          <p:cNvSpPr txBox="1"/>
          <p:nvPr/>
        </p:nvSpPr>
        <p:spPr>
          <a:xfrm>
            <a:off x="2558349" y="591585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5399508-6D2E-CCFD-365A-F1BFE69E2060}"/>
              </a:ext>
            </a:extLst>
          </p:cNvPr>
          <p:cNvGrpSpPr/>
          <p:nvPr/>
        </p:nvGrpSpPr>
        <p:grpSpPr>
          <a:xfrm>
            <a:off x="3570192" y="4345452"/>
            <a:ext cx="100923" cy="981983"/>
            <a:chOff x="4735802" y="5316052"/>
            <a:chExt cx="100923" cy="981983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CC210E8D-351F-F9BA-239C-95B7DC418418}"/>
                </a:ext>
              </a:extLst>
            </p:cNvPr>
            <p:cNvSpPr/>
            <p:nvPr/>
          </p:nvSpPr>
          <p:spPr>
            <a:xfrm>
              <a:off x="4737834" y="53160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E9097F3-1C11-C80F-ABDF-C0638B3B5311}"/>
                </a:ext>
              </a:extLst>
            </p:cNvPr>
            <p:cNvSpPr/>
            <p:nvPr/>
          </p:nvSpPr>
          <p:spPr>
            <a:xfrm>
              <a:off x="4735802" y="57547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20D5B43B-C04E-9C9D-0899-188E1A27D544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AA59752-131A-42BC-55FA-AD5733A92D2F}"/>
              </a:ext>
            </a:extLst>
          </p:cNvPr>
          <p:cNvGrpSpPr/>
          <p:nvPr/>
        </p:nvGrpSpPr>
        <p:grpSpPr>
          <a:xfrm>
            <a:off x="5719799" y="4345452"/>
            <a:ext cx="100923" cy="981983"/>
            <a:chOff x="4735802" y="5316052"/>
            <a:chExt cx="100923" cy="981983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AD88B2C-04BF-462C-43CF-004B8D60268E}"/>
                </a:ext>
              </a:extLst>
            </p:cNvPr>
            <p:cNvSpPr/>
            <p:nvPr/>
          </p:nvSpPr>
          <p:spPr>
            <a:xfrm>
              <a:off x="4737834" y="53160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6126AA10-5C65-E6BF-BA61-0123C3D12272}"/>
                </a:ext>
              </a:extLst>
            </p:cNvPr>
            <p:cNvSpPr/>
            <p:nvPr/>
          </p:nvSpPr>
          <p:spPr>
            <a:xfrm>
              <a:off x="4735802" y="57547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0F6B028-9253-183C-E153-BD07CAD3135B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0" name="타원 79">
            <a:extLst>
              <a:ext uri="{FF2B5EF4-FFF2-40B4-BE49-F238E27FC236}">
                <a16:creationId xmlns:a16="http://schemas.microsoft.com/office/drawing/2014/main" id="{4BDE8056-7634-0396-1447-FD93EA1C1751}"/>
              </a:ext>
            </a:extLst>
          </p:cNvPr>
          <p:cNvSpPr/>
          <p:nvPr/>
        </p:nvSpPr>
        <p:spPr>
          <a:xfrm rot="5400000">
            <a:off x="5719798" y="3949762"/>
            <a:ext cx="98385" cy="9838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149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72065F-2F6F-2EC5-6929-86E806E5FF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2601" y="1855033"/>
            <a:ext cx="7497221" cy="4572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1E33EE-75A4-6712-CD83-46B41CFD7A87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1E33EE-75A4-6712-CD83-46B41CFD7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77CBA8-A735-9716-0AE5-87C1C2AED17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EA1C0C-5155-893F-0B50-F9F21C081BC1}"/>
              </a:ext>
            </a:extLst>
          </p:cNvPr>
          <p:cNvSpPr/>
          <p:nvPr/>
        </p:nvSpPr>
        <p:spPr>
          <a:xfrm rot="5400000">
            <a:off x="5583897" y="5125853"/>
            <a:ext cx="102820" cy="1833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8EF476-BA1C-7587-D7CA-CFF473D381DD}"/>
              </a:ext>
            </a:extLst>
          </p:cNvPr>
          <p:cNvSpPr/>
          <p:nvPr/>
        </p:nvSpPr>
        <p:spPr>
          <a:xfrm>
            <a:off x="5061898" y="4728906"/>
            <a:ext cx="1104339" cy="111533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A60730-636D-C5AA-41F8-D03754368131}"/>
              </a:ext>
            </a:extLst>
          </p:cNvPr>
          <p:cNvSpPr/>
          <p:nvPr/>
        </p:nvSpPr>
        <p:spPr>
          <a:xfrm>
            <a:off x="5208132" y="4870781"/>
            <a:ext cx="809370" cy="84883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4BE8A-AC0C-533D-275D-AF5FDA873F06}"/>
              </a:ext>
            </a:extLst>
          </p:cNvPr>
          <p:cNvSpPr txBox="1"/>
          <p:nvPr/>
        </p:nvSpPr>
        <p:spPr>
          <a:xfrm>
            <a:off x="4668660" y="42235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A2E970-FD8D-F6BD-9E36-0D2B39AB42A7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A846FD1-A9B7-EED3-01F5-80B147B90530}"/>
              </a:ext>
            </a:extLst>
          </p:cNvPr>
          <p:cNvGrpSpPr/>
          <p:nvPr/>
        </p:nvGrpSpPr>
        <p:grpSpPr>
          <a:xfrm>
            <a:off x="4663354" y="4694993"/>
            <a:ext cx="98891" cy="1159783"/>
            <a:chOff x="4737834" y="5071577"/>
            <a:chExt cx="98891" cy="1159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3E944B5-A947-170F-E5F3-44FC3295C96C}"/>
                </a:ext>
              </a:extLst>
            </p:cNvPr>
            <p:cNvSpPr/>
            <p:nvPr/>
          </p:nvSpPr>
          <p:spPr>
            <a:xfrm>
              <a:off x="4737834" y="50715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2B7C517-C2B3-9AD4-FB24-90A1862FC5CB}"/>
                </a:ext>
              </a:extLst>
            </p:cNvPr>
            <p:cNvSpPr/>
            <p:nvPr/>
          </p:nvSpPr>
          <p:spPr>
            <a:xfrm>
              <a:off x="4738263" y="55991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C98B84C-8A7C-1793-F527-4323172B71A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D35179B-392B-548E-3B8D-49A805901782}"/>
              </a:ext>
            </a:extLst>
          </p:cNvPr>
          <p:cNvGrpSpPr/>
          <p:nvPr/>
        </p:nvGrpSpPr>
        <p:grpSpPr>
          <a:xfrm rot="5400000">
            <a:off x="7644174" y="4130208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0771398-4F78-3B3B-AF38-62C0FFBDC52D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3AFD181-5BBE-C94E-0BCD-7C0BD86A587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E3E3D8-3990-7B18-0830-57019FC32227}"/>
              </a:ext>
            </a:extLst>
          </p:cNvPr>
          <p:cNvSpPr/>
          <p:nvPr/>
        </p:nvSpPr>
        <p:spPr>
          <a:xfrm flipV="1">
            <a:off x="8731450" y="3083160"/>
            <a:ext cx="98385" cy="688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E23457-AD36-EC29-3BA2-5D085EDB5AF7}"/>
              </a:ext>
            </a:extLst>
          </p:cNvPr>
          <p:cNvSpPr txBox="1"/>
          <p:nvPr/>
        </p:nvSpPr>
        <p:spPr>
          <a:xfrm>
            <a:off x="4412857" y="641492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379848-2C88-AE25-5D65-9BAA5F4E4DEC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DD6B286A-671D-7D37-EF26-8D88CB1338F6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6B75845-7921-72E5-8E62-BB267A42657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3306FEE-B380-E754-6D37-1A86378A176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1F84B20-2CCD-B529-E952-7356D93C42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830E2EA-6146-040E-FC65-635F704B351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83B24BD1-B59E-7C3B-5BCC-00690DDC493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B96473E-2EEA-B9FA-2A06-CE2303BFBF23}"/>
              </a:ext>
            </a:extLst>
          </p:cNvPr>
          <p:cNvSpPr/>
          <p:nvPr/>
        </p:nvSpPr>
        <p:spPr>
          <a:xfrm rot="16200000" flipV="1">
            <a:off x="7261754" y="2856259"/>
            <a:ext cx="98385" cy="6498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9F0FB88-0489-C089-FB8A-2B2FDF914E7B}"/>
              </a:ext>
            </a:extLst>
          </p:cNvPr>
          <p:cNvSpPr/>
          <p:nvPr/>
        </p:nvSpPr>
        <p:spPr>
          <a:xfrm rot="10800000" flipV="1">
            <a:off x="4267153" y="3295384"/>
            <a:ext cx="98385" cy="6639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294C18B-8AB5-723A-077C-4CA3A1DEC546}"/>
              </a:ext>
            </a:extLst>
          </p:cNvPr>
          <p:cNvGrpSpPr/>
          <p:nvPr/>
        </p:nvGrpSpPr>
        <p:grpSpPr>
          <a:xfrm>
            <a:off x="6479096" y="4691817"/>
            <a:ext cx="98891" cy="1159783"/>
            <a:chOff x="4737834" y="5071577"/>
            <a:chExt cx="98891" cy="11597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5E8446C-293D-B9CD-472E-B2C86C04D4B7}"/>
                </a:ext>
              </a:extLst>
            </p:cNvPr>
            <p:cNvSpPr/>
            <p:nvPr/>
          </p:nvSpPr>
          <p:spPr>
            <a:xfrm>
              <a:off x="4737834" y="50715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9BCCA76-2EBA-A2CC-9B43-AA3FD65F3115}"/>
                </a:ext>
              </a:extLst>
            </p:cNvPr>
            <p:cNvSpPr/>
            <p:nvPr/>
          </p:nvSpPr>
          <p:spPr>
            <a:xfrm>
              <a:off x="4738263" y="55991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57AC0BA-DE95-F27A-23C2-4C7ED43D1F7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454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009BA-8D61-3463-CC45-4614A465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DA71DE-5EC0-729B-DEF2-5F942BAE8A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2601" y="1855033"/>
            <a:ext cx="7497221" cy="4572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3BC9F4-D9AF-9F6E-AAA7-1A5F2EB149A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3BC9F4-D9AF-9F6E-AAA7-1A5F2EB1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5AE951D-3B50-E7A0-EFC0-6138A29B2083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C4852A-0882-49F5-5E17-A2D460011D85}"/>
              </a:ext>
            </a:extLst>
          </p:cNvPr>
          <p:cNvSpPr/>
          <p:nvPr/>
        </p:nvSpPr>
        <p:spPr>
          <a:xfrm>
            <a:off x="3657449" y="5980843"/>
            <a:ext cx="8212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4C6AB-16A0-6A17-98CD-445E753C8010}"/>
              </a:ext>
            </a:extLst>
          </p:cNvPr>
          <p:cNvSpPr txBox="1"/>
          <p:nvPr/>
        </p:nvSpPr>
        <p:spPr>
          <a:xfrm>
            <a:off x="2932719" y="498187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7FC90D-48B3-022C-E5C0-2A505735D655}"/>
              </a:ext>
            </a:extLst>
          </p:cNvPr>
          <p:cNvSpPr/>
          <p:nvPr/>
        </p:nvSpPr>
        <p:spPr>
          <a:xfrm rot="5400000">
            <a:off x="5583897" y="5125853"/>
            <a:ext cx="102820" cy="1833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45B11B0-EC3B-1C7C-A7B2-6191E9310CB1}"/>
              </a:ext>
            </a:extLst>
          </p:cNvPr>
          <p:cNvSpPr/>
          <p:nvPr/>
        </p:nvSpPr>
        <p:spPr>
          <a:xfrm>
            <a:off x="5061898" y="4728906"/>
            <a:ext cx="1104339" cy="111533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EDF6182-9AEC-3D5B-754F-B1C212E522C5}"/>
              </a:ext>
            </a:extLst>
          </p:cNvPr>
          <p:cNvSpPr/>
          <p:nvPr/>
        </p:nvSpPr>
        <p:spPr>
          <a:xfrm>
            <a:off x="5208132" y="4870781"/>
            <a:ext cx="809370" cy="84883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F1FD3-8AAD-CDBF-4180-281250AD296F}"/>
              </a:ext>
            </a:extLst>
          </p:cNvPr>
          <p:cNvSpPr txBox="1"/>
          <p:nvPr/>
        </p:nvSpPr>
        <p:spPr>
          <a:xfrm>
            <a:off x="4668660" y="42235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390AF1-E961-8EFE-80FF-36BB0F08C73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51D6E96-D10E-24FF-1387-76CFECFC997E}"/>
              </a:ext>
            </a:extLst>
          </p:cNvPr>
          <p:cNvGrpSpPr/>
          <p:nvPr/>
        </p:nvGrpSpPr>
        <p:grpSpPr>
          <a:xfrm>
            <a:off x="4663354" y="4694993"/>
            <a:ext cx="98891" cy="1159783"/>
            <a:chOff x="4737834" y="5071577"/>
            <a:chExt cx="98891" cy="1159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9AA40C-2E7B-D1D5-2E31-1046B346B806}"/>
                </a:ext>
              </a:extLst>
            </p:cNvPr>
            <p:cNvSpPr/>
            <p:nvPr/>
          </p:nvSpPr>
          <p:spPr>
            <a:xfrm>
              <a:off x="4737834" y="50715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5501FCA-AAF2-135A-2BD2-16F19D98014E}"/>
                </a:ext>
              </a:extLst>
            </p:cNvPr>
            <p:cNvSpPr/>
            <p:nvPr/>
          </p:nvSpPr>
          <p:spPr>
            <a:xfrm>
              <a:off x="4738263" y="55991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F629C15-89AB-AE8F-8DCE-8904971CF71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CFF0150-5DAC-D1D8-BDCB-F6C33BF5B2E3}"/>
              </a:ext>
            </a:extLst>
          </p:cNvPr>
          <p:cNvGrpSpPr/>
          <p:nvPr/>
        </p:nvGrpSpPr>
        <p:grpSpPr>
          <a:xfrm>
            <a:off x="4316345" y="4814775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6964F8A-5CE2-84B0-7AC5-AD666D290A90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FE40C3C-9D46-A33C-882D-B41C33213956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B362931-BDC2-7A11-71BE-AA0506B31031}"/>
              </a:ext>
            </a:extLst>
          </p:cNvPr>
          <p:cNvGrpSpPr/>
          <p:nvPr/>
        </p:nvGrpSpPr>
        <p:grpSpPr>
          <a:xfrm>
            <a:off x="8189419" y="3181188"/>
            <a:ext cx="429913" cy="542991"/>
            <a:chOff x="9191246" y="3797098"/>
            <a:chExt cx="4299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87E2106-AA25-C42A-737C-7278B60267BB}"/>
                </a:ext>
              </a:extLst>
            </p:cNvPr>
            <p:cNvGrpSpPr/>
            <p:nvPr/>
          </p:nvGrpSpPr>
          <p:grpSpPr>
            <a:xfrm>
              <a:off x="9522345" y="3799905"/>
              <a:ext cx="98814" cy="540184"/>
              <a:chOff x="46362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036B3FE9-2F2E-4B67-67F6-69471EBF228F}"/>
                  </a:ext>
                </a:extLst>
              </p:cNvPr>
              <p:cNvSpPr/>
              <p:nvPr/>
            </p:nvSpPr>
            <p:spPr>
              <a:xfrm>
                <a:off x="46362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564960C2-C28A-68E1-DCD4-E219DB08B979}"/>
                  </a:ext>
                </a:extLst>
              </p:cNvPr>
              <p:cNvSpPr/>
              <p:nvPr/>
            </p:nvSpPr>
            <p:spPr>
              <a:xfrm>
                <a:off x="46366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0FA4BD83-D30C-B7FB-2E61-69B1A58AED22}"/>
                </a:ext>
              </a:extLst>
            </p:cNvPr>
            <p:cNvSpPr/>
            <p:nvPr/>
          </p:nvSpPr>
          <p:spPr>
            <a:xfrm rot="5400000">
              <a:off x="9285285" y="3950764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6737448-BC30-5E92-5273-3B13381C746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3A1439A-E686-FA76-C756-13DEC4D9306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EA2173B-416C-A9AF-8BD5-89287AD4DB9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C9FED14-FE2F-5260-E4D8-94ECAF368674}"/>
              </a:ext>
            </a:extLst>
          </p:cNvPr>
          <p:cNvGrpSpPr/>
          <p:nvPr/>
        </p:nvGrpSpPr>
        <p:grpSpPr>
          <a:xfrm rot="5400000">
            <a:off x="7644174" y="4130208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34C689C-FCA5-A96A-544C-FC5589123DD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4BE3FF5-D5E7-37EC-CBD0-56D16D23489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DAA1066-98E2-3123-03DC-BD08E652B2C7}"/>
              </a:ext>
            </a:extLst>
          </p:cNvPr>
          <p:cNvSpPr/>
          <p:nvPr/>
        </p:nvSpPr>
        <p:spPr>
          <a:xfrm flipV="1">
            <a:off x="8731450" y="3083160"/>
            <a:ext cx="98385" cy="688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524006-EA75-185C-78CE-187ED1F9F428}"/>
              </a:ext>
            </a:extLst>
          </p:cNvPr>
          <p:cNvSpPr txBox="1"/>
          <p:nvPr/>
        </p:nvSpPr>
        <p:spPr>
          <a:xfrm>
            <a:off x="4412857" y="641492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C8C0D83-66E8-C442-411D-C6204CF18E11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49E77CFA-890E-F153-BAF3-CC55AAC55283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CBE5364-7A79-798A-3DC9-ACBFE3589D3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53E8944-CBA3-170E-31DD-6704952796C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36DC29D-CBD5-CAD2-7268-991ABFB492A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AB10E18-AF13-0388-466C-5A7DB6697A2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ECF28B28-4EB3-6669-1FCC-1BEEBF2E137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E8A78B-F93E-FE01-3726-0CDDDDBE4AEC}"/>
              </a:ext>
            </a:extLst>
          </p:cNvPr>
          <p:cNvSpPr/>
          <p:nvPr/>
        </p:nvSpPr>
        <p:spPr>
          <a:xfrm rot="16200000" flipV="1">
            <a:off x="7261754" y="2856259"/>
            <a:ext cx="98385" cy="6498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77A71C3-D689-D4A8-8438-ADC203B20615}"/>
              </a:ext>
            </a:extLst>
          </p:cNvPr>
          <p:cNvSpPr/>
          <p:nvPr/>
        </p:nvSpPr>
        <p:spPr>
          <a:xfrm rot="10800000" flipV="1">
            <a:off x="4267153" y="3295384"/>
            <a:ext cx="98385" cy="6639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95EE566-4EB2-2019-6619-EA0F900F347E}"/>
              </a:ext>
            </a:extLst>
          </p:cNvPr>
          <p:cNvGrpSpPr/>
          <p:nvPr/>
        </p:nvGrpSpPr>
        <p:grpSpPr>
          <a:xfrm>
            <a:off x="6479096" y="4691817"/>
            <a:ext cx="98891" cy="1159783"/>
            <a:chOff x="4737834" y="5071577"/>
            <a:chExt cx="98891" cy="11597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B7A94A-C3DC-FD87-3D2A-3A344E35AE14}"/>
                </a:ext>
              </a:extLst>
            </p:cNvPr>
            <p:cNvSpPr/>
            <p:nvPr/>
          </p:nvSpPr>
          <p:spPr>
            <a:xfrm>
              <a:off x="4737834" y="50715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F08030A-A704-B1A9-62CB-1191E9B17197}"/>
                </a:ext>
              </a:extLst>
            </p:cNvPr>
            <p:cNvSpPr/>
            <p:nvPr/>
          </p:nvSpPr>
          <p:spPr>
            <a:xfrm>
              <a:off x="4738263" y="55991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E457EA9-B9BA-465F-B847-C461193B6A8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6785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4172-C963-777C-A340-0A070DF2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3216C2-02ED-A66F-BBAE-CE3E81D75F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2601" y="1855033"/>
            <a:ext cx="7497221" cy="4572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314E0F-2EEE-A0F3-48EB-24829EF7749F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314E0F-2EEE-A0F3-48EB-24829EF77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2CE3402-CD5C-EAAE-08C1-0BE0F0732528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E6B393-0207-9331-4472-B0D2F25CB674}"/>
              </a:ext>
            </a:extLst>
          </p:cNvPr>
          <p:cNvSpPr/>
          <p:nvPr/>
        </p:nvSpPr>
        <p:spPr>
          <a:xfrm>
            <a:off x="3657449" y="5980843"/>
            <a:ext cx="8212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EE17E-57EB-01A9-D6B6-15F5B0343DBF}"/>
              </a:ext>
            </a:extLst>
          </p:cNvPr>
          <p:cNvSpPr txBox="1"/>
          <p:nvPr/>
        </p:nvSpPr>
        <p:spPr>
          <a:xfrm>
            <a:off x="2932719" y="498187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640BA5-A81D-82E8-387A-9EAFD5A66C7E}"/>
              </a:ext>
            </a:extLst>
          </p:cNvPr>
          <p:cNvSpPr/>
          <p:nvPr/>
        </p:nvSpPr>
        <p:spPr>
          <a:xfrm rot="5400000">
            <a:off x="5583897" y="5125853"/>
            <a:ext cx="102820" cy="1833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37D0A7C-3E64-8EFE-AE0E-7B14C65D27DA}"/>
              </a:ext>
            </a:extLst>
          </p:cNvPr>
          <p:cNvSpPr/>
          <p:nvPr/>
        </p:nvSpPr>
        <p:spPr>
          <a:xfrm>
            <a:off x="5061898" y="4728906"/>
            <a:ext cx="1104339" cy="111533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8DE6562-E496-5BE4-2CAC-A9FF2A89115C}"/>
              </a:ext>
            </a:extLst>
          </p:cNvPr>
          <p:cNvSpPr/>
          <p:nvPr/>
        </p:nvSpPr>
        <p:spPr>
          <a:xfrm>
            <a:off x="5208132" y="4870781"/>
            <a:ext cx="809370" cy="84883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CA972-8A51-1597-8B1A-1158FC0A9A3B}"/>
              </a:ext>
            </a:extLst>
          </p:cNvPr>
          <p:cNvSpPr txBox="1"/>
          <p:nvPr/>
        </p:nvSpPr>
        <p:spPr>
          <a:xfrm>
            <a:off x="4668660" y="42235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A49F2-8AE2-20D1-C6B7-08ED1B3E4910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300FFBB-7651-F97B-C396-07CBE9C17D96}"/>
              </a:ext>
            </a:extLst>
          </p:cNvPr>
          <p:cNvSpPr/>
          <p:nvPr/>
        </p:nvSpPr>
        <p:spPr>
          <a:xfrm>
            <a:off x="5329506" y="501688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9E04D7A-9139-0D77-8688-BE3260236AEF}"/>
              </a:ext>
            </a:extLst>
          </p:cNvPr>
          <p:cNvGrpSpPr/>
          <p:nvPr/>
        </p:nvGrpSpPr>
        <p:grpSpPr>
          <a:xfrm>
            <a:off x="4663354" y="4694993"/>
            <a:ext cx="98891" cy="1159783"/>
            <a:chOff x="4737834" y="5071577"/>
            <a:chExt cx="98891" cy="1159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F48F423-EF32-AD39-9CC2-CD0DD4B59D5B}"/>
                </a:ext>
              </a:extLst>
            </p:cNvPr>
            <p:cNvSpPr/>
            <p:nvPr/>
          </p:nvSpPr>
          <p:spPr>
            <a:xfrm>
              <a:off x="4737834" y="50715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A1F945B-F93E-0D71-3657-B19094A02DBF}"/>
                </a:ext>
              </a:extLst>
            </p:cNvPr>
            <p:cNvSpPr/>
            <p:nvPr/>
          </p:nvSpPr>
          <p:spPr>
            <a:xfrm>
              <a:off x="4738263" y="55991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6714C8A-50EB-52D1-2465-4038F6897D8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51D4EAC-F43D-0093-D8D8-CD64C85A2461}"/>
              </a:ext>
            </a:extLst>
          </p:cNvPr>
          <p:cNvGrpSpPr/>
          <p:nvPr/>
        </p:nvGrpSpPr>
        <p:grpSpPr>
          <a:xfrm>
            <a:off x="4316345" y="4814775"/>
            <a:ext cx="98814" cy="665595"/>
            <a:chOff x="4737834" y="5000139"/>
            <a:chExt cx="98814" cy="665595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36D42F9-3685-1F51-7AD7-E033C9143AD8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5D18088-1F4C-7604-62CE-EA741D73BEB8}"/>
                </a:ext>
              </a:extLst>
            </p:cNvPr>
            <p:cNvSpPr/>
            <p:nvPr/>
          </p:nvSpPr>
          <p:spPr>
            <a:xfrm>
              <a:off x="4738263" y="55673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69EA235-6F36-7F25-04DA-28FA9923792C}"/>
              </a:ext>
            </a:extLst>
          </p:cNvPr>
          <p:cNvGrpSpPr/>
          <p:nvPr/>
        </p:nvGrpSpPr>
        <p:grpSpPr>
          <a:xfrm>
            <a:off x="8189419" y="3181188"/>
            <a:ext cx="429913" cy="542991"/>
            <a:chOff x="9191246" y="3797098"/>
            <a:chExt cx="4299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8190D9B-D810-528A-E3D4-0B7C8C12FCD6}"/>
                </a:ext>
              </a:extLst>
            </p:cNvPr>
            <p:cNvGrpSpPr/>
            <p:nvPr/>
          </p:nvGrpSpPr>
          <p:grpSpPr>
            <a:xfrm>
              <a:off x="9522345" y="3799905"/>
              <a:ext cx="98814" cy="540184"/>
              <a:chOff x="46362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6811121A-0A98-7BF5-9632-56BE67637892}"/>
                  </a:ext>
                </a:extLst>
              </p:cNvPr>
              <p:cNvSpPr/>
              <p:nvPr/>
            </p:nvSpPr>
            <p:spPr>
              <a:xfrm>
                <a:off x="46362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5FC5C597-2A67-F959-5BFE-D2D276B39AD7}"/>
                  </a:ext>
                </a:extLst>
              </p:cNvPr>
              <p:cNvSpPr/>
              <p:nvPr/>
            </p:nvSpPr>
            <p:spPr>
              <a:xfrm>
                <a:off x="46366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C274ADA1-602C-2B8D-9580-B348114F4F9C}"/>
                </a:ext>
              </a:extLst>
            </p:cNvPr>
            <p:cNvSpPr/>
            <p:nvPr/>
          </p:nvSpPr>
          <p:spPr>
            <a:xfrm rot="5400000">
              <a:off x="9285285" y="3950764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A89668E3-47C5-BEB6-3886-2AB8BBCBD69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77C4756-FD49-40D5-627F-A34FF84337B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DC72C91-4597-6929-4AF5-0962B3BC13BB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3591488-E4D6-9318-C70E-956FC91D8CB2}"/>
              </a:ext>
            </a:extLst>
          </p:cNvPr>
          <p:cNvGrpSpPr/>
          <p:nvPr/>
        </p:nvGrpSpPr>
        <p:grpSpPr>
          <a:xfrm rot="5400000">
            <a:off x="7644174" y="4130208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40772D9-E16F-D81F-85AA-F723E394DB60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76F4E0E-8C6E-2D14-75D1-AAD1A8CB0D6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3CB790-3CF3-A698-527C-605CF17A5072}"/>
              </a:ext>
            </a:extLst>
          </p:cNvPr>
          <p:cNvSpPr/>
          <p:nvPr/>
        </p:nvSpPr>
        <p:spPr>
          <a:xfrm flipV="1">
            <a:off x="8731450" y="3083160"/>
            <a:ext cx="98385" cy="688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F37286-4C54-C268-883E-9EBF16B70BEA}"/>
              </a:ext>
            </a:extLst>
          </p:cNvPr>
          <p:cNvSpPr txBox="1"/>
          <p:nvPr/>
        </p:nvSpPr>
        <p:spPr>
          <a:xfrm>
            <a:off x="5763569" y="644166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08D6676-AF3F-1F49-FB14-7DFA945BE65A}"/>
              </a:ext>
            </a:extLst>
          </p:cNvPr>
          <p:cNvCxnSpPr>
            <a:cxnSpLocks/>
          </p:cNvCxnSpPr>
          <p:nvPr/>
        </p:nvCxnSpPr>
        <p:spPr>
          <a:xfrm flipV="1">
            <a:off x="6027561" y="5865258"/>
            <a:ext cx="0" cy="60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407266-53F3-CFE9-886A-4A9C067749E3}"/>
              </a:ext>
            </a:extLst>
          </p:cNvPr>
          <p:cNvSpPr txBox="1"/>
          <p:nvPr/>
        </p:nvSpPr>
        <p:spPr>
          <a:xfrm>
            <a:off x="3657449" y="631234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4A1AAE90-710C-4E0A-2091-B5E5916DB28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5075307-01FC-2EAD-8D68-FA7618E6AD8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4715667-DA49-0177-ECDA-ECA36A08AE4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81FFB6E-45A1-2C7F-E09B-06BAC723B02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7CFAA4E-C56F-C520-5FA4-B289F677A5E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33C72A13-EA53-1120-18B3-AAB8BED04D7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8327A0-CE0D-6BAF-D104-AF7DEC8B21D5}"/>
              </a:ext>
            </a:extLst>
          </p:cNvPr>
          <p:cNvSpPr/>
          <p:nvPr/>
        </p:nvSpPr>
        <p:spPr>
          <a:xfrm rot="16200000" flipV="1">
            <a:off x="7261754" y="2856259"/>
            <a:ext cx="98385" cy="6498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CBB3310-4D6A-454B-485E-4D2EBE1B702E}"/>
              </a:ext>
            </a:extLst>
          </p:cNvPr>
          <p:cNvSpPr/>
          <p:nvPr/>
        </p:nvSpPr>
        <p:spPr>
          <a:xfrm rot="10800000" flipV="1">
            <a:off x="4267153" y="3295384"/>
            <a:ext cx="98385" cy="6639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2DE1AE1-BBCD-0D65-6925-36E79F87E9FC}"/>
              </a:ext>
            </a:extLst>
          </p:cNvPr>
          <p:cNvGrpSpPr/>
          <p:nvPr/>
        </p:nvGrpSpPr>
        <p:grpSpPr>
          <a:xfrm>
            <a:off x="6479096" y="4691817"/>
            <a:ext cx="98891" cy="1159783"/>
            <a:chOff x="4737834" y="5071577"/>
            <a:chExt cx="98891" cy="11597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C66272D-07F5-0295-7531-B6444BD0AACE}"/>
                </a:ext>
              </a:extLst>
            </p:cNvPr>
            <p:cNvSpPr/>
            <p:nvPr/>
          </p:nvSpPr>
          <p:spPr>
            <a:xfrm>
              <a:off x="4737834" y="507157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7659F68-CD32-FA39-2513-00E661A39A26}"/>
                </a:ext>
              </a:extLst>
            </p:cNvPr>
            <p:cNvSpPr/>
            <p:nvPr/>
          </p:nvSpPr>
          <p:spPr>
            <a:xfrm>
              <a:off x="4738263" y="55991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3D22D7B-19A8-180B-A7CB-8B4C9AF3AA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79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47D1F-D7B6-652D-51B7-BF0AAD14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1865763-F278-65DC-CB73-5AB9C94D72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2" y="601640"/>
            <a:ext cx="8542338" cy="625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41BFA7-C21A-C1A4-9C76-6724BE40584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41BFA7-C21A-C1A4-9C76-6724BE405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EA99135-8146-898B-35B4-5B404EACDBCA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A99A80-80E9-0DD3-E266-8185EF31B4B6}"/>
              </a:ext>
            </a:extLst>
          </p:cNvPr>
          <p:cNvSpPr/>
          <p:nvPr/>
        </p:nvSpPr>
        <p:spPr>
          <a:xfrm rot="5400000">
            <a:off x="5438085" y="5042389"/>
            <a:ext cx="102820" cy="20750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B1B331-B1E4-21A5-681E-B66F79C6124B}"/>
              </a:ext>
            </a:extLst>
          </p:cNvPr>
          <p:cNvSpPr/>
          <p:nvPr/>
        </p:nvSpPr>
        <p:spPr>
          <a:xfrm>
            <a:off x="4879533" y="43894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45BB6DF-4207-88F7-BE08-EC8754879E4B}"/>
              </a:ext>
            </a:extLst>
          </p:cNvPr>
          <p:cNvSpPr/>
          <p:nvPr/>
        </p:nvSpPr>
        <p:spPr>
          <a:xfrm>
            <a:off x="5048470" y="45414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88751-DFDF-44CA-87AC-2C63881F2A56}"/>
              </a:ext>
            </a:extLst>
          </p:cNvPr>
          <p:cNvSpPr txBox="1"/>
          <p:nvPr/>
        </p:nvSpPr>
        <p:spPr>
          <a:xfrm>
            <a:off x="4603439" y="37861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5BD70-E4C6-7964-1BA8-B0A211DB82E2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3D5BB7-DE60-23C6-2E6F-50158E297BED}"/>
              </a:ext>
            </a:extLst>
          </p:cNvPr>
          <p:cNvGrpSpPr/>
          <p:nvPr/>
        </p:nvGrpSpPr>
        <p:grpSpPr>
          <a:xfrm rot="5400000">
            <a:off x="7763079" y="3613454"/>
            <a:ext cx="98806" cy="580664"/>
            <a:chOff x="4737842" y="5031097"/>
            <a:chExt cx="98806" cy="580664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1CBDD05-F2E3-90D7-225B-78C2A98BF5DD}"/>
                </a:ext>
              </a:extLst>
            </p:cNvPr>
            <p:cNvSpPr/>
            <p:nvPr/>
          </p:nvSpPr>
          <p:spPr>
            <a:xfrm>
              <a:off x="4737842" y="50310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2B5EB19-C88C-5C0B-C1F3-C8A44A23999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D22366-84D8-9454-B974-5FF3763CCF21}"/>
              </a:ext>
            </a:extLst>
          </p:cNvPr>
          <p:cNvSpPr/>
          <p:nvPr/>
        </p:nvSpPr>
        <p:spPr>
          <a:xfrm flipV="1">
            <a:off x="7865075" y="2535149"/>
            <a:ext cx="98385" cy="6280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4829E4-43BB-EE91-A558-B260B110D641}"/>
              </a:ext>
            </a:extLst>
          </p:cNvPr>
          <p:cNvSpPr txBox="1"/>
          <p:nvPr/>
        </p:nvSpPr>
        <p:spPr>
          <a:xfrm>
            <a:off x="5559529" y="636932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A8CD00F-D704-4087-3191-CAD9E99546C1}"/>
              </a:ext>
            </a:extLst>
          </p:cNvPr>
          <p:cNvCxnSpPr>
            <a:cxnSpLocks/>
          </p:cNvCxnSpPr>
          <p:nvPr/>
        </p:nvCxnSpPr>
        <p:spPr>
          <a:xfrm flipV="1">
            <a:off x="5785213" y="5640304"/>
            <a:ext cx="0" cy="806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7FB0ACC1-1A31-D865-992F-C5E6CDA9E07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884C2D8-E30B-ECD8-2715-CFFD34E155B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A41BA99-24B6-FEF4-FA5F-61D7BE07FF0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AC41D00-C8B2-4895-0E29-2E73C9C9239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B866672-B2A5-7B0F-47A2-A2DB1CC7E80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CCE2C43C-66C5-3DF9-B1D8-57C885F2347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FEDBA3C-CE32-3824-4E8F-FB10CA9A92B5}"/>
              </a:ext>
            </a:extLst>
          </p:cNvPr>
          <p:cNvSpPr/>
          <p:nvPr/>
        </p:nvSpPr>
        <p:spPr>
          <a:xfrm rot="10800000" flipV="1">
            <a:off x="10006638" y="3053586"/>
            <a:ext cx="98385" cy="9310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E71AD17-D100-28BC-D481-178EFD50F320}"/>
              </a:ext>
            </a:extLst>
          </p:cNvPr>
          <p:cNvGrpSpPr/>
          <p:nvPr/>
        </p:nvGrpSpPr>
        <p:grpSpPr>
          <a:xfrm>
            <a:off x="6570693" y="4228738"/>
            <a:ext cx="98891" cy="1555077"/>
            <a:chOff x="4737834" y="4676283"/>
            <a:chExt cx="98891" cy="1555077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50F5A47-C11C-0600-E480-70E8B690EF69}"/>
                </a:ext>
              </a:extLst>
            </p:cNvPr>
            <p:cNvSpPr/>
            <p:nvPr/>
          </p:nvSpPr>
          <p:spPr>
            <a:xfrm>
              <a:off x="4737834" y="467628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5E5F728-16AB-3979-ABA8-8019A1F9689A}"/>
                </a:ext>
              </a:extLst>
            </p:cNvPr>
            <p:cNvSpPr/>
            <p:nvPr/>
          </p:nvSpPr>
          <p:spPr>
            <a:xfrm>
              <a:off x="4738263" y="53990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E2FD275-0E79-7725-DE24-5E78C29C558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17A2DF-C2F5-AF13-8305-57EA91113BD0}"/>
              </a:ext>
            </a:extLst>
          </p:cNvPr>
          <p:cNvSpPr/>
          <p:nvPr/>
        </p:nvSpPr>
        <p:spPr>
          <a:xfrm rot="10800000" flipV="1">
            <a:off x="4109918" y="2283176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A6CA218-A937-15AC-B14C-63A81AC0EF58}"/>
              </a:ext>
            </a:extLst>
          </p:cNvPr>
          <p:cNvGrpSpPr/>
          <p:nvPr/>
        </p:nvGrpSpPr>
        <p:grpSpPr>
          <a:xfrm>
            <a:off x="4309893" y="4228738"/>
            <a:ext cx="98891" cy="1555077"/>
            <a:chOff x="4737834" y="4676283"/>
            <a:chExt cx="98891" cy="1555077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BD7003C7-C846-5A03-5AE0-5C6C1A9CA9AE}"/>
                </a:ext>
              </a:extLst>
            </p:cNvPr>
            <p:cNvSpPr/>
            <p:nvPr/>
          </p:nvSpPr>
          <p:spPr>
            <a:xfrm>
              <a:off x="4737834" y="467628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DD07861E-B930-8AC4-FC9D-E99F4EA1342A}"/>
                </a:ext>
              </a:extLst>
            </p:cNvPr>
            <p:cNvSpPr/>
            <p:nvPr/>
          </p:nvSpPr>
          <p:spPr>
            <a:xfrm>
              <a:off x="4738263" y="53990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DE2B244-278A-3A0C-2E3E-B3FB793391D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725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E520-3DA4-85B9-90F8-14E8FD82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6B70EE7-B1F9-81BE-2680-67662CA858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2" y="601640"/>
            <a:ext cx="8542338" cy="625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589A3C-63D0-B7D5-0067-473A65F9D608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589A3C-63D0-B7D5-0067-473A65F9D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F2D1C01-B4FD-46D9-D980-A63038467209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047507-15F7-6E58-67D7-8C4385955F95}"/>
              </a:ext>
            </a:extLst>
          </p:cNvPr>
          <p:cNvSpPr/>
          <p:nvPr/>
        </p:nvSpPr>
        <p:spPr>
          <a:xfrm>
            <a:off x="3133715" y="5199894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BD26F-F936-6175-B0DB-8CBCE9258D09}"/>
              </a:ext>
            </a:extLst>
          </p:cNvPr>
          <p:cNvSpPr txBox="1"/>
          <p:nvPr/>
        </p:nvSpPr>
        <p:spPr>
          <a:xfrm>
            <a:off x="2449712" y="430003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BF7F36-2C1F-2D95-B381-30A37C2C6101}"/>
              </a:ext>
            </a:extLst>
          </p:cNvPr>
          <p:cNvSpPr/>
          <p:nvPr/>
        </p:nvSpPr>
        <p:spPr>
          <a:xfrm rot="5400000">
            <a:off x="5438085" y="5042389"/>
            <a:ext cx="102820" cy="20750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02A6D5-8844-8D28-38A9-5BA3E803FEB1}"/>
              </a:ext>
            </a:extLst>
          </p:cNvPr>
          <p:cNvSpPr/>
          <p:nvPr/>
        </p:nvSpPr>
        <p:spPr>
          <a:xfrm>
            <a:off x="4879533" y="43894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AA5C65-1002-1062-BF1A-5383813E0A4A}"/>
              </a:ext>
            </a:extLst>
          </p:cNvPr>
          <p:cNvSpPr/>
          <p:nvPr/>
        </p:nvSpPr>
        <p:spPr>
          <a:xfrm>
            <a:off x="5048470" y="45414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0A392-9BB9-69E2-14C9-5D369807E9E3}"/>
              </a:ext>
            </a:extLst>
          </p:cNvPr>
          <p:cNvSpPr txBox="1"/>
          <p:nvPr/>
        </p:nvSpPr>
        <p:spPr>
          <a:xfrm>
            <a:off x="4603439" y="37861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E03F5-9209-4705-D6C9-A60827F5533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B122DBE-4A4F-A5A0-DC46-0EF0A4884E29}"/>
              </a:ext>
            </a:extLst>
          </p:cNvPr>
          <p:cNvGrpSpPr/>
          <p:nvPr/>
        </p:nvGrpSpPr>
        <p:grpSpPr>
          <a:xfrm>
            <a:off x="4080007" y="4133958"/>
            <a:ext cx="98814" cy="732272"/>
            <a:chOff x="4737834" y="5000139"/>
            <a:chExt cx="98814" cy="73227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0D38311-AA5F-8CA5-3195-4AF23056248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7459ED0-595F-C492-7AD3-909A5C468354}"/>
                </a:ext>
              </a:extLst>
            </p:cNvPr>
            <p:cNvSpPr/>
            <p:nvPr/>
          </p:nvSpPr>
          <p:spPr>
            <a:xfrm>
              <a:off x="4738263" y="563402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6B8015-3612-6E60-B69C-CC8334FE1BBC}"/>
              </a:ext>
            </a:extLst>
          </p:cNvPr>
          <p:cNvGrpSpPr/>
          <p:nvPr/>
        </p:nvGrpSpPr>
        <p:grpSpPr>
          <a:xfrm>
            <a:off x="8140916" y="258482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32F4568-2498-FF2B-56BF-0DB2B3F4A0C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CF141D01-03A1-8746-1D0D-7DBCCC8EAE8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549F79D-FAA6-23AE-E618-6A1F649A0AF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98E63298-33A1-8F33-2D23-2088865797C9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F0D0AD2-5CAB-D796-21A4-AF944C8C5E1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14FD158-659F-BA81-EADC-48FEB3A92A1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8A83060-7D8F-1303-AF8E-B5376C0AD69E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69F1FF4-52B9-2856-6684-B61FF9E3DBDA}"/>
              </a:ext>
            </a:extLst>
          </p:cNvPr>
          <p:cNvGrpSpPr/>
          <p:nvPr/>
        </p:nvGrpSpPr>
        <p:grpSpPr>
          <a:xfrm rot="5400000">
            <a:off x="7763079" y="3613454"/>
            <a:ext cx="98806" cy="580664"/>
            <a:chOff x="4737842" y="5031097"/>
            <a:chExt cx="98806" cy="580664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42937AC-B738-AE37-071F-4536DF7659F6}"/>
                </a:ext>
              </a:extLst>
            </p:cNvPr>
            <p:cNvSpPr/>
            <p:nvPr/>
          </p:nvSpPr>
          <p:spPr>
            <a:xfrm>
              <a:off x="4737842" y="50310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477B789-1E1F-43EB-FA87-81C5040B96D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5F04B4-D5BB-A85B-DD25-347ED861B5E3}"/>
              </a:ext>
            </a:extLst>
          </p:cNvPr>
          <p:cNvSpPr/>
          <p:nvPr/>
        </p:nvSpPr>
        <p:spPr>
          <a:xfrm flipV="1">
            <a:off x="7865075" y="2535149"/>
            <a:ext cx="98385" cy="6280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50AE63-3ACA-DC49-D583-B15B2FE4E4E2}"/>
              </a:ext>
            </a:extLst>
          </p:cNvPr>
          <p:cNvSpPr txBox="1"/>
          <p:nvPr/>
        </p:nvSpPr>
        <p:spPr>
          <a:xfrm>
            <a:off x="5559529" y="636932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75BFFCA-BF52-6CA2-56BD-E70A9D2E4A26}"/>
              </a:ext>
            </a:extLst>
          </p:cNvPr>
          <p:cNvCxnSpPr>
            <a:cxnSpLocks/>
          </p:cNvCxnSpPr>
          <p:nvPr/>
        </p:nvCxnSpPr>
        <p:spPr>
          <a:xfrm flipV="1">
            <a:off x="5785213" y="5640304"/>
            <a:ext cx="0" cy="806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F7D6EDD6-6273-7125-AB7D-91B86452FFC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3B1B545-7EB7-0C88-7EF1-E22DBC9B994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F275088-98DF-0736-EDB8-4547EB31AE1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37D235E-5D41-0976-1848-7CC2932B005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E6C9D74-2C96-1520-D402-59405B17811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5DC6A49-AB91-26C1-71B9-24154CA3203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126469A-C0FE-7DB3-814E-BAAE203A4571}"/>
              </a:ext>
            </a:extLst>
          </p:cNvPr>
          <p:cNvSpPr/>
          <p:nvPr/>
        </p:nvSpPr>
        <p:spPr>
          <a:xfrm rot="10800000" flipV="1">
            <a:off x="10006638" y="3053586"/>
            <a:ext cx="98385" cy="9310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5A7034F-82A0-7700-AB1C-76FA5D917A0C}"/>
              </a:ext>
            </a:extLst>
          </p:cNvPr>
          <p:cNvGrpSpPr/>
          <p:nvPr/>
        </p:nvGrpSpPr>
        <p:grpSpPr>
          <a:xfrm>
            <a:off x="6570693" y="4228738"/>
            <a:ext cx="98891" cy="1555077"/>
            <a:chOff x="4737834" y="4676283"/>
            <a:chExt cx="98891" cy="1555077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0603DF8-F7E5-80EB-3CD9-B552071754A4}"/>
                </a:ext>
              </a:extLst>
            </p:cNvPr>
            <p:cNvSpPr/>
            <p:nvPr/>
          </p:nvSpPr>
          <p:spPr>
            <a:xfrm>
              <a:off x="4737834" y="467628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68DE733-C5E2-437B-7C94-720111D10C5B}"/>
                </a:ext>
              </a:extLst>
            </p:cNvPr>
            <p:cNvSpPr/>
            <p:nvPr/>
          </p:nvSpPr>
          <p:spPr>
            <a:xfrm>
              <a:off x="4738263" y="53990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490F1D8-D553-E831-02A7-8DB5FAF258F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73C031-407F-AC65-5024-B8D75B2FE0D2}"/>
              </a:ext>
            </a:extLst>
          </p:cNvPr>
          <p:cNvSpPr/>
          <p:nvPr/>
        </p:nvSpPr>
        <p:spPr>
          <a:xfrm rot="10800000" flipV="1">
            <a:off x="4109918" y="2283176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AE77FBB-D00D-4C9E-B16C-D6D92FF4AB35}"/>
              </a:ext>
            </a:extLst>
          </p:cNvPr>
          <p:cNvGrpSpPr/>
          <p:nvPr/>
        </p:nvGrpSpPr>
        <p:grpSpPr>
          <a:xfrm>
            <a:off x="4309893" y="4228738"/>
            <a:ext cx="98891" cy="1555077"/>
            <a:chOff x="4737834" y="4676283"/>
            <a:chExt cx="98891" cy="1555077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2FAC2A7-6836-2F5C-4C51-42FC11C9CFD9}"/>
                </a:ext>
              </a:extLst>
            </p:cNvPr>
            <p:cNvSpPr/>
            <p:nvPr/>
          </p:nvSpPr>
          <p:spPr>
            <a:xfrm>
              <a:off x="4737834" y="467628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4D667097-9EF4-531B-53C6-ECEE21AD8501}"/>
                </a:ext>
              </a:extLst>
            </p:cNvPr>
            <p:cNvSpPr/>
            <p:nvPr/>
          </p:nvSpPr>
          <p:spPr>
            <a:xfrm>
              <a:off x="4738263" y="53990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1E810F0-E044-4338-B7F8-EEFDB4A3B9D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408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D31A-7BC6-A227-3E24-E9ED23FB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4A6962D-4D25-E34C-08A7-C91725D805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2" y="601640"/>
            <a:ext cx="8542338" cy="625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8EF120-288B-90B4-6A0A-05D958D2E917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8EF120-288B-90B4-6A0A-05D958D2E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5602069-4D23-DB16-43C3-D6C14805FDC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1C6456-8C34-452F-931A-452693688B7B}"/>
              </a:ext>
            </a:extLst>
          </p:cNvPr>
          <p:cNvSpPr/>
          <p:nvPr/>
        </p:nvSpPr>
        <p:spPr>
          <a:xfrm>
            <a:off x="3133715" y="5199894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CF95B-ED39-7E92-4EBA-92865BA3488B}"/>
              </a:ext>
            </a:extLst>
          </p:cNvPr>
          <p:cNvSpPr txBox="1"/>
          <p:nvPr/>
        </p:nvSpPr>
        <p:spPr>
          <a:xfrm>
            <a:off x="2449712" y="430003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988482-F51F-219A-A88F-28AFB5CA0D17}"/>
              </a:ext>
            </a:extLst>
          </p:cNvPr>
          <p:cNvSpPr/>
          <p:nvPr/>
        </p:nvSpPr>
        <p:spPr>
          <a:xfrm rot="5400000">
            <a:off x="5438085" y="5042389"/>
            <a:ext cx="102820" cy="20750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729A9EE-0C77-57C8-06E7-A20F3943CDF5}"/>
              </a:ext>
            </a:extLst>
          </p:cNvPr>
          <p:cNvSpPr/>
          <p:nvPr/>
        </p:nvSpPr>
        <p:spPr>
          <a:xfrm>
            <a:off x="4879533" y="43894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EA6978-5383-4152-B02A-077EB4BA2BCF}"/>
              </a:ext>
            </a:extLst>
          </p:cNvPr>
          <p:cNvSpPr/>
          <p:nvPr/>
        </p:nvSpPr>
        <p:spPr>
          <a:xfrm>
            <a:off x="5048470" y="45414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1952B-D570-F8A3-A649-48507AC735B0}"/>
              </a:ext>
            </a:extLst>
          </p:cNvPr>
          <p:cNvSpPr txBox="1"/>
          <p:nvPr/>
        </p:nvSpPr>
        <p:spPr>
          <a:xfrm>
            <a:off x="4603439" y="378618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0D721-9F4A-D02B-1794-2388E89CD66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5491CD45-8558-9733-3896-1AF5629E1424}"/>
              </a:ext>
            </a:extLst>
          </p:cNvPr>
          <p:cNvSpPr/>
          <p:nvPr/>
        </p:nvSpPr>
        <p:spPr>
          <a:xfrm>
            <a:off x="5227898" y="472481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9F2FC9E-4D76-0BC4-E8A2-D72CA27C1A4D}"/>
              </a:ext>
            </a:extLst>
          </p:cNvPr>
          <p:cNvGrpSpPr/>
          <p:nvPr/>
        </p:nvGrpSpPr>
        <p:grpSpPr>
          <a:xfrm>
            <a:off x="4080007" y="4133958"/>
            <a:ext cx="98814" cy="732272"/>
            <a:chOff x="4737834" y="5000139"/>
            <a:chExt cx="98814" cy="73227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EA35E7C-E239-6E88-C2D5-89A650F5291B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99504CD-487C-109B-9C65-8849B3E5F47E}"/>
                </a:ext>
              </a:extLst>
            </p:cNvPr>
            <p:cNvSpPr/>
            <p:nvPr/>
          </p:nvSpPr>
          <p:spPr>
            <a:xfrm>
              <a:off x="4738263" y="563402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B70B4C8-00FB-9F00-0438-CFF52C7BAD17}"/>
              </a:ext>
            </a:extLst>
          </p:cNvPr>
          <p:cNvGrpSpPr/>
          <p:nvPr/>
        </p:nvGrpSpPr>
        <p:grpSpPr>
          <a:xfrm>
            <a:off x="8140916" y="258482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AB56531-3FD8-FE24-0933-B198C8877DC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5ABDA504-2543-52AD-41B2-489A61EF604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E49F346-49CA-57AA-EE8D-9EDB99C60F4F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621E813D-B5FD-6BD2-646C-EE91761AF770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9007DEA-4187-D769-8EED-5492607A4A2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33E609C-F5D5-1992-4F81-CD5C7DF6458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2654C2E8-56C4-FBC2-F2C4-5F7A072FF76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711666A-8D31-E05C-0F2C-01EA2926458D}"/>
              </a:ext>
            </a:extLst>
          </p:cNvPr>
          <p:cNvGrpSpPr/>
          <p:nvPr/>
        </p:nvGrpSpPr>
        <p:grpSpPr>
          <a:xfrm rot="5400000">
            <a:off x="7763079" y="3613454"/>
            <a:ext cx="98806" cy="580664"/>
            <a:chOff x="4737842" y="5031097"/>
            <a:chExt cx="98806" cy="580664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E09B922-8D2D-199F-9DDF-B9278A253297}"/>
                </a:ext>
              </a:extLst>
            </p:cNvPr>
            <p:cNvSpPr/>
            <p:nvPr/>
          </p:nvSpPr>
          <p:spPr>
            <a:xfrm>
              <a:off x="4737842" y="50310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ABE6F77-07FA-3F1F-A3AD-CE1B2057FA4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C8F318-7968-99B6-0DF7-B8124910BF9A}"/>
              </a:ext>
            </a:extLst>
          </p:cNvPr>
          <p:cNvSpPr/>
          <p:nvPr/>
        </p:nvSpPr>
        <p:spPr>
          <a:xfrm flipV="1">
            <a:off x="7865075" y="2535149"/>
            <a:ext cx="98385" cy="6280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241DD7-E8E2-0418-F8E8-5238F0FCE318}"/>
              </a:ext>
            </a:extLst>
          </p:cNvPr>
          <p:cNvSpPr txBox="1"/>
          <p:nvPr/>
        </p:nvSpPr>
        <p:spPr>
          <a:xfrm>
            <a:off x="5559529" y="636932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F14EC60-01E5-5DFD-CF09-BD6F41D0CCF9}"/>
              </a:ext>
            </a:extLst>
          </p:cNvPr>
          <p:cNvCxnSpPr>
            <a:cxnSpLocks/>
          </p:cNvCxnSpPr>
          <p:nvPr/>
        </p:nvCxnSpPr>
        <p:spPr>
          <a:xfrm flipV="1">
            <a:off x="5785213" y="5640304"/>
            <a:ext cx="0" cy="806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4E11DD-9612-CA36-57F2-F50E10450BFB}"/>
              </a:ext>
            </a:extLst>
          </p:cNvPr>
          <p:cNvSpPr txBox="1"/>
          <p:nvPr/>
        </p:nvSpPr>
        <p:spPr>
          <a:xfrm>
            <a:off x="3330157" y="626337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3A10301C-8B16-0AD3-B4EF-99A8AC15AA11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39CC865-42F6-F50B-DC0C-214AEEEAA9A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DD6960D-D8BA-6FCE-752D-4EBBCA67DB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C6C0C88-C47E-2EA8-C9FC-BE8129EDB7B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86843F6-61DF-28F8-AC89-61CECA048CC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A710F36-4DBB-9731-25AB-35A6D355632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EAF2DE4-F601-CE33-DBD5-5D722183A443}"/>
              </a:ext>
            </a:extLst>
          </p:cNvPr>
          <p:cNvSpPr/>
          <p:nvPr/>
        </p:nvSpPr>
        <p:spPr>
          <a:xfrm rot="10800000" flipV="1">
            <a:off x="10006638" y="3053586"/>
            <a:ext cx="98385" cy="9310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130A3B7-FA57-0B00-690D-CDF024D8BAFC}"/>
              </a:ext>
            </a:extLst>
          </p:cNvPr>
          <p:cNvGrpSpPr/>
          <p:nvPr/>
        </p:nvGrpSpPr>
        <p:grpSpPr>
          <a:xfrm>
            <a:off x="6570693" y="4228738"/>
            <a:ext cx="98891" cy="1555077"/>
            <a:chOff x="4737834" y="4676283"/>
            <a:chExt cx="98891" cy="1555077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93777EF-37AB-F4E0-7AAB-24DFE6DF1969}"/>
                </a:ext>
              </a:extLst>
            </p:cNvPr>
            <p:cNvSpPr/>
            <p:nvPr/>
          </p:nvSpPr>
          <p:spPr>
            <a:xfrm>
              <a:off x="4737834" y="467628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1AFB286-0F3E-B5D7-BE41-39027CC451F2}"/>
                </a:ext>
              </a:extLst>
            </p:cNvPr>
            <p:cNvSpPr/>
            <p:nvPr/>
          </p:nvSpPr>
          <p:spPr>
            <a:xfrm>
              <a:off x="4738263" y="53990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2829B83-AC19-1551-8C40-11CA7473308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16E26FE-EF02-46DB-12E4-9BC480C5815C}"/>
              </a:ext>
            </a:extLst>
          </p:cNvPr>
          <p:cNvSpPr/>
          <p:nvPr/>
        </p:nvSpPr>
        <p:spPr>
          <a:xfrm rot="10800000" flipV="1">
            <a:off x="4109918" y="2283176"/>
            <a:ext cx="98385" cy="8875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3AB5EF0-96C5-8149-530A-BFA7D3E1610D}"/>
              </a:ext>
            </a:extLst>
          </p:cNvPr>
          <p:cNvGrpSpPr/>
          <p:nvPr/>
        </p:nvGrpSpPr>
        <p:grpSpPr>
          <a:xfrm>
            <a:off x="4309893" y="4228738"/>
            <a:ext cx="98891" cy="1555077"/>
            <a:chOff x="4737834" y="4676283"/>
            <a:chExt cx="98891" cy="1555077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A78572D-45B8-745C-C6E5-438265491FA6}"/>
                </a:ext>
              </a:extLst>
            </p:cNvPr>
            <p:cNvSpPr/>
            <p:nvPr/>
          </p:nvSpPr>
          <p:spPr>
            <a:xfrm>
              <a:off x="4737834" y="467628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4EC8DFC3-10B6-E34F-DD76-656E9A6AA1FB}"/>
                </a:ext>
              </a:extLst>
            </p:cNvPr>
            <p:cNvSpPr/>
            <p:nvPr/>
          </p:nvSpPr>
          <p:spPr>
            <a:xfrm>
              <a:off x="4738263" y="539906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C7AA726-C62E-6D44-1CBD-C9E574F52DC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04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A065-61DC-CF73-C34C-855F78CF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8C5F8A2-F191-4921-F573-87CD894B56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56" y="1163302"/>
            <a:ext cx="7532687" cy="551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AA6F7C-EE08-DB09-C11D-E13A9D6D42EF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AA6F7C-EE08-DB09-C11D-E13A9D6D4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E222D92-F1F0-17D1-DB1E-67904B5FF849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3EEF9F-B70E-3C56-EE43-805A1F30267B}"/>
              </a:ext>
            </a:extLst>
          </p:cNvPr>
          <p:cNvSpPr/>
          <p:nvPr/>
        </p:nvSpPr>
        <p:spPr>
          <a:xfrm>
            <a:off x="2636990" y="3840582"/>
            <a:ext cx="102820" cy="23506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4087397-7F95-8EDA-4ABB-1CBE11164021}"/>
              </a:ext>
            </a:extLst>
          </p:cNvPr>
          <p:cNvSpPr/>
          <p:nvPr/>
        </p:nvSpPr>
        <p:spPr>
          <a:xfrm>
            <a:off x="2967702" y="4424909"/>
            <a:ext cx="1404274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F3FAC4-84D0-CFF3-CE49-5CD1E4E5A7D8}"/>
              </a:ext>
            </a:extLst>
          </p:cNvPr>
          <p:cNvSpPr/>
          <p:nvPr/>
        </p:nvSpPr>
        <p:spPr>
          <a:xfrm>
            <a:off x="3136637" y="4576996"/>
            <a:ext cx="1070238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AAC9F-4321-0C1E-18C4-47D9FD7E1994}"/>
              </a:ext>
            </a:extLst>
          </p:cNvPr>
          <p:cNvSpPr txBox="1"/>
          <p:nvPr/>
        </p:nvSpPr>
        <p:spPr>
          <a:xfrm>
            <a:off x="5164844" y="39730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DA5BE-BB3B-AAE7-A148-606CDE12903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419D962-8915-DCC4-AD66-9DEA13839070}"/>
              </a:ext>
            </a:extLst>
          </p:cNvPr>
          <p:cNvGrpSpPr/>
          <p:nvPr/>
        </p:nvGrpSpPr>
        <p:grpSpPr>
          <a:xfrm rot="16200000">
            <a:off x="3800311" y="2962205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677CAD7-0034-D928-93AB-CBCF0662DE5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9B26542-39C5-D757-5B7F-134DEEFB6030}"/>
                </a:ext>
              </a:extLst>
            </p:cNvPr>
            <p:cNvSpPr/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C0C5BD1-92C2-4C07-3052-2CBC0D729C15}"/>
                </a:ext>
              </a:extLst>
            </p:cNvPr>
            <p:cNvSpPr/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6CA17BB-77C2-28D7-D988-CAB88212D740}"/>
              </a:ext>
            </a:extLst>
          </p:cNvPr>
          <p:cNvSpPr/>
          <p:nvPr/>
        </p:nvSpPr>
        <p:spPr>
          <a:xfrm rot="16200000" flipV="1">
            <a:off x="5990529" y="2784310"/>
            <a:ext cx="98384" cy="8999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06888C3-447B-69CA-3F7C-00801ECE1909}"/>
              </a:ext>
            </a:extLst>
          </p:cNvPr>
          <p:cNvGrpSpPr/>
          <p:nvPr/>
        </p:nvGrpSpPr>
        <p:grpSpPr>
          <a:xfrm rot="5400000">
            <a:off x="7245984" y="3895755"/>
            <a:ext cx="98808" cy="704649"/>
            <a:chOff x="4737840" y="4907112"/>
            <a:chExt cx="98808" cy="70464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0252190-4C1F-D5BF-2C2E-DAF0B4A1B24D}"/>
                </a:ext>
              </a:extLst>
            </p:cNvPr>
            <p:cNvSpPr/>
            <p:nvPr/>
          </p:nvSpPr>
          <p:spPr>
            <a:xfrm>
              <a:off x="4737840" y="4907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DD6B13C-FA43-4696-6730-73056BA2F8E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D068F4A-9704-77A0-8FE8-129BDE7FE9BF}"/>
              </a:ext>
            </a:extLst>
          </p:cNvPr>
          <p:cNvSpPr/>
          <p:nvPr/>
        </p:nvSpPr>
        <p:spPr>
          <a:xfrm flipV="1">
            <a:off x="7707384" y="2191195"/>
            <a:ext cx="98385" cy="1328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56E36C-42DB-EDBD-07A8-C80101EC7D34}"/>
              </a:ext>
            </a:extLst>
          </p:cNvPr>
          <p:cNvSpPr txBox="1"/>
          <p:nvPr/>
        </p:nvSpPr>
        <p:spPr>
          <a:xfrm>
            <a:off x="112365" y="462533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919BD782-DD3B-520D-D155-E281EB65BA31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3611CAB-A801-2C74-2EC2-D4B50B4CA2F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8BBB53B-DEC6-329D-8D92-7627C7A7061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F8B50EA-DEE5-9BB9-C229-98939B02475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29EBC71-5E18-8CCB-11E5-3FE8695F82D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5D68809A-01C3-A710-0A40-FDB5AF9E7EF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091A48F-99CF-5476-7ED1-4F348FEB7849}"/>
              </a:ext>
            </a:extLst>
          </p:cNvPr>
          <p:cNvCxnSpPr>
            <a:cxnSpLocks/>
          </p:cNvCxnSpPr>
          <p:nvPr/>
        </p:nvCxnSpPr>
        <p:spPr>
          <a:xfrm>
            <a:off x="2422369" y="4724174"/>
            <a:ext cx="519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E19FF70-919B-7571-A0EC-929A42A8E117}"/>
              </a:ext>
            </a:extLst>
          </p:cNvPr>
          <p:cNvGrpSpPr/>
          <p:nvPr/>
        </p:nvGrpSpPr>
        <p:grpSpPr>
          <a:xfrm rot="16200000">
            <a:off x="3620393" y="5626753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75F374D-7269-BCF8-8E85-3D54DC1345A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AF20FF1-1CD8-5020-608E-6A6B0D341396}"/>
                </a:ext>
              </a:extLst>
            </p:cNvPr>
            <p:cNvSpPr/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B8A3259-8D87-DF58-B758-18267A76C5CA}"/>
                </a:ext>
              </a:extLst>
            </p:cNvPr>
            <p:cNvSpPr/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092C43B-C0E2-B9FC-CAC0-37DA95E3E952}"/>
              </a:ext>
            </a:extLst>
          </p:cNvPr>
          <p:cNvSpPr/>
          <p:nvPr/>
        </p:nvSpPr>
        <p:spPr>
          <a:xfrm flipV="1">
            <a:off x="9506900" y="3400425"/>
            <a:ext cx="98385" cy="9311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14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22DA-F60C-6624-AAA3-D05B184F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AE58F08-FF79-AF37-DC63-F51463EDA1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56" y="1163302"/>
            <a:ext cx="7532687" cy="551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F2E6FA-BE02-56E8-4248-074EBD5E1AAF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F2E6FA-BE02-56E8-4248-074EBD5E1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9638C9A-55C0-BA29-ECB3-C780935918C4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3123B6-B3A2-1DEB-2592-5E6E33D8EF28}"/>
              </a:ext>
            </a:extLst>
          </p:cNvPr>
          <p:cNvSpPr/>
          <p:nvPr/>
        </p:nvSpPr>
        <p:spPr>
          <a:xfrm rot="16200000">
            <a:off x="2959349" y="2817191"/>
            <a:ext cx="110339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ADD41-C24C-5E7D-1F25-815FB0C2F1DF}"/>
              </a:ext>
            </a:extLst>
          </p:cNvPr>
          <p:cNvSpPr txBox="1"/>
          <p:nvPr/>
        </p:nvSpPr>
        <p:spPr>
          <a:xfrm>
            <a:off x="3850158" y="249602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0E4859-B872-D51A-AE3A-0A597A7ACF6F}"/>
              </a:ext>
            </a:extLst>
          </p:cNvPr>
          <p:cNvSpPr/>
          <p:nvPr/>
        </p:nvSpPr>
        <p:spPr>
          <a:xfrm>
            <a:off x="2636990" y="3840582"/>
            <a:ext cx="102820" cy="23506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EF6967-5BD0-0BEC-B282-58EB686F50D2}"/>
              </a:ext>
            </a:extLst>
          </p:cNvPr>
          <p:cNvSpPr/>
          <p:nvPr/>
        </p:nvSpPr>
        <p:spPr>
          <a:xfrm>
            <a:off x="2967702" y="4424909"/>
            <a:ext cx="1404274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B675BE7-4F13-9DF0-30A0-446B240C36CF}"/>
              </a:ext>
            </a:extLst>
          </p:cNvPr>
          <p:cNvSpPr/>
          <p:nvPr/>
        </p:nvSpPr>
        <p:spPr>
          <a:xfrm>
            <a:off x="3136637" y="4576996"/>
            <a:ext cx="1070238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F00D7-95A0-38C9-B61A-068C6457DE21}"/>
              </a:ext>
            </a:extLst>
          </p:cNvPr>
          <p:cNvSpPr txBox="1"/>
          <p:nvPr/>
        </p:nvSpPr>
        <p:spPr>
          <a:xfrm>
            <a:off x="5164844" y="39730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6380A-6C10-DE18-3709-C01D6C3D5E8E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3011187-6170-8A5C-ABB8-6263D7B5B727}"/>
              </a:ext>
            </a:extLst>
          </p:cNvPr>
          <p:cNvGrpSpPr/>
          <p:nvPr/>
        </p:nvGrpSpPr>
        <p:grpSpPr>
          <a:xfrm rot="16200000">
            <a:off x="3800311" y="2962205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241EA15-CCE9-9548-5849-331804F07BC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86C1230-CDDB-D71E-E37F-17E4094F8B67}"/>
                </a:ext>
              </a:extLst>
            </p:cNvPr>
            <p:cNvSpPr/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E2DD110-7F4C-E50E-8273-23ED74AA44D4}"/>
                </a:ext>
              </a:extLst>
            </p:cNvPr>
            <p:cNvSpPr/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0534381-C7AE-E356-A387-CD18BD4A6296}"/>
              </a:ext>
            </a:extLst>
          </p:cNvPr>
          <p:cNvGrpSpPr/>
          <p:nvPr/>
        </p:nvGrpSpPr>
        <p:grpSpPr>
          <a:xfrm rot="16200000">
            <a:off x="4328800" y="3185048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05AAF3E-F326-FEDC-FC63-0C7D2C875BC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6EADD9B-3B46-DBC0-A1AC-BEA2744EBEC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F6FCCED-8494-F95D-BA7F-8DF6021EF631}"/>
              </a:ext>
            </a:extLst>
          </p:cNvPr>
          <p:cNvGrpSpPr/>
          <p:nvPr/>
        </p:nvGrpSpPr>
        <p:grpSpPr>
          <a:xfrm>
            <a:off x="7955749" y="279774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D611C69-C5AC-0BA7-AEDE-A03AC91AF91B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F4FBDDB-A303-0C81-37E7-05361837534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A423664C-3C85-89F4-382E-82F45361152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F4FAF1A-168E-7879-6FDE-B4BEE665307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5DCC72C-8EF4-F12A-98A1-9D88F469CA8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DBDF204-EFB7-EBE2-AF70-716F8326A05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BCFA5C7-4598-83EB-F8F9-5616EA14771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4144EC-9A97-2743-0362-FDC5E686B3DE}"/>
              </a:ext>
            </a:extLst>
          </p:cNvPr>
          <p:cNvSpPr/>
          <p:nvPr/>
        </p:nvSpPr>
        <p:spPr>
          <a:xfrm rot="16200000" flipV="1">
            <a:off x="5990529" y="2784310"/>
            <a:ext cx="98384" cy="8999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AFC88D-8736-272F-3CCA-0E44048139E7}"/>
              </a:ext>
            </a:extLst>
          </p:cNvPr>
          <p:cNvGrpSpPr/>
          <p:nvPr/>
        </p:nvGrpSpPr>
        <p:grpSpPr>
          <a:xfrm rot="5400000">
            <a:off x="7245984" y="3895755"/>
            <a:ext cx="98808" cy="704649"/>
            <a:chOff x="4737840" y="4907112"/>
            <a:chExt cx="98808" cy="70464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7BE5AF4-96A9-5A47-8EDC-BBF892EF4809}"/>
                </a:ext>
              </a:extLst>
            </p:cNvPr>
            <p:cNvSpPr/>
            <p:nvPr/>
          </p:nvSpPr>
          <p:spPr>
            <a:xfrm>
              <a:off x="4737840" y="4907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D251677-4650-0A37-1A16-9E794D9B994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C9D59B-5E65-E48C-0116-06B8766CA339}"/>
              </a:ext>
            </a:extLst>
          </p:cNvPr>
          <p:cNvSpPr/>
          <p:nvPr/>
        </p:nvSpPr>
        <p:spPr>
          <a:xfrm flipV="1">
            <a:off x="7707384" y="2191195"/>
            <a:ext cx="98385" cy="1328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448520-5AB0-C53B-0089-BAB3E3355AB1}"/>
              </a:ext>
            </a:extLst>
          </p:cNvPr>
          <p:cNvSpPr txBox="1"/>
          <p:nvPr/>
        </p:nvSpPr>
        <p:spPr>
          <a:xfrm>
            <a:off x="112365" y="462533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2147A11C-29F8-73D0-BB75-9B98CFAEF58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B1A6A73-B707-78A2-EA8E-920F0F725DD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FF565C1-4AB4-23CF-8537-D55A89235DB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2498AFE-9CF7-EF97-BD33-58923E0374C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B910A52-2698-37D0-89B2-60C189FFDD7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893E71AE-B270-71B9-F26E-7A7AC895E18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3293FCA-7650-E025-ABD5-694C3DA67AAF}"/>
              </a:ext>
            </a:extLst>
          </p:cNvPr>
          <p:cNvCxnSpPr>
            <a:cxnSpLocks/>
          </p:cNvCxnSpPr>
          <p:nvPr/>
        </p:nvCxnSpPr>
        <p:spPr>
          <a:xfrm>
            <a:off x="2422369" y="4724174"/>
            <a:ext cx="519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EA80B78-5826-616A-8D0B-CC1F4C25CDCC}"/>
              </a:ext>
            </a:extLst>
          </p:cNvPr>
          <p:cNvGrpSpPr/>
          <p:nvPr/>
        </p:nvGrpSpPr>
        <p:grpSpPr>
          <a:xfrm rot="16200000">
            <a:off x="3620393" y="5626753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4C76367-40D4-CAB5-5F54-7CF44467F52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ED8994B-D739-EF66-FC57-0857D933D7B3}"/>
                </a:ext>
              </a:extLst>
            </p:cNvPr>
            <p:cNvSpPr/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24A6F7E-79AC-35DB-CE91-5333BD148918}"/>
                </a:ext>
              </a:extLst>
            </p:cNvPr>
            <p:cNvSpPr/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94A036-D6FC-6CDE-DCB9-AF76AB7E5A0D}"/>
              </a:ext>
            </a:extLst>
          </p:cNvPr>
          <p:cNvSpPr/>
          <p:nvPr/>
        </p:nvSpPr>
        <p:spPr>
          <a:xfrm flipV="1">
            <a:off x="9506900" y="3400425"/>
            <a:ext cx="98385" cy="9311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486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CB9E-1F41-7E23-7B80-AFEE3F2D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5FDD29C-C802-2B29-8E04-1780947121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956" y="1163302"/>
            <a:ext cx="7532687" cy="551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62C03-7447-409C-7B61-455C4075DCED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62C03-7447-409C-7B61-455C4075D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247E174-483E-16C1-13EE-CF1F0392AF62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DACE16-3103-C612-A25C-6FEFA5B87871}"/>
              </a:ext>
            </a:extLst>
          </p:cNvPr>
          <p:cNvSpPr/>
          <p:nvPr/>
        </p:nvSpPr>
        <p:spPr>
          <a:xfrm rot="16200000">
            <a:off x="2959349" y="2817191"/>
            <a:ext cx="110339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74551-5C0F-6F1C-A7C7-FEAA3525E2D8}"/>
              </a:ext>
            </a:extLst>
          </p:cNvPr>
          <p:cNvSpPr txBox="1"/>
          <p:nvPr/>
        </p:nvSpPr>
        <p:spPr>
          <a:xfrm>
            <a:off x="3850158" y="249602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CAD5A2-F0D8-7B57-4595-278788989834}"/>
              </a:ext>
            </a:extLst>
          </p:cNvPr>
          <p:cNvSpPr/>
          <p:nvPr/>
        </p:nvSpPr>
        <p:spPr>
          <a:xfrm>
            <a:off x="2636990" y="3840582"/>
            <a:ext cx="102820" cy="23506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181B970-6A73-8196-657E-8B0C2938EA3C}"/>
              </a:ext>
            </a:extLst>
          </p:cNvPr>
          <p:cNvSpPr/>
          <p:nvPr/>
        </p:nvSpPr>
        <p:spPr>
          <a:xfrm>
            <a:off x="2967702" y="4424909"/>
            <a:ext cx="1404274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7B0A8B-6079-E7C4-85B5-97E2FE3A3F8C}"/>
              </a:ext>
            </a:extLst>
          </p:cNvPr>
          <p:cNvSpPr/>
          <p:nvPr/>
        </p:nvSpPr>
        <p:spPr>
          <a:xfrm>
            <a:off x="3136637" y="4576996"/>
            <a:ext cx="1070238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1AEA0-E496-D638-8501-A550C1DC0187}"/>
              </a:ext>
            </a:extLst>
          </p:cNvPr>
          <p:cNvSpPr txBox="1"/>
          <p:nvPr/>
        </p:nvSpPr>
        <p:spPr>
          <a:xfrm>
            <a:off x="5164844" y="39730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9AE86-C152-B26F-855B-A41E1F048ED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8BCA528B-C116-22A0-DBF0-6AA551322269}"/>
              </a:ext>
            </a:extLst>
          </p:cNvPr>
          <p:cNvSpPr/>
          <p:nvPr/>
        </p:nvSpPr>
        <p:spPr>
          <a:xfrm>
            <a:off x="3316066" y="476032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BDE16B-80CD-B791-B2D5-D260762296DB}"/>
              </a:ext>
            </a:extLst>
          </p:cNvPr>
          <p:cNvGrpSpPr/>
          <p:nvPr/>
        </p:nvGrpSpPr>
        <p:grpSpPr>
          <a:xfrm rot="16200000">
            <a:off x="3800311" y="2962205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2B0CF46-BE7B-AFCE-D8E7-6757F3FC8A0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0DF697-AB0C-B39C-83B6-B639FE6381C5}"/>
                </a:ext>
              </a:extLst>
            </p:cNvPr>
            <p:cNvSpPr/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1949D98-4E60-39E5-5D4F-A032A71F996F}"/>
                </a:ext>
              </a:extLst>
            </p:cNvPr>
            <p:cNvSpPr/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727E4F-C958-92DA-DEEB-3E24C9C56205}"/>
              </a:ext>
            </a:extLst>
          </p:cNvPr>
          <p:cNvGrpSpPr/>
          <p:nvPr/>
        </p:nvGrpSpPr>
        <p:grpSpPr>
          <a:xfrm rot="16200000">
            <a:off x="4328800" y="3185048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BBC431A-03D2-238E-0A4D-B57318DA192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1537891-4BDA-EC25-66E7-39EE75795FA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A3A10AF-7114-B73F-B434-D478FD311FE1}"/>
              </a:ext>
            </a:extLst>
          </p:cNvPr>
          <p:cNvGrpSpPr/>
          <p:nvPr/>
        </p:nvGrpSpPr>
        <p:grpSpPr>
          <a:xfrm>
            <a:off x="7955749" y="279774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77C16B1-BD94-3CF6-975A-D053DBA3ECA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5FFCC09C-7B72-FFBC-3788-2400EB85427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A1E1B0D-A320-D010-192F-CEAF81D4B8E6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D142434F-A747-FE0E-FA02-6D9527B194D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DB03BEC-43D1-D18E-49E3-2019D46475C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CBF0875-C91C-E14B-E4DC-32148520E35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BFB818F-0172-B8DD-ABF6-1A90964ED44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C6086E-1B13-044D-0F00-293495296C07}"/>
              </a:ext>
            </a:extLst>
          </p:cNvPr>
          <p:cNvSpPr/>
          <p:nvPr/>
        </p:nvSpPr>
        <p:spPr>
          <a:xfrm rot="16200000" flipV="1">
            <a:off x="5990529" y="2784310"/>
            <a:ext cx="98384" cy="8999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E9BC87E-EDE9-F13E-10D4-559DB52AC5DE}"/>
              </a:ext>
            </a:extLst>
          </p:cNvPr>
          <p:cNvGrpSpPr/>
          <p:nvPr/>
        </p:nvGrpSpPr>
        <p:grpSpPr>
          <a:xfrm rot="5400000">
            <a:off x="7245984" y="3895755"/>
            <a:ext cx="98808" cy="704649"/>
            <a:chOff x="4737840" y="4907112"/>
            <a:chExt cx="98808" cy="70464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ED881D0-02BC-0E00-60C8-14F482318EFA}"/>
                </a:ext>
              </a:extLst>
            </p:cNvPr>
            <p:cNvSpPr/>
            <p:nvPr/>
          </p:nvSpPr>
          <p:spPr>
            <a:xfrm>
              <a:off x="4737840" y="4907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35A24FB-7282-17AF-A82B-D2347048B35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09F35D2-6561-C5CA-D236-3C991521EE1C}"/>
              </a:ext>
            </a:extLst>
          </p:cNvPr>
          <p:cNvSpPr/>
          <p:nvPr/>
        </p:nvSpPr>
        <p:spPr>
          <a:xfrm flipV="1">
            <a:off x="7707384" y="2191195"/>
            <a:ext cx="98385" cy="1328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BF4105-FED6-5459-F7D2-43DD1E92C6F6}"/>
              </a:ext>
            </a:extLst>
          </p:cNvPr>
          <p:cNvSpPr txBox="1"/>
          <p:nvPr/>
        </p:nvSpPr>
        <p:spPr>
          <a:xfrm>
            <a:off x="112365" y="462533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4A696B-A80E-0C13-5986-6C945FDDC059}"/>
              </a:ext>
            </a:extLst>
          </p:cNvPr>
          <p:cNvSpPr txBox="1"/>
          <p:nvPr/>
        </p:nvSpPr>
        <p:spPr>
          <a:xfrm>
            <a:off x="112985" y="528479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4CBCFD71-6CC0-435C-F49D-FB12F6EE069D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7FAA12E-2B74-EAAA-0DBD-949E02AB3C2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8DC0AD-4B2B-8038-0D5B-8B2377A47C7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483B557-34C5-C46B-5C75-C01615BB96D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6DB7896-226B-4612-0011-FE72FF54B6C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D48D0E27-8602-4B11-DAA5-BE195F5E489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715CD0F-0870-2A40-500C-1D81628A5CF0}"/>
              </a:ext>
            </a:extLst>
          </p:cNvPr>
          <p:cNvCxnSpPr>
            <a:cxnSpLocks/>
          </p:cNvCxnSpPr>
          <p:nvPr/>
        </p:nvCxnSpPr>
        <p:spPr>
          <a:xfrm>
            <a:off x="2422369" y="4724174"/>
            <a:ext cx="519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091C000-C6DB-272D-938C-737A9DDDDA8A}"/>
              </a:ext>
            </a:extLst>
          </p:cNvPr>
          <p:cNvGrpSpPr/>
          <p:nvPr/>
        </p:nvGrpSpPr>
        <p:grpSpPr>
          <a:xfrm rot="16200000">
            <a:off x="3620393" y="5626753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97B7411-3E60-3FBE-8783-6C9DB0A5209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856C72C-5857-03CF-D6B4-36AA5D87903E}"/>
                </a:ext>
              </a:extLst>
            </p:cNvPr>
            <p:cNvSpPr/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0C6331A-AB66-0A27-3B0D-3EEE92062803}"/>
                </a:ext>
              </a:extLst>
            </p:cNvPr>
            <p:cNvSpPr/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42108F2-4193-FBBA-9757-2D64CEA527C6}"/>
              </a:ext>
            </a:extLst>
          </p:cNvPr>
          <p:cNvSpPr/>
          <p:nvPr/>
        </p:nvSpPr>
        <p:spPr>
          <a:xfrm flipV="1">
            <a:off x="9506900" y="3400425"/>
            <a:ext cx="98385" cy="9311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957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850A-8BBD-EA55-8F91-715A7A70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81EADFD-92F0-A205-CFF4-90328282AE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992300"/>
            <a:ext cx="7558087" cy="55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2A49F1-6F25-292A-30C6-74BA4BFB4037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2A49F1-6F25-292A-30C6-74BA4BFB4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29DE46C-F82F-E3E6-0311-11CA4FE27BD6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99OA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EB58C0-13B5-2793-DB2E-00B42A060EFA}"/>
              </a:ext>
            </a:extLst>
          </p:cNvPr>
          <p:cNvSpPr/>
          <p:nvPr/>
        </p:nvSpPr>
        <p:spPr>
          <a:xfrm rot="5400000">
            <a:off x="5447871" y="5233424"/>
            <a:ext cx="102820" cy="18125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44F95B-8E94-A5A9-27D8-B5835BF155D3}"/>
              </a:ext>
            </a:extLst>
          </p:cNvPr>
          <p:cNvSpPr/>
          <p:nvPr/>
        </p:nvSpPr>
        <p:spPr>
          <a:xfrm>
            <a:off x="4898723" y="454378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E83F7F-9BD9-BA43-AE59-EB99C2B3857D}"/>
              </a:ext>
            </a:extLst>
          </p:cNvPr>
          <p:cNvSpPr/>
          <p:nvPr/>
        </p:nvSpPr>
        <p:spPr>
          <a:xfrm>
            <a:off x="5067660" y="469586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62FC2-7AE1-2E04-47D8-2C79EE3EFA96}"/>
              </a:ext>
            </a:extLst>
          </p:cNvPr>
          <p:cNvSpPr txBox="1"/>
          <p:nvPr/>
        </p:nvSpPr>
        <p:spPr>
          <a:xfrm>
            <a:off x="4632403" y="389898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4F217-E4F5-1620-5C02-275AE44802D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587AD1D-A12B-E457-A817-30E2133DA878}"/>
              </a:ext>
            </a:extLst>
          </p:cNvPr>
          <p:cNvGrpSpPr/>
          <p:nvPr/>
        </p:nvGrpSpPr>
        <p:grpSpPr>
          <a:xfrm rot="5400000">
            <a:off x="7535913" y="3858733"/>
            <a:ext cx="98798" cy="571139"/>
            <a:chOff x="4737850" y="5040622"/>
            <a:chExt cx="98798" cy="57113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ABE706-B67C-D1B9-6FD0-99AEC6B5AD76}"/>
                </a:ext>
              </a:extLst>
            </p:cNvPr>
            <p:cNvSpPr/>
            <p:nvPr/>
          </p:nvSpPr>
          <p:spPr>
            <a:xfrm>
              <a:off x="4737850" y="50406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8F3FEA01-CD1E-8A88-1E71-B98ECADE766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BCFC2C-2B3B-E898-C066-C4C9FBD2CE2A}"/>
              </a:ext>
            </a:extLst>
          </p:cNvPr>
          <p:cNvSpPr/>
          <p:nvPr/>
        </p:nvSpPr>
        <p:spPr>
          <a:xfrm flipV="1">
            <a:off x="8501947" y="2425867"/>
            <a:ext cx="98385" cy="10483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289D10-3FB6-DA8A-80AD-56C227F4BA06}"/>
              </a:ext>
            </a:extLst>
          </p:cNvPr>
          <p:cNvSpPr txBox="1"/>
          <p:nvPr/>
        </p:nvSpPr>
        <p:spPr>
          <a:xfrm>
            <a:off x="5480751" y="639872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9549212-7361-0025-5D2C-AD9230ABB2C0}"/>
              </a:ext>
            </a:extLst>
          </p:cNvPr>
          <p:cNvCxnSpPr>
            <a:cxnSpLocks/>
          </p:cNvCxnSpPr>
          <p:nvPr/>
        </p:nvCxnSpPr>
        <p:spPr>
          <a:xfrm flipV="1">
            <a:off x="5688608" y="5791692"/>
            <a:ext cx="0" cy="689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E85EEBBB-A439-5BD6-E454-48CA6BB050C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7A90B16-2657-D857-4A21-85374E2EBC9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3E726E3-E0D5-73DD-21A7-5EDF96FB1C3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DCFBFCF-253A-6310-3AE9-8B077E683D8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1A437B1-A4BE-2FEB-B6D1-C4AE841D31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B0C97581-63E3-0122-7033-2C62FBDB9BB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246C923-DC97-C30D-0402-9FDB83F07B9D}"/>
              </a:ext>
            </a:extLst>
          </p:cNvPr>
          <p:cNvSpPr/>
          <p:nvPr/>
        </p:nvSpPr>
        <p:spPr>
          <a:xfrm rot="10800000" flipV="1">
            <a:off x="9529943" y="3424238"/>
            <a:ext cx="98385" cy="788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B212F66-60BB-93C0-E3EF-9675B8895A71}"/>
              </a:ext>
            </a:extLst>
          </p:cNvPr>
          <p:cNvGrpSpPr/>
          <p:nvPr/>
        </p:nvGrpSpPr>
        <p:grpSpPr>
          <a:xfrm>
            <a:off x="6424450" y="4479926"/>
            <a:ext cx="98891" cy="1429658"/>
            <a:chOff x="4737834" y="4900127"/>
            <a:chExt cx="98891" cy="142965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23F8335-1C4A-DD8E-21D6-3BD848D5A48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681DAC5-B9F5-A695-E3EA-CFF211E8796D}"/>
                </a:ext>
              </a:extLst>
            </p:cNvPr>
            <p:cNvSpPr/>
            <p:nvPr/>
          </p:nvSpPr>
          <p:spPr>
            <a:xfrm>
              <a:off x="4738263" y="5567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44104EB-4344-FCE6-1A46-1DB5F1C060EC}"/>
                </a:ext>
              </a:extLst>
            </p:cNvPr>
            <p:cNvSpPr/>
            <p:nvPr/>
          </p:nvSpPr>
          <p:spPr>
            <a:xfrm>
              <a:off x="4738340" y="6231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9C0F988-232D-F188-F587-6835F26EA264}"/>
              </a:ext>
            </a:extLst>
          </p:cNvPr>
          <p:cNvSpPr/>
          <p:nvPr/>
        </p:nvSpPr>
        <p:spPr>
          <a:xfrm rot="10800000" flipV="1">
            <a:off x="4279940" y="2663487"/>
            <a:ext cx="98385" cy="788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0B0496D-7556-255E-A3DF-BD62E4F130BF}"/>
              </a:ext>
            </a:extLst>
          </p:cNvPr>
          <p:cNvGrpSpPr/>
          <p:nvPr/>
        </p:nvGrpSpPr>
        <p:grpSpPr>
          <a:xfrm>
            <a:off x="4513179" y="4460419"/>
            <a:ext cx="98891" cy="1429658"/>
            <a:chOff x="4737834" y="4900127"/>
            <a:chExt cx="98891" cy="142965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3011B85-6E08-FC3E-11E6-005CC66DAB3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9E590CA-EA0A-CABC-D7B3-519CAD267554}"/>
                </a:ext>
              </a:extLst>
            </p:cNvPr>
            <p:cNvSpPr/>
            <p:nvPr/>
          </p:nvSpPr>
          <p:spPr>
            <a:xfrm>
              <a:off x="4738263" y="5567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93F6D07-A25E-2E28-FD11-B022BB09B645}"/>
                </a:ext>
              </a:extLst>
            </p:cNvPr>
            <p:cNvSpPr/>
            <p:nvPr/>
          </p:nvSpPr>
          <p:spPr>
            <a:xfrm>
              <a:off x="4738340" y="6231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3352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D348-AD63-7281-6EA5-26EF74B2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871AC2C-079E-8040-2AAE-4EE3FF3BF1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992300"/>
            <a:ext cx="7558087" cy="55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A1712B-F2B4-8973-6150-A9FBA38ECD26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A1712B-F2B4-8973-6150-A9FBA38EC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C35AE46-DA02-E48D-B1A0-A9833CDD8CA2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99OA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C1209F-F820-D07A-2727-3A42B808407F}"/>
              </a:ext>
            </a:extLst>
          </p:cNvPr>
          <p:cNvSpPr/>
          <p:nvPr/>
        </p:nvSpPr>
        <p:spPr>
          <a:xfrm>
            <a:off x="3376812" y="5351407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A36F7-4662-507C-C1F3-F9E1F2EC1C83}"/>
              </a:ext>
            </a:extLst>
          </p:cNvPr>
          <p:cNvSpPr txBox="1"/>
          <p:nvPr/>
        </p:nvSpPr>
        <p:spPr>
          <a:xfrm>
            <a:off x="2842707" y="447908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01DF07-970B-3B62-B6B2-9627356031E6}"/>
              </a:ext>
            </a:extLst>
          </p:cNvPr>
          <p:cNvSpPr/>
          <p:nvPr/>
        </p:nvSpPr>
        <p:spPr>
          <a:xfrm rot="5400000">
            <a:off x="5447871" y="5233424"/>
            <a:ext cx="102820" cy="18125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4E91D3F-311D-3CE4-A150-DAFA989F5D12}"/>
              </a:ext>
            </a:extLst>
          </p:cNvPr>
          <p:cNvSpPr/>
          <p:nvPr/>
        </p:nvSpPr>
        <p:spPr>
          <a:xfrm>
            <a:off x="4898723" y="454378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F04FB5F-B91C-8389-6658-6B9AC8F0B26D}"/>
              </a:ext>
            </a:extLst>
          </p:cNvPr>
          <p:cNvSpPr/>
          <p:nvPr/>
        </p:nvSpPr>
        <p:spPr>
          <a:xfrm>
            <a:off x="5067660" y="469586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1384A-95A0-9460-309D-5481D07E303B}"/>
              </a:ext>
            </a:extLst>
          </p:cNvPr>
          <p:cNvSpPr txBox="1"/>
          <p:nvPr/>
        </p:nvSpPr>
        <p:spPr>
          <a:xfrm>
            <a:off x="4632403" y="389898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B8E31-50AC-EA98-F7A5-0B26368B640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5F15DE6-2B49-F199-30FA-55FF56A02893}"/>
              </a:ext>
            </a:extLst>
          </p:cNvPr>
          <p:cNvGrpSpPr/>
          <p:nvPr/>
        </p:nvGrpSpPr>
        <p:grpSpPr>
          <a:xfrm>
            <a:off x="4286526" y="4312000"/>
            <a:ext cx="98814" cy="675122"/>
            <a:chOff x="4737834" y="5000139"/>
            <a:chExt cx="98814" cy="6751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BB7182B-34F0-5A87-AEE7-0853A08B7F4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3D784C3-B9B9-C8A6-946C-E39F4A5C8ACE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AB7BF39-85DA-ED02-B9D2-E68CDBC3C339}"/>
              </a:ext>
            </a:extLst>
          </p:cNvPr>
          <p:cNvGrpSpPr/>
          <p:nvPr/>
        </p:nvGrpSpPr>
        <p:grpSpPr>
          <a:xfrm>
            <a:off x="7925651" y="269489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4EC8AB8-D606-2DEF-141F-E0E8329C078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6B4AD45-0612-CF0C-68BC-249594BCD7D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88DF895-365C-9C6F-13AC-ECA28A0A6C5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149B2518-4932-5B25-DF89-01BADBA42BE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C0D52BC-DF00-0B1A-3996-8DE5DCBC3BE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F27FA8FE-9062-DA83-D4E2-E5CDBABB514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0EE0467F-D5A3-09DF-C3E3-261751476AF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B56960A-276B-0A62-8B12-453BAB62345C}"/>
              </a:ext>
            </a:extLst>
          </p:cNvPr>
          <p:cNvGrpSpPr/>
          <p:nvPr/>
        </p:nvGrpSpPr>
        <p:grpSpPr>
          <a:xfrm rot="5400000">
            <a:off x="7535913" y="3858733"/>
            <a:ext cx="98798" cy="571139"/>
            <a:chOff x="4737850" y="5040622"/>
            <a:chExt cx="98798" cy="57113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9642476-0882-651A-2AA8-A180E895B3BE}"/>
                </a:ext>
              </a:extLst>
            </p:cNvPr>
            <p:cNvSpPr/>
            <p:nvPr/>
          </p:nvSpPr>
          <p:spPr>
            <a:xfrm>
              <a:off x="4737850" y="50406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1399936-84C2-ADCC-B871-42A0F783B0D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F41022-D146-B915-B7EE-967B0482D2FB}"/>
              </a:ext>
            </a:extLst>
          </p:cNvPr>
          <p:cNvSpPr/>
          <p:nvPr/>
        </p:nvSpPr>
        <p:spPr>
          <a:xfrm flipV="1">
            <a:off x="8501947" y="2425867"/>
            <a:ext cx="98385" cy="10483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C9DB8B-40AA-569B-1AE0-72705AF706B7}"/>
              </a:ext>
            </a:extLst>
          </p:cNvPr>
          <p:cNvSpPr txBox="1"/>
          <p:nvPr/>
        </p:nvSpPr>
        <p:spPr>
          <a:xfrm>
            <a:off x="5480751" y="639872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D3A6794-149F-99AE-3D22-D4C5FE3D7D01}"/>
              </a:ext>
            </a:extLst>
          </p:cNvPr>
          <p:cNvCxnSpPr>
            <a:cxnSpLocks/>
          </p:cNvCxnSpPr>
          <p:nvPr/>
        </p:nvCxnSpPr>
        <p:spPr>
          <a:xfrm flipV="1">
            <a:off x="5688608" y="5791692"/>
            <a:ext cx="0" cy="689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5A140B9A-A049-13E6-5826-6FEADAD7BBA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38D46BC-3C4C-3E71-07C4-230BEB372CC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C52B0A3-B92B-F395-7AFF-6FB2F025744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5D3FC8-36D3-9671-C2B4-024B978C81C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A1CF7CC-F204-13E7-1219-3A6C9E17514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8FA581A-66A2-781B-DA61-9A1BFABD597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7BC2E2F-9AC3-3DB3-BABE-9F04CF2B9808}"/>
              </a:ext>
            </a:extLst>
          </p:cNvPr>
          <p:cNvSpPr/>
          <p:nvPr/>
        </p:nvSpPr>
        <p:spPr>
          <a:xfrm rot="10800000" flipV="1">
            <a:off x="9529943" y="3424238"/>
            <a:ext cx="98385" cy="788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4CCEA5-475C-1F37-CDFC-616FA05CEE5B}"/>
              </a:ext>
            </a:extLst>
          </p:cNvPr>
          <p:cNvGrpSpPr/>
          <p:nvPr/>
        </p:nvGrpSpPr>
        <p:grpSpPr>
          <a:xfrm>
            <a:off x="6424450" y="4479926"/>
            <a:ext cx="98891" cy="1429658"/>
            <a:chOff x="4737834" y="4900127"/>
            <a:chExt cx="98891" cy="142965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A8000E6-C3BF-13FD-D64A-FD7E87B0F8C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69812ED-4FA2-F098-E5FF-992421F3793E}"/>
                </a:ext>
              </a:extLst>
            </p:cNvPr>
            <p:cNvSpPr/>
            <p:nvPr/>
          </p:nvSpPr>
          <p:spPr>
            <a:xfrm>
              <a:off x="4738263" y="5567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426A28A-A2A0-653B-C42B-39E82B53E619}"/>
                </a:ext>
              </a:extLst>
            </p:cNvPr>
            <p:cNvSpPr/>
            <p:nvPr/>
          </p:nvSpPr>
          <p:spPr>
            <a:xfrm>
              <a:off x="4738340" y="6231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D65B30-C857-1672-CD3A-A32602EF8EC3}"/>
              </a:ext>
            </a:extLst>
          </p:cNvPr>
          <p:cNvSpPr/>
          <p:nvPr/>
        </p:nvSpPr>
        <p:spPr>
          <a:xfrm rot="10800000" flipV="1">
            <a:off x="4279940" y="2663487"/>
            <a:ext cx="98385" cy="788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52D45F2-2034-D5B2-60EB-736734D6B099}"/>
              </a:ext>
            </a:extLst>
          </p:cNvPr>
          <p:cNvGrpSpPr/>
          <p:nvPr/>
        </p:nvGrpSpPr>
        <p:grpSpPr>
          <a:xfrm>
            <a:off x="4513179" y="4460419"/>
            <a:ext cx="98891" cy="1429658"/>
            <a:chOff x="4737834" y="4900127"/>
            <a:chExt cx="98891" cy="142965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E69556C-EA38-88F3-3157-AE597977D41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574B8850-7C6E-8449-872F-A855FD8D0C85}"/>
                </a:ext>
              </a:extLst>
            </p:cNvPr>
            <p:cNvSpPr/>
            <p:nvPr/>
          </p:nvSpPr>
          <p:spPr>
            <a:xfrm>
              <a:off x="4738263" y="5567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FC3A017-96D5-D018-C644-C24FC5963BF5}"/>
                </a:ext>
              </a:extLst>
            </p:cNvPr>
            <p:cNvSpPr/>
            <p:nvPr/>
          </p:nvSpPr>
          <p:spPr>
            <a:xfrm>
              <a:off x="4738340" y="6231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178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00DF-B60F-8D8B-94C1-83FFF398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BEBF01C-5BAA-AB0D-6754-66BD1881C2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992300"/>
            <a:ext cx="7558087" cy="55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052BF9-AB15-343F-268E-29111722B19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052BF9-AB15-343F-268E-29111722B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A147AC6-E6C2-D3F6-9994-78F0BE90AC1A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99OA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19B059-88C7-5381-858E-464033B91FD6}"/>
              </a:ext>
            </a:extLst>
          </p:cNvPr>
          <p:cNvSpPr/>
          <p:nvPr/>
        </p:nvSpPr>
        <p:spPr>
          <a:xfrm>
            <a:off x="3376812" y="5351407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099C9-94C5-A51D-C58E-78DC20A3DBAA}"/>
              </a:ext>
            </a:extLst>
          </p:cNvPr>
          <p:cNvSpPr txBox="1"/>
          <p:nvPr/>
        </p:nvSpPr>
        <p:spPr>
          <a:xfrm>
            <a:off x="2842707" y="447908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305A2C-BF50-E937-A223-CAE15558C39B}"/>
              </a:ext>
            </a:extLst>
          </p:cNvPr>
          <p:cNvSpPr/>
          <p:nvPr/>
        </p:nvSpPr>
        <p:spPr>
          <a:xfrm rot="5400000">
            <a:off x="5447871" y="5233424"/>
            <a:ext cx="102820" cy="18125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2EF175A-2331-8E04-8135-F33A23063C1E}"/>
              </a:ext>
            </a:extLst>
          </p:cNvPr>
          <p:cNvSpPr/>
          <p:nvPr/>
        </p:nvSpPr>
        <p:spPr>
          <a:xfrm>
            <a:off x="4898723" y="454378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8D5CFC2-36B1-7A2D-A892-0D7D87A507C7}"/>
              </a:ext>
            </a:extLst>
          </p:cNvPr>
          <p:cNvSpPr/>
          <p:nvPr/>
        </p:nvSpPr>
        <p:spPr>
          <a:xfrm>
            <a:off x="5067660" y="469586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A48E8-B770-E28B-EF01-DD3105A3A6A1}"/>
              </a:ext>
            </a:extLst>
          </p:cNvPr>
          <p:cNvSpPr txBox="1"/>
          <p:nvPr/>
        </p:nvSpPr>
        <p:spPr>
          <a:xfrm>
            <a:off x="4632403" y="389898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B82E4-CEDD-12B2-E6DD-D773EF8AF7F2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3ADD29B-C6A5-9AFB-0C25-D97A1BC041A7}"/>
              </a:ext>
            </a:extLst>
          </p:cNvPr>
          <p:cNvSpPr/>
          <p:nvPr/>
        </p:nvSpPr>
        <p:spPr>
          <a:xfrm>
            <a:off x="5247088" y="487919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86FAB80-5220-E7EB-2C2F-37D96DAFC30D}"/>
              </a:ext>
            </a:extLst>
          </p:cNvPr>
          <p:cNvGrpSpPr/>
          <p:nvPr/>
        </p:nvGrpSpPr>
        <p:grpSpPr>
          <a:xfrm>
            <a:off x="4286526" y="4312000"/>
            <a:ext cx="98814" cy="675122"/>
            <a:chOff x="4737834" y="5000139"/>
            <a:chExt cx="98814" cy="6751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33248D2-EB27-9727-DF34-5FF4821CAE2D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F6141C-ADA5-7B60-B6DC-8B35F1D45166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A32649-B605-5B1D-5E3F-C3F7744B9E26}"/>
              </a:ext>
            </a:extLst>
          </p:cNvPr>
          <p:cNvGrpSpPr/>
          <p:nvPr/>
        </p:nvGrpSpPr>
        <p:grpSpPr>
          <a:xfrm>
            <a:off x="7925651" y="269489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A033A62-CCF6-3AA1-02CF-57DEC9975BB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7012B0C8-1F82-29E3-4518-F7AAC689CD81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F6B2C96-5C56-86AF-B771-9FDAF8A63BF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183D07D1-2338-5EB8-25AE-C67217523E40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72BB8A7-B7D4-E1A3-0392-23EA1978D8C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43F1DDD-164F-5BD5-0763-EBEADF757F1F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8FF8010-1B20-0C2B-23D4-1E69B30E485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65089A0-647C-A1CE-06D9-104BDE61F2A3}"/>
              </a:ext>
            </a:extLst>
          </p:cNvPr>
          <p:cNvGrpSpPr/>
          <p:nvPr/>
        </p:nvGrpSpPr>
        <p:grpSpPr>
          <a:xfrm rot="5400000">
            <a:off x="7535913" y="3858733"/>
            <a:ext cx="98798" cy="571139"/>
            <a:chOff x="4737850" y="5040622"/>
            <a:chExt cx="98798" cy="57113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7FED4F8-868F-84F2-DE6D-3C2FC2E447BC}"/>
                </a:ext>
              </a:extLst>
            </p:cNvPr>
            <p:cNvSpPr/>
            <p:nvPr/>
          </p:nvSpPr>
          <p:spPr>
            <a:xfrm>
              <a:off x="4737850" y="50406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EB333AA-6FDB-20CF-7B09-D32CB341F33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5186146-D669-4214-D747-0C836E0FEFBA}"/>
              </a:ext>
            </a:extLst>
          </p:cNvPr>
          <p:cNvSpPr/>
          <p:nvPr/>
        </p:nvSpPr>
        <p:spPr>
          <a:xfrm flipV="1">
            <a:off x="8501947" y="2425867"/>
            <a:ext cx="98385" cy="10483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0B9541-5984-1C51-8436-6190D7DDB6BA}"/>
              </a:ext>
            </a:extLst>
          </p:cNvPr>
          <p:cNvSpPr txBox="1"/>
          <p:nvPr/>
        </p:nvSpPr>
        <p:spPr>
          <a:xfrm>
            <a:off x="5480751" y="639872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E554BF5-A9EB-0579-2D6D-BA7254D37874}"/>
              </a:ext>
            </a:extLst>
          </p:cNvPr>
          <p:cNvCxnSpPr>
            <a:cxnSpLocks/>
          </p:cNvCxnSpPr>
          <p:nvPr/>
        </p:nvCxnSpPr>
        <p:spPr>
          <a:xfrm flipV="1">
            <a:off x="5688608" y="5791692"/>
            <a:ext cx="0" cy="689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597E654-7FDF-51F1-A33C-4D43D95E9D35}"/>
              </a:ext>
            </a:extLst>
          </p:cNvPr>
          <p:cNvSpPr txBox="1"/>
          <p:nvPr/>
        </p:nvSpPr>
        <p:spPr>
          <a:xfrm>
            <a:off x="3251379" y="629278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36AC64D5-BAA9-1D5E-AEB4-54934F08BC8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6331629-C693-CEF0-6D86-AE378FFB9CD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6CA1581-7D65-B6B1-3100-FED9EFD79F9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14819B9-60FA-6418-C9A8-688B5AEAFB7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A53B675-A8A7-2394-CE2B-5EE57EA398D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6BB87E6B-5614-FC4D-598C-5E598D4CEA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CA95D87-1270-91E2-D717-F6491B7FFFC8}"/>
              </a:ext>
            </a:extLst>
          </p:cNvPr>
          <p:cNvSpPr/>
          <p:nvPr/>
        </p:nvSpPr>
        <p:spPr>
          <a:xfrm rot="10800000" flipV="1">
            <a:off x="9529943" y="3424238"/>
            <a:ext cx="98385" cy="788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A392C69-7C3A-D9BB-A3B6-CE553B935247}"/>
              </a:ext>
            </a:extLst>
          </p:cNvPr>
          <p:cNvGrpSpPr/>
          <p:nvPr/>
        </p:nvGrpSpPr>
        <p:grpSpPr>
          <a:xfrm>
            <a:off x="6424450" y="4479926"/>
            <a:ext cx="98891" cy="1429658"/>
            <a:chOff x="4737834" y="4900127"/>
            <a:chExt cx="98891" cy="142965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07F0F9B-9661-8F95-231C-E12E370159A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5D12293-3C04-9AA1-16F4-E5C3A0BB5272}"/>
                </a:ext>
              </a:extLst>
            </p:cNvPr>
            <p:cNvSpPr/>
            <p:nvPr/>
          </p:nvSpPr>
          <p:spPr>
            <a:xfrm>
              <a:off x="4738263" y="5567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35ABBBD-3FE4-B3A0-0D3D-FF8ED1EC93F7}"/>
                </a:ext>
              </a:extLst>
            </p:cNvPr>
            <p:cNvSpPr/>
            <p:nvPr/>
          </p:nvSpPr>
          <p:spPr>
            <a:xfrm>
              <a:off x="4738340" y="6231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0481AB8-6073-6973-3A85-116D1488B3DD}"/>
              </a:ext>
            </a:extLst>
          </p:cNvPr>
          <p:cNvSpPr/>
          <p:nvPr/>
        </p:nvSpPr>
        <p:spPr>
          <a:xfrm rot="10800000" flipV="1">
            <a:off x="4279940" y="2663487"/>
            <a:ext cx="98385" cy="788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08C317A-65A2-E141-29FD-3173CF888F9A}"/>
              </a:ext>
            </a:extLst>
          </p:cNvPr>
          <p:cNvGrpSpPr/>
          <p:nvPr/>
        </p:nvGrpSpPr>
        <p:grpSpPr>
          <a:xfrm>
            <a:off x="4513179" y="4460419"/>
            <a:ext cx="98891" cy="1429658"/>
            <a:chOff x="4737834" y="4900127"/>
            <a:chExt cx="98891" cy="142965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B252368B-2F2C-355E-E001-01D916A8C64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CC445CEE-1E9D-6699-8F52-1FAB41B26EC1}"/>
                </a:ext>
              </a:extLst>
            </p:cNvPr>
            <p:cNvSpPr/>
            <p:nvPr/>
          </p:nvSpPr>
          <p:spPr>
            <a:xfrm>
              <a:off x="4738263" y="55673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5723D6D-DE23-A16E-4617-FB5DA9623432}"/>
                </a:ext>
              </a:extLst>
            </p:cNvPr>
            <p:cNvSpPr/>
            <p:nvPr/>
          </p:nvSpPr>
          <p:spPr>
            <a:xfrm>
              <a:off x="4738340" y="6231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52103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77BC-C9A0-FA05-CE85-8F2169B0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FB2E6FF-F0CC-E2B0-7D31-6789C15143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1075386"/>
            <a:ext cx="7227888" cy="529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3CCE3E-C3B4-E1FA-D428-DAB28A95E4F5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3CCE3E-C3B4-E1FA-D428-DAB28A95E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3E7E7D0-9C41-08FD-0F7C-5C2C1C05C49A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99OB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4747BB-8E27-3A12-CFD0-9D24A8C90228}"/>
              </a:ext>
            </a:extLst>
          </p:cNvPr>
          <p:cNvSpPr/>
          <p:nvPr/>
        </p:nvSpPr>
        <p:spPr>
          <a:xfrm rot="5400000">
            <a:off x="6626097" y="5293599"/>
            <a:ext cx="102820" cy="16440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D0F340-3C93-BE7D-CF91-87005ADF4CDE}"/>
              </a:ext>
            </a:extLst>
          </p:cNvPr>
          <p:cNvSpPr/>
          <p:nvPr/>
        </p:nvSpPr>
        <p:spPr>
          <a:xfrm>
            <a:off x="6048026" y="45220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2035285-6AAE-3198-26A0-5886D340822A}"/>
              </a:ext>
            </a:extLst>
          </p:cNvPr>
          <p:cNvSpPr/>
          <p:nvPr/>
        </p:nvSpPr>
        <p:spPr>
          <a:xfrm>
            <a:off x="6216963" y="467418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460DE-3CC0-F3A6-56B2-271AA8060D17}"/>
              </a:ext>
            </a:extLst>
          </p:cNvPr>
          <p:cNvSpPr txBox="1"/>
          <p:nvPr/>
        </p:nvSpPr>
        <p:spPr>
          <a:xfrm>
            <a:off x="5655714" y="381279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9EB8FA-16A8-B2C2-CB9A-B6299EF5C0A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5A39B4E-ED1D-F692-DCE4-60CD41B8C15B}"/>
              </a:ext>
            </a:extLst>
          </p:cNvPr>
          <p:cNvGrpSpPr/>
          <p:nvPr/>
        </p:nvGrpSpPr>
        <p:grpSpPr>
          <a:xfrm>
            <a:off x="5718710" y="44315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5085ACE-3048-177A-BC3E-1F6E25D2CFB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4CB044-3B88-7950-9B68-A4A9CA73E45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3854010-490E-D9AB-C5FD-EDDB68FEE7DF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B586A32-B638-DA03-53D1-F1E5AF68AD9A}"/>
              </a:ext>
            </a:extLst>
          </p:cNvPr>
          <p:cNvGrpSpPr/>
          <p:nvPr/>
        </p:nvGrpSpPr>
        <p:grpSpPr>
          <a:xfrm rot="5400000">
            <a:off x="4593303" y="3938048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8B5BCF8-01B1-B0C9-04D2-80CF80D70036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B5EA67C-897E-731C-DE26-F14BD1C3BBA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B06E01C-6019-4826-AB12-15765BF254C2}"/>
              </a:ext>
            </a:extLst>
          </p:cNvPr>
          <p:cNvSpPr/>
          <p:nvPr/>
        </p:nvSpPr>
        <p:spPr>
          <a:xfrm flipV="1">
            <a:off x="3711094" y="2483754"/>
            <a:ext cx="98385" cy="10785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F00A2A-7A70-6AF4-DAE4-E75F24667EF9}"/>
              </a:ext>
            </a:extLst>
          </p:cNvPr>
          <p:cNvSpPr txBox="1"/>
          <p:nvPr/>
        </p:nvSpPr>
        <p:spPr>
          <a:xfrm>
            <a:off x="6689964" y="644118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D99B014-3815-5B20-69BB-6A6072BC3423}"/>
              </a:ext>
            </a:extLst>
          </p:cNvPr>
          <p:cNvCxnSpPr>
            <a:cxnSpLocks/>
          </p:cNvCxnSpPr>
          <p:nvPr/>
        </p:nvCxnSpPr>
        <p:spPr>
          <a:xfrm flipV="1">
            <a:off x="6953706" y="575930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0C74C64D-32F5-D268-6BEF-1A271728C20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C6F7546-F141-2C32-83F6-D4CC686C5DA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5714A36-0575-211F-1DA8-11FAFDC5FA4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0CCF8A7-6D6B-B342-0388-AFFBB07AD38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3C7E172-69A7-CE1A-889B-E734DFB9658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7A5DEF25-42A1-0CEA-26B0-7A28AB0748E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A3ABBDD-9427-0F18-A3AF-C2CE853D3067}"/>
              </a:ext>
            </a:extLst>
          </p:cNvPr>
          <p:cNvGrpSpPr/>
          <p:nvPr/>
        </p:nvGrpSpPr>
        <p:grpSpPr>
          <a:xfrm>
            <a:off x="7534180" y="4424901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9545E17-EE35-CBD2-D20A-8F7ED02CE88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3789E70-C82D-EDBF-6BCB-124DEA13590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F330DE7-5CDF-6CED-E4C7-8EAF8CE33DD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6FF7116-D47C-5CED-C061-F6CB8FDDE0D0}"/>
              </a:ext>
            </a:extLst>
          </p:cNvPr>
          <p:cNvSpPr/>
          <p:nvPr/>
        </p:nvSpPr>
        <p:spPr>
          <a:xfrm flipV="1">
            <a:off x="9369789" y="2814155"/>
            <a:ext cx="98385" cy="7481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FC3DB0-E659-63B9-8F4B-B36B32C82BD0}"/>
              </a:ext>
            </a:extLst>
          </p:cNvPr>
          <p:cNvSpPr/>
          <p:nvPr/>
        </p:nvSpPr>
        <p:spPr>
          <a:xfrm flipV="1">
            <a:off x="2727982" y="3531346"/>
            <a:ext cx="98385" cy="7481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604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B9880-0FD7-CD02-AAF8-BF72954C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C5D8492-E13D-5DF0-739A-F38D2C397A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1075386"/>
            <a:ext cx="7227888" cy="529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E7A49C-CAD9-7D84-0BD9-4774497B140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E7A49C-CAD9-7D84-0BD9-4774497B1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746288-5668-9C3E-602E-84D66C1966DA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99OB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AA312D-E777-BC05-76ED-9F35B93A2F48}"/>
              </a:ext>
            </a:extLst>
          </p:cNvPr>
          <p:cNvSpPr/>
          <p:nvPr/>
        </p:nvSpPr>
        <p:spPr>
          <a:xfrm>
            <a:off x="7745511" y="5355032"/>
            <a:ext cx="96668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3CB1C-EA15-F35B-9050-7FB27E5EA442}"/>
              </a:ext>
            </a:extLst>
          </p:cNvPr>
          <p:cNvSpPr txBox="1"/>
          <p:nvPr/>
        </p:nvSpPr>
        <p:spPr>
          <a:xfrm>
            <a:off x="7945585" y="453424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FB569D-BBCC-C470-E1BD-D178048CC150}"/>
              </a:ext>
            </a:extLst>
          </p:cNvPr>
          <p:cNvSpPr/>
          <p:nvPr/>
        </p:nvSpPr>
        <p:spPr>
          <a:xfrm rot="5400000">
            <a:off x="6626097" y="5293599"/>
            <a:ext cx="102820" cy="16440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4B3E669-65BE-713E-A2AE-C519899AB8AD}"/>
              </a:ext>
            </a:extLst>
          </p:cNvPr>
          <p:cNvSpPr/>
          <p:nvPr/>
        </p:nvSpPr>
        <p:spPr>
          <a:xfrm>
            <a:off x="6048026" y="45220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9CE9B22-DA41-7148-6535-C18A87A87960}"/>
              </a:ext>
            </a:extLst>
          </p:cNvPr>
          <p:cNvSpPr/>
          <p:nvPr/>
        </p:nvSpPr>
        <p:spPr>
          <a:xfrm>
            <a:off x="6216963" y="467418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ECA03-9BD1-B6EC-6C2D-33C530B7DE6E}"/>
              </a:ext>
            </a:extLst>
          </p:cNvPr>
          <p:cNvSpPr txBox="1"/>
          <p:nvPr/>
        </p:nvSpPr>
        <p:spPr>
          <a:xfrm>
            <a:off x="5655714" y="381279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7AA60D-3303-98F2-F494-268EDEC2DB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B8B319-B56B-F2B5-6A6E-703B2907C3D0}"/>
              </a:ext>
            </a:extLst>
          </p:cNvPr>
          <p:cNvGrpSpPr/>
          <p:nvPr/>
        </p:nvGrpSpPr>
        <p:grpSpPr>
          <a:xfrm>
            <a:off x="5718710" y="44315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007943A-A26D-A344-7AB9-BEC5BA2A3924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831A170-340E-4A6B-9248-E08FB0DA1CB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B2CA7A-CA30-80DE-55CA-9FE3068F3BE0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BB378D5-C0BE-110D-76A4-FBF430A27656}"/>
              </a:ext>
            </a:extLst>
          </p:cNvPr>
          <p:cNvGrpSpPr/>
          <p:nvPr/>
        </p:nvGrpSpPr>
        <p:grpSpPr>
          <a:xfrm>
            <a:off x="7756074" y="4418421"/>
            <a:ext cx="98814" cy="699732"/>
            <a:chOff x="4737834" y="4900127"/>
            <a:chExt cx="98814" cy="69973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D1F4A08-C596-1FB0-547F-CE8158A2ACB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39A512C-C2CB-AECA-C912-BF54E93709A5}"/>
                </a:ext>
              </a:extLst>
            </p:cNvPr>
            <p:cNvSpPr/>
            <p:nvPr/>
          </p:nvSpPr>
          <p:spPr>
            <a:xfrm>
              <a:off x="4738263" y="550147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CCB0ABC-7CED-FAFC-CF57-1130EC483D30}"/>
              </a:ext>
            </a:extLst>
          </p:cNvPr>
          <p:cNvGrpSpPr/>
          <p:nvPr/>
        </p:nvGrpSpPr>
        <p:grpSpPr>
          <a:xfrm>
            <a:off x="3902699" y="281415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4874FC1-EEC0-160C-DEAD-D949D7127B6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DB1805D-BE38-F05D-F227-DCE23AB3D61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E18FDBA-F032-F11B-E823-CB3D16769AC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45FA246E-05DA-6E0F-5D2A-D46357723AC4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E9699C1-86B5-3A18-1177-98E5351D18F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349E58C-8995-9050-4831-98FCD171BF4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B0C9D35-71C0-539E-B8EE-62C19B686D1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19B51B3-3F21-B5D9-5A65-819E3ACE158D}"/>
              </a:ext>
            </a:extLst>
          </p:cNvPr>
          <p:cNvGrpSpPr/>
          <p:nvPr/>
        </p:nvGrpSpPr>
        <p:grpSpPr>
          <a:xfrm rot="5400000">
            <a:off x="4593303" y="3938048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1770FA7-F38E-122B-C992-7CBD37C7C6F2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646F115-09DA-4C4E-D815-75849194EDD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C8067FC-F5C9-8003-455E-D69E509465DB}"/>
              </a:ext>
            </a:extLst>
          </p:cNvPr>
          <p:cNvSpPr/>
          <p:nvPr/>
        </p:nvSpPr>
        <p:spPr>
          <a:xfrm flipV="1">
            <a:off x="3711094" y="2483754"/>
            <a:ext cx="98385" cy="10785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AC4ACC-6408-A580-7E85-503B69B12ECE}"/>
              </a:ext>
            </a:extLst>
          </p:cNvPr>
          <p:cNvSpPr txBox="1"/>
          <p:nvPr/>
        </p:nvSpPr>
        <p:spPr>
          <a:xfrm>
            <a:off x="6689964" y="644118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3EEE572-909A-664F-AAB2-EC1AE9C37AF7}"/>
              </a:ext>
            </a:extLst>
          </p:cNvPr>
          <p:cNvCxnSpPr>
            <a:cxnSpLocks/>
          </p:cNvCxnSpPr>
          <p:nvPr/>
        </p:nvCxnSpPr>
        <p:spPr>
          <a:xfrm flipV="1">
            <a:off x="6953706" y="575930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0E9E4C5C-2A49-00F6-E115-B2374E5AEC7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CE83248-E2B8-4072-A20E-D13043C32DC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08F20F3-D079-A8C2-35BF-A95A0061649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1AB7BEC-DADA-0677-8E44-5DA2CA2BCD8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297FD2-A717-FB00-37DD-DB05AB5FBDC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942D48F-EB9B-6F67-A025-7CA7C23855F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D9FECA5-7B60-6EA0-02B7-FAF28BB67445}"/>
              </a:ext>
            </a:extLst>
          </p:cNvPr>
          <p:cNvGrpSpPr/>
          <p:nvPr/>
        </p:nvGrpSpPr>
        <p:grpSpPr>
          <a:xfrm>
            <a:off x="7534180" y="4424901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827BAD9-EF9E-B668-9E16-9F9AD7F9CB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AE240D0-789D-A7FA-DC88-655BD0737BBA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C766915-6E92-A751-175D-2B543383606B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A4B3953-9C8D-9376-1170-8D19B7D4626F}"/>
              </a:ext>
            </a:extLst>
          </p:cNvPr>
          <p:cNvSpPr/>
          <p:nvPr/>
        </p:nvSpPr>
        <p:spPr>
          <a:xfrm flipV="1">
            <a:off x="9369789" y="2814155"/>
            <a:ext cx="98385" cy="7481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A1F79DE-2958-EB28-0620-3AEAA8E3F2EE}"/>
              </a:ext>
            </a:extLst>
          </p:cNvPr>
          <p:cNvSpPr/>
          <p:nvPr/>
        </p:nvSpPr>
        <p:spPr>
          <a:xfrm flipV="1">
            <a:off x="2727982" y="3531346"/>
            <a:ext cx="98385" cy="7481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6655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67DF-4AE4-247E-66A8-F3893E50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EFF9719-2911-5CD2-2E65-D9F15D87CF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1075386"/>
            <a:ext cx="7227888" cy="529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D78134-9202-408D-790C-ABC2EDD3D53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D78134-9202-408D-790C-ABC2EDD3D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F9E61DD-B107-1A92-DE26-22AEA202CF8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99OB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806548-43D1-EA05-295F-2B6F941DE269}"/>
              </a:ext>
            </a:extLst>
          </p:cNvPr>
          <p:cNvSpPr/>
          <p:nvPr/>
        </p:nvSpPr>
        <p:spPr>
          <a:xfrm>
            <a:off x="7745511" y="5355032"/>
            <a:ext cx="96668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4E702-7690-24FB-26F9-B2AAB38075C7}"/>
              </a:ext>
            </a:extLst>
          </p:cNvPr>
          <p:cNvSpPr txBox="1"/>
          <p:nvPr/>
        </p:nvSpPr>
        <p:spPr>
          <a:xfrm>
            <a:off x="7945585" y="453424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536B62-9474-FBF4-2863-3E42B0D8181E}"/>
              </a:ext>
            </a:extLst>
          </p:cNvPr>
          <p:cNvSpPr/>
          <p:nvPr/>
        </p:nvSpPr>
        <p:spPr>
          <a:xfrm rot="5400000">
            <a:off x="6626097" y="5293599"/>
            <a:ext cx="102820" cy="16440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0F82FDF-AA38-AAF9-970C-4C22AB51238A}"/>
              </a:ext>
            </a:extLst>
          </p:cNvPr>
          <p:cNvSpPr/>
          <p:nvPr/>
        </p:nvSpPr>
        <p:spPr>
          <a:xfrm>
            <a:off x="6048026" y="452209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FA7581F-97F6-F612-E852-24E2BC8FBA6C}"/>
              </a:ext>
            </a:extLst>
          </p:cNvPr>
          <p:cNvSpPr/>
          <p:nvPr/>
        </p:nvSpPr>
        <p:spPr>
          <a:xfrm>
            <a:off x="6216963" y="467418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904B5-234E-30BA-7B23-05F40533E7F5}"/>
              </a:ext>
            </a:extLst>
          </p:cNvPr>
          <p:cNvSpPr txBox="1"/>
          <p:nvPr/>
        </p:nvSpPr>
        <p:spPr>
          <a:xfrm>
            <a:off x="5655714" y="381279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48B23-3208-81EC-F6F2-0C8921213478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25A4EE86-7A92-397A-4340-E2F3DE20A1C2}"/>
              </a:ext>
            </a:extLst>
          </p:cNvPr>
          <p:cNvSpPr/>
          <p:nvPr/>
        </p:nvSpPr>
        <p:spPr>
          <a:xfrm>
            <a:off x="6396391" y="485751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C340D2-0024-0A6F-1877-84F1AB8D5B04}"/>
              </a:ext>
            </a:extLst>
          </p:cNvPr>
          <p:cNvGrpSpPr/>
          <p:nvPr/>
        </p:nvGrpSpPr>
        <p:grpSpPr>
          <a:xfrm>
            <a:off x="5718710" y="44315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3061103-F4E5-B89F-0789-12EBA9217B4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0D8CCED-2DAD-7D9D-1424-C0BD23F45373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D96CF63-C7E1-B389-7557-57684A69FF8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4FC5FA-1109-5D9B-463F-23F75A654B20}"/>
              </a:ext>
            </a:extLst>
          </p:cNvPr>
          <p:cNvGrpSpPr/>
          <p:nvPr/>
        </p:nvGrpSpPr>
        <p:grpSpPr>
          <a:xfrm>
            <a:off x="7756074" y="4418421"/>
            <a:ext cx="98814" cy="699732"/>
            <a:chOff x="4737834" y="4900127"/>
            <a:chExt cx="98814" cy="69973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33A9E2C-878E-14AB-CB5F-E438CD917EE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16E01D3-1A22-EE2B-2ED3-F8BF67601D67}"/>
                </a:ext>
              </a:extLst>
            </p:cNvPr>
            <p:cNvSpPr/>
            <p:nvPr/>
          </p:nvSpPr>
          <p:spPr>
            <a:xfrm>
              <a:off x="4738263" y="550147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B8D1C34-1263-8E51-4D8C-771D6F3E18C2}"/>
              </a:ext>
            </a:extLst>
          </p:cNvPr>
          <p:cNvGrpSpPr/>
          <p:nvPr/>
        </p:nvGrpSpPr>
        <p:grpSpPr>
          <a:xfrm>
            <a:off x="3902699" y="2814155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CC6E28-50A0-0AF9-1670-ED267B9F945E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4A35860C-D35C-70DB-7408-6321A4247CF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A434A849-9BB3-8030-20F3-DD556CF483E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C8BF5C0B-558B-9BF3-815A-004A01463C2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98684F8-241E-BAEE-BBAA-4E9874A127F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54445CA-65DB-D4EA-4BCE-1647D850279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2D2C39BE-96F2-41EE-76C7-15CBB09E222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783B8BF-0F75-EE95-3148-8D1A3C449AF4}"/>
              </a:ext>
            </a:extLst>
          </p:cNvPr>
          <p:cNvGrpSpPr/>
          <p:nvPr/>
        </p:nvGrpSpPr>
        <p:grpSpPr>
          <a:xfrm rot="5400000">
            <a:off x="4593303" y="3938048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51E663C-40D2-8546-36CC-62CC245DFC4D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5653E8F-3AF5-9F5F-0C28-F311D356324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A984AD-EE99-E081-8C9E-75A9A391148B}"/>
              </a:ext>
            </a:extLst>
          </p:cNvPr>
          <p:cNvSpPr/>
          <p:nvPr/>
        </p:nvSpPr>
        <p:spPr>
          <a:xfrm flipV="1">
            <a:off x="3711094" y="2483754"/>
            <a:ext cx="98385" cy="10785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7DD4EF-EB76-4D71-3043-8CE78C25E32E}"/>
              </a:ext>
            </a:extLst>
          </p:cNvPr>
          <p:cNvSpPr txBox="1"/>
          <p:nvPr/>
        </p:nvSpPr>
        <p:spPr>
          <a:xfrm>
            <a:off x="6689964" y="644118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77BA94A-366F-9392-4221-99EDF492F755}"/>
              </a:ext>
            </a:extLst>
          </p:cNvPr>
          <p:cNvCxnSpPr>
            <a:cxnSpLocks/>
          </p:cNvCxnSpPr>
          <p:nvPr/>
        </p:nvCxnSpPr>
        <p:spPr>
          <a:xfrm flipV="1">
            <a:off x="6953706" y="575930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0813A4A-52F5-2B7D-35FC-095EA0527121}"/>
              </a:ext>
            </a:extLst>
          </p:cNvPr>
          <p:cNvSpPr txBox="1"/>
          <p:nvPr/>
        </p:nvSpPr>
        <p:spPr>
          <a:xfrm>
            <a:off x="4621711" y="629193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D6C4BC36-23D1-5C2B-BC84-B2F28076FCA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49B59A4-95FF-B25B-5AB5-D8C4547DB77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606931B-A9A9-5040-9AE9-2AC17C97166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9C2D5C7-8C8C-DAB7-9542-52D5D45EBE3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7816AF2-E1E7-B9E3-21B9-7796920F225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54A488A-F215-EFA2-5AE1-7B21CBAB365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66898E1-AC46-7893-7E3E-46B7AA8E2AD6}"/>
              </a:ext>
            </a:extLst>
          </p:cNvPr>
          <p:cNvGrpSpPr/>
          <p:nvPr/>
        </p:nvGrpSpPr>
        <p:grpSpPr>
          <a:xfrm>
            <a:off x="7534180" y="4424901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437A1CD-1AAF-A3A4-7601-E1ACA03E03E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314E6EA-5A0B-2BDF-2CE0-A6F2C69F51E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257F5DF-2674-5618-130D-B235045068D9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ED55E25-4B7D-1738-2F9E-09200182729F}"/>
              </a:ext>
            </a:extLst>
          </p:cNvPr>
          <p:cNvSpPr/>
          <p:nvPr/>
        </p:nvSpPr>
        <p:spPr>
          <a:xfrm flipV="1">
            <a:off x="9369789" y="2814155"/>
            <a:ext cx="98385" cy="7481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7F4AA76-79BB-08ED-822A-7B50A1404AF1}"/>
              </a:ext>
            </a:extLst>
          </p:cNvPr>
          <p:cNvSpPr/>
          <p:nvPr/>
        </p:nvSpPr>
        <p:spPr>
          <a:xfrm flipV="1">
            <a:off x="2727982" y="3531346"/>
            <a:ext cx="98385" cy="7481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7039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44BA-8D6F-7C6D-E5F9-967D0F17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EBDDEFD-63F4-FD5A-A253-F909F84F9C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606290"/>
            <a:ext cx="8535987" cy="62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245851-A50D-2CB2-B1B4-36E0510F6B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245851-A50D-2CB2-B1B4-36E0510F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460D14E-21C6-4FAC-AE84-1CAF663BE75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A3EA10-4669-4751-2468-D23DA53E9A48}"/>
              </a:ext>
            </a:extLst>
          </p:cNvPr>
          <p:cNvSpPr/>
          <p:nvPr/>
        </p:nvSpPr>
        <p:spPr>
          <a:xfrm rot="5400000">
            <a:off x="6877011" y="5013183"/>
            <a:ext cx="102820" cy="21451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009A08B-8707-BF9E-21B5-1D37CF581AF6}"/>
              </a:ext>
            </a:extLst>
          </p:cNvPr>
          <p:cNvSpPr/>
          <p:nvPr/>
        </p:nvSpPr>
        <p:spPr>
          <a:xfrm>
            <a:off x="6276967" y="44451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0102FBF-C4CC-5BFA-F171-2EA68A00A35C}"/>
              </a:ext>
            </a:extLst>
          </p:cNvPr>
          <p:cNvSpPr/>
          <p:nvPr/>
        </p:nvSpPr>
        <p:spPr>
          <a:xfrm>
            <a:off x="6445904" y="459721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6B34D-8138-04CE-6D82-D9FD090DCA99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522E3-6986-CE4B-9E6D-A0E143F6992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DB13AC2-4462-AFA2-3C48-5694A04F5BE5}"/>
              </a:ext>
            </a:extLst>
          </p:cNvPr>
          <p:cNvGrpSpPr/>
          <p:nvPr/>
        </p:nvGrpSpPr>
        <p:grpSpPr>
          <a:xfrm>
            <a:off x="5774080" y="435913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4A7CFA4-C05B-663F-72A5-DAF41209B7C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EB5F34D-5676-3DF7-E030-30FCAD0CD29A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D55CE0B-185D-6E55-9E2A-F279D7709C2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E96A886-D184-38E2-9B84-D6F34A77975D}"/>
              </a:ext>
            </a:extLst>
          </p:cNvPr>
          <p:cNvGrpSpPr/>
          <p:nvPr/>
        </p:nvGrpSpPr>
        <p:grpSpPr>
          <a:xfrm rot="5400000">
            <a:off x="4423448" y="3713999"/>
            <a:ext cx="99462" cy="631217"/>
            <a:chOff x="5324822" y="4452473"/>
            <a:chExt cx="99462" cy="631217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55F0338-3287-0459-45E9-A66E1B374C09}"/>
                </a:ext>
              </a:extLst>
            </p:cNvPr>
            <p:cNvSpPr/>
            <p:nvPr/>
          </p:nvSpPr>
          <p:spPr>
            <a:xfrm>
              <a:off x="5325899" y="445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95B1714-BA32-4B84-005E-C49576AFA9A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8D8138E-A9C7-848C-26DD-B2CB63A564EE}"/>
              </a:ext>
            </a:extLst>
          </p:cNvPr>
          <p:cNvSpPr/>
          <p:nvPr/>
        </p:nvSpPr>
        <p:spPr>
          <a:xfrm flipV="1">
            <a:off x="8160683" y="1905787"/>
            <a:ext cx="98385" cy="753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EE6817-6DA4-6D71-619A-D1928A0D9433}"/>
              </a:ext>
            </a:extLst>
          </p:cNvPr>
          <p:cNvSpPr txBox="1"/>
          <p:nvPr/>
        </p:nvSpPr>
        <p:spPr>
          <a:xfrm>
            <a:off x="6887925" y="63961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E7955AE-D26D-8D45-933E-B82A1934AB39}"/>
              </a:ext>
            </a:extLst>
          </p:cNvPr>
          <p:cNvCxnSpPr>
            <a:cxnSpLocks/>
          </p:cNvCxnSpPr>
          <p:nvPr/>
        </p:nvCxnSpPr>
        <p:spPr>
          <a:xfrm flipV="1">
            <a:off x="7151667" y="571422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7A5A7430-6E87-65B5-062B-63190E519C3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EC454B-EF56-F06B-EAF5-103559A0D00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B72F865-9177-0E2B-F52F-8C5E0510FEC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8F9E0D1-7BC4-7E0A-7ABE-E26D94216BB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2AE3126-45A2-67F7-8641-7433511F552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52818D1-CB94-5EE2-38F7-8C5185289E0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0B6FD3-AF05-109E-76F4-C7F4925AB262}"/>
              </a:ext>
            </a:extLst>
          </p:cNvPr>
          <p:cNvSpPr/>
          <p:nvPr/>
        </p:nvSpPr>
        <p:spPr>
          <a:xfrm flipV="1">
            <a:off x="2082829" y="3292475"/>
            <a:ext cx="98385" cy="8053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AE27918-4E2C-CF3B-D438-0CA055ABA81E}"/>
              </a:ext>
            </a:extLst>
          </p:cNvPr>
          <p:cNvGrpSpPr/>
          <p:nvPr/>
        </p:nvGrpSpPr>
        <p:grpSpPr>
          <a:xfrm>
            <a:off x="7960411" y="440832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6F97D3D-8421-9CE1-3C98-5180CC72600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D0E3514-28A6-A50A-4587-9AAE2E51A4AE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94B219A-1731-7E5A-3ECD-2EBE7D888A1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B8A747C-9723-2A65-C407-40518F6AFFD4}"/>
              </a:ext>
            </a:extLst>
          </p:cNvPr>
          <p:cNvSpPr/>
          <p:nvPr/>
        </p:nvSpPr>
        <p:spPr>
          <a:xfrm flipV="1">
            <a:off x="3099555" y="2084110"/>
            <a:ext cx="98385" cy="1287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904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720D-A259-55EA-485B-5783D038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E94457C-6953-58A9-E1F2-E95E7A8657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606290"/>
            <a:ext cx="8535987" cy="62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431903-31E5-C8A9-9D9B-EDE3A5DC55D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431903-31E5-C8A9-9D9B-EDE3A5DC5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2014769-A6FC-81F6-B44C-7524E60DE52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EF2C01-F123-BEB7-DCFF-BF5A923E6C78}"/>
              </a:ext>
            </a:extLst>
          </p:cNvPr>
          <p:cNvSpPr/>
          <p:nvPr/>
        </p:nvSpPr>
        <p:spPr>
          <a:xfrm>
            <a:off x="8234461" y="5325625"/>
            <a:ext cx="124178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38CD6-29C0-DDE0-9FCD-242EABDF127A}"/>
              </a:ext>
            </a:extLst>
          </p:cNvPr>
          <p:cNvSpPr txBox="1"/>
          <p:nvPr/>
        </p:nvSpPr>
        <p:spPr>
          <a:xfrm>
            <a:off x="8487005" y="441346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39F77D-6C75-6AEE-6234-A01D795CBC78}"/>
              </a:ext>
            </a:extLst>
          </p:cNvPr>
          <p:cNvSpPr/>
          <p:nvPr/>
        </p:nvSpPr>
        <p:spPr>
          <a:xfrm rot="5400000">
            <a:off x="6877011" y="5013183"/>
            <a:ext cx="102820" cy="21451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705D284-FBEF-39A4-A674-B7DE8017FE19}"/>
              </a:ext>
            </a:extLst>
          </p:cNvPr>
          <p:cNvSpPr/>
          <p:nvPr/>
        </p:nvSpPr>
        <p:spPr>
          <a:xfrm>
            <a:off x="6276967" y="44451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14D707-DDBA-E4C0-E70E-5ED017406A63}"/>
              </a:ext>
            </a:extLst>
          </p:cNvPr>
          <p:cNvSpPr/>
          <p:nvPr/>
        </p:nvSpPr>
        <p:spPr>
          <a:xfrm>
            <a:off x="6445904" y="459721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F8D6C7-AD33-DDAF-979F-0B619E525B8F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9237B-0464-5415-5284-0407905B8A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416EB14-97F1-7F56-D893-40535156EEDF}"/>
              </a:ext>
            </a:extLst>
          </p:cNvPr>
          <p:cNvGrpSpPr/>
          <p:nvPr/>
        </p:nvGrpSpPr>
        <p:grpSpPr>
          <a:xfrm>
            <a:off x="5774080" y="435913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60B23AD-B110-2E33-88AE-D76A0AA78A8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579FA5B-B24A-D77B-F6D1-4C0897328837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BD2FCED-55AA-528A-3814-1A784231309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EB6A471-09AB-E611-1726-1DB870C4C3CC}"/>
              </a:ext>
            </a:extLst>
          </p:cNvPr>
          <p:cNvGrpSpPr/>
          <p:nvPr/>
        </p:nvGrpSpPr>
        <p:grpSpPr>
          <a:xfrm>
            <a:off x="8219401" y="4179449"/>
            <a:ext cx="98814" cy="791807"/>
            <a:chOff x="4737834" y="4900127"/>
            <a:chExt cx="98814" cy="791807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7F7119C-47CA-3371-1404-009D87BB8C7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3761DA0-E597-6B0D-4EAB-5B325D213849}"/>
                </a:ext>
              </a:extLst>
            </p:cNvPr>
            <p:cNvSpPr/>
            <p:nvPr/>
          </p:nvSpPr>
          <p:spPr>
            <a:xfrm>
              <a:off x="4738263" y="55935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29DD2E4-B879-689D-B6F6-C025632EC25C}"/>
              </a:ext>
            </a:extLst>
          </p:cNvPr>
          <p:cNvGrpSpPr/>
          <p:nvPr/>
        </p:nvGrpSpPr>
        <p:grpSpPr>
          <a:xfrm>
            <a:off x="3292580" y="256361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B40AB06-B36F-FF1F-B9AC-068D7974A88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FA215D3F-B27D-1987-DD9B-9366FF053B9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5A6CBED-8B31-1F6B-B4A4-2DB4B75F7B08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60B634BB-96A9-0B67-7702-6EC255CD57B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676909F-72B7-E5BF-05DC-EA85C5A906A2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435CAA3-2C19-FFD6-4C13-72F148F3EB9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85F1F9A-4B6F-72C8-5BCF-DFAF52A3EC2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08B5D65-C852-E1E0-5F62-560C6BC467FC}"/>
              </a:ext>
            </a:extLst>
          </p:cNvPr>
          <p:cNvGrpSpPr/>
          <p:nvPr/>
        </p:nvGrpSpPr>
        <p:grpSpPr>
          <a:xfrm rot="5400000">
            <a:off x="4423448" y="3713999"/>
            <a:ext cx="99462" cy="631217"/>
            <a:chOff x="5324822" y="4452473"/>
            <a:chExt cx="99462" cy="631217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B65810B-91D1-C163-ECB3-FE5B3CBA0B2E}"/>
                </a:ext>
              </a:extLst>
            </p:cNvPr>
            <p:cNvSpPr/>
            <p:nvPr/>
          </p:nvSpPr>
          <p:spPr>
            <a:xfrm>
              <a:off x="5325899" y="445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D2F8755-BF58-7406-C90F-68ADD6E34FE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0861CB-96BD-BB50-1CC7-57CCB2C0E03F}"/>
              </a:ext>
            </a:extLst>
          </p:cNvPr>
          <p:cNvSpPr/>
          <p:nvPr/>
        </p:nvSpPr>
        <p:spPr>
          <a:xfrm flipV="1">
            <a:off x="8160683" y="1905787"/>
            <a:ext cx="98385" cy="753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A12033-3349-6284-1854-5D64F376417A}"/>
              </a:ext>
            </a:extLst>
          </p:cNvPr>
          <p:cNvSpPr txBox="1"/>
          <p:nvPr/>
        </p:nvSpPr>
        <p:spPr>
          <a:xfrm>
            <a:off x="6887925" y="63961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215134A-8C0C-1972-099F-02C227F4E3D4}"/>
              </a:ext>
            </a:extLst>
          </p:cNvPr>
          <p:cNvCxnSpPr>
            <a:cxnSpLocks/>
          </p:cNvCxnSpPr>
          <p:nvPr/>
        </p:nvCxnSpPr>
        <p:spPr>
          <a:xfrm flipV="1">
            <a:off x="7151667" y="571422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D4B9F3B3-166A-9579-80A3-E9E7C041CC6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5D7AF53-E827-24A0-862D-55210F52D16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1DDAA85-6CD6-27B7-4E4D-D79E66581DE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C4A38FE-707B-B621-E2BD-4EBCCA92C8D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60AC75B-6667-D5AA-7781-1A990436DDC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EA925E2D-EDD8-9396-91F1-A5FCB53EEE9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E27C62-B18B-DE5C-4E2B-95194E63274E}"/>
              </a:ext>
            </a:extLst>
          </p:cNvPr>
          <p:cNvSpPr/>
          <p:nvPr/>
        </p:nvSpPr>
        <p:spPr>
          <a:xfrm flipV="1">
            <a:off x="2082829" y="3292475"/>
            <a:ext cx="98385" cy="8053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6F5E35D-5125-6B86-E1DC-F13CF6FDC824}"/>
              </a:ext>
            </a:extLst>
          </p:cNvPr>
          <p:cNvGrpSpPr/>
          <p:nvPr/>
        </p:nvGrpSpPr>
        <p:grpSpPr>
          <a:xfrm>
            <a:off x="7960411" y="440832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092A756-4642-9EEE-82A9-2D6843DEA6F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EDF4D6A-35BD-4D28-5F9F-374AB79F14F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36BB459-FB6F-AB9C-2BF2-0E54CD40755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D51F105-639F-DC0A-DDF7-1382E9EA8973}"/>
              </a:ext>
            </a:extLst>
          </p:cNvPr>
          <p:cNvSpPr/>
          <p:nvPr/>
        </p:nvSpPr>
        <p:spPr>
          <a:xfrm flipV="1">
            <a:off x="3099555" y="2084110"/>
            <a:ext cx="98385" cy="1287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259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940DC-4C27-FE59-DF6E-7ECF1A1C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4CAC805-D5BE-E56A-607A-65AC648C25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606290"/>
            <a:ext cx="8535987" cy="62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0193E2-058C-DC12-C4EA-57F0EF90091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0193E2-058C-DC12-C4EA-57F0EF900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DC14CD-B910-CB95-E441-7DB5A52935A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A7478-EC23-4929-3175-EF9AC791D348}"/>
              </a:ext>
            </a:extLst>
          </p:cNvPr>
          <p:cNvSpPr/>
          <p:nvPr/>
        </p:nvSpPr>
        <p:spPr>
          <a:xfrm>
            <a:off x="8234461" y="5325625"/>
            <a:ext cx="124178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3A135-2881-F4E5-A0C3-49D9B9669242}"/>
              </a:ext>
            </a:extLst>
          </p:cNvPr>
          <p:cNvSpPr txBox="1"/>
          <p:nvPr/>
        </p:nvSpPr>
        <p:spPr>
          <a:xfrm>
            <a:off x="8487005" y="441346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7D65E7-7C02-0B29-B7EC-78D73005AB93}"/>
              </a:ext>
            </a:extLst>
          </p:cNvPr>
          <p:cNvSpPr/>
          <p:nvPr/>
        </p:nvSpPr>
        <p:spPr>
          <a:xfrm rot="5400000">
            <a:off x="6877011" y="5013183"/>
            <a:ext cx="102820" cy="21451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771C257-22B0-2407-0524-6180B5BED042}"/>
              </a:ext>
            </a:extLst>
          </p:cNvPr>
          <p:cNvSpPr/>
          <p:nvPr/>
        </p:nvSpPr>
        <p:spPr>
          <a:xfrm>
            <a:off x="6276967" y="44451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925EA9-BCB8-73FB-EA3D-E5DF8996D213}"/>
              </a:ext>
            </a:extLst>
          </p:cNvPr>
          <p:cNvSpPr/>
          <p:nvPr/>
        </p:nvSpPr>
        <p:spPr>
          <a:xfrm>
            <a:off x="6445904" y="459721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144DD-F8E0-1094-DB19-840BF99E03A2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AE622-1DC9-227E-00CF-61827A187572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1273779-AC3E-AE2C-A36C-885BF1F61CAE}"/>
              </a:ext>
            </a:extLst>
          </p:cNvPr>
          <p:cNvSpPr/>
          <p:nvPr/>
        </p:nvSpPr>
        <p:spPr>
          <a:xfrm>
            <a:off x="6625332" y="478054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871FC31-A0EA-2FF5-E7E8-4AAF62ACB513}"/>
              </a:ext>
            </a:extLst>
          </p:cNvPr>
          <p:cNvGrpSpPr/>
          <p:nvPr/>
        </p:nvGrpSpPr>
        <p:grpSpPr>
          <a:xfrm>
            <a:off x="5774080" y="435913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5E5E4CA-FFE5-5E40-DC6F-83758DCC2ED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471ABB9-919C-6A24-A653-6AC9E3BEA0B0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E1A8654-0FF7-7751-E86D-989D520B28FD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AAC3DF8-7B5D-5A36-BE85-5545B38E485E}"/>
              </a:ext>
            </a:extLst>
          </p:cNvPr>
          <p:cNvGrpSpPr/>
          <p:nvPr/>
        </p:nvGrpSpPr>
        <p:grpSpPr>
          <a:xfrm>
            <a:off x="8219401" y="4179449"/>
            <a:ext cx="98814" cy="791807"/>
            <a:chOff x="4737834" y="4900127"/>
            <a:chExt cx="98814" cy="791807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7AABBA4-CBC5-521A-E4C2-4DC3267F53F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FCD5C84-C456-5E97-2BBC-EBCCBA106E63}"/>
                </a:ext>
              </a:extLst>
            </p:cNvPr>
            <p:cNvSpPr/>
            <p:nvPr/>
          </p:nvSpPr>
          <p:spPr>
            <a:xfrm>
              <a:off x="4738263" y="559354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17234F5-A95F-C956-1E1F-50A3A6AD450D}"/>
              </a:ext>
            </a:extLst>
          </p:cNvPr>
          <p:cNvGrpSpPr/>
          <p:nvPr/>
        </p:nvGrpSpPr>
        <p:grpSpPr>
          <a:xfrm>
            <a:off x="3292580" y="256361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313581B-2829-52F8-78F3-CB856D6FDDD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FA70EB8-7618-6633-4B1B-6C54D8521C4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75FB6AD-E5C0-1195-B08C-1A476D2004B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B478F6F-12F0-E4B1-7C4F-DDBE3BF5190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FEE2461-BD64-FD1D-5D0C-0E3F39C5CD7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B8AFA96-6232-909F-7F77-7DA454D6C5A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4BEE300-34A1-9325-F21D-9D04AE3A8A66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68BC5F-569A-98A1-50F1-719C68DED1B7}"/>
              </a:ext>
            </a:extLst>
          </p:cNvPr>
          <p:cNvGrpSpPr/>
          <p:nvPr/>
        </p:nvGrpSpPr>
        <p:grpSpPr>
          <a:xfrm rot="5400000">
            <a:off x="4423448" y="3713999"/>
            <a:ext cx="99462" cy="631217"/>
            <a:chOff x="5324822" y="4452473"/>
            <a:chExt cx="99462" cy="631217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57B6645-D0DC-AA24-D7EB-5CC146DD9FFA}"/>
                </a:ext>
              </a:extLst>
            </p:cNvPr>
            <p:cNvSpPr/>
            <p:nvPr/>
          </p:nvSpPr>
          <p:spPr>
            <a:xfrm>
              <a:off x="5325899" y="445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322616A-0A10-3CF2-0F4C-07185A92456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48B284-3247-A6D1-41E8-19420BB02056}"/>
              </a:ext>
            </a:extLst>
          </p:cNvPr>
          <p:cNvSpPr/>
          <p:nvPr/>
        </p:nvSpPr>
        <p:spPr>
          <a:xfrm flipV="1">
            <a:off x="8160683" y="1905787"/>
            <a:ext cx="98385" cy="753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284D42-2B90-E5C3-CE14-121E744C8FCD}"/>
              </a:ext>
            </a:extLst>
          </p:cNvPr>
          <p:cNvSpPr txBox="1"/>
          <p:nvPr/>
        </p:nvSpPr>
        <p:spPr>
          <a:xfrm>
            <a:off x="6887925" y="63961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0F19F25-DEF3-1CE1-059A-FABC38CF2BDD}"/>
              </a:ext>
            </a:extLst>
          </p:cNvPr>
          <p:cNvCxnSpPr>
            <a:cxnSpLocks/>
          </p:cNvCxnSpPr>
          <p:nvPr/>
        </p:nvCxnSpPr>
        <p:spPr>
          <a:xfrm flipV="1">
            <a:off x="7151667" y="571422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6A302AC-3692-A6AA-2EC7-C7D1350F145A}"/>
              </a:ext>
            </a:extLst>
          </p:cNvPr>
          <p:cNvSpPr txBox="1"/>
          <p:nvPr/>
        </p:nvSpPr>
        <p:spPr>
          <a:xfrm>
            <a:off x="4819672" y="624685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2E9EE1B9-D495-1461-1688-325C2B4CE92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1DEF8D2-2D56-506F-3563-649DE8815AE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A28AA85-0653-5F8A-8D49-8FEAC1476CE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92678DC-115F-8B07-51DE-A9C44942D85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6D4989E-BD4E-DC0A-DF20-BD2A09F204A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7EB558BB-D935-59D0-6E95-59471239E4C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45A290C-6CCE-3D5B-1E3B-3C9096B1C137}"/>
              </a:ext>
            </a:extLst>
          </p:cNvPr>
          <p:cNvSpPr/>
          <p:nvPr/>
        </p:nvSpPr>
        <p:spPr>
          <a:xfrm flipV="1">
            <a:off x="2082829" y="3292475"/>
            <a:ext cx="98385" cy="8053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C265DB5-33F4-4018-E3CA-C76AA0FC14FE}"/>
              </a:ext>
            </a:extLst>
          </p:cNvPr>
          <p:cNvGrpSpPr/>
          <p:nvPr/>
        </p:nvGrpSpPr>
        <p:grpSpPr>
          <a:xfrm>
            <a:off x="7960411" y="440832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7E67ADE-D0B5-458E-104E-2DF25335635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0824D96-41CF-208C-FAEE-3E6CCB6F8770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AC44EB5-2F93-FF8B-69C4-AB452EA9DD0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E392DF1-0F32-2A2B-4E67-A74421D4C64D}"/>
              </a:ext>
            </a:extLst>
          </p:cNvPr>
          <p:cNvSpPr/>
          <p:nvPr/>
        </p:nvSpPr>
        <p:spPr>
          <a:xfrm flipV="1">
            <a:off x="3099555" y="2084110"/>
            <a:ext cx="98385" cy="1287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426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44BA-8D6F-7C6D-E5F9-967D0F17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EBDDEFD-63F4-FD5A-A253-F909F84F9C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606290"/>
            <a:ext cx="8535987" cy="62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245851-A50D-2CB2-B1B4-36E0510F6B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245851-A50D-2CB2-B1B4-36E0510F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460D14E-21C6-4FAC-AE84-1CAF663BE75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A3EA10-4669-4751-2468-D23DA53E9A48}"/>
              </a:ext>
            </a:extLst>
          </p:cNvPr>
          <p:cNvSpPr/>
          <p:nvPr/>
        </p:nvSpPr>
        <p:spPr>
          <a:xfrm rot="5400000">
            <a:off x="6877011" y="5013183"/>
            <a:ext cx="102820" cy="21451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009A08B-8707-BF9E-21B5-1D37CF581AF6}"/>
              </a:ext>
            </a:extLst>
          </p:cNvPr>
          <p:cNvSpPr/>
          <p:nvPr/>
        </p:nvSpPr>
        <p:spPr>
          <a:xfrm>
            <a:off x="6276967" y="44451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6B34D-8138-04CE-6D82-D9FD090DCA99}"/>
              </a:ext>
            </a:extLst>
          </p:cNvPr>
          <p:cNvSpPr txBox="1"/>
          <p:nvPr/>
        </p:nvSpPr>
        <p:spPr>
          <a:xfrm>
            <a:off x="5982555" y="370501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522E3-6986-CE4B-9E6D-A0E143F6992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DB13AC2-4462-AFA2-3C48-5694A04F5BE5}"/>
              </a:ext>
            </a:extLst>
          </p:cNvPr>
          <p:cNvGrpSpPr/>
          <p:nvPr/>
        </p:nvGrpSpPr>
        <p:grpSpPr>
          <a:xfrm>
            <a:off x="5774080" y="435913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4A7CFA4-C05B-663F-72A5-DAF41209B7C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EB5F34D-5676-3DF7-E030-30FCAD0CD29A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D55CE0B-185D-6E55-9E2A-F279D7709C2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E96A886-D184-38E2-9B84-D6F34A77975D}"/>
              </a:ext>
            </a:extLst>
          </p:cNvPr>
          <p:cNvGrpSpPr/>
          <p:nvPr/>
        </p:nvGrpSpPr>
        <p:grpSpPr>
          <a:xfrm rot="5400000">
            <a:off x="4485359" y="3652090"/>
            <a:ext cx="99467" cy="755042"/>
            <a:chOff x="5324822" y="4328648"/>
            <a:chExt cx="99467" cy="75504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55F0338-3287-0459-45E9-A66E1B374C09}"/>
                </a:ext>
              </a:extLst>
            </p:cNvPr>
            <p:cNvSpPr/>
            <p:nvPr/>
          </p:nvSpPr>
          <p:spPr>
            <a:xfrm>
              <a:off x="5325904" y="43286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95B1714-BA32-4B84-005E-C49576AFA9A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8D8138E-A9C7-848C-26DD-B2CB63A564EE}"/>
              </a:ext>
            </a:extLst>
          </p:cNvPr>
          <p:cNvSpPr/>
          <p:nvPr/>
        </p:nvSpPr>
        <p:spPr>
          <a:xfrm flipV="1">
            <a:off x="8160683" y="1905787"/>
            <a:ext cx="98385" cy="7530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A5A7430-6E87-65B5-062B-63190E519C3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EC454B-EF56-F06B-EAF5-103559A0D00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B72F865-9177-0E2B-F52F-8C5E0510FEC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8F9E0D1-7BC4-7E0A-7ABE-E26D94216BB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2AE3126-45A2-67F7-8641-7433511F552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52818D1-CB94-5EE2-38F7-8C5185289E0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0B6FD3-AF05-109E-76F4-C7F4925AB262}"/>
              </a:ext>
            </a:extLst>
          </p:cNvPr>
          <p:cNvSpPr/>
          <p:nvPr/>
        </p:nvSpPr>
        <p:spPr>
          <a:xfrm flipV="1">
            <a:off x="2082829" y="3292475"/>
            <a:ext cx="98385" cy="8053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AE27918-4E2C-CF3B-D438-0CA055ABA81E}"/>
              </a:ext>
            </a:extLst>
          </p:cNvPr>
          <p:cNvGrpSpPr/>
          <p:nvPr/>
        </p:nvGrpSpPr>
        <p:grpSpPr>
          <a:xfrm>
            <a:off x="7960411" y="440832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6F97D3D-8421-9CE1-3C98-5180CC72600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D0E3514-28A6-A50A-4587-9AAE2E51A4AE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94B219A-1731-7E5A-3ECD-2EBE7D888A1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B8A747C-9723-2A65-C407-40518F6AFFD4}"/>
              </a:ext>
            </a:extLst>
          </p:cNvPr>
          <p:cNvSpPr/>
          <p:nvPr/>
        </p:nvSpPr>
        <p:spPr>
          <a:xfrm flipV="1">
            <a:off x="3099555" y="2084110"/>
            <a:ext cx="98385" cy="12877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BAF6F929-B4FC-1293-2902-3C746E8BF32F}"/>
              </a:ext>
            </a:extLst>
          </p:cNvPr>
          <p:cNvSpPr/>
          <p:nvPr/>
        </p:nvSpPr>
        <p:spPr>
          <a:xfrm>
            <a:off x="6625332" y="478054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DF98F-626B-3694-51D7-A288AB8E7E0F}"/>
              </a:ext>
            </a:extLst>
          </p:cNvPr>
          <p:cNvSpPr txBox="1"/>
          <p:nvPr/>
        </p:nvSpPr>
        <p:spPr>
          <a:xfrm>
            <a:off x="5872465" y="630072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4B73E59-C2C9-5005-E5A4-D5E8E629BDF5}"/>
              </a:ext>
            </a:extLst>
          </p:cNvPr>
          <p:cNvSpPr/>
          <p:nvPr/>
        </p:nvSpPr>
        <p:spPr>
          <a:xfrm>
            <a:off x="8234461" y="5311557"/>
            <a:ext cx="124178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AE98B9-24B1-0ABE-25F8-0D0D05D35AE9}"/>
              </a:ext>
            </a:extLst>
          </p:cNvPr>
          <p:cNvSpPr txBox="1"/>
          <p:nvPr/>
        </p:nvSpPr>
        <p:spPr>
          <a:xfrm>
            <a:off x="8463315" y="373214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88154B-CB20-DF0E-2994-7F95EE53F89D}"/>
              </a:ext>
            </a:extLst>
          </p:cNvPr>
          <p:cNvSpPr/>
          <p:nvPr/>
        </p:nvSpPr>
        <p:spPr>
          <a:xfrm>
            <a:off x="2203159" y="6023237"/>
            <a:ext cx="152746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8FA847-CEC9-2224-8D1A-62A08CCD4099}"/>
              </a:ext>
            </a:extLst>
          </p:cNvPr>
          <p:cNvSpPr txBox="1"/>
          <p:nvPr/>
        </p:nvSpPr>
        <p:spPr>
          <a:xfrm>
            <a:off x="2265986" y="445752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A8A7609E-7448-3F48-35D7-1C6EC7D4EB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271967" y="4748377"/>
            <a:ext cx="2236971" cy="1554480"/>
          </a:xfrm>
          <a:prstGeom prst="rect">
            <a:avLst/>
          </a:prstGeom>
        </p:spPr>
      </p:pic>
      <p:pic>
        <p:nvPicPr>
          <p:cNvPr id="48" name="그림 4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ED0925-F168-3CE9-FFD2-6939F62004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2" y="2661992"/>
            <a:ext cx="1778731" cy="1466673"/>
          </a:xfrm>
          <a:prstGeom prst="rect">
            <a:avLst/>
          </a:prstGeom>
        </p:spPr>
      </p:pic>
      <p:pic>
        <p:nvPicPr>
          <p:cNvPr id="50" name="그림 4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FF0C7A95-55AD-4300-9E50-4DB5A6761F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45432" y="4547823"/>
            <a:ext cx="1619250" cy="153035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0351234F-B358-A475-3642-E0835C70C86D}"/>
              </a:ext>
            </a:extLst>
          </p:cNvPr>
          <p:cNvGrpSpPr/>
          <p:nvPr/>
        </p:nvGrpSpPr>
        <p:grpSpPr>
          <a:xfrm>
            <a:off x="6128865" y="2095870"/>
            <a:ext cx="98891" cy="1056822"/>
            <a:chOff x="4737834" y="4662002"/>
            <a:chExt cx="98891" cy="1056822"/>
          </a:xfrm>
          <a:solidFill>
            <a:srgbClr val="00B050"/>
          </a:solidFill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DF762A0-C17C-842B-6A59-DD2AF3FD57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3362E992-84F8-CB5D-0536-27F086E0ED0E}"/>
                </a:ext>
              </a:extLst>
            </p:cNvPr>
            <p:cNvSpPr/>
            <p:nvPr/>
          </p:nvSpPr>
          <p:spPr>
            <a:xfrm>
              <a:off x="4738263" y="5143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7E7FC833-E396-19DB-DBD5-DF60196543F1}"/>
                </a:ext>
              </a:extLst>
            </p:cNvPr>
            <p:cNvSpPr/>
            <p:nvPr/>
          </p:nvSpPr>
          <p:spPr>
            <a:xfrm>
              <a:off x="4738340" y="56204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5044D3F-5A95-792C-CAC3-134378764167}"/>
              </a:ext>
            </a:extLst>
          </p:cNvPr>
          <p:cNvGrpSpPr/>
          <p:nvPr/>
        </p:nvGrpSpPr>
        <p:grpSpPr>
          <a:xfrm>
            <a:off x="8732397" y="4144283"/>
            <a:ext cx="923754" cy="855495"/>
            <a:chOff x="449238" y="1945576"/>
            <a:chExt cx="923754" cy="855495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097B2A1A-ECE8-012F-974B-308C257AF034}"/>
                </a:ext>
              </a:extLst>
            </p:cNvPr>
            <p:cNvGrpSpPr/>
            <p:nvPr/>
          </p:nvGrpSpPr>
          <p:grpSpPr>
            <a:xfrm>
              <a:off x="449238" y="1954444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24" name="타원 5123">
                <a:extLst>
                  <a:ext uri="{FF2B5EF4-FFF2-40B4-BE49-F238E27FC236}">
                    <a16:creationId xmlns:a16="http://schemas.microsoft.com/office/drawing/2014/main" id="{69EDEF2D-8EDF-3259-C803-15152DF95720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25" name="타원 5124">
                <a:extLst>
                  <a:ext uri="{FF2B5EF4-FFF2-40B4-BE49-F238E27FC236}">
                    <a16:creationId xmlns:a16="http://schemas.microsoft.com/office/drawing/2014/main" id="{1B92ACD4-71E1-ED91-A4CD-31D41086D2F9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" name="별: 꼭짓점 4개 56">
              <a:extLst>
                <a:ext uri="{FF2B5EF4-FFF2-40B4-BE49-F238E27FC236}">
                  <a16:creationId xmlns:a16="http://schemas.microsoft.com/office/drawing/2014/main" id="{DF97FC62-62DC-434F-3724-2FA18ED83E6E}"/>
                </a:ext>
              </a:extLst>
            </p:cNvPr>
            <p:cNvSpPr/>
            <p:nvPr/>
          </p:nvSpPr>
          <p:spPr>
            <a:xfrm>
              <a:off x="632672" y="2097980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AF103EF-94E9-1E37-327B-90C4E171C39D}"/>
                </a:ext>
              </a:extLst>
            </p:cNvPr>
            <p:cNvGrpSpPr/>
            <p:nvPr/>
          </p:nvGrpSpPr>
          <p:grpSpPr>
            <a:xfrm>
              <a:off x="1274178" y="1945576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21" name="타원 5120">
                <a:extLst>
                  <a:ext uri="{FF2B5EF4-FFF2-40B4-BE49-F238E27FC236}">
                    <a16:creationId xmlns:a16="http://schemas.microsoft.com/office/drawing/2014/main" id="{801587B6-13E4-2BB9-4983-6FFCACB704C2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23" name="타원 5122">
                <a:extLst>
                  <a:ext uri="{FF2B5EF4-FFF2-40B4-BE49-F238E27FC236}">
                    <a16:creationId xmlns:a16="http://schemas.microsoft.com/office/drawing/2014/main" id="{397E9C4D-82BC-DEA1-D122-1DBDD2C7AD86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A18ECC72-663D-5092-22BC-82315C801EE2}"/>
                </a:ext>
              </a:extLst>
            </p:cNvPr>
            <p:cNvGrpSpPr/>
            <p:nvPr/>
          </p:nvGrpSpPr>
          <p:grpSpPr>
            <a:xfrm>
              <a:off x="449238" y="2542435"/>
              <a:ext cx="98385" cy="258636"/>
              <a:chOff x="270066" y="1810419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6704E5C5-2E3B-3E11-23D9-231E479A0F73}"/>
                  </a:ext>
                </a:extLst>
              </p:cNvPr>
              <p:cNvSpPr/>
              <p:nvPr/>
            </p:nvSpPr>
            <p:spPr>
              <a:xfrm>
                <a:off x="270066" y="1810419"/>
                <a:ext cx="98385" cy="9838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20" name="타원 5119">
                <a:extLst>
                  <a:ext uri="{FF2B5EF4-FFF2-40B4-BE49-F238E27FC236}">
                    <a16:creationId xmlns:a16="http://schemas.microsoft.com/office/drawing/2014/main" id="{A7A5E132-CFC2-E17B-F2C1-40CF39EC8523}"/>
                  </a:ext>
                </a:extLst>
              </p:cNvPr>
              <p:cNvSpPr/>
              <p:nvPr/>
            </p:nvSpPr>
            <p:spPr>
              <a:xfrm>
                <a:off x="270066" y="1970670"/>
                <a:ext cx="98385" cy="9838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A75142A6-BDC4-3A97-0C43-B3EB5835884D}"/>
                </a:ext>
              </a:extLst>
            </p:cNvPr>
            <p:cNvGrpSpPr/>
            <p:nvPr/>
          </p:nvGrpSpPr>
          <p:grpSpPr>
            <a:xfrm>
              <a:off x="1274178" y="2536007"/>
              <a:ext cx="98385" cy="258636"/>
              <a:chOff x="270066" y="1810419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0F1A0EE9-3AF0-F884-27C5-46D1BF02539F}"/>
                  </a:ext>
                </a:extLst>
              </p:cNvPr>
              <p:cNvSpPr/>
              <p:nvPr/>
            </p:nvSpPr>
            <p:spPr>
              <a:xfrm>
                <a:off x="270066" y="1810419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B913E0BC-E154-4528-1636-BBA5CC9B089D}"/>
                  </a:ext>
                </a:extLst>
              </p:cNvPr>
              <p:cNvSpPr/>
              <p:nvPr/>
            </p:nvSpPr>
            <p:spPr>
              <a:xfrm>
                <a:off x="270066" y="197067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126" name="그룹 5125">
            <a:extLst>
              <a:ext uri="{FF2B5EF4-FFF2-40B4-BE49-F238E27FC236}">
                <a16:creationId xmlns:a16="http://schemas.microsoft.com/office/drawing/2014/main" id="{5B3D67E4-9C27-B394-1496-54AC8D2152AB}"/>
              </a:ext>
            </a:extLst>
          </p:cNvPr>
          <p:cNvGrpSpPr/>
          <p:nvPr/>
        </p:nvGrpSpPr>
        <p:grpSpPr>
          <a:xfrm>
            <a:off x="2476521" y="4883329"/>
            <a:ext cx="923754" cy="855495"/>
            <a:chOff x="449238" y="1945576"/>
            <a:chExt cx="923754" cy="855495"/>
          </a:xfrm>
        </p:grpSpPr>
        <p:grpSp>
          <p:nvGrpSpPr>
            <p:cNvPr id="5127" name="그룹 5126">
              <a:extLst>
                <a:ext uri="{FF2B5EF4-FFF2-40B4-BE49-F238E27FC236}">
                  <a16:creationId xmlns:a16="http://schemas.microsoft.com/office/drawing/2014/main" id="{91CBC29D-7BA4-5B68-7867-048F7A49280D}"/>
                </a:ext>
              </a:extLst>
            </p:cNvPr>
            <p:cNvGrpSpPr/>
            <p:nvPr/>
          </p:nvGrpSpPr>
          <p:grpSpPr>
            <a:xfrm>
              <a:off x="449238" y="1954444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38" name="타원 5137">
                <a:extLst>
                  <a:ext uri="{FF2B5EF4-FFF2-40B4-BE49-F238E27FC236}">
                    <a16:creationId xmlns:a16="http://schemas.microsoft.com/office/drawing/2014/main" id="{045E93D3-BD1F-9CAA-4D73-89BE07981EF1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9" name="타원 5138">
                <a:extLst>
                  <a:ext uri="{FF2B5EF4-FFF2-40B4-BE49-F238E27FC236}">
                    <a16:creationId xmlns:a16="http://schemas.microsoft.com/office/drawing/2014/main" id="{E8FBC62C-B9AB-42D5-31F1-E38D13B8EA96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28" name="별: 꼭짓점 4개 5127">
              <a:extLst>
                <a:ext uri="{FF2B5EF4-FFF2-40B4-BE49-F238E27FC236}">
                  <a16:creationId xmlns:a16="http://schemas.microsoft.com/office/drawing/2014/main" id="{EE52FA7C-60C3-878B-F5E0-89BD668C2763}"/>
                </a:ext>
              </a:extLst>
            </p:cNvPr>
            <p:cNvSpPr/>
            <p:nvPr/>
          </p:nvSpPr>
          <p:spPr>
            <a:xfrm>
              <a:off x="632672" y="2097980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5129" name="그룹 5128">
              <a:extLst>
                <a:ext uri="{FF2B5EF4-FFF2-40B4-BE49-F238E27FC236}">
                  <a16:creationId xmlns:a16="http://schemas.microsoft.com/office/drawing/2014/main" id="{2A2D8A3A-9A3C-F40F-1976-4D00E7531D6C}"/>
                </a:ext>
              </a:extLst>
            </p:cNvPr>
            <p:cNvGrpSpPr/>
            <p:nvPr/>
          </p:nvGrpSpPr>
          <p:grpSpPr>
            <a:xfrm>
              <a:off x="1274178" y="1945576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36" name="타원 5135">
                <a:extLst>
                  <a:ext uri="{FF2B5EF4-FFF2-40B4-BE49-F238E27FC236}">
                    <a16:creationId xmlns:a16="http://schemas.microsoft.com/office/drawing/2014/main" id="{8CBD0668-7511-B4EC-4446-302A87169AB9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7" name="타원 5136">
                <a:extLst>
                  <a:ext uri="{FF2B5EF4-FFF2-40B4-BE49-F238E27FC236}">
                    <a16:creationId xmlns:a16="http://schemas.microsoft.com/office/drawing/2014/main" id="{F6BC4A07-5D89-6311-0797-E760452EC3F9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30" name="그룹 5129">
              <a:extLst>
                <a:ext uri="{FF2B5EF4-FFF2-40B4-BE49-F238E27FC236}">
                  <a16:creationId xmlns:a16="http://schemas.microsoft.com/office/drawing/2014/main" id="{427AC7F2-7362-CDAD-9296-74B49D817881}"/>
                </a:ext>
              </a:extLst>
            </p:cNvPr>
            <p:cNvGrpSpPr/>
            <p:nvPr/>
          </p:nvGrpSpPr>
          <p:grpSpPr>
            <a:xfrm>
              <a:off x="449238" y="2542435"/>
              <a:ext cx="98385" cy="258636"/>
              <a:chOff x="270066" y="1810419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34" name="타원 5133">
                <a:extLst>
                  <a:ext uri="{FF2B5EF4-FFF2-40B4-BE49-F238E27FC236}">
                    <a16:creationId xmlns:a16="http://schemas.microsoft.com/office/drawing/2014/main" id="{B5379F04-9FF1-2C52-837A-89495CAF90E0}"/>
                  </a:ext>
                </a:extLst>
              </p:cNvPr>
              <p:cNvSpPr/>
              <p:nvPr/>
            </p:nvSpPr>
            <p:spPr>
              <a:xfrm>
                <a:off x="270066" y="1810419"/>
                <a:ext cx="98385" cy="9838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5" name="타원 5134">
                <a:extLst>
                  <a:ext uri="{FF2B5EF4-FFF2-40B4-BE49-F238E27FC236}">
                    <a16:creationId xmlns:a16="http://schemas.microsoft.com/office/drawing/2014/main" id="{692E675D-19E1-2FF9-BF36-62B5F2E2B65A}"/>
                  </a:ext>
                </a:extLst>
              </p:cNvPr>
              <p:cNvSpPr/>
              <p:nvPr/>
            </p:nvSpPr>
            <p:spPr>
              <a:xfrm>
                <a:off x="270066" y="1970670"/>
                <a:ext cx="98385" cy="98385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31" name="그룹 5130">
              <a:extLst>
                <a:ext uri="{FF2B5EF4-FFF2-40B4-BE49-F238E27FC236}">
                  <a16:creationId xmlns:a16="http://schemas.microsoft.com/office/drawing/2014/main" id="{37FB9E38-8EE1-6D28-C33A-58E5DA7A7175}"/>
                </a:ext>
              </a:extLst>
            </p:cNvPr>
            <p:cNvGrpSpPr/>
            <p:nvPr/>
          </p:nvGrpSpPr>
          <p:grpSpPr>
            <a:xfrm>
              <a:off x="1274178" y="2536007"/>
              <a:ext cx="98385" cy="258636"/>
              <a:chOff x="270066" y="1810419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32" name="타원 5131">
                <a:extLst>
                  <a:ext uri="{FF2B5EF4-FFF2-40B4-BE49-F238E27FC236}">
                    <a16:creationId xmlns:a16="http://schemas.microsoft.com/office/drawing/2014/main" id="{2376F18B-3B1E-D3E4-0DC3-0785B568FAF0}"/>
                  </a:ext>
                </a:extLst>
              </p:cNvPr>
              <p:cNvSpPr/>
              <p:nvPr/>
            </p:nvSpPr>
            <p:spPr>
              <a:xfrm>
                <a:off x="270066" y="1810419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3" name="타원 5132">
                <a:extLst>
                  <a:ext uri="{FF2B5EF4-FFF2-40B4-BE49-F238E27FC236}">
                    <a16:creationId xmlns:a16="http://schemas.microsoft.com/office/drawing/2014/main" id="{D9C590D6-1FB8-F8F1-E596-3E1D25F919CF}"/>
                  </a:ext>
                </a:extLst>
              </p:cNvPr>
              <p:cNvSpPr/>
              <p:nvPr/>
            </p:nvSpPr>
            <p:spPr>
              <a:xfrm>
                <a:off x="270066" y="197067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140" name="그룹 5139">
            <a:extLst>
              <a:ext uri="{FF2B5EF4-FFF2-40B4-BE49-F238E27FC236}">
                <a16:creationId xmlns:a16="http://schemas.microsoft.com/office/drawing/2014/main" id="{E3AC41E3-1672-595F-65D3-118798963F7F}"/>
              </a:ext>
            </a:extLst>
          </p:cNvPr>
          <p:cNvGrpSpPr/>
          <p:nvPr/>
        </p:nvGrpSpPr>
        <p:grpSpPr>
          <a:xfrm>
            <a:off x="3958880" y="3487797"/>
            <a:ext cx="764953" cy="257714"/>
            <a:chOff x="2030959" y="808985"/>
            <a:chExt cx="764953" cy="257714"/>
          </a:xfrm>
        </p:grpSpPr>
        <p:sp>
          <p:nvSpPr>
            <p:cNvPr id="5141" name="TextBox 5140">
              <a:extLst>
                <a:ext uri="{FF2B5EF4-FFF2-40B4-BE49-F238E27FC236}">
                  <a16:creationId xmlns:a16="http://schemas.microsoft.com/office/drawing/2014/main" id="{D763A753-E034-35D2-FC90-4D9D7EB3803F}"/>
                </a:ext>
              </a:extLst>
            </p:cNvPr>
            <p:cNvSpPr txBox="1"/>
            <p:nvPr/>
          </p:nvSpPr>
          <p:spPr>
            <a:xfrm>
              <a:off x="2030959" y="882033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5142" name="그룹 5141">
              <a:extLst>
                <a:ext uri="{FF2B5EF4-FFF2-40B4-BE49-F238E27FC236}">
                  <a16:creationId xmlns:a16="http://schemas.microsoft.com/office/drawing/2014/main" id="{F21208A5-AB54-E0B2-A4D9-4540D28C2948}"/>
                </a:ext>
              </a:extLst>
            </p:cNvPr>
            <p:cNvGrpSpPr/>
            <p:nvPr/>
          </p:nvGrpSpPr>
          <p:grpSpPr>
            <a:xfrm rot="5400000">
              <a:off x="2367831" y="574963"/>
              <a:ext cx="98810" cy="566854"/>
              <a:chOff x="4737838" y="4976327"/>
              <a:chExt cx="98810" cy="566854"/>
            </a:xfrm>
            <a:solidFill>
              <a:srgbClr val="FF00FF"/>
            </a:solidFill>
          </p:grpSpPr>
          <p:sp>
            <p:nvSpPr>
              <p:cNvPr id="5143" name="타원 5142">
                <a:extLst>
                  <a:ext uri="{FF2B5EF4-FFF2-40B4-BE49-F238E27FC236}">
                    <a16:creationId xmlns:a16="http://schemas.microsoft.com/office/drawing/2014/main" id="{35461C35-59EF-7D91-95A5-277F7F47A9C7}"/>
                  </a:ext>
                </a:extLst>
              </p:cNvPr>
              <p:cNvSpPr/>
              <p:nvPr/>
            </p:nvSpPr>
            <p:spPr>
              <a:xfrm>
                <a:off x="4737838" y="49763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4" name="타원 5143">
                <a:extLst>
                  <a:ext uri="{FF2B5EF4-FFF2-40B4-BE49-F238E27FC236}">
                    <a16:creationId xmlns:a16="http://schemas.microsoft.com/office/drawing/2014/main" id="{9557A55D-B850-0087-4FD2-EA9EE9A448AD}"/>
                  </a:ext>
                </a:extLst>
              </p:cNvPr>
              <p:cNvSpPr/>
              <p:nvPr/>
            </p:nvSpPr>
            <p:spPr>
              <a:xfrm>
                <a:off x="4738263" y="544479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146" name="TextBox 5145">
            <a:extLst>
              <a:ext uri="{FF2B5EF4-FFF2-40B4-BE49-F238E27FC236}">
                <a16:creationId xmlns:a16="http://schemas.microsoft.com/office/drawing/2014/main" id="{195D1564-E180-08AB-6E7A-62B8FB74AE49}"/>
              </a:ext>
            </a:extLst>
          </p:cNvPr>
          <p:cNvSpPr txBox="1"/>
          <p:nvPr/>
        </p:nvSpPr>
        <p:spPr>
          <a:xfrm>
            <a:off x="8148791" y="547169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천장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확산형 </a:t>
            </a:r>
            <a:r>
              <a:rPr lang="ko-KR" altLang="en-US" sz="1000" b="1" dirty="0" err="1">
                <a:highlight>
                  <a:srgbClr val="FFFF00"/>
                </a:highlight>
              </a:rPr>
              <a:t>매입등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5148" name="TextBox 5147">
            <a:extLst>
              <a:ext uri="{FF2B5EF4-FFF2-40B4-BE49-F238E27FC236}">
                <a16:creationId xmlns:a16="http://schemas.microsoft.com/office/drawing/2014/main" id="{A6C71551-3B33-E6F7-07D3-76A2BF7539F0}"/>
              </a:ext>
            </a:extLst>
          </p:cNvPr>
          <p:cNvSpPr txBox="1"/>
          <p:nvPr/>
        </p:nvSpPr>
        <p:spPr>
          <a:xfrm>
            <a:off x="2064547" y="621342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천장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확산형 </a:t>
            </a:r>
            <a:r>
              <a:rPr lang="ko-KR" altLang="en-US" sz="1000" b="1" dirty="0" err="1">
                <a:highlight>
                  <a:srgbClr val="FFFF00"/>
                </a:highlight>
              </a:rPr>
              <a:t>매입등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5150" name="사각형: 둥근 모서리 5149">
            <a:extLst>
              <a:ext uri="{FF2B5EF4-FFF2-40B4-BE49-F238E27FC236}">
                <a16:creationId xmlns:a16="http://schemas.microsoft.com/office/drawing/2014/main" id="{E0447E18-48FE-4437-E761-0042204A1DF4}"/>
              </a:ext>
            </a:extLst>
          </p:cNvPr>
          <p:cNvSpPr/>
          <p:nvPr/>
        </p:nvSpPr>
        <p:spPr>
          <a:xfrm>
            <a:off x="6429367" y="4583458"/>
            <a:ext cx="923698" cy="97461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151" name="그룹 5150">
            <a:extLst>
              <a:ext uri="{FF2B5EF4-FFF2-40B4-BE49-F238E27FC236}">
                <a16:creationId xmlns:a16="http://schemas.microsoft.com/office/drawing/2014/main" id="{1A103704-E3EF-0982-1890-9F3FA4A3BDE4}"/>
              </a:ext>
            </a:extLst>
          </p:cNvPr>
          <p:cNvGrpSpPr/>
          <p:nvPr/>
        </p:nvGrpSpPr>
        <p:grpSpPr>
          <a:xfrm>
            <a:off x="4206764" y="1484079"/>
            <a:ext cx="3508486" cy="230832"/>
            <a:chOff x="3213411" y="4554797"/>
            <a:chExt cx="3508486" cy="230832"/>
          </a:xfrm>
        </p:grpSpPr>
        <p:sp>
          <p:nvSpPr>
            <p:cNvPr id="5152" name="직사각형 5151">
              <a:extLst>
                <a:ext uri="{FF2B5EF4-FFF2-40B4-BE49-F238E27FC236}">
                  <a16:creationId xmlns:a16="http://schemas.microsoft.com/office/drawing/2014/main" id="{42041309-DB5D-21EF-D153-128368C1A6FB}"/>
                </a:ext>
              </a:extLst>
            </p:cNvPr>
            <p:cNvSpPr/>
            <p:nvPr/>
          </p:nvSpPr>
          <p:spPr>
            <a:xfrm rot="16200000" flipV="1">
              <a:off x="5899405" y="3938090"/>
              <a:ext cx="45719" cy="159926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53" name="TextBox 5152">
              <a:extLst>
                <a:ext uri="{FF2B5EF4-FFF2-40B4-BE49-F238E27FC236}">
                  <a16:creationId xmlns:a16="http://schemas.microsoft.com/office/drawing/2014/main" id="{581CC462-F6D2-7FEB-2715-6AC2FBA0821E}"/>
                </a:ext>
              </a:extLst>
            </p:cNvPr>
            <p:cNvSpPr txBox="1"/>
            <p:nvPr/>
          </p:nvSpPr>
          <p:spPr>
            <a:xfrm>
              <a:off x="3213411" y="4554797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싱크대 </a:t>
              </a:r>
              <a:r>
                <a:rPr lang="ko-KR" altLang="en-US" sz="900" b="1" dirty="0" err="1"/>
                <a:t>간접등</a:t>
              </a:r>
              <a:r>
                <a:rPr lang="ko-KR" altLang="en-US" sz="900" b="1" dirty="0"/>
                <a:t> 서비스</a:t>
              </a:r>
            </a:p>
          </p:txBody>
        </p:sp>
        <p:cxnSp>
          <p:nvCxnSpPr>
            <p:cNvPr id="5154" name="직선 화살표 연결선 5153">
              <a:extLst>
                <a:ext uri="{FF2B5EF4-FFF2-40B4-BE49-F238E27FC236}">
                  <a16:creationId xmlns:a16="http://schemas.microsoft.com/office/drawing/2014/main" id="{C4C860A2-51B0-DF7D-5CE9-4D8F0316905F}"/>
                </a:ext>
              </a:extLst>
            </p:cNvPr>
            <p:cNvCxnSpPr>
              <a:cxnSpLocks/>
              <a:stCxn id="5152" idx="2"/>
            </p:cNvCxnSpPr>
            <p:nvPr/>
          </p:nvCxnSpPr>
          <p:spPr>
            <a:xfrm flipH="1">
              <a:off x="4492502" y="4737722"/>
              <a:ext cx="630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6256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44BA-8D6F-7C6D-E5F9-967D0F17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EBDDEFD-63F4-FD5A-A253-F909F84F9C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606290"/>
            <a:ext cx="8535987" cy="62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245851-A50D-2CB2-B1B4-36E0510F6B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245851-A50D-2CB2-B1B4-36E0510F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460D14E-21C6-4FAC-AE84-1CAF663BE75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522E3-6986-CE4B-9E6D-A0E143F6992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A5A7430-6E87-65B5-062B-63190E519C3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EC454B-EF56-F06B-EAF5-103559A0D00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B72F865-9177-0E2B-F52F-8C5E0510FEC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8F9E0D1-7BC4-7E0A-7ABE-E26D94216BB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2AE3126-45A2-67F7-8641-7433511F552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52818D1-CB94-5EE2-38F7-8C5185289E0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E042008A-8160-D66B-8129-C749ABC95A07}"/>
              </a:ext>
            </a:extLst>
          </p:cNvPr>
          <p:cNvSpPr/>
          <p:nvPr/>
        </p:nvSpPr>
        <p:spPr>
          <a:xfrm>
            <a:off x="6625332" y="478054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707BB6-4F7F-2500-6AD7-A955AF41E1CD}"/>
              </a:ext>
            </a:extLst>
          </p:cNvPr>
          <p:cNvSpPr txBox="1"/>
          <p:nvPr/>
        </p:nvSpPr>
        <p:spPr>
          <a:xfrm>
            <a:off x="5872465" y="630072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B233C2-461C-B3E4-1528-B4A9B8767C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271967" y="4748377"/>
            <a:ext cx="2236971" cy="155448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7FAE20D-852E-0A25-EEFE-831B298805D7}"/>
              </a:ext>
            </a:extLst>
          </p:cNvPr>
          <p:cNvGrpSpPr/>
          <p:nvPr/>
        </p:nvGrpSpPr>
        <p:grpSpPr>
          <a:xfrm>
            <a:off x="4042351" y="3798203"/>
            <a:ext cx="822417" cy="296218"/>
            <a:chOff x="2065228" y="611577"/>
            <a:chExt cx="822417" cy="29621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F0E05A-F371-5DA5-16B8-BBB139BDFB82}"/>
                </a:ext>
              </a:extLst>
            </p:cNvPr>
            <p:cNvSpPr txBox="1"/>
            <p:nvPr/>
          </p:nvSpPr>
          <p:spPr>
            <a:xfrm>
              <a:off x="2092552" y="611577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44E26EA-693C-E905-7C39-7A3431E9DEFD}"/>
                </a:ext>
              </a:extLst>
            </p:cNvPr>
            <p:cNvGrpSpPr/>
            <p:nvPr/>
          </p:nvGrpSpPr>
          <p:grpSpPr>
            <a:xfrm rot="5400000">
              <a:off x="2427032" y="447181"/>
              <a:ext cx="98810" cy="822417"/>
              <a:chOff x="4737838" y="4789344"/>
              <a:chExt cx="98810" cy="822417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D81169E-E600-0F3A-9FBD-F806BA2848AA}"/>
                  </a:ext>
                </a:extLst>
              </p:cNvPr>
              <p:cNvSpPr/>
              <p:nvPr/>
            </p:nvSpPr>
            <p:spPr>
              <a:xfrm>
                <a:off x="4737838" y="4789344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3794180B-7F0C-FDE1-782F-21C19C0AF5D3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89454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A8CF-7356-33B9-4011-5AF4F516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8F5419A9-A42E-1921-551F-4B5F3C7081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093" y="1010902"/>
            <a:ext cx="7983538" cy="584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3A2391F-1109-8055-28D1-4C6C7F4EA388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3A2391F-1109-8055-28D1-4C6C7F4E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FBFAB00C-FBD4-8692-EBEE-0267E8C867B9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4F6890-8C86-C256-4B33-519D5737752E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173FE85B-EAB6-F01E-275A-BEB870ED30B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C7E2925-A459-8F9D-DCBB-7859EDB6DB3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D118C44-D810-C5A2-C715-1BCCF5D7B2C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4CF0805-76A1-E2F5-AA66-6EB7C993A2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DB972AD-36F4-0D86-B4B4-307A4B12AE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TextBox 11">
              <a:extLst>
                <a:ext uri="{FF2B5EF4-FFF2-40B4-BE49-F238E27FC236}">
                  <a16:creationId xmlns:a16="http://schemas.microsoft.com/office/drawing/2014/main" id="{4FC6D7CA-3EFA-1093-7BD1-6152CE17472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B4741EE-109A-A137-C18F-7828DE42F768}"/>
              </a:ext>
            </a:extLst>
          </p:cNvPr>
          <p:cNvSpPr/>
          <p:nvPr/>
        </p:nvSpPr>
        <p:spPr>
          <a:xfrm>
            <a:off x="7426396" y="4528691"/>
            <a:ext cx="1826556" cy="15236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547D373-E7E9-521D-8B28-2C11D042735D}"/>
              </a:ext>
            </a:extLst>
          </p:cNvPr>
          <p:cNvSpPr/>
          <p:nvPr/>
        </p:nvSpPr>
        <p:spPr>
          <a:xfrm>
            <a:off x="7636530" y="4709824"/>
            <a:ext cx="1421740" cy="116933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D009F8-7D88-2A91-A3E0-4F3F6B97DE59}"/>
              </a:ext>
            </a:extLst>
          </p:cNvPr>
          <p:cNvSpPr txBox="1"/>
          <p:nvPr/>
        </p:nvSpPr>
        <p:spPr>
          <a:xfrm>
            <a:off x="5033987" y="420029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6144" name="그룹 6143">
            <a:extLst>
              <a:ext uri="{FF2B5EF4-FFF2-40B4-BE49-F238E27FC236}">
                <a16:creationId xmlns:a16="http://schemas.microsoft.com/office/drawing/2014/main" id="{3FEFDDF2-42DD-1D12-662C-55FB18C4AF87}"/>
              </a:ext>
            </a:extLst>
          </p:cNvPr>
          <p:cNvGrpSpPr/>
          <p:nvPr/>
        </p:nvGrpSpPr>
        <p:grpSpPr>
          <a:xfrm rot="5400000">
            <a:off x="8416634" y="3232052"/>
            <a:ext cx="98891" cy="1623333"/>
            <a:chOff x="4737834" y="4608027"/>
            <a:chExt cx="98891" cy="1623333"/>
          </a:xfrm>
        </p:grpSpPr>
        <p:sp>
          <p:nvSpPr>
            <p:cNvPr id="6145" name="타원 6144">
              <a:extLst>
                <a:ext uri="{FF2B5EF4-FFF2-40B4-BE49-F238E27FC236}">
                  <a16:creationId xmlns:a16="http://schemas.microsoft.com/office/drawing/2014/main" id="{8DC8F0F5-F6BF-B672-ECFD-7A73001F8BB1}"/>
                </a:ext>
              </a:extLst>
            </p:cNvPr>
            <p:cNvSpPr/>
            <p:nvPr/>
          </p:nvSpPr>
          <p:spPr>
            <a:xfrm>
              <a:off x="4737834" y="46080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47" name="타원 6146">
              <a:extLst>
                <a:ext uri="{FF2B5EF4-FFF2-40B4-BE49-F238E27FC236}">
                  <a16:creationId xmlns:a16="http://schemas.microsoft.com/office/drawing/2014/main" id="{9EF1BCAE-D9E0-9ADC-73EF-B138EACFFBCE}"/>
                </a:ext>
              </a:extLst>
            </p:cNvPr>
            <p:cNvSpPr/>
            <p:nvPr/>
          </p:nvSpPr>
          <p:spPr>
            <a:xfrm>
              <a:off x="4738263" y="53609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48" name="타원 6147">
              <a:extLst>
                <a:ext uri="{FF2B5EF4-FFF2-40B4-BE49-F238E27FC236}">
                  <a16:creationId xmlns:a16="http://schemas.microsoft.com/office/drawing/2014/main" id="{DB478BCF-75CF-0A24-C28E-FABECCB7FC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52" name="직사각형 6151">
            <a:extLst>
              <a:ext uri="{FF2B5EF4-FFF2-40B4-BE49-F238E27FC236}">
                <a16:creationId xmlns:a16="http://schemas.microsoft.com/office/drawing/2014/main" id="{0448F96F-DB41-E7A5-FFD0-3BDC506AD784}"/>
              </a:ext>
            </a:extLst>
          </p:cNvPr>
          <p:cNvSpPr/>
          <p:nvPr/>
        </p:nvSpPr>
        <p:spPr>
          <a:xfrm rot="10800000" flipV="1">
            <a:off x="5734275" y="3059109"/>
            <a:ext cx="98384" cy="8437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53" name="직사각형 6152">
            <a:extLst>
              <a:ext uri="{FF2B5EF4-FFF2-40B4-BE49-F238E27FC236}">
                <a16:creationId xmlns:a16="http://schemas.microsoft.com/office/drawing/2014/main" id="{AC8A2499-DF0E-D89A-E7BF-5510FC01504D}"/>
              </a:ext>
            </a:extLst>
          </p:cNvPr>
          <p:cNvSpPr/>
          <p:nvPr/>
        </p:nvSpPr>
        <p:spPr>
          <a:xfrm flipV="1">
            <a:off x="3540216" y="2441884"/>
            <a:ext cx="98384" cy="1384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154" name="그룹 6153">
            <a:extLst>
              <a:ext uri="{FF2B5EF4-FFF2-40B4-BE49-F238E27FC236}">
                <a16:creationId xmlns:a16="http://schemas.microsoft.com/office/drawing/2014/main" id="{097F345A-FBF0-BA71-A625-CDFC01046A0B}"/>
              </a:ext>
            </a:extLst>
          </p:cNvPr>
          <p:cNvGrpSpPr/>
          <p:nvPr/>
        </p:nvGrpSpPr>
        <p:grpSpPr>
          <a:xfrm rot="5400000">
            <a:off x="4325330" y="4213136"/>
            <a:ext cx="98814" cy="642580"/>
            <a:chOff x="4737834" y="4969181"/>
            <a:chExt cx="98814" cy="642580"/>
          </a:xfrm>
        </p:grpSpPr>
        <p:sp>
          <p:nvSpPr>
            <p:cNvPr id="6155" name="타원 6154">
              <a:extLst>
                <a:ext uri="{FF2B5EF4-FFF2-40B4-BE49-F238E27FC236}">
                  <a16:creationId xmlns:a16="http://schemas.microsoft.com/office/drawing/2014/main" id="{813C8C7E-9D6C-B134-BC48-BE3D67189A8F}"/>
                </a:ext>
              </a:extLst>
            </p:cNvPr>
            <p:cNvSpPr/>
            <p:nvPr/>
          </p:nvSpPr>
          <p:spPr>
            <a:xfrm>
              <a:off x="4737834" y="49691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56" name="타원 6155">
              <a:extLst>
                <a:ext uri="{FF2B5EF4-FFF2-40B4-BE49-F238E27FC236}">
                  <a16:creationId xmlns:a16="http://schemas.microsoft.com/office/drawing/2014/main" id="{C592A9CF-573A-BA87-971D-A3959AFA8DF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57" name="TextBox 6156">
            <a:extLst>
              <a:ext uri="{FF2B5EF4-FFF2-40B4-BE49-F238E27FC236}">
                <a16:creationId xmlns:a16="http://schemas.microsoft.com/office/drawing/2014/main" id="{D83934DA-E3AB-2BE0-A93A-3D6B90EB0BC3}"/>
              </a:ext>
            </a:extLst>
          </p:cNvPr>
          <p:cNvSpPr txBox="1"/>
          <p:nvPr/>
        </p:nvSpPr>
        <p:spPr>
          <a:xfrm>
            <a:off x="9724506" y="462972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6167" name="직사각형 6166">
            <a:extLst>
              <a:ext uri="{FF2B5EF4-FFF2-40B4-BE49-F238E27FC236}">
                <a16:creationId xmlns:a16="http://schemas.microsoft.com/office/drawing/2014/main" id="{E8E163F3-F3BC-269E-B4EC-14350B1878DC}"/>
              </a:ext>
            </a:extLst>
          </p:cNvPr>
          <p:cNvSpPr/>
          <p:nvPr/>
        </p:nvSpPr>
        <p:spPr>
          <a:xfrm rot="16200000" flipV="1">
            <a:off x="6411391" y="971888"/>
            <a:ext cx="98384" cy="7757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68" name="직사각형 6167">
            <a:extLst>
              <a:ext uri="{FF2B5EF4-FFF2-40B4-BE49-F238E27FC236}">
                <a16:creationId xmlns:a16="http://schemas.microsoft.com/office/drawing/2014/main" id="{857BA256-0F22-0B7C-63D8-E3B7940143A4}"/>
              </a:ext>
            </a:extLst>
          </p:cNvPr>
          <p:cNvSpPr/>
          <p:nvPr/>
        </p:nvSpPr>
        <p:spPr>
          <a:xfrm>
            <a:off x="9534024" y="4259718"/>
            <a:ext cx="102820" cy="16500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169" name="직선 화살표 연결선 6168">
            <a:extLst>
              <a:ext uri="{FF2B5EF4-FFF2-40B4-BE49-F238E27FC236}">
                <a16:creationId xmlns:a16="http://schemas.microsoft.com/office/drawing/2014/main" id="{01C026B3-3F97-2252-938E-B236BDE0A588}"/>
              </a:ext>
            </a:extLst>
          </p:cNvPr>
          <p:cNvCxnSpPr>
            <a:cxnSpLocks/>
          </p:cNvCxnSpPr>
          <p:nvPr/>
        </p:nvCxnSpPr>
        <p:spPr>
          <a:xfrm flipH="1">
            <a:off x="9249782" y="4775200"/>
            <a:ext cx="6168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70" name="그룹 6169">
            <a:extLst>
              <a:ext uri="{FF2B5EF4-FFF2-40B4-BE49-F238E27FC236}">
                <a16:creationId xmlns:a16="http://schemas.microsoft.com/office/drawing/2014/main" id="{DDE070BC-3521-1B34-4580-8D8405E6BC5D}"/>
              </a:ext>
            </a:extLst>
          </p:cNvPr>
          <p:cNvGrpSpPr/>
          <p:nvPr/>
        </p:nvGrpSpPr>
        <p:grpSpPr>
          <a:xfrm rot="5400000">
            <a:off x="8388670" y="5640534"/>
            <a:ext cx="98891" cy="1623333"/>
            <a:chOff x="4737834" y="4608027"/>
            <a:chExt cx="98891" cy="1623333"/>
          </a:xfrm>
        </p:grpSpPr>
        <p:sp>
          <p:nvSpPr>
            <p:cNvPr id="6171" name="타원 6170">
              <a:extLst>
                <a:ext uri="{FF2B5EF4-FFF2-40B4-BE49-F238E27FC236}">
                  <a16:creationId xmlns:a16="http://schemas.microsoft.com/office/drawing/2014/main" id="{F3E29BA2-4B4F-2A1A-DECA-501352D6C634}"/>
                </a:ext>
              </a:extLst>
            </p:cNvPr>
            <p:cNvSpPr/>
            <p:nvPr/>
          </p:nvSpPr>
          <p:spPr>
            <a:xfrm>
              <a:off x="4737834" y="46080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72" name="타원 6171">
              <a:extLst>
                <a:ext uri="{FF2B5EF4-FFF2-40B4-BE49-F238E27FC236}">
                  <a16:creationId xmlns:a16="http://schemas.microsoft.com/office/drawing/2014/main" id="{302FC5FE-0863-8650-638A-DA65E724E7CE}"/>
                </a:ext>
              </a:extLst>
            </p:cNvPr>
            <p:cNvSpPr/>
            <p:nvPr/>
          </p:nvSpPr>
          <p:spPr>
            <a:xfrm>
              <a:off x="4738263" y="53609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73" name="타원 6172">
              <a:extLst>
                <a:ext uri="{FF2B5EF4-FFF2-40B4-BE49-F238E27FC236}">
                  <a16:creationId xmlns:a16="http://schemas.microsoft.com/office/drawing/2014/main" id="{2DAFB578-CA8C-04BC-0546-5BD52098EE7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01571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629A-465E-9891-55EB-53C71D0A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315A7D0-E3B8-E459-7244-EE90E24D07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093" y="1010902"/>
            <a:ext cx="7983538" cy="584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99AEA2-5916-06BA-C618-81606FA8BA51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99AEA2-5916-06BA-C618-81606FA8B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F706F926-D436-686D-E51E-19D0FC7557D8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5C7430-73A6-9795-0E84-2FA091F6971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498E07B2-0CC1-168A-BC09-5A92D4C98FF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AF35AA4-35C5-D39C-5074-C4C670AFE18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EF4135D-D33C-8B8B-D04B-DDC24E37179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3ADF999-FA6E-231F-AF4B-475B665DDB3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7974BE3-CB3F-22FF-6459-21E9EF1F07C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TextBox 11">
              <a:extLst>
                <a:ext uri="{FF2B5EF4-FFF2-40B4-BE49-F238E27FC236}">
                  <a16:creationId xmlns:a16="http://schemas.microsoft.com/office/drawing/2014/main" id="{A3A36F62-871D-CAC6-0CA9-F6D4F39687C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CEAA77E-55B8-6941-3C99-8AE42C0CEBDB}"/>
              </a:ext>
            </a:extLst>
          </p:cNvPr>
          <p:cNvSpPr/>
          <p:nvPr/>
        </p:nvSpPr>
        <p:spPr>
          <a:xfrm rot="16200000">
            <a:off x="8188395" y="2954556"/>
            <a:ext cx="126468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D1ED2E-3962-A03E-0995-17929941DD1F}"/>
              </a:ext>
            </a:extLst>
          </p:cNvPr>
          <p:cNvSpPr txBox="1"/>
          <p:nvPr/>
        </p:nvSpPr>
        <p:spPr>
          <a:xfrm>
            <a:off x="7238266" y="307164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671C8D8-45F2-C3E7-EC70-0B2CED895C17}"/>
              </a:ext>
            </a:extLst>
          </p:cNvPr>
          <p:cNvSpPr/>
          <p:nvPr/>
        </p:nvSpPr>
        <p:spPr>
          <a:xfrm>
            <a:off x="7426396" y="4528691"/>
            <a:ext cx="1826556" cy="15236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A160634-2A03-6310-0CD0-0695AC54825C}"/>
              </a:ext>
            </a:extLst>
          </p:cNvPr>
          <p:cNvSpPr/>
          <p:nvPr/>
        </p:nvSpPr>
        <p:spPr>
          <a:xfrm>
            <a:off x="7636530" y="4709824"/>
            <a:ext cx="1421740" cy="116933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FAA067-C7EF-3AE6-47FA-4B380398463B}"/>
              </a:ext>
            </a:extLst>
          </p:cNvPr>
          <p:cNvSpPr txBox="1"/>
          <p:nvPr/>
        </p:nvSpPr>
        <p:spPr>
          <a:xfrm>
            <a:off x="5033987" y="420029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6144" name="그룹 6143">
            <a:extLst>
              <a:ext uri="{FF2B5EF4-FFF2-40B4-BE49-F238E27FC236}">
                <a16:creationId xmlns:a16="http://schemas.microsoft.com/office/drawing/2014/main" id="{BCB161D9-F893-B5D8-D184-48E0F5C63BB9}"/>
              </a:ext>
            </a:extLst>
          </p:cNvPr>
          <p:cNvGrpSpPr/>
          <p:nvPr/>
        </p:nvGrpSpPr>
        <p:grpSpPr>
          <a:xfrm rot="5400000">
            <a:off x="8416634" y="3232052"/>
            <a:ext cx="98891" cy="1623333"/>
            <a:chOff x="4737834" y="4608027"/>
            <a:chExt cx="98891" cy="1623333"/>
          </a:xfrm>
        </p:grpSpPr>
        <p:sp>
          <p:nvSpPr>
            <p:cNvPr id="6145" name="타원 6144">
              <a:extLst>
                <a:ext uri="{FF2B5EF4-FFF2-40B4-BE49-F238E27FC236}">
                  <a16:creationId xmlns:a16="http://schemas.microsoft.com/office/drawing/2014/main" id="{05F00044-B336-5EA1-0972-1A499C402168}"/>
                </a:ext>
              </a:extLst>
            </p:cNvPr>
            <p:cNvSpPr/>
            <p:nvPr/>
          </p:nvSpPr>
          <p:spPr>
            <a:xfrm>
              <a:off x="4737834" y="46080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47" name="타원 6146">
              <a:extLst>
                <a:ext uri="{FF2B5EF4-FFF2-40B4-BE49-F238E27FC236}">
                  <a16:creationId xmlns:a16="http://schemas.microsoft.com/office/drawing/2014/main" id="{4D4295F9-C640-E78E-B0C3-728DF026F02F}"/>
                </a:ext>
              </a:extLst>
            </p:cNvPr>
            <p:cNvSpPr/>
            <p:nvPr/>
          </p:nvSpPr>
          <p:spPr>
            <a:xfrm>
              <a:off x="4738263" y="53609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48" name="타원 6147">
              <a:extLst>
                <a:ext uri="{FF2B5EF4-FFF2-40B4-BE49-F238E27FC236}">
                  <a16:creationId xmlns:a16="http://schemas.microsoft.com/office/drawing/2014/main" id="{9F5AA124-A17C-8326-7F7F-B76CBB192F6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149" name="그룹 6148">
            <a:extLst>
              <a:ext uri="{FF2B5EF4-FFF2-40B4-BE49-F238E27FC236}">
                <a16:creationId xmlns:a16="http://schemas.microsoft.com/office/drawing/2014/main" id="{0A63710A-C735-A5E6-BAC1-32C0BE1EDABA}"/>
              </a:ext>
            </a:extLst>
          </p:cNvPr>
          <p:cNvGrpSpPr/>
          <p:nvPr/>
        </p:nvGrpSpPr>
        <p:grpSpPr>
          <a:xfrm rot="5400000">
            <a:off x="8003680" y="3470009"/>
            <a:ext cx="98782" cy="730687"/>
            <a:chOff x="4737866" y="4881074"/>
            <a:chExt cx="98782" cy="730687"/>
          </a:xfrm>
          <a:solidFill>
            <a:srgbClr val="00B0F0"/>
          </a:solidFill>
        </p:grpSpPr>
        <p:sp>
          <p:nvSpPr>
            <p:cNvPr id="6150" name="타원 6149">
              <a:extLst>
                <a:ext uri="{FF2B5EF4-FFF2-40B4-BE49-F238E27FC236}">
                  <a16:creationId xmlns:a16="http://schemas.microsoft.com/office/drawing/2014/main" id="{1D67706E-2C1F-B98F-E96E-FD87A20FABA9}"/>
                </a:ext>
              </a:extLst>
            </p:cNvPr>
            <p:cNvSpPr/>
            <p:nvPr/>
          </p:nvSpPr>
          <p:spPr>
            <a:xfrm>
              <a:off x="4737866" y="488107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51" name="타원 6150">
              <a:extLst>
                <a:ext uri="{FF2B5EF4-FFF2-40B4-BE49-F238E27FC236}">
                  <a16:creationId xmlns:a16="http://schemas.microsoft.com/office/drawing/2014/main" id="{4B57DE0F-5112-BB5D-A768-903BDBC9A9C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152" name="직사각형 6151">
            <a:extLst>
              <a:ext uri="{FF2B5EF4-FFF2-40B4-BE49-F238E27FC236}">
                <a16:creationId xmlns:a16="http://schemas.microsoft.com/office/drawing/2014/main" id="{862444B8-2E3B-7744-A88D-BB8E29050508}"/>
              </a:ext>
            </a:extLst>
          </p:cNvPr>
          <p:cNvSpPr/>
          <p:nvPr/>
        </p:nvSpPr>
        <p:spPr>
          <a:xfrm rot="10800000" flipV="1">
            <a:off x="5734275" y="3059109"/>
            <a:ext cx="98384" cy="8437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53" name="직사각형 6152">
            <a:extLst>
              <a:ext uri="{FF2B5EF4-FFF2-40B4-BE49-F238E27FC236}">
                <a16:creationId xmlns:a16="http://schemas.microsoft.com/office/drawing/2014/main" id="{61BE5E09-28C9-FFA8-341F-990BB97047F9}"/>
              </a:ext>
            </a:extLst>
          </p:cNvPr>
          <p:cNvSpPr/>
          <p:nvPr/>
        </p:nvSpPr>
        <p:spPr>
          <a:xfrm flipV="1">
            <a:off x="3540216" y="2441884"/>
            <a:ext cx="98384" cy="1384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154" name="그룹 6153">
            <a:extLst>
              <a:ext uri="{FF2B5EF4-FFF2-40B4-BE49-F238E27FC236}">
                <a16:creationId xmlns:a16="http://schemas.microsoft.com/office/drawing/2014/main" id="{580D6A90-4EA6-537E-8B01-9B38D16AAAEA}"/>
              </a:ext>
            </a:extLst>
          </p:cNvPr>
          <p:cNvGrpSpPr/>
          <p:nvPr/>
        </p:nvGrpSpPr>
        <p:grpSpPr>
          <a:xfrm rot="5400000">
            <a:off x="4325330" y="4213136"/>
            <a:ext cx="98814" cy="642580"/>
            <a:chOff x="4737834" y="4969181"/>
            <a:chExt cx="98814" cy="642580"/>
          </a:xfrm>
        </p:grpSpPr>
        <p:sp>
          <p:nvSpPr>
            <p:cNvPr id="6155" name="타원 6154">
              <a:extLst>
                <a:ext uri="{FF2B5EF4-FFF2-40B4-BE49-F238E27FC236}">
                  <a16:creationId xmlns:a16="http://schemas.microsoft.com/office/drawing/2014/main" id="{E63C9383-7B1E-3E67-EF35-8AF907F5D075}"/>
                </a:ext>
              </a:extLst>
            </p:cNvPr>
            <p:cNvSpPr/>
            <p:nvPr/>
          </p:nvSpPr>
          <p:spPr>
            <a:xfrm>
              <a:off x="4737834" y="49691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56" name="타원 6155">
              <a:extLst>
                <a:ext uri="{FF2B5EF4-FFF2-40B4-BE49-F238E27FC236}">
                  <a16:creationId xmlns:a16="http://schemas.microsoft.com/office/drawing/2014/main" id="{2C63A294-B890-03DF-58E4-65009E0BA1B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57" name="TextBox 6156">
            <a:extLst>
              <a:ext uri="{FF2B5EF4-FFF2-40B4-BE49-F238E27FC236}">
                <a16:creationId xmlns:a16="http://schemas.microsoft.com/office/drawing/2014/main" id="{F2B6D3CB-907C-8F49-BA78-8B279B3BAE4C}"/>
              </a:ext>
            </a:extLst>
          </p:cNvPr>
          <p:cNvSpPr txBox="1"/>
          <p:nvPr/>
        </p:nvSpPr>
        <p:spPr>
          <a:xfrm>
            <a:off x="9724506" y="462972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grpSp>
        <p:nvGrpSpPr>
          <p:cNvPr id="6159" name="그룹 6158">
            <a:extLst>
              <a:ext uri="{FF2B5EF4-FFF2-40B4-BE49-F238E27FC236}">
                <a16:creationId xmlns:a16="http://schemas.microsoft.com/office/drawing/2014/main" id="{B1E89D8C-09BA-927E-3168-31CFB860E640}"/>
              </a:ext>
            </a:extLst>
          </p:cNvPr>
          <p:cNvGrpSpPr/>
          <p:nvPr/>
        </p:nvGrpSpPr>
        <p:grpSpPr>
          <a:xfrm>
            <a:off x="3745446" y="2965707"/>
            <a:ext cx="430707" cy="542991"/>
            <a:chOff x="9131714" y="3797098"/>
            <a:chExt cx="430707" cy="542991"/>
          </a:xfrm>
          <a:solidFill>
            <a:srgbClr val="CC0000"/>
          </a:solidFill>
        </p:grpSpPr>
        <p:grpSp>
          <p:nvGrpSpPr>
            <p:cNvPr id="6160" name="그룹 6159">
              <a:extLst>
                <a:ext uri="{FF2B5EF4-FFF2-40B4-BE49-F238E27FC236}">
                  <a16:creationId xmlns:a16="http://schemas.microsoft.com/office/drawing/2014/main" id="{2244E0A0-EE49-8A79-076B-58A0BF70CF91}"/>
                </a:ext>
              </a:extLst>
            </p:cNvPr>
            <p:cNvGrpSpPr/>
            <p:nvPr/>
          </p:nvGrpSpPr>
          <p:grpSpPr>
            <a:xfrm>
              <a:off x="9463607" y="3799905"/>
              <a:ext cx="98814" cy="540184"/>
              <a:chOff x="4577496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165" name="타원 6164">
                <a:extLst>
                  <a:ext uri="{FF2B5EF4-FFF2-40B4-BE49-F238E27FC236}">
                    <a16:creationId xmlns:a16="http://schemas.microsoft.com/office/drawing/2014/main" id="{51D5D095-02A2-FA4C-EA62-0C78919E0119}"/>
                  </a:ext>
                </a:extLst>
              </p:cNvPr>
              <p:cNvSpPr/>
              <p:nvPr/>
            </p:nvSpPr>
            <p:spPr>
              <a:xfrm>
                <a:off x="457749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6" name="타원 6165">
                <a:extLst>
                  <a:ext uri="{FF2B5EF4-FFF2-40B4-BE49-F238E27FC236}">
                    <a16:creationId xmlns:a16="http://schemas.microsoft.com/office/drawing/2014/main" id="{7D7A0BBA-49AD-3CCF-98FC-5313CCF85231}"/>
                  </a:ext>
                </a:extLst>
              </p:cNvPr>
              <p:cNvSpPr/>
              <p:nvPr/>
            </p:nvSpPr>
            <p:spPr>
              <a:xfrm>
                <a:off x="4577925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61" name="별: 꼭짓점 7개 6160">
              <a:extLst>
                <a:ext uri="{FF2B5EF4-FFF2-40B4-BE49-F238E27FC236}">
                  <a16:creationId xmlns:a16="http://schemas.microsoft.com/office/drawing/2014/main" id="{B26A8DAE-F515-70FA-D6BA-7AEABB8CF754}"/>
                </a:ext>
              </a:extLst>
            </p:cNvPr>
            <p:cNvSpPr/>
            <p:nvPr/>
          </p:nvSpPr>
          <p:spPr>
            <a:xfrm rot="5400000">
              <a:off x="9228019" y="395008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162" name="그룹 6161">
              <a:extLst>
                <a:ext uri="{FF2B5EF4-FFF2-40B4-BE49-F238E27FC236}">
                  <a16:creationId xmlns:a16="http://schemas.microsoft.com/office/drawing/2014/main" id="{E271322F-9615-CF16-6E91-99BF69A288D4}"/>
                </a:ext>
              </a:extLst>
            </p:cNvPr>
            <p:cNvGrpSpPr/>
            <p:nvPr/>
          </p:nvGrpSpPr>
          <p:grpSpPr>
            <a:xfrm>
              <a:off x="9131714" y="3797098"/>
              <a:ext cx="98814" cy="540184"/>
              <a:chOff x="467830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163" name="타원 6162">
                <a:extLst>
                  <a:ext uri="{FF2B5EF4-FFF2-40B4-BE49-F238E27FC236}">
                    <a16:creationId xmlns:a16="http://schemas.microsoft.com/office/drawing/2014/main" id="{C5CBD92D-823F-978E-B8AC-0E633F3DD1F4}"/>
                  </a:ext>
                </a:extLst>
              </p:cNvPr>
              <p:cNvSpPr/>
              <p:nvPr/>
            </p:nvSpPr>
            <p:spPr>
              <a:xfrm>
                <a:off x="46783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4" name="타원 6163">
                <a:extLst>
                  <a:ext uri="{FF2B5EF4-FFF2-40B4-BE49-F238E27FC236}">
                    <a16:creationId xmlns:a16="http://schemas.microsoft.com/office/drawing/2014/main" id="{822A626D-53DD-FFAB-00A1-2B6470813804}"/>
                  </a:ext>
                </a:extLst>
              </p:cNvPr>
              <p:cNvSpPr/>
              <p:nvPr/>
            </p:nvSpPr>
            <p:spPr>
              <a:xfrm>
                <a:off x="467873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167" name="직사각형 6166">
            <a:extLst>
              <a:ext uri="{FF2B5EF4-FFF2-40B4-BE49-F238E27FC236}">
                <a16:creationId xmlns:a16="http://schemas.microsoft.com/office/drawing/2014/main" id="{7432FFC0-0B50-7B1A-F029-3CFDFFC7083B}"/>
              </a:ext>
            </a:extLst>
          </p:cNvPr>
          <p:cNvSpPr/>
          <p:nvPr/>
        </p:nvSpPr>
        <p:spPr>
          <a:xfrm rot="16200000" flipV="1">
            <a:off x="6411391" y="971888"/>
            <a:ext cx="98384" cy="7757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68" name="직사각형 6167">
            <a:extLst>
              <a:ext uri="{FF2B5EF4-FFF2-40B4-BE49-F238E27FC236}">
                <a16:creationId xmlns:a16="http://schemas.microsoft.com/office/drawing/2014/main" id="{DA333C2E-4476-35BE-D42B-1F98A6C8BF89}"/>
              </a:ext>
            </a:extLst>
          </p:cNvPr>
          <p:cNvSpPr/>
          <p:nvPr/>
        </p:nvSpPr>
        <p:spPr>
          <a:xfrm>
            <a:off x="9534024" y="4259718"/>
            <a:ext cx="102820" cy="16500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169" name="직선 화살표 연결선 6168">
            <a:extLst>
              <a:ext uri="{FF2B5EF4-FFF2-40B4-BE49-F238E27FC236}">
                <a16:creationId xmlns:a16="http://schemas.microsoft.com/office/drawing/2014/main" id="{D3087C3B-0488-3726-8AC9-A739EF252051}"/>
              </a:ext>
            </a:extLst>
          </p:cNvPr>
          <p:cNvCxnSpPr>
            <a:cxnSpLocks/>
          </p:cNvCxnSpPr>
          <p:nvPr/>
        </p:nvCxnSpPr>
        <p:spPr>
          <a:xfrm flipH="1">
            <a:off x="9249782" y="4775200"/>
            <a:ext cx="6168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70" name="그룹 6169">
            <a:extLst>
              <a:ext uri="{FF2B5EF4-FFF2-40B4-BE49-F238E27FC236}">
                <a16:creationId xmlns:a16="http://schemas.microsoft.com/office/drawing/2014/main" id="{29A87433-3DDC-0B52-4AF7-97C3665D981A}"/>
              </a:ext>
            </a:extLst>
          </p:cNvPr>
          <p:cNvGrpSpPr/>
          <p:nvPr/>
        </p:nvGrpSpPr>
        <p:grpSpPr>
          <a:xfrm rot="5400000">
            <a:off x="8388670" y="5640534"/>
            <a:ext cx="98891" cy="1623333"/>
            <a:chOff x="4737834" y="4608027"/>
            <a:chExt cx="98891" cy="1623333"/>
          </a:xfrm>
        </p:grpSpPr>
        <p:sp>
          <p:nvSpPr>
            <p:cNvPr id="6171" name="타원 6170">
              <a:extLst>
                <a:ext uri="{FF2B5EF4-FFF2-40B4-BE49-F238E27FC236}">
                  <a16:creationId xmlns:a16="http://schemas.microsoft.com/office/drawing/2014/main" id="{72F202BE-0754-F8A9-05BA-5F9646BB2344}"/>
                </a:ext>
              </a:extLst>
            </p:cNvPr>
            <p:cNvSpPr/>
            <p:nvPr/>
          </p:nvSpPr>
          <p:spPr>
            <a:xfrm>
              <a:off x="4737834" y="46080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72" name="타원 6171">
              <a:extLst>
                <a:ext uri="{FF2B5EF4-FFF2-40B4-BE49-F238E27FC236}">
                  <a16:creationId xmlns:a16="http://schemas.microsoft.com/office/drawing/2014/main" id="{5357E846-8508-66B8-9737-387396D1591D}"/>
                </a:ext>
              </a:extLst>
            </p:cNvPr>
            <p:cNvSpPr/>
            <p:nvPr/>
          </p:nvSpPr>
          <p:spPr>
            <a:xfrm>
              <a:off x="4738263" y="53609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73" name="타원 6172">
              <a:extLst>
                <a:ext uri="{FF2B5EF4-FFF2-40B4-BE49-F238E27FC236}">
                  <a16:creationId xmlns:a16="http://schemas.microsoft.com/office/drawing/2014/main" id="{8C6B7366-D7E4-55A2-01DA-07B09FE529A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42214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7B5CF-6F4D-D88B-5559-37C17F4B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953BBDF-7D1A-A12D-ED70-EFC1E03C2A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093" y="1010902"/>
            <a:ext cx="7983538" cy="584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AD45B5-63B4-0EAE-3F31-E450381E8FA6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AD45B5-63B4-0EAE-3F31-E450381E8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99107F67-62B7-5ACD-D278-E82F521E5688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7B24F9-E307-726B-258F-7DEB2A60C90E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4BAA9EF7-B04B-F4C5-1B5B-6A03E220DB7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2C7F3FF-7D07-021B-E40F-9FE1ECB105D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43C55FD-FE2F-17B1-6B7A-BCD4F0011F4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DCD9E49-467E-993F-130B-6012EC62B32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C1CCCFA4-5F58-25EF-1EB0-C6158883890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TextBox 11">
              <a:extLst>
                <a:ext uri="{FF2B5EF4-FFF2-40B4-BE49-F238E27FC236}">
                  <a16:creationId xmlns:a16="http://schemas.microsoft.com/office/drawing/2014/main" id="{FC29C058-1E46-3A66-90BE-4B592FE554F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F22DE28-7455-0A49-5CD2-76A3E2C27C5D}"/>
              </a:ext>
            </a:extLst>
          </p:cNvPr>
          <p:cNvSpPr/>
          <p:nvPr/>
        </p:nvSpPr>
        <p:spPr>
          <a:xfrm rot="16200000">
            <a:off x="8188395" y="2954556"/>
            <a:ext cx="126468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20081C-04F3-4D1B-6979-F319630473BD}"/>
              </a:ext>
            </a:extLst>
          </p:cNvPr>
          <p:cNvSpPr txBox="1"/>
          <p:nvPr/>
        </p:nvSpPr>
        <p:spPr>
          <a:xfrm>
            <a:off x="7238266" y="307164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28D1F963-2835-D85F-398A-956818D9EAF5}"/>
              </a:ext>
            </a:extLst>
          </p:cNvPr>
          <p:cNvSpPr/>
          <p:nvPr/>
        </p:nvSpPr>
        <p:spPr>
          <a:xfrm>
            <a:off x="7426396" y="4528691"/>
            <a:ext cx="1826556" cy="15236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5D0E648-1D65-5836-471A-43BCF189EB94}"/>
              </a:ext>
            </a:extLst>
          </p:cNvPr>
          <p:cNvSpPr/>
          <p:nvPr/>
        </p:nvSpPr>
        <p:spPr>
          <a:xfrm>
            <a:off x="7636530" y="4709824"/>
            <a:ext cx="1421740" cy="116933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D2C701-41E8-9B6D-5BA4-550C0F88264A}"/>
              </a:ext>
            </a:extLst>
          </p:cNvPr>
          <p:cNvSpPr txBox="1"/>
          <p:nvPr/>
        </p:nvSpPr>
        <p:spPr>
          <a:xfrm>
            <a:off x="5033987" y="420029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59" name="별: 꼭짓점 4개 58">
            <a:extLst>
              <a:ext uri="{FF2B5EF4-FFF2-40B4-BE49-F238E27FC236}">
                <a16:creationId xmlns:a16="http://schemas.microsoft.com/office/drawing/2014/main" id="{71F27A51-96EC-7667-CD14-3FA3485D3516}"/>
              </a:ext>
            </a:extLst>
          </p:cNvPr>
          <p:cNvSpPr/>
          <p:nvPr/>
        </p:nvSpPr>
        <p:spPr>
          <a:xfrm>
            <a:off x="8093734" y="501039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6144" name="그룹 6143">
            <a:extLst>
              <a:ext uri="{FF2B5EF4-FFF2-40B4-BE49-F238E27FC236}">
                <a16:creationId xmlns:a16="http://schemas.microsoft.com/office/drawing/2014/main" id="{85780DDD-0E9A-C3F8-350D-CFF2EC2498F8}"/>
              </a:ext>
            </a:extLst>
          </p:cNvPr>
          <p:cNvGrpSpPr/>
          <p:nvPr/>
        </p:nvGrpSpPr>
        <p:grpSpPr>
          <a:xfrm rot="5400000">
            <a:off x="8416634" y="3232052"/>
            <a:ext cx="98891" cy="1623333"/>
            <a:chOff x="4737834" y="4608027"/>
            <a:chExt cx="98891" cy="1623333"/>
          </a:xfrm>
        </p:grpSpPr>
        <p:sp>
          <p:nvSpPr>
            <p:cNvPr id="6145" name="타원 6144">
              <a:extLst>
                <a:ext uri="{FF2B5EF4-FFF2-40B4-BE49-F238E27FC236}">
                  <a16:creationId xmlns:a16="http://schemas.microsoft.com/office/drawing/2014/main" id="{9EA8EE8A-A814-98D4-E17E-1B4CCAD38456}"/>
                </a:ext>
              </a:extLst>
            </p:cNvPr>
            <p:cNvSpPr/>
            <p:nvPr/>
          </p:nvSpPr>
          <p:spPr>
            <a:xfrm>
              <a:off x="4737834" y="46080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47" name="타원 6146">
              <a:extLst>
                <a:ext uri="{FF2B5EF4-FFF2-40B4-BE49-F238E27FC236}">
                  <a16:creationId xmlns:a16="http://schemas.microsoft.com/office/drawing/2014/main" id="{0C5228CD-2568-14A6-D69A-2C980B856D80}"/>
                </a:ext>
              </a:extLst>
            </p:cNvPr>
            <p:cNvSpPr/>
            <p:nvPr/>
          </p:nvSpPr>
          <p:spPr>
            <a:xfrm>
              <a:off x="4738263" y="53609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48" name="타원 6147">
              <a:extLst>
                <a:ext uri="{FF2B5EF4-FFF2-40B4-BE49-F238E27FC236}">
                  <a16:creationId xmlns:a16="http://schemas.microsoft.com/office/drawing/2014/main" id="{59EF8B70-1360-50EF-85F8-07E2CE54C80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149" name="그룹 6148">
            <a:extLst>
              <a:ext uri="{FF2B5EF4-FFF2-40B4-BE49-F238E27FC236}">
                <a16:creationId xmlns:a16="http://schemas.microsoft.com/office/drawing/2014/main" id="{2459911E-D9FF-0381-6073-C8C2CF000708}"/>
              </a:ext>
            </a:extLst>
          </p:cNvPr>
          <p:cNvGrpSpPr/>
          <p:nvPr/>
        </p:nvGrpSpPr>
        <p:grpSpPr>
          <a:xfrm rot="5400000">
            <a:off x="8003680" y="3470009"/>
            <a:ext cx="98782" cy="730687"/>
            <a:chOff x="4737866" y="4881074"/>
            <a:chExt cx="98782" cy="730687"/>
          </a:xfrm>
          <a:solidFill>
            <a:srgbClr val="00B0F0"/>
          </a:solidFill>
        </p:grpSpPr>
        <p:sp>
          <p:nvSpPr>
            <p:cNvPr id="6150" name="타원 6149">
              <a:extLst>
                <a:ext uri="{FF2B5EF4-FFF2-40B4-BE49-F238E27FC236}">
                  <a16:creationId xmlns:a16="http://schemas.microsoft.com/office/drawing/2014/main" id="{F2C4C3EE-57C4-BC61-EAB2-DC85AC40B8AA}"/>
                </a:ext>
              </a:extLst>
            </p:cNvPr>
            <p:cNvSpPr/>
            <p:nvPr/>
          </p:nvSpPr>
          <p:spPr>
            <a:xfrm>
              <a:off x="4737866" y="488107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51" name="타원 6150">
              <a:extLst>
                <a:ext uri="{FF2B5EF4-FFF2-40B4-BE49-F238E27FC236}">
                  <a16:creationId xmlns:a16="http://schemas.microsoft.com/office/drawing/2014/main" id="{8FE4DB4D-ADD5-D3B8-6AC1-99B91C80EFD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152" name="직사각형 6151">
            <a:extLst>
              <a:ext uri="{FF2B5EF4-FFF2-40B4-BE49-F238E27FC236}">
                <a16:creationId xmlns:a16="http://schemas.microsoft.com/office/drawing/2014/main" id="{AA1ED57D-5B5B-EA57-6948-E72B032E7BE1}"/>
              </a:ext>
            </a:extLst>
          </p:cNvPr>
          <p:cNvSpPr/>
          <p:nvPr/>
        </p:nvSpPr>
        <p:spPr>
          <a:xfrm rot="10800000" flipV="1">
            <a:off x="5734275" y="3059109"/>
            <a:ext cx="98384" cy="8437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53" name="직사각형 6152">
            <a:extLst>
              <a:ext uri="{FF2B5EF4-FFF2-40B4-BE49-F238E27FC236}">
                <a16:creationId xmlns:a16="http://schemas.microsoft.com/office/drawing/2014/main" id="{CD4B8B1E-8C38-BCC3-AF30-A0C9C5C1D613}"/>
              </a:ext>
            </a:extLst>
          </p:cNvPr>
          <p:cNvSpPr/>
          <p:nvPr/>
        </p:nvSpPr>
        <p:spPr>
          <a:xfrm flipV="1">
            <a:off x="3540216" y="2441884"/>
            <a:ext cx="98384" cy="13847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154" name="그룹 6153">
            <a:extLst>
              <a:ext uri="{FF2B5EF4-FFF2-40B4-BE49-F238E27FC236}">
                <a16:creationId xmlns:a16="http://schemas.microsoft.com/office/drawing/2014/main" id="{934638ED-268D-CB30-5AF2-A89AD806365E}"/>
              </a:ext>
            </a:extLst>
          </p:cNvPr>
          <p:cNvGrpSpPr/>
          <p:nvPr/>
        </p:nvGrpSpPr>
        <p:grpSpPr>
          <a:xfrm rot="5400000">
            <a:off x="4325330" y="4213136"/>
            <a:ext cx="98814" cy="642580"/>
            <a:chOff x="4737834" y="4969181"/>
            <a:chExt cx="98814" cy="642580"/>
          </a:xfrm>
        </p:grpSpPr>
        <p:sp>
          <p:nvSpPr>
            <p:cNvPr id="6155" name="타원 6154">
              <a:extLst>
                <a:ext uri="{FF2B5EF4-FFF2-40B4-BE49-F238E27FC236}">
                  <a16:creationId xmlns:a16="http://schemas.microsoft.com/office/drawing/2014/main" id="{3AB2C810-4C26-9911-74A3-3F7A84E21B3E}"/>
                </a:ext>
              </a:extLst>
            </p:cNvPr>
            <p:cNvSpPr/>
            <p:nvPr/>
          </p:nvSpPr>
          <p:spPr>
            <a:xfrm>
              <a:off x="4737834" y="496918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56" name="타원 6155">
              <a:extLst>
                <a:ext uri="{FF2B5EF4-FFF2-40B4-BE49-F238E27FC236}">
                  <a16:creationId xmlns:a16="http://schemas.microsoft.com/office/drawing/2014/main" id="{02B3A96C-8A96-C2EA-2FDC-C97053865FE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57" name="TextBox 6156">
            <a:extLst>
              <a:ext uri="{FF2B5EF4-FFF2-40B4-BE49-F238E27FC236}">
                <a16:creationId xmlns:a16="http://schemas.microsoft.com/office/drawing/2014/main" id="{47FD1DEA-2D88-1680-8064-0C15F9C35F7C}"/>
              </a:ext>
            </a:extLst>
          </p:cNvPr>
          <p:cNvSpPr txBox="1"/>
          <p:nvPr/>
        </p:nvSpPr>
        <p:spPr>
          <a:xfrm>
            <a:off x="9724506" y="462972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6158" name="TextBox 6157">
            <a:extLst>
              <a:ext uri="{FF2B5EF4-FFF2-40B4-BE49-F238E27FC236}">
                <a16:creationId xmlns:a16="http://schemas.microsoft.com/office/drawing/2014/main" id="{11D3B219-1942-4ECD-2834-944A417BE967}"/>
              </a:ext>
            </a:extLst>
          </p:cNvPr>
          <p:cNvSpPr txBox="1"/>
          <p:nvPr/>
        </p:nvSpPr>
        <p:spPr>
          <a:xfrm>
            <a:off x="9679493" y="535572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6159" name="그룹 6158">
            <a:extLst>
              <a:ext uri="{FF2B5EF4-FFF2-40B4-BE49-F238E27FC236}">
                <a16:creationId xmlns:a16="http://schemas.microsoft.com/office/drawing/2014/main" id="{73A05F7D-2B72-1AE9-7FA4-A1EFC4190EAB}"/>
              </a:ext>
            </a:extLst>
          </p:cNvPr>
          <p:cNvGrpSpPr/>
          <p:nvPr/>
        </p:nvGrpSpPr>
        <p:grpSpPr>
          <a:xfrm>
            <a:off x="3745446" y="2965707"/>
            <a:ext cx="430707" cy="542991"/>
            <a:chOff x="9131714" y="3797098"/>
            <a:chExt cx="430707" cy="542991"/>
          </a:xfrm>
          <a:solidFill>
            <a:srgbClr val="CC0000"/>
          </a:solidFill>
        </p:grpSpPr>
        <p:grpSp>
          <p:nvGrpSpPr>
            <p:cNvPr id="6160" name="그룹 6159">
              <a:extLst>
                <a:ext uri="{FF2B5EF4-FFF2-40B4-BE49-F238E27FC236}">
                  <a16:creationId xmlns:a16="http://schemas.microsoft.com/office/drawing/2014/main" id="{4D10D85A-28E2-917E-D846-AAB9986A570B}"/>
                </a:ext>
              </a:extLst>
            </p:cNvPr>
            <p:cNvGrpSpPr/>
            <p:nvPr/>
          </p:nvGrpSpPr>
          <p:grpSpPr>
            <a:xfrm>
              <a:off x="9463607" y="3799905"/>
              <a:ext cx="98814" cy="540184"/>
              <a:chOff x="4577496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165" name="타원 6164">
                <a:extLst>
                  <a:ext uri="{FF2B5EF4-FFF2-40B4-BE49-F238E27FC236}">
                    <a16:creationId xmlns:a16="http://schemas.microsoft.com/office/drawing/2014/main" id="{E7258B72-77D8-F939-D6FB-8B2D412E1962}"/>
                  </a:ext>
                </a:extLst>
              </p:cNvPr>
              <p:cNvSpPr/>
              <p:nvPr/>
            </p:nvSpPr>
            <p:spPr>
              <a:xfrm>
                <a:off x="457749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6" name="타원 6165">
                <a:extLst>
                  <a:ext uri="{FF2B5EF4-FFF2-40B4-BE49-F238E27FC236}">
                    <a16:creationId xmlns:a16="http://schemas.microsoft.com/office/drawing/2014/main" id="{9CAB5FCF-A937-DC20-DB06-37E5ADDC6EAE}"/>
                  </a:ext>
                </a:extLst>
              </p:cNvPr>
              <p:cNvSpPr/>
              <p:nvPr/>
            </p:nvSpPr>
            <p:spPr>
              <a:xfrm>
                <a:off x="4577925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61" name="별: 꼭짓점 7개 6160">
              <a:extLst>
                <a:ext uri="{FF2B5EF4-FFF2-40B4-BE49-F238E27FC236}">
                  <a16:creationId xmlns:a16="http://schemas.microsoft.com/office/drawing/2014/main" id="{6E8CBB52-76D8-3481-0406-FBF0B5F5B0A1}"/>
                </a:ext>
              </a:extLst>
            </p:cNvPr>
            <p:cNvSpPr/>
            <p:nvPr/>
          </p:nvSpPr>
          <p:spPr>
            <a:xfrm rot="5400000">
              <a:off x="9228019" y="395008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6162" name="그룹 6161">
              <a:extLst>
                <a:ext uri="{FF2B5EF4-FFF2-40B4-BE49-F238E27FC236}">
                  <a16:creationId xmlns:a16="http://schemas.microsoft.com/office/drawing/2014/main" id="{7F8B0E5E-468E-6F50-9A7A-D2FD68DC0C67}"/>
                </a:ext>
              </a:extLst>
            </p:cNvPr>
            <p:cNvGrpSpPr/>
            <p:nvPr/>
          </p:nvGrpSpPr>
          <p:grpSpPr>
            <a:xfrm>
              <a:off x="9131714" y="3797098"/>
              <a:ext cx="98814" cy="540184"/>
              <a:chOff x="467830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6163" name="타원 6162">
                <a:extLst>
                  <a:ext uri="{FF2B5EF4-FFF2-40B4-BE49-F238E27FC236}">
                    <a16:creationId xmlns:a16="http://schemas.microsoft.com/office/drawing/2014/main" id="{77864D34-986E-CDDA-56FB-B77CC689047C}"/>
                  </a:ext>
                </a:extLst>
              </p:cNvPr>
              <p:cNvSpPr/>
              <p:nvPr/>
            </p:nvSpPr>
            <p:spPr>
              <a:xfrm>
                <a:off x="46783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4" name="타원 6163">
                <a:extLst>
                  <a:ext uri="{FF2B5EF4-FFF2-40B4-BE49-F238E27FC236}">
                    <a16:creationId xmlns:a16="http://schemas.microsoft.com/office/drawing/2014/main" id="{66BA0AE8-F24F-6391-0BC7-CBB8B993D4F8}"/>
                  </a:ext>
                </a:extLst>
              </p:cNvPr>
              <p:cNvSpPr/>
              <p:nvPr/>
            </p:nvSpPr>
            <p:spPr>
              <a:xfrm>
                <a:off x="467873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167" name="직사각형 6166">
            <a:extLst>
              <a:ext uri="{FF2B5EF4-FFF2-40B4-BE49-F238E27FC236}">
                <a16:creationId xmlns:a16="http://schemas.microsoft.com/office/drawing/2014/main" id="{BEF66121-1427-5376-70C4-9C2DC9207CDF}"/>
              </a:ext>
            </a:extLst>
          </p:cNvPr>
          <p:cNvSpPr/>
          <p:nvPr/>
        </p:nvSpPr>
        <p:spPr>
          <a:xfrm rot="16200000" flipV="1">
            <a:off x="6411391" y="971888"/>
            <a:ext cx="98384" cy="7757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68" name="직사각형 6167">
            <a:extLst>
              <a:ext uri="{FF2B5EF4-FFF2-40B4-BE49-F238E27FC236}">
                <a16:creationId xmlns:a16="http://schemas.microsoft.com/office/drawing/2014/main" id="{3B1D0026-8659-EBA4-14CE-BE05ED8AF64D}"/>
              </a:ext>
            </a:extLst>
          </p:cNvPr>
          <p:cNvSpPr/>
          <p:nvPr/>
        </p:nvSpPr>
        <p:spPr>
          <a:xfrm>
            <a:off x="9534024" y="4259718"/>
            <a:ext cx="102820" cy="16500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169" name="직선 화살표 연결선 6168">
            <a:extLst>
              <a:ext uri="{FF2B5EF4-FFF2-40B4-BE49-F238E27FC236}">
                <a16:creationId xmlns:a16="http://schemas.microsoft.com/office/drawing/2014/main" id="{B461F830-704D-1072-AFF4-C0E9B076EEF3}"/>
              </a:ext>
            </a:extLst>
          </p:cNvPr>
          <p:cNvCxnSpPr>
            <a:cxnSpLocks/>
          </p:cNvCxnSpPr>
          <p:nvPr/>
        </p:nvCxnSpPr>
        <p:spPr>
          <a:xfrm flipH="1">
            <a:off x="9249782" y="4775200"/>
            <a:ext cx="6168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70" name="그룹 6169">
            <a:extLst>
              <a:ext uri="{FF2B5EF4-FFF2-40B4-BE49-F238E27FC236}">
                <a16:creationId xmlns:a16="http://schemas.microsoft.com/office/drawing/2014/main" id="{EE487CD9-58B0-0BBC-42DC-0EF5C0F79312}"/>
              </a:ext>
            </a:extLst>
          </p:cNvPr>
          <p:cNvGrpSpPr/>
          <p:nvPr/>
        </p:nvGrpSpPr>
        <p:grpSpPr>
          <a:xfrm rot="5400000">
            <a:off x="8388670" y="5640534"/>
            <a:ext cx="98891" cy="1623333"/>
            <a:chOff x="4737834" y="4608027"/>
            <a:chExt cx="98891" cy="1623333"/>
          </a:xfrm>
        </p:grpSpPr>
        <p:sp>
          <p:nvSpPr>
            <p:cNvPr id="6171" name="타원 6170">
              <a:extLst>
                <a:ext uri="{FF2B5EF4-FFF2-40B4-BE49-F238E27FC236}">
                  <a16:creationId xmlns:a16="http://schemas.microsoft.com/office/drawing/2014/main" id="{B17EB142-796A-F9B2-38C2-7ACB5C73A066}"/>
                </a:ext>
              </a:extLst>
            </p:cNvPr>
            <p:cNvSpPr/>
            <p:nvPr/>
          </p:nvSpPr>
          <p:spPr>
            <a:xfrm>
              <a:off x="4737834" y="46080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72" name="타원 6171">
              <a:extLst>
                <a:ext uri="{FF2B5EF4-FFF2-40B4-BE49-F238E27FC236}">
                  <a16:creationId xmlns:a16="http://schemas.microsoft.com/office/drawing/2014/main" id="{FFD547DF-0BB8-86A8-2711-A19A4A074E10}"/>
                </a:ext>
              </a:extLst>
            </p:cNvPr>
            <p:cNvSpPr/>
            <p:nvPr/>
          </p:nvSpPr>
          <p:spPr>
            <a:xfrm>
              <a:off x="4738263" y="53609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73" name="타원 6172">
              <a:extLst>
                <a:ext uri="{FF2B5EF4-FFF2-40B4-BE49-F238E27FC236}">
                  <a16:creationId xmlns:a16="http://schemas.microsoft.com/office/drawing/2014/main" id="{3600F65C-685C-7AA5-AA15-E2F1B73F83B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43151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3E5E-1022-F737-D55B-3043D7A8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EA1B18A-C932-8CD3-D16B-3F254D9DEC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>
            <a:fillRect/>
          </a:stretch>
        </p:blipFill>
        <p:spPr bwMode="auto">
          <a:xfrm>
            <a:off x="1954213" y="800100"/>
            <a:ext cx="8791575" cy="594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ED2F744-EA2A-4250-B4A8-C5572B87FC80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7BD573-DFFF-5AC1-E225-22F7136A596D}"/>
              </a:ext>
            </a:extLst>
          </p:cNvPr>
          <p:cNvSpPr>
            <a:spLocks/>
          </p:cNvSpPr>
          <p:nvPr/>
        </p:nvSpPr>
        <p:spPr>
          <a:xfrm>
            <a:off x="2250928" y="4149233"/>
            <a:ext cx="102820" cy="19710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3EC7C0C-F303-A8BD-A4AE-65CDF9D0A12D}"/>
              </a:ext>
            </a:extLst>
          </p:cNvPr>
          <p:cNvSpPr>
            <a:spLocks/>
          </p:cNvSpPr>
          <p:nvPr/>
        </p:nvSpPr>
        <p:spPr>
          <a:xfrm>
            <a:off x="2717261" y="4365106"/>
            <a:ext cx="2138820" cy="151466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96E427-6520-E24E-3BEE-31A1606B71F9}"/>
              </a:ext>
            </a:extLst>
          </p:cNvPr>
          <p:cNvSpPr>
            <a:spLocks/>
          </p:cNvSpPr>
          <p:nvPr/>
        </p:nvSpPr>
        <p:spPr>
          <a:xfrm>
            <a:off x="2886196" y="4555294"/>
            <a:ext cx="1802585" cy="115283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D4918-7486-EB84-CD54-7D9241E3CABE}"/>
              </a:ext>
            </a:extLst>
          </p:cNvPr>
          <p:cNvSpPr txBox="1">
            <a:spLocks/>
          </p:cNvSpPr>
          <p:nvPr/>
        </p:nvSpPr>
        <p:spPr>
          <a:xfrm>
            <a:off x="6098672" y="41188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8AF2B-3535-96C0-07FB-E6BFDCF1CEC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B55BA23-A35C-9E56-4B66-A0840FBFF00E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3211859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42C199A-8421-5D14-4FAE-8C06E205E18B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141CFC5-CA5F-1350-0F0B-CFC6B364CA0C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F1EA003-BD6B-855D-0B51-675A21C2D3E9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345506-B28D-E100-CE52-FEBCA733F4FB}"/>
              </a:ext>
            </a:extLst>
          </p:cNvPr>
          <p:cNvSpPr>
            <a:spLocks/>
          </p:cNvSpPr>
          <p:nvPr/>
        </p:nvSpPr>
        <p:spPr>
          <a:xfrm rot="16200000" flipV="1">
            <a:off x="5881312" y="1448451"/>
            <a:ext cx="98384" cy="7643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311A0EA-DA50-25CD-4756-B7BDB38329D9}"/>
              </a:ext>
            </a:extLst>
          </p:cNvPr>
          <p:cNvGrpSpPr>
            <a:grpSpLocks/>
          </p:cNvGrpSpPr>
          <p:nvPr/>
        </p:nvGrpSpPr>
        <p:grpSpPr>
          <a:xfrm rot="5400000">
            <a:off x="8148898" y="4161819"/>
            <a:ext cx="98814" cy="612574"/>
            <a:chOff x="4737834" y="4999187"/>
            <a:chExt cx="98814" cy="612574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9D456BB-7D14-0839-728D-547DE8B01605}"/>
                </a:ext>
              </a:extLst>
            </p:cNvPr>
            <p:cNvSpPr>
              <a:spLocks/>
            </p:cNvSpPr>
            <p:nvPr/>
          </p:nvSpPr>
          <p:spPr>
            <a:xfrm>
              <a:off x="4737834" y="49991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6E6B180-DA86-DBFB-1134-C0A04E485B92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4D23F9-A441-AD80-4EBC-B8F72834BE18}"/>
              </a:ext>
            </a:extLst>
          </p:cNvPr>
          <p:cNvSpPr>
            <a:spLocks/>
          </p:cNvSpPr>
          <p:nvPr/>
        </p:nvSpPr>
        <p:spPr>
          <a:xfrm flipV="1">
            <a:off x="8629465" y="2461123"/>
            <a:ext cx="98385" cy="13274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1795B9-66B7-AE62-1619-8282EDA03E95}"/>
              </a:ext>
            </a:extLst>
          </p:cNvPr>
          <p:cNvSpPr txBox="1"/>
          <p:nvPr/>
        </p:nvSpPr>
        <p:spPr>
          <a:xfrm>
            <a:off x="6904" y="4593863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b="1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b="1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 dirty="0">
                <a:highlight>
                  <a:srgbClr val="FFFF00"/>
                </a:highlight>
              </a:rPr>
              <a:t>. 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3E953C3C-4858-BEC7-C314-944C9602894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A4CE596-4567-AF40-F2E4-1F1540F4038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EBE31CA-A1F0-04BD-D0B4-6D84783C8F2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33A97F3-BCCE-73A1-3D16-7472E13843F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4ED1F5C-F0B6-EA5A-B9AB-D3D0CCF40C0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903D803A-6F28-5443-CAD6-3FA6F518780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B22B9A2-B1E7-D392-837A-6CE680109636}"/>
              </a:ext>
            </a:extLst>
          </p:cNvPr>
          <p:cNvCxnSpPr>
            <a:cxnSpLocks/>
          </p:cNvCxnSpPr>
          <p:nvPr/>
        </p:nvCxnSpPr>
        <p:spPr>
          <a:xfrm>
            <a:off x="2092999" y="4713335"/>
            <a:ext cx="624262" cy="20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FF3EFD7-6FB9-0F3F-0D43-C61D8F8CFDD0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5594702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9ED7705-A2BF-79FB-AE73-13B9E3046267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711A45D-5DA1-F37F-D07E-B542B5E5860F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2FC2845-328C-EDC8-12B2-6C90E5370D23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101579-06BD-62A6-0E43-3CFADC3A4C05}"/>
              </a:ext>
            </a:extLst>
          </p:cNvPr>
          <p:cNvSpPr>
            <a:spLocks/>
          </p:cNvSpPr>
          <p:nvPr/>
        </p:nvSpPr>
        <p:spPr>
          <a:xfrm flipV="1">
            <a:off x="10379818" y="3769518"/>
            <a:ext cx="98385" cy="766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6647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46E7B-F93C-34C1-86F8-D0AE1965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38D8AFD-6647-3904-DAAC-17DA42BDA7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>
            <a:fillRect/>
          </a:stretch>
        </p:blipFill>
        <p:spPr bwMode="auto">
          <a:xfrm>
            <a:off x="1954213" y="800100"/>
            <a:ext cx="8791575" cy="594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BA7021-925F-85BB-2C7F-1622C2F990FD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BA7021-925F-85BB-2C7F-1622C2F99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BA1418C-9938-F426-0D58-4E10B895AA98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581BC4-BEC3-7E29-5743-F3D75099EAC7}"/>
              </a:ext>
            </a:extLst>
          </p:cNvPr>
          <p:cNvSpPr>
            <a:spLocks/>
          </p:cNvSpPr>
          <p:nvPr/>
        </p:nvSpPr>
        <p:spPr>
          <a:xfrm rot="16200000">
            <a:off x="2460453" y="3106109"/>
            <a:ext cx="114888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29526-0722-BF59-138B-33FFF5B52221}"/>
              </a:ext>
            </a:extLst>
          </p:cNvPr>
          <p:cNvSpPr txBox="1">
            <a:spLocks/>
          </p:cNvSpPr>
          <p:nvPr/>
        </p:nvSpPr>
        <p:spPr>
          <a:xfrm>
            <a:off x="3227316" y="28389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22D289-269E-2BED-458F-8341878EFD11}"/>
              </a:ext>
            </a:extLst>
          </p:cNvPr>
          <p:cNvSpPr>
            <a:spLocks/>
          </p:cNvSpPr>
          <p:nvPr/>
        </p:nvSpPr>
        <p:spPr>
          <a:xfrm>
            <a:off x="2250928" y="4149233"/>
            <a:ext cx="102820" cy="19710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1AF178-AD46-2C9F-E904-738903E1F13A}"/>
              </a:ext>
            </a:extLst>
          </p:cNvPr>
          <p:cNvSpPr>
            <a:spLocks/>
          </p:cNvSpPr>
          <p:nvPr/>
        </p:nvSpPr>
        <p:spPr>
          <a:xfrm>
            <a:off x="2717261" y="4365106"/>
            <a:ext cx="2138820" cy="151466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7B88E7-4FED-96FD-1204-BB4DB6729E51}"/>
              </a:ext>
            </a:extLst>
          </p:cNvPr>
          <p:cNvSpPr>
            <a:spLocks/>
          </p:cNvSpPr>
          <p:nvPr/>
        </p:nvSpPr>
        <p:spPr>
          <a:xfrm>
            <a:off x="2886196" y="4555294"/>
            <a:ext cx="1802585" cy="115283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7C555-7D62-F530-D712-92DF5EE19A10}"/>
              </a:ext>
            </a:extLst>
          </p:cNvPr>
          <p:cNvSpPr txBox="1">
            <a:spLocks/>
          </p:cNvSpPr>
          <p:nvPr/>
        </p:nvSpPr>
        <p:spPr>
          <a:xfrm>
            <a:off x="6098672" y="41188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48796-E45A-8026-CFF4-41435490030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3DC730-7A2F-AD84-A4C6-7D897BD71EE8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3211859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E717923-9B09-0169-5613-500BB10D0EE0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38AB624-857B-6035-11C3-F0A930CDEA39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3B33E8B-7E52-8557-2F7A-BFD4090FACC1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30812BB-4877-3F7B-B432-EBE4C43D8525}"/>
              </a:ext>
            </a:extLst>
          </p:cNvPr>
          <p:cNvGrpSpPr>
            <a:grpSpLocks/>
          </p:cNvGrpSpPr>
          <p:nvPr/>
        </p:nvGrpSpPr>
        <p:grpSpPr>
          <a:xfrm rot="16200000">
            <a:off x="3720216" y="339342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80B9F24-3EF1-4DCD-59B7-51DC3DDC3B1D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0E83095-C2CC-70B7-5AD2-8531235C67A2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2790D57-452C-CF87-AEDD-7E53B0A0D74E}"/>
              </a:ext>
            </a:extLst>
          </p:cNvPr>
          <p:cNvGrpSpPr>
            <a:grpSpLocks/>
          </p:cNvGrpSpPr>
          <p:nvPr/>
        </p:nvGrpSpPr>
        <p:grpSpPr>
          <a:xfrm>
            <a:off x="8063199" y="286436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154B8ED-1F13-7262-2D4A-481935992D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1696383-480B-B8EE-B42A-0FE2AA16AF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A828D52F-771C-49C1-4126-C78B1CB61E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4A7AFE06-E278-C1AF-4089-0A8E8934882B}"/>
                </a:ext>
              </a:extLst>
            </p:cNvPr>
            <p:cNvSpPr>
              <a:spLocks/>
            </p:cNvSpPr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309907A-7657-246A-EBB5-0AB7AD8D33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35D4A366-BEF0-B4BF-5939-CCD1E9F207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2D688B5-5EE7-E73D-8025-371F9F23A2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F357A1-2280-3B1D-9EF8-3B0FE881B3DF}"/>
              </a:ext>
            </a:extLst>
          </p:cNvPr>
          <p:cNvSpPr>
            <a:spLocks/>
          </p:cNvSpPr>
          <p:nvPr/>
        </p:nvSpPr>
        <p:spPr>
          <a:xfrm rot="16200000" flipV="1">
            <a:off x="5881312" y="1448451"/>
            <a:ext cx="98384" cy="7643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64BF3D5-3B41-747F-4722-CBFBF206E48A}"/>
              </a:ext>
            </a:extLst>
          </p:cNvPr>
          <p:cNvGrpSpPr>
            <a:grpSpLocks/>
          </p:cNvGrpSpPr>
          <p:nvPr/>
        </p:nvGrpSpPr>
        <p:grpSpPr>
          <a:xfrm rot="5400000">
            <a:off x="8148898" y="4161819"/>
            <a:ext cx="98814" cy="612574"/>
            <a:chOff x="4737834" y="4999187"/>
            <a:chExt cx="98814" cy="612574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76C60B8-D48F-8DE0-B43A-8292338C548A}"/>
                </a:ext>
              </a:extLst>
            </p:cNvPr>
            <p:cNvSpPr>
              <a:spLocks/>
            </p:cNvSpPr>
            <p:nvPr/>
          </p:nvSpPr>
          <p:spPr>
            <a:xfrm>
              <a:off x="4737834" y="49991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209F983-2B13-8D85-4D1C-17C9CB83C07A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A873BA-6DE8-DEAE-B0D6-8A2F365514D2}"/>
              </a:ext>
            </a:extLst>
          </p:cNvPr>
          <p:cNvSpPr>
            <a:spLocks/>
          </p:cNvSpPr>
          <p:nvPr/>
        </p:nvSpPr>
        <p:spPr>
          <a:xfrm flipV="1">
            <a:off x="8629465" y="2461123"/>
            <a:ext cx="98385" cy="13274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76D2F5-223B-D919-B70C-9B35BA5AF08A}"/>
              </a:ext>
            </a:extLst>
          </p:cNvPr>
          <p:cNvSpPr txBox="1"/>
          <p:nvPr/>
        </p:nvSpPr>
        <p:spPr>
          <a:xfrm>
            <a:off x="6904" y="4593863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b="1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b="1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 dirty="0">
                <a:highlight>
                  <a:srgbClr val="FFFF00"/>
                </a:highlight>
              </a:rPr>
              <a:t>. 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547D7C9E-7F1F-1013-19D8-EBAB1BCF1FF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ECC78B1-C9C0-93A9-4EF6-03156645293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C7D7167-F8E8-CE79-9ACC-5A544DAC4EC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59CC69A-7CE4-E03D-3F66-A3C1ACD9A1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F83F449C-0731-37D7-9F9E-E602B2A2007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7083D4B6-47C4-FAD1-88EC-DFB7252D555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A414C53-360B-18D8-A18E-0110333DC46B}"/>
              </a:ext>
            </a:extLst>
          </p:cNvPr>
          <p:cNvCxnSpPr>
            <a:cxnSpLocks/>
          </p:cNvCxnSpPr>
          <p:nvPr/>
        </p:nvCxnSpPr>
        <p:spPr>
          <a:xfrm>
            <a:off x="2092999" y="4713335"/>
            <a:ext cx="624262" cy="20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858FEE8-522B-B3A2-D93F-9B9C747842B7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5594702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5D1C691-870F-F457-88CC-BF5EB77A68E6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ADB19BD-EBDA-DC7B-3CBE-3D5A33FB827F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3FF114A-6EB3-53E6-15F0-0862FB0576CB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BB87F69-714E-3116-4515-D925EEB14F1F}"/>
              </a:ext>
            </a:extLst>
          </p:cNvPr>
          <p:cNvSpPr>
            <a:spLocks/>
          </p:cNvSpPr>
          <p:nvPr/>
        </p:nvSpPr>
        <p:spPr>
          <a:xfrm flipV="1">
            <a:off x="10379818" y="3769518"/>
            <a:ext cx="98385" cy="766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472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4A0E-9637-253A-74A6-36EA5B87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423140E-C3B8-0EC7-20EF-C78F60E14A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>
            <a:fillRect/>
          </a:stretch>
        </p:blipFill>
        <p:spPr bwMode="auto">
          <a:xfrm>
            <a:off x="1954213" y="800100"/>
            <a:ext cx="8791575" cy="594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03CACB-44F7-4BE4-164A-333EB9A1FAD7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03CACB-44F7-4BE4-164A-333EB9A1F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AA342BD-9188-6E50-B4F2-F70CF4F70A9F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C761E5-F2BA-2CFC-5096-DB83B2246651}"/>
              </a:ext>
            </a:extLst>
          </p:cNvPr>
          <p:cNvSpPr>
            <a:spLocks/>
          </p:cNvSpPr>
          <p:nvPr/>
        </p:nvSpPr>
        <p:spPr>
          <a:xfrm rot="16200000">
            <a:off x="2460453" y="3106109"/>
            <a:ext cx="114888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2B151-CF83-83E1-F4AE-DD52549A3FB9}"/>
              </a:ext>
            </a:extLst>
          </p:cNvPr>
          <p:cNvSpPr txBox="1">
            <a:spLocks/>
          </p:cNvSpPr>
          <p:nvPr/>
        </p:nvSpPr>
        <p:spPr>
          <a:xfrm>
            <a:off x="3227316" y="28389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1E6E85-4000-5B0E-F290-3F6D8D6C457B}"/>
              </a:ext>
            </a:extLst>
          </p:cNvPr>
          <p:cNvSpPr>
            <a:spLocks/>
          </p:cNvSpPr>
          <p:nvPr/>
        </p:nvSpPr>
        <p:spPr>
          <a:xfrm>
            <a:off x="2250928" y="4149233"/>
            <a:ext cx="102820" cy="19710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5F7237E-1D8C-267D-7FBD-0D0B1AAADC03}"/>
              </a:ext>
            </a:extLst>
          </p:cNvPr>
          <p:cNvSpPr>
            <a:spLocks/>
          </p:cNvSpPr>
          <p:nvPr/>
        </p:nvSpPr>
        <p:spPr>
          <a:xfrm>
            <a:off x="2717261" y="4365106"/>
            <a:ext cx="2138820" cy="151466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EBF9F3D-74B3-5A0B-ADAB-316332510B57}"/>
              </a:ext>
            </a:extLst>
          </p:cNvPr>
          <p:cNvSpPr>
            <a:spLocks/>
          </p:cNvSpPr>
          <p:nvPr/>
        </p:nvSpPr>
        <p:spPr>
          <a:xfrm>
            <a:off x="2886196" y="4555294"/>
            <a:ext cx="1802585" cy="115283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948ECD-8572-1764-059B-957E37CE89E0}"/>
              </a:ext>
            </a:extLst>
          </p:cNvPr>
          <p:cNvSpPr txBox="1">
            <a:spLocks/>
          </p:cNvSpPr>
          <p:nvPr/>
        </p:nvSpPr>
        <p:spPr>
          <a:xfrm>
            <a:off x="6098672" y="41188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DF3B6-EEA7-5E8D-8FAA-F038E232A62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1897A227-4EC6-5892-F942-55F51FA2D127}"/>
              </a:ext>
            </a:extLst>
          </p:cNvPr>
          <p:cNvSpPr>
            <a:spLocks/>
          </p:cNvSpPr>
          <p:nvPr/>
        </p:nvSpPr>
        <p:spPr>
          <a:xfrm>
            <a:off x="3224976" y="485209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636C7FD-AFB0-846C-C59A-245EB8BD3871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3211859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5F0E8BC-B4DE-0E8B-4C33-F407E1A6FBF1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A4BE3B7-DF7C-DCB2-E128-39EA68A70418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0EAD85F-848A-1287-3C9B-5E88268F9113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7D0282E-53EF-95E2-F7B2-55A801F6DF3F}"/>
              </a:ext>
            </a:extLst>
          </p:cNvPr>
          <p:cNvGrpSpPr>
            <a:grpSpLocks/>
          </p:cNvGrpSpPr>
          <p:nvPr/>
        </p:nvGrpSpPr>
        <p:grpSpPr>
          <a:xfrm rot="16200000">
            <a:off x="3720216" y="3393423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BC3548B-B6CA-8121-1763-3BE9816E0CFE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F82BDFC-E013-D934-C0F2-3E714C22EB25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076E35B-45EA-33D6-9795-AA29BB9F7EC5}"/>
              </a:ext>
            </a:extLst>
          </p:cNvPr>
          <p:cNvGrpSpPr>
            <a:grpSpLocks/>
          </p:cNvGrpSpPr>
          <p:nvPr/>
        </p:nvGrpSpPr>
        <p:grpSpPr>
          <a:xfrm>
            <a:off x="8063199" y="286436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5D49AFC-A8B4-96E3-077E-CCE46E4984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FD69D7A-EADB-A692-DF37-854ED4DACF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917516E-4BA8-470D-0BE5-0A4F8C31C7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DDA36FD4-3AB6-310B-2BBA-921EFD20186C}"/>
                </a:ext>
              </a:extLst>
            </p:cNvPr>
            <p:cNvSpPr>
              <a:spLocks/>
            </p:cNvSpPr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AEFFCD8-EC68-4F26-CBA2-E49BC95EDF1D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C084F8D-E178-D7FE-A5A2-B4D5D0E4C5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B17FCD6-AF4E-7227-3E30-CBFB292548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DE4487-A60A-7B74-4114-D993F4A49796}"/>
              </a:ext>
            </a:extLst>
          </p:cNvPr>
          <p:cNvSpPr>
            <a:spLocks/>
          </p:cNvSpPr>
          <p:nvPr/>
        </p:nvSpPr>
        <p:spPr>
          <a:xfrm rot="16200000" flipV="1">
            <a:off x="5881312" y="1448451"/>
            <a:ext cx="98384" cy="7643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2D1AF97-96C2-F01B-2F98-29E6C0A82326}"/>
              </a:ext>
            </a:extLst>
          </p:cNvPr>
          <p:cNvGrpSpPr>
            <a:grpSpLocks/>
          </p:cNvGrpSpPr>
          <p:nvPr/>
        </p:nvGrpSpPr>
        <p:grpSpPr>
          <a:xfrm rot="5400000">
            <a:off x="8148898" y="4161819"/>
            <a:ext cx="98814" cy="612574"/>
            <a:chOff x="4737834" y="4999187"/>
            <a:chExt cx="98814" cy="612574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972B9E94-CD2A-DD1B-0016-20A7BD275D59}"/>
                </a:ext>
              </a:extLst>
            </p:cNvPr>
            <p:cNvSpPr>
              <a:spLocks/>
            </p:cNvSpPr>
            <p:nvPr/>
          </p:nvSpPr>
          <p:spPr>
            <a:xfrm>
              <a:off x="4737834" y="49991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0AFB4BF-6F77-CD76-6DBD-0DF6D158CCF6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C901443-EA50-92D6-3F95-6F6002E6399A}"/>
              </a:ext>
            </a:extLst>
          </p:cNvPr>
          <p:cNvSpPr>
            <a:spLocks/>
          </p:cNvSpPr>
          <p:nvPr/>
        </p:nvSpPr>
        <p:spPr>
          <a:xfrm flipV="1">
            <a:off x="8629465" y="2461123"/>
            <a:ext cx="98385" cy="13274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72D687-7A42-206C-4CB4-AD3F45F800ED}"/>
              </a:ext>
            </a:extLst>
          </p:cNvPr>
          <p:cNvSpPr txBox="1"/>
          <p:nvPr/>
        </p:nvSpPr>
        <p:spPr>
          <a:xfrm>
            <a:off x="6904" y="4593863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b="1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b="1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 dirty="0">
                <a:highlight>
                  <a:srgbClr val="FFFF00"/>
                </a:highlight>
              </a:rPr>
              <a:t>. 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F48DC-C7B8-82D0-B860-15E57E35ABF0}"/>
              </a:ext>
            </a:extLst>
          </p:cNvPr>
          <p:cNvSpPr txBox="1"/>
          <p:nvPr/>
        </p:nvSpPr>
        <p:spPr>
          <a:xfrm>
            <a:off x="12562" y="536330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C19CB896-7077-906F-DEDC-F81057FC3CC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08266AB-C174-63B6-96CA-DE2F133F2E2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71196DC-7CFE-8F16-437F-C0EF00C1593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F51990A-5DA5-7A05-C060-49BC74C7A02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A87F2BD-B13B-B0B5-5D38-CB11C04F1A4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D1C3BA9A-5F03-9816-9C3A-16A28D10232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7B32604-7C67-580C-1916-0D63DE380275}"/>
              </a:ext>
            </a:extLst>
          </p:cNvPr>
          <p:cNvCxnSpPr>
            <a:cxnSpLocks/>
          </p:cNvCxnSpPr>
          <p:nvPr/>
        </p:nvCxnSpPr>
        <p:spPr>
          <a:xfrm>
            <a:off x="2092999" y="4713335"/>
            <a:ext cx="624262" cy="20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2F5FB0A-6B36-2FD8-1C5D-0833B4711872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5594702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6ADCA7E-28FC-2A0D-9FBA-132CCB124D64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732E3F9-CC0D-7E4A-D5DB-8EAC101733FC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4585148-DA7D-931D-FCA3-914F478D43DF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F2D0B75-4674-04E8-1339-D85E445BFA1C}"/>
              </a:ext>
            </a:extLst>
          </p:cNvPr>
          <p:cNvSpPr>
            <a:spLocks/>
          </p:cNvSpPr>
          <p:nvPr/>
        </p:nvSpPr>
        <p:spPr>
          <a:xfrm flipV="1">
            <a:off x="10379818" y="3769518"/>
            <a:ext cx="98385" cy="766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3124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3E5E-1022-F737-D55B-3043D7A8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EA1B18A-C932-8CD3-D16B-3F254D9DEC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>
            <a:fillRect/>
          </a:stretch>
        </p:blipFill>
        <p:spPr bwMode="auto">
          <a:xfrm>
            <a:off x="1954213" y="800100"/>
            <a:ext cx="8791575" cy="594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ED2F744-EA2A-4250-B4A8-C5572B87FC80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7BD573-DFFF-5AC1-E225-22F7136A596D}"/>
              </a:ext>
            </a:extLst>
          </p:cNvPr>
          <p:cNvSpPr>
            <a:spLocks/>
          </p:cNvSpPr>
          <p:nvPr/>
        </p:nvSpPr>
        <p:spPr>
          <a:xfrm>
            <a:off x="2250928" y="4149233"/>
            <a:ext cx="102820" cy="19710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96E427-6520-E24E-3BEE-31A1606B71F9}"/>
              </a:ext>
            </a:extLst>
          </p:cNvPr>
          <p:cNvSpPr>
            <a:spLocks/>
          </p:cNvSpPr>
          <p:nvPr/>
        </p:nvSpPr>
        <p:spPr>
          <a:xfrm>
            <a:off x="2831604" y="4596238"/>
            <a:ext cx="1802585" cy="115283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D4918-7486-EB84-CD54-7D9241E3CABE}"/>
              </a:ext>
            </a:extLst>
          </p:cNvPr>
          <p:cNvSpPr txBox="1">
            <a:spLocks/>
          </p:cNvSpPr>
          <p:nvPr/>
        </p:nvSpPr>
        <p:spPr>
          <a:xfrm>
            <a:off x="4769359" y="411888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8AF2B-3535-96C0-07FB-E6BFDCF1CEC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B55BA23-A35C-9E56-4B66-A0840FBFF00E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3211859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42C199A-8421-5D14-4FAE-8C06E205E18B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141CFC5-CA5F-1350-0F0B-CFC6B364CA0C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F1EA003-BD6B-855D-0B51-675A21C2D3E9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345506-B28D-E100-CE52-FEBCA733F4FB}"/>
              </a:ext>
            </a:extLst>
          </p:cNvPr>
          <p:cNvSpPr>
            <a:spLocks/>
          </p:cNvSpPr>
          <p:nvPr/>
        </p:nvSpPr>
        <p:spPr>
          <a:xfrm rot="16200000" flipV="1">
            <a:off x="5881312" y="1448451"/>
            <a:ext cx="98384" cy="7643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311A0EA-DA50-25CD-4756-B7BDB38329D9}"/>
              </a:ext>
            </a:extLst>
          </p:cNvPr>
          <p:cNvGrpSpPr>
            <a:grpSpLocks/>
          </p:cNvGrpSpPr>
          <p:nvPr/>
        </p:nvGrpSpPr>
        <p:grpSpPr>
          <a:xfrm rot="5400000">
            <a:off x="8148898" y="4161819"/>
            <a:ext cx="98814" cy="612574"/>
            <a:chOff x="4737834" y="4999187"/>
            <a:chExt cx="98814" cy="612574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9D456BB-7D14-0839-728D-547DE8B01605}"/>
                </a:ext>
              </a:extLst>
            </p:cNvPr>
            <p:cNvSpPr>
              <a:spLocks/>
            </p:cNvSpPr>
            <p:nvPr/>
          </p:nvSpPr>
          <p:spPr>
            <a:xfrm>
              <a:off x="4737834" y="49991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6E6B180-DA86-DBFB-1134-C0A04E485B92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4D23F9-A441-AD80-4EBC-B8F72834BE18}"/>
              </a:ext>
            </a:extLst>
          </p:cNvPr>
          <p:cNvSpPr>
            <a:spLocks/>
          </p:cNvSpPr>
          <p:nvPr/>
        </p:nvSpPr>
        <p:spPr>
          <a:xfrm flipV="1">
            <a:off x="8629465" y="2461123"/>
            <a:ext cx="98385" cy="13274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3E953C3C-4858-BEC7-C314-944C9602894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A4CE596-4567-AF40-F2E4-1F1540F4038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EBE31CA-A1F0-04BD-D0B4-6D84783C8F2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33A97F3-BCCE-73A1-3D16-7472E13843F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4ED1F5C-F0B6-EA5A-B9AB-D3D0CCF40C0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903D803A-6F28-5443-CAD6-3FA6F518780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FF3EFD7-6FB9-0F3F-0D43-C61D8F8CFDD0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5594702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9ED7705-A2BF-79FB-AE73-13B9E3046267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711A45D-5DA1-F37F-D07E-B542B5E5860F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2FC2845-328C-EDC8-12B2-6C90E5370D23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101579-06BD-62A6-0E43-3CFADC3A4C05}"/>
              </a:ext>
            </a:extLst>
          </p:cNvPr>
          <p:cNvSpPr>
            <a:spLocks/>
          </p:cNvSpPr>
          <p:nvPr/>
        </p:nvSpPr>
        <p:spPr>
          <a:xfrm flipV="1">
            <a:off x="10379818" y="3769518"/>
            <a:ext cx="98385" cy="766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EEDD973-73FA-4BFD-3F9E-2C8CCD1222DE}"/>
              </a:ext>
            </a:extLst>
          </p:cNvPr>
          <p:cNvSpPr>
            <a:spLocks/>
          </p:cNvSpPr>
          <p:nvPr/>
        </p:nvSpPr>
        <p:spPr>
          <a:xfrm>
            <a:off x="2651463" y="4365106"/>
            <a:ext cx="2182633" cy="162722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림 1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BB3F57-88C9-33D3-6BE2-4B94BFE55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35" y="1823213"/>
            <a:ext cx="1778731" cy="146667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F547A2D-C756-A453-47DA-64DA46EB0B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181824" y="5318796"/>
            <a:ext cx="2236971" cy="1554480"/>
          </a:xfrm>
          <a:prstGeom prst="rect">
            <a:avLst/>
          </a:prstGeom>
        </p:spPr>
      </p:pic>
      <p:pic>
        <p:nvPicPr>
          <p:cNvPr id="22" name="그림 21" descr="텍스트, 폰트, 스크린샷, 로고이(가) 표시된 사진&#10;&#10;자동 생성된 설명">
            <a:extLst>
              <a:ext uri="{FF2B5EF4-FFF2-40B4-BE49-F238E27FC236}">
                <a16:creationId xmlns:a16="http://schemas.microsoft.com/office/drawing/2014/main" id="{6089ABC9-983B-C8B9-AE80-5A17C14567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2" r="5514" b="5732"/>
          <a:stretch>
            <a:fillRect/>
          </a:stretch>
        </p:blipFill>
        <p:spPr>
          <a:xfrm>
            <a:off x="257054" y="3339054"/>
            <a:ext cx="1512769" cy="13297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7C87E5-8DBF-E171-7B39-4FB3EB87EFA4}"/>
              </a:ext>
            </a:extLst>
          </p:cNvPr>
          <p:cNvSpPr txBox="1"/>
          <p:nvPr/>
        </p:nvSpPr>
        <p:spPr>
          <a:xfrm>
            <a:off x="2250928" y="124858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highlight>
                  <a:srgbClr val="00FFFF"/>
                </a:highlight>
              </a:rPr>
              <a:t>플랫 </a:t>
            </a:r>
            <a:r>
              <a:rPr lang="ko-KR" altLang="en-US" b="1" dirty="0" err="1">
                <a:highlight>
                  <a:srgbClr val="00FFFF"/>
                </a:highlight>
              </a:rPr>
              <a:t>무몰딩</a:t>
            </a:r>
            <a:endParaRPr lang="ko-KR" altLang="en-US" b="1" dirty="0">
              <a:highlight>
                <a:srgbClr val="00FFFF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12788D-99A7-E68E-66B8-35B9156F7862}"/>
              </a:ext>
            </a:extLst>
          </p:cNvPr>
          <p:cNvSpPr txBox="1"/>
          <p:nvPr/>
        </p:nvSpPr>
        <p:spPr>
          <a:xfrm>
            <a:off x="250353" y="470626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별: 꼭짓점 4개 33">
            <a:extLst>
              <a:ext uri="{FF2B5EF4-FFF2-40B4-BE49-F238E27FC236}">
                <a16:creationId xmlns:a16="http://schemas.microsoft.com/office/drawing/2014/main" id="{A5CA1BA1-29F6-D115-863E-44B25A8037C2}"/>
              </a:ext>
            </a:extLst>
          </p:cNvPr>
          <p:cNvSpPr>
            <a:spLocks/>
          </p:cNvSpPr>
          <p:nvPr/>
        </p:nvSpPr>
        <p:spPr>
          <a:xfrm>
            <a:off x="3224976" y="485209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0268880-7E0A-262F-E0B8-4D017B99DAD6}"/>
              </a:ext>
            </a:extLst>
          </p:cNvPr>
          <p:cNvGrpSpPr/>
          <p:nvPr/>
        </p:nvGrpSpPr>
        <p:grpSpPr>
          <a:xfrm>
            <a:off x="6933068" y="3939155"/>
            <a:ext cx="764953" cy="256157"/>
            <a:chOff x="1981437" y="808980"/>
            <a:chExt cx="764953" cy="25615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459524-9A35-14FE-95B2-41E3E2BA2092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576FA62B-6BAE-16A6-373B-35F6F5ED2D58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E378FE69-097C-77C0-4AF1-B36034244051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C1714AB-7918-31D9-1BE8-F072478DA502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51040BA-2235-0B68-9296-DB3B4F3AAE67}"/>
              </a:ext>
            </a:extLst>
          </p:cNvPr>
          <p:cNvGrpSpPr/>
          <p:nvPr/>
        </p:nvGrpSpPr>
        <p:grpSpPr>
          <a:xfrm>
            <a:off x="5444219" y="6028513"/>
            <a:ext cx="1303562" cy="783150"/>
            <a:chOff x="4645527" y="4471112"/>
            <a:chExt cx="1303562" cy="783150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AC84314-1D30-AFCE-FF77-180361EF749A}"/>
                </a:ext>
              </a:extLst>
            </p:cNvPr>
            <p:cNvSpPr/>
            <p:nvPr/>
          </p:nvSpPr>
          <p:spPr>
            <a:xfrm rot="16200000" flipV="1">
              <a:off x="5441700" y="4182094"/>
              <a:ext cx="66931" cy="64496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AABB97B-EA1F-3751-550B-F82AC940F87C}"/>
                </a:ext>
              </a:extLst>
            </p:cNvPr>
            <p:cNvSpPr txBox="1"/>
            <p:nvPr/>
          </p:nvSpPr>
          <p:spPr>
            <a:xfrm>
              <a:off x="4645527" y="502343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싱크대 </a:t>
              </a:r>
              <a:r>
                <a:rPr lang="ko-KR" altLang="en-US" sz="900" b="1" dirty="0" err="1"/>
                <a:t>간접등</a:t>
              </a:r>
              <a:r>
                <a:rPr lang="ko-KR" altLang="en-US" sz="900" b="1" dirty="0"/>
                <a:t> 서비스</a:t>
              </a:r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F2FCE705-6866-060E-A2F8-F5CD28E32DDF}"/>
                </a:ext>
              </a:extLst>
            </p:cNvPr>
            <p:cNvCxnSpPr>
              <a:cxnSpLocks/>
            </p:cNvCxnSpPr>
            <p:nvPr/>
          </p:nvCxnSpPr>
          <p:spPr>
            <a:xfrm>
              <a:off x="5387936" y="4538044"/>
              <a:ext cx="4622" cy="4980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7069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3E5E-1022-F737-D55B-3043D7A8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EA1B18A-C932-8CD3-D16B-3F254D9DEC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>
            <a:fillRect/>
          </a:stretch>
        </p:blipFill>
        <p:spPr bwMode="auto">
          <a:xfrm>
            <a:off x="1954213" y="800100"/>
            <a:ext cx="8791575" cy="594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ED2F744-EA2A-4250-B4A8-C5572B87FC80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7BD573-DFFF-5AC1-E225-22F7136A596D}"/>
              </a:ext>
            </a:extLst>
          </p:cNvPr>
          <p:cNvSpPr>
            <a:spLocks/>
          </p:cNvSpPr>
          <p:nvPr/>
        </p:nvSpPr>
        <p:spPr>
          <a:xfrm>
            <a:off x="2250928" y="4149233"/>
            <a:ext cx="102820" cy="19710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D4918-7486-EB84-CD54-7D9241E3CABE}"/>
              </a:ext>
            </a:extLst>
          </p:cNvPr>
          <p:cNvSpPr txBox="1">
            <a:spLocks/>
          </p:cNvSpPr>
          <p:nvPr/>
        </p:nvSpPr>
        <p:spPr>
          <a:xfrm>
            <a:off x="3899906" y="424482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8AF2B-3535-96C0-07FB-E6BFDCF1CEC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B55BA23-A35C-9E56-4B66-A0840FBFF00E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3211859"/>
            <a:ext cx="98891" cy="1553483"/>
            <a:chOff x="4737834" y="4900127"/>
            <a:chExt cx="98891" cy="15534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42C199A-8421-5D14-4FAE-8C06E205E18B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141CFC5-CA5F-1350-0F0B-CFC6B364CA0C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F1EA003-BD6B-855D-0B51-675A21C2D3E9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345506-B28D-E100-CE52-FEBCA733F4FB}"/>
              </a:ext>
            </a:extLst>
          </p:cNvPr>
          <p:cNvSpPr>
            <a:spLocks/>
          </p:cNvSpPr>
          <p:nvPr/>
        </p:nvSpPr>
        <p:spPr>
          <a:xfrm rot="16200000" flipV="1">
            <a:off x="5881312" y="1448451"/>
            <a:ext cx="98384" cy="7643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311A0EA-DA50-25CD-4756-B7BDB38329D9}"/>
              </a:ext>
            </a:extLst>
          </p:cNvPr>
          <p:cNvGrpSpPr>
            <a:grpSpLocks/>
          </p:cNvGrpSpPr>
          <p:nvPr/>
        </p:nvGrpSpPr>
        <p:grpSpPr>
          <a:xfrm rot="5400000">
            <a:off x="8148898" y="4161819"/>
            <a:ext cx="98814" cy="612574"/>
            <a:chOff x="4737834" y="4999187"/>
            <a:chExt cx="98814" cy="612574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9D456BB-7D14-0839-728D-547DE8B01605}"/>
                </a:ext>
              </a:extLst>
            </p:cNvPr>
            <p:cNvSpPr>
              <a:spLocks/>
            </p:cNvSpPr>
            <p:nvPr/>
          </p:nvSpPr>
          <p:spPr>
            <a:xfrm>
              <a:off x="4737834" y="49991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6E6B180-DA86-DBFB-1134-C0A04E485B92}"/>
                </a:ext>
              </a:extLst>
            </p:cNvPr>
            <p:cNvSpPr>
              <a:spLocks/>
            </p:cNvSpPr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4D23F9-A441-AD80-4EBC-B8F72834BE18}"/>
              </a:ext>
            </a:extLst>
          </p:cNvPr>
          <p:cNvSpPr>
            <a:spLocks/>
          </p:cNvSpPr>
          <p:nvPr/>
        </p:nvSpPr>
        <p:spPr>
          <a:xfrm flipV="1">
            <a:off x="8629465" y="2461123"/>
            <a:ext cx="98385" cy="13274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3E953C3C-4858-BEC7-C314-944C9602894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A4CE596-4567-AF40-F2E4-1F1540F4038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EBE31CA-A1F0-04BD-D0B4-6D84783C8F2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33A97F3-BCCE-73A1-3D16-7472E13843F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4ED1F5C-F0B6-EA5A-B9AB-D3D0CCF40C0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903D803A-6F28-5443-CAD6-3FA6F518780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FF3EFD7-6FB9-0F3F-0D43-C61D8F8CFDD0}"/>
              </a:ext>
            </a:extLst>
          </p:cNvPr>
          <p:cNvGrpSpPr>
            <a:grpSpLocks/>
          </p:cNvGrpSpPr>
          <p:nvPr/>
        </p:nvGrpSpPr>
        <p:grpSpPr>
          <a:xfrm rot="16200000">
            <a:off x="3327366" y="5594702"/>
            <a:ext cx="98891" cy="1553483"/>
            <a:chOff x="4737834" y="4900127"/>
            <a:chExt cx="98891" cy="15534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9ED7705-A2BF-79FB-AE73-13B9E3046267}"/>
                </a:ext>
              </a:extLst>
            </p:cNvPr>
            <p:cNvSpPr>
              <a:spLocks/>
            </p:cNvSpPr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711A45D-5DA1-F37F-D07E-B542B5E5860F}"/>
                </a:ext>
              </a:extLst>
            </p:cNvPr>
            <p:cNvSpPr>
              <a:spLocks/>
            </p:cNvSpPr>
            <p:nvPr/>
          </p:nvSpPr>
          <p:spPr>
            <a:xfrm>
              <a:off x="4738263" y="56276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2FC2845-328C-EDC8-12B2-6C90E5370D23}"/>
                </a:ext>
              </a:extLst>
            </p:cNvPr>
            <p:cNvSpPr>
              <a:spLocks/>
            </p:cNvSpPr>
            <p:nvPr/>
          </p:nvSpPr>
          <p:spPr>
            <a:xfrm>
              <a:off x="4738340" y="63552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101579-06BD-62A6-0E43-3CFADC3A4C05}"/>
              </a:ext>
            </a:extLst>
          </p:cNvPr>
          <p:cNvSpPr>
            <a:spLocks/>
          </p:cNvSpPr>
          <p:nvPr/>
        </p:nvSpPr>
        <p:spPr>
          <a:xfrm flipV="1">
            <a:off x="10379818" y="3769518"/>
            <a:ext cx="98385" cy="766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46BA67-8CBF-E92C-5793-7958EDE97E4E}"/>
              </a:ext>
            </a:extLst>
          </p:cNvPr>
          <p:cNvSpPr txBox="1"/>
          <p:nvPr/>
        </p:nvSpPr>
        <p:spPr>
          <a:xfrm>
            <a:off x="79859" y="469277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r>
              <a:rPr lang="en-US" altLang="ko-KR" sz="1000" b="1" dirty="0">
                <a:highlight>
                  <a:srgbClr val="FFFF00"/>
                </a:highlight>
              </a:rPr>
              <a:t>-</a:t>
            </a:r>
            <a:r>
              <a:rPr lang="ko-KR" altLang="en-US" sz="1000" b="1" dirty="0" err="1">
                <a:highlight>
                  <a:srgbClr val="FFFF00"/>
                </a:highlight>
              </a:rPr>
              <a:t>코타라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확산형 </a:t>
            </a:r>
            <a:r>
              <a:rPr lang="ko-KR" altLang="en-US" sz="1000" b="1" dirty="0" err="1">
                <a:highlight>
                  <a:srgbClr val="FFFF00"/>
                </a:highlight>
              </a:rPr>
              <a:t>매입등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en-US" altLang="ko-KR" sz="1000" b="1" dirty="0">
                <a:highlight>
                  <a:srgbClr val="FFFF00"/>
                </a:highlight>
              </a:rPr>
              <a:t>12</a:t>
            </a:r>
            <a:r>
              <a:rPr lang="ko-KR" altLang="en-US" sz="1000" b="1" dirty="0">
                <a:highlight>
                  <a:srgbClr val="FFFF00"/>
                </a:highlight>
              </a:rPr>
              <a:t>개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C667C78-4BDC-DC48-AD8B-824515B9BA79}"/>
              </a:ext>
            </a:extLst>
          </p:cNvPr>
          <p:cNvGrpSpPr/>
          <p:nvPr/>
        </p:nvGrpSpPr>
        <p:grpSpPr>
          <a:xfrm rot="5400000">
            <a:off x="2964127" y="4596062"/>
            <a:ext cx="923754" cy="1063926"/>
            <a:chOff x="449238" y="1785325"/>
            <a:chExt cx="923754" cy="1063926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C4D9F84-766B-968D-C80B-8A0E68E4E155}"/>
                </a:ext>
              </a:extLst>
            </p:cNvPr>
            <p:cNvGrpSpPr/>
            <p:nvPr/>
          </p:nvGrpSpPr>
          <p:grpSpPr>
            <a:xfrm>
              <a:off x="449238" y="1794193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3F3E9AA4-1766-47A9-59AB-9DFFDEFE816D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160B7C2A-E517-5DE4-A821-279E8081BE23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993CC13C-A77E-AF43-3FD9-589EB871E037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FE59E4D5-E43F-2696-82EB-B3B82899DB92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4개 18">
              <a:extLst>
                <a:ext uri="{FF2B5EF4-FFF2-40B4-BE49-F238E27FC236}">
                  <a16:creationId xmlns:a16="http://schemas.microsoft.com/office/drawing/2014/main" id="{65983065-4E72-EE17-B3FF-4C5BEBFE9AE4}"/>
                </a:ext>
              </a:extLst>
            </p:cNvPr>
            <p:cNvSpPr/>
            <p:nvPr/>
          </p:nvSpPr>
          <p:spPr>
            <a:xfrm>
              <a:off x="632672" y="2064641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7E014DB-EEE2-CF14-A732-9F9C482C31FA}"/>
                </a:ext>
              </a:extLst>
            </p:cNvPr>
            <p:cNvGrpSpPr/>
            <p:nvPr/>
          </p:nvGrpSpPr>
          <p:grpSpPr>
            <a:xfrm>
              <a:off x="1274178" y="1785325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CED65537-6C67-A5B7-2790-248FFCC59DED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11A1A32A-9AC1-C532-A499-C8EE220A8039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타원 51">
                  <a:extLst>
                    <a:ext uri="{FF2B5EF4-FFF2-40B4-BE49-F238E27FC236}">
                      <a16:creationId xmlns:a16="http://schemas.microsoft.com/office/drawing/2014/main" id="{5B9D15F5-D15B-3A26-A8DC-7A3001E443B2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E2855E9-1A26-14B8-FB38-BB4CE282486F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6E06DBB-165E-33F4-12EE-4456D46619CC}"/>
                </a:ext>
              </a:extLst>
            </p:cNvPr>
            <p:cNvGrpSpPr/>
            <p:nvPr/>
          </p:nvGrpSpPr>
          <p:grpSpPr>
            <a:xfrm>
              <a:off x="449238" y="2423367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D4E1672B-C148-F099-43A2-A6B4A64AEB0A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C9507D63-715C-E504-18A4-50B25277564C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85411F6C-6707-7B1A-481B-7D7A3B1D49CD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F155910F-F2BE-F76E-5B21-331C4A134045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76A61AD-C186-C5B2-4046-8C568CBB2CF8}"/>
                </a:ext>
              </a:extLst>
            </p:cNvPr>
            <p:cNvGrpSpPr/>
            <p:nvPr/>
          </p:nvGrpSpPr>
          <p:grpSpPr>
            <a:xfrm>
              <a:off x="1274178" y="2416939"/>
              <a:ext cx="98814" cy="425884"/>
              <a:chOff x="270066" y="1691351"/>
              <a:chExt cx="98814" cy="425884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978A2E7C-61E9-8746-6E03-3621F4369FD9}"/>
                  </a:ext>
                </a:extLst>
              </p:cNvPr>
              <p:cNvGrpSpPr/>
              <p:nvPr/>
            </p:nvGrpSpPr>
            <p:grpSpPr>
              <a:xfrm>
                <a:off x="270066" y="1691351"/>
                <a:ext cx="98814" cy="425884"/>
                <a:chOff x="4737834" y="4900127"/>
                <a:chExt cx="98814" cy="425884"/>
              </a:xfrm>
              <a:grpFill/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9FDA0F1B-2D38-8282-C619-B2B4D28CC558}"/>
                    </a:ext>
                  </a:extLst>
                </p:cNvPr>
                <p:cNvSpPr/>
                <p:nvPr/>
              </p:nvSpPr>
              <p:spPr>
                <a:xfrm>
                  <a:off x="4737834" y="4900127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2FB4BCA7-AA00-4300-1080-C775839291E4}"/>
                    </a:ext>
                  </a:extLst>
                </p:cNvPr>
                <p:cNvSpPr/>
                <p:nvPr/>
              </p:nvSpPr>
              <p:spPr>
                <a:xfrm>
                  <a:off x="4738263" y="5227626"/>
                  <a:ext cx="98385" cy="9838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29074A7-1A73-DCF4-07F4-01D31432425C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B7F3F219-1706-9A92-00A0-900BDE2A44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-86489" y="5280660"/>
            <a:ext cx="2236971" cy="1554480"/>
          </a:xfrm>
          <a:prstGeom prst="rect">
            <a:avLst/>
          </a:prstGeom>
        </p:spPr>
      </p:pic>
      <p:pic>
        <p:nvPicPr>
          <p:cNvPr id="58" name="그림 5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14DEF3-BA2D-F0B8-0241-5AC90119A9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87" y="1829332"/>
            <a:ext cx="1778731" cy="1466673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37DDAD59-F194-F6BC-4818-0BE319789974}"/>
              </a:ext>
            </a:extLst>
          </p:cNvPr>
          <p:cNvGrpSpPr/>
          <p:nvPr/>
        </p:nvGrpSpPr>
        <p:grpSpPr>
          <a:xfrm>
            <a:off x="-58136" y="3429000"/>
            <a:ext cx="2153752" cy="1204197"/>
            <a:chOff x="149488" y="3169907"/>
            <a:chExt cx="2153752" cy="1204197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2ACEF540-4A7B-5F74-D1D9-A44FB0255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D804805-E912-3C19-E573-D7D371DE019D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/>
                <a:t>코타라</a:t>
              </a:r>
              <a:endParaRPr lang="ko-KR" altLang="en-US" sz="1400" b="1" dirty="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E3DC497-6682-CC78-AD0E-ABD5464DC9EB}"/>
              </a:ext>
            </a:extLst>
          </p:cNvPr>
          <p:cNvGrpSpPr/>
          <p:nvPr/>
        </p:nvGrpSpPr>
        <p:grpSpPr>
          <a:xfrm>
            <a:off x="6843265" y="3939155"/>
            <a:ext cx="764953" cy="256157"/>
            <a:chOff x="1981437" y="808980"/>
            <a:chExt cx="764953" cy="25615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639A156-BA80-9D77-2470-37C0DADDC1F2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8192" name="그룹 8191">
              <a:extLst>
                <a:ext uri="{FF2B5EF4-FFF2-40B4-BE49-F238E27FC236}">
                  <a16:creationId xmlns:a16="http://schemas.microsoft.com/office/drawing/2014/main" id="{F1C1B530-2919-693B-D540-912EFC3F7ADF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8193" name="타원 8192">
                <a:extLst>
                  <a:ext uri="{FF2B5EF4-FFF2-40B4-BE49-F238E27FC236}">
                    <a16:creationId xmlns:a16="http://schemas.microsoft.com/office/drawing/2014/main" id="{EEDC60C6-BEB8-4B24-CF71-5B481C216B7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95" name="타원 8194">
                <a:extLst>
                  <a:ext uri="{FF2B5EF4-FFF2-40B4-BE49-F238E27FC236}">
                    <a16:creationId xmlns:a16="http://schemas.microsoft.com/office/drawing/2014/main" id="{3C1F8787-8853-FB4D-00EE-27F12812FBD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37804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3E5E-1022-F737-D55B-3043D7A8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EA1B18A-C932-8CD3-D16B-3F254D9DEC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>
            <a:fillRect/>
          </a:stretch>
        </p:blipFill>
        <p:spPr bwMode="auto">
          <a:xfrm>
            <a:off x="1954213" y="800100"/>
            <a:ext cx="8791575" cy="594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/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9A65C-944F-DA7A-FDE3-E8E7FBC36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218" y="107713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ED2F744-EA2A-4250-B4A8-C5572B87FC80}"/>
              </a:ext>
            </a:extLst>
          </p:cNvPr>
          <p:cNvSpPr txBox="1"/>
          <p:nvPr/>
        </p:nvSpPr>
        <p:spPr>
          <a:xfrm>
            <a:off x="1876151" y="345968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8AF2B-3535-96C0-07FB-E6BFDCF1CEC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345506-B28D-E100-CE52-FEBCA733F4FB}"/>
              </a:ext>
            </a:extLst>
          </p:cNvPr>
          <p:cNvSpPr>
            <a:spLocks/>
          </p:cNvSpPr>
          <p:nvPr/>
        </p:nvSpPr>
        <p:spPr>
          <a:xfrm rot="16200000" flipV="1">
            <a:off x="5881312" y="1448451"/>
            <a:ext cx="98384" cy="7643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4D23F9-A441-AD80-4EBC-B8F72834BE18}"/>
              </a:ext>
            </a:extLst>
          </p:cNvPr>
          <p:cNvSpPr>
            <a:spLocks/>
          </p:cNvSpPr>
          <p:nvPr/>
        </p:nvSpPr>
        <p:spPr>
          <a:xfrm flipV="1">
            <a:off x="8629465" y="2461123"/>
            <a:ext cx="98385" cy="13274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3E953C3C-4858-BEC7-C314-944C9602894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A4CE596-4567-AF40-F2E4-1F1540F4038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EBE31CA-A1F0-04BD-D0B4-6D84783C8F2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33A97F3-BCCE-73A1-3D16-7472E13843F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4ED1F5C-F0B6-EA5A-B9AB-D3D0CCF40C0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903D803A-6F28-5443-CAD6-3FA6F518780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101579-06BD-62A6-0E43-3CFADC3A4C05}"/>
              </a:ext>
            </a:extLst>
          </p:cNvPr>
          <p:cNvSpPr>
            <a:spLocks/>
          </p:cNvSpPr>
          <p:nvPr/>
        </p:nvSpPr>
        <p:spPr>
          <a:xfrm flipV="1">
            <a:off x="10379818" y="3769518"/>
            <a:ext cx="98385" cy="766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9442B-E779-128F-766E-C805AE92ABA3}"/>
              </a:ext>
            </a:extLst>
          </p:cNvPr>
          <p:cNvSpPr txBox="1"/>
          <p:nvPr/>
        </p:nvSpPr>
        <p:spPr>
          <a:xfrm>
            <a:off x="79859" y="469277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r>
              <a:rPr lang="en-US" altLang="ko-KR" sz="1000" b="1" dirty="0">
                <a:highlight>
                  <a:srgbClr val="FFFF00"/>
                </a:highlight>
              </a:rPr>
              <a:t>-</a:t>
            </a:r>
            <a:r>
              <a:rPr lang="ko-KR" altLang="en-US" sz="1000" b="1" dirty="0" err="1">
                <a:highlight>
                  <a:srgbClr val="FFFF00"/>
                </a:highlight>
              </a:rPr>
              <a:t>코타라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확산형 </a:t>
            </a:r>
            <a:r>
              <a:rPr lang="ko-KR" altLang="en-US" sz="1000" b="1" dirty="0" err="1">
                <a:highlight>
                  <a:srgbClr val="FFFF00"/>
                </a:highlight>
              </a:rPr>
              <a:t>매입등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en-US" altLang="ko-KR" sz="1000" b="1" dirty="0">
                <a:highlight>
                  <a:srgbClr val="FFFF00"/>
                </a:highlight>
              </a:rPr>
              <a:t>8</a:t>
            </a:r>
            <a:r>
              <a:rPr lang="ko-KR" altLang="en-US" sz="1000" b="1" dirty="0">
                <a:highlight>
                  <a:srgbClr val="FFFF00"/>
                </a:highlight>
              </a:rPr>
              <a:t>개 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B09DA55-9C86-EB62-6B0B-3051DFAE02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-85196" y="5225359"/>
            <a:ext cx="2236971" cy="155448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F7647AC0-17A8-9418-0FAA-417726604EEB}"/>
              </a:ext>
            </a:extLst>
          </p:cNvPr>
          <p:cNvGrpSpPr/>
          <p:nvPr/>
        </p:nvGrpSpPr>
        <p:grpSpPr>
          <a:xfrm>
            <a:off x="-58136" y="3429000"/>
            <a:ext cx="2153752" cy="1204197"/>
            <a:chOff x="149488" y="3169907"/>
            <a:chExt cx="2153752" cy="120419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63F849B-0E95-CAEC-6D62-08117CA63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16FDDE-A437-3A97-94BD-53FEFCA99769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/>
                <a:t>코타라</a:t>
              </a:r>
              <a:endParaRPr lang="ko-KR" altLang="en-US" sz="1400" b="1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21F985-42B9-892F-BF42-BA4ACB0E4685}"/>
              </a:ext>
            </a:extLst>
          </p:cNvPr>
          <p:cNvGrpSpPr/>
          <p:nvPr/>
        </p:nvGrpSpPr>
        <p:grpSpPr>
          <a:xfrm>
            <a:off x="3021958" y="4797611"/>
            <a:ext cx="923754" cy="855495"/>
            <a:chOff x="449238" y="1945576"/>
            <a:chExt cx="923754" cy="855495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D6307C6-7D11-BE99-7763-C213CB887E2E}"/>
                </a:ext>
              </a:extLst>
            </p:cNvPr>
            <p:cNvGrpSpPr/>
            <p:nvPr/>
          </p:nvGrpSpPr>
          <p:grpSpPr>
            <a:xfrm>
              <a:off x="449238" y="1954444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F33EC12-C383-2248-76AE-9DBEE776D53B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F42CB93E-6EEB-59ED-8765-D8BAF16952F8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4개 21">
              <a:extLst>
                <a:ext uri="{FF2B5EF4-FFF2-40B4-BE49-F238E27FC236}">
                  <a16:creationId xmlns:a16="http://schemas.microsoft.com/office/drawing/2014/main" id="{5AD9DE74-947A-1FAE-E986-418245FD2295}"/>
                </a:ext>
              </a:extLst>
            </p:cNvPr>
            <p:cNvSpPr/>
            <p:nvPr/>
          </p:nvSpPr>
          <p:spPr>
            <a:xfrm>
              <a:off x="632672" y="2097980"/>
              <a:ext cx="557315" cy="559233"/>
            </a:xfrm>
            <a:prstGeom prst="star4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45">
                <a:solidFill>
                  <a:schemeClr val="tx1"/>
                </a:solidFill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B2ACF1C-8886-184F-9660-EF11F2B75E49}"/>
                </a:ext>
              </a:extLst>
            </p:cNvPr>
            <p:cNvGrpSpPr/>
            <p:nvPr/>
          </p:nvGrpSpPr>
          <p:grpSpPr>
            <a:xfrm>
              <a:off x="1274178" y="1945576"/>
              <a:ext cx="98814" cy="265633"/>
              <a:chOff x="270066" y="1851602"/>
              <a:chExt cx="98814" cy="265633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22FF1C00-9EF8-CC26-5817-AC8EBD0F6343}"/>
                  </a:ext>
                </a:extLst>
              </p:cNvPr>
              <p:cNvSpPr/>
              <p:nvPr/>
            </p:nvSpPr>
            <p:spPr>
              <a:xfrm>
                <a:off x="270495" y="201885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5908916F-9613-F814-8408-12022913CF83}"/>
                  </a:ext>
                </a:extLst>
              </p:cNvPr>
              <p:cNvSpPr/>
              <p:nvPr/>
            </p:nvSpPr>
            <p:spPr>
              <a:xfrm>
                <a:off x="270066" y="185160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3BBF5B-CFD8-A7A2-D145-2A4909901D60}"/>
                </a:ext>
              </a:extLst>
            </p:cNvPr>
            <p:cNvGrpSpPr/>
            <p:nvPr/>
          </p:nvGrpSpPr>
          <p:grpSpPr>
            <a:xfrm>
              <a:off x="449238" y="2542435"/>
              <a:ext cx="98385" cy="258636"/>
              <a:chOff x="270066" y="1810419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5D7CB6D-1413-1C0A-7601-817B490BD849}"/>
                  </a:ext>
                </a:extLst>
              </p:cNvPr>
              <p:cNvSpPr/>
              <p:nvPr/>
            </p:nvSpPr>
            <p:spPr>
              <a:xfrm>
                <a:off x="270066" y="1810419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AC905B0D-FB12-8E2B-9ECC-BD9E15B95835}"/>
                  </a:ext>
                </a:extLst>
              </p:cNvPr>
              <p:cNvSpPr/>
              <p:nvPr/>
            </p:nvSpPr>
            <p:spPr>
              <a:xfrm>
                <a:off x="270066" y="197067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C852102-F8AC-05CE-AF40-634BA5566E2E}"/>
                </a:ext>
              </a:extLst>
            </p:cNvPr>
            <p:cNvGrpSpPr/>
            <p:nvPr/>
          </p:nvGrpSpPr>
          <p:grpSpPr>
            <a:xfrm>
              <a:off x="1274178" y="2536007"/>
              <a:ext cx="98385" cy="258636"/>
              <a:chOff x="270066" y="1810419"/>
              <a:chExt cx="98385" cy="258636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C7C33744-542F-7809-0CBB-87F85A5750B5}"/>
                  </a:ext>
                </a:extLst>
              </p:cNvPr>
              <p:cNvSpPr/>
              <p:nvPr/>
            </p:nvSpPr>
            <p:spPr>
              <a:xfrm>
                <a:off x="270066" y="1810419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6A35D31A-34DC-4E97-96C0-E106939BE456}"/>
                  </a:ext>
                </a:extLst>
              </p:cNvPr>
              <p:cNvSpPr/>
              <p:nvPr/>
            </p:nvSpPr>
            <p:spPr>
              <a:xfrm>
                <a:off x="270066" y="197067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410BF2B-7B4F-13E2-08F1-2FFAF27869CF}"/>
              </a:ext>
            </a:extLst>
          </p:cNvPr>
          <p:cNvGrpSpPr/>
          <p:nvPr/>
        </p:nvGrpSpPr>
        <p:grpSpPr>
          <a:xfrm>
            <a:off x="7780354" y="4260952"/>
            <a:ext cx="764953" cy="255923"/>
            <a:chOff x="1981437" y="651871"/>
            <a:chExt cx="764953" cy="25592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54C0F35-2B47-E706-2862-2A49B6D5A1C2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F5AB97E-6762-E320-4CAE-E454E435D37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519E25E9-FB01-CABE-79F5-CC12C0F00C6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CFC6D0B-1AE8-B3D1-231C-10A1C1DC47EF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2255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631A-01B7-97A8-9A5E-B74FA2B1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3650E79-BB7F-FB3F-2AAF-F08AB53499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859218"/>
            <a:ext cx="7843837" cy="574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AB227D-E1CD-E512-74A6-A4DD1CDC7317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AB227D-E1CD-E512-74A6-A4DD1CDC7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35A665B-CE42-CC17-5811-921E7F81874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119OD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1B337D-4083-3EB6-63AF-99AECC9CD4E7}"/>
              </a:ext>
            </a:extLst>
          </p:cNvPr>
          <p:cNvSpPr/>
          <p:nvPr/>
        </p:nvSpPr>
        <p:spPr>
          <a:xfrm rot="5400000">
            <a:off x="5427618" y="5225830"/>
            <a:ext cx="102820" cy="17874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57FC42B-C7CA-E26A-FD1E-7ACA115D1AEA}"/>
              </a:ext>
            </a:extLst>
          </p:cNvPr>
          <p:cNvSpPr/>
          <p:nvPr/>
        </p:nvSpPr>
        <p:spPr>
          <a:xfrm>
            <a:off x="4806413" y="458480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744955A-2B4C-A31A-89C4-852402F65D45}"/>
              </a:ext>
            </a:extLst>
          </p:cNvPr>
          <p:cNvSpPr/>
          <p:nvPr/>
        </p:nvSpPr>
        <p:spPr>
          <a:xfrm>
            <a:off x="4975350" y="473688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F522D-45E4-8406-F6CC-1EF8C47885A8}"/>
              </a:ext>
            </a:extLst>
          </p:cNvPr>
          <p:cNvSpPr txBox="1"/>
          <p:nvPr/>
        </p:nvSpPr>
        <p:spPr>
          <a:xfrm>
            <a:off x="4528626" y="392332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D3AC1-E70B-A291-AADF-7071D66157A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68CF4B-578D-A4BE-3CB2-2629FAA00701}"/>
              </a:ext>
            </a:extLst>
          </p:cNvPr>
          <p:cNvGrpSpPr/>
          <p:nvPr/>
        </p:nvGrpSpPr>
        <p:grpSpPr>
          <a:xfrm>
            <a:off x="4421232" y="4558735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570BFD2-373C-F5A4-9066-B268D9C40C0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B2E3F97-02F7-9D19-A086-21C1E477916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D37FE20-1606-7CAB-60D8-4EA5C906140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2020B77-1EB3-97E3-EB95-15FC8173E1DC}"/>
              </a:ext>
            </a:extLst>
          </p:cNvPr>
          <p:cNvGrpSpPr/>
          <p:nvPr/>
        </p:nvGrpSpPr>
        <p:grpSpPr>
          <a:xfrm rot="5400000">
            <a:off x="7531563" y="3837539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BC2B16F-76B0-55DD-E25F-3CEED9EB94B2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2D5A0F6-A857-6561-395B-6258A291818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90C0AB-8681-CBBF-3092-6EEDDD871DE0}"/>
              </a:ext>
            </a:extLst>
          </p:cNvPr>
          <p:cNvSpPr/>
          <p:nvPr/>
        </p:nvSpPr>
        <p:spPr>
          <a:xfrm flipV="1">
            <a:off x="8693470" y="2541406"/>
            <a:ext cx="98385" cy="9420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B1B386-3655-7680-FA34-DC63146D7250}"/>
              </a:ext>
            </a:extLst>
          </p:cNvPr>
          <p:cNvSpPr txBox="1"/>
          <p:nvPr/>
        </p:nvSpPr>
        <p:spPr>
          <a:xfrm>
            <a:off x="5474492" y="637565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4CED4D1-B7B3-9B6C-F259-4B24815153A3}"/>
              </a:ext>
            </a:extLst>
          </p:cNvPr>
          <p:cNvCxnSpPr>
            <a:cxnSpLocks/>
          </p:cNvCxnSpPr>
          <p:nvPr/>
        </p:nvCxnSpPr>
        <p:spPr>
          <a:xfrm flipV="1">
            <a:off x="5686704" y="5852920"/>
            <a:ext cx="0" cy="590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AC1D5D92-1B99-446A-8CFF-D9DF1684D12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62BE466-A5C5-1090-020D-1CD19F5329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3ABA4E2-44B9-11E5-2DC3-8D5676FF3D7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0FE9535-5C5B-BE8D-0655-D776B72FCDB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EF23320-01E8-1765-9802-2EB65A30D79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ECD5E045-656B-1C2F-0104-29D9D93116A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4C87600-6B27-E45E-9C69-8334CB39C396}"/>
              </a:ext>
            </a:extLst>
          </p:cNvPr>
          <p:cNvSpPr/>
          <p:nvPr/>
        </p:nvSpPr>
        <p:spPr>
          <a:xfrm rot="10800000" flipV="1">
            <a:off x="9650593" y="3486606"/>
            <a:ext cx="98385" cy="7361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C00A9F4-B072-7C66-0CD8-F585BB32DF3B}"/>
              </a:ext>
            </a:extLst>
          </p:cNvPr>
          <p:cNvGrpSpPr/>
          <p:nvPr/>
        </p:nvGrpSpPr>
        <p:grpSpPr>
          <a:xfrm>
            <a:off x="6408026" y="4521687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2023FB2-E56F-7DA7-5259-870A33B6037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5D7BEB6-004C-6EBE-E82D-A0B6F41287D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CBC03E6-73C4-84FF-250F-3A348A71166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5E302EF-45D4-9486-D86F-72368756ACBB}"/>
              </a:ext>
            </a:extLst>
          </p:cNvPr>
          <p:cNvSpPr/>
          <p:nvPr/>
        </p:nvSpPr>
        <p:spPr>
          <a:xfrm rot="10800000" flipV="1">
            <a:off x="4237166" y="2746989"/>
            <a:ext cx="98385" cy="7364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0825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BB298-621E-A190-071F-A540658A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AC805FF-12A9-80F4-72EF-EF0CACE8AD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859218"/>
            <a:ext cx="7843837" cy="574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705E9E-AF88-66E8-E28A-947D347C6B08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705E9E-AF88-66E8-E28A-947D347C6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DE92A46-CA33-7BB0-A58F-B4FB66B776A6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119OD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A394BD-3BCC-264C-4F4B-353E7D0462DB}"/>
              </a:ext>
            </a:extLst>
          </p:cNvPr>
          <p:cNvSpPr/>
          <p:nvPr/>
        </p:nvSpPr>
        <p:spPr>
          <a:xfrm>
            <a:off x="3167482" y="5406060"/>
            <a:ext cx="112114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E1B11-E384-A973-1C67-53DD9606FFD0}"/>
              </a:ext>
            </a:extLst>
          </p:cNvPr>
          <p:cNvSpPr txBox="1"/>
          <p:nvPr/>
        </p:nvSpPr>
        <p:spPr>
          <a:xfrm>
            <a:off x="2703339" y="458357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0E7E87-EC16-B538-111A-3BB578753201}"/>
              </a:ext>
            </a:extLst>
          </p:cNvPr>
          <p:cNvSpPr/>
          <p:nvPr/>
        </p:nvSpPr>
        <p:spPr>
          <a:xfrm rot="5400000">
            <a:off x="5427618" y="5225830"/>
            <a:ext cx="102820" cy="17874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84D5B2-C4D1-6A0D-8DDD-286408743144}"/>
              </a:ext>
            </a:extLst>
          </p:cNvPr>
          <p:cNvSpPr/>
          <p:nvPr/>
        </p:nvSpPr>
        <p:spPr>
          <a:xfrm>
            <a:off x="4806413" y="458480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1A0EC1F-8FEC-773A-0DC9-44F9292FBBE1}"/>
              </a:ext>
            </a:extLst>
          </p:cNvPr>
          <p:cNvSpPr/>
          <p:nvPr/>
        </p:nvSpPr>
        <p:spPr>
          <a:xfrm>
            <a:off x="4975350" y="473688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0A649-C0FF-90A4-B6AC-A9E15CA9BCE2}"/>
              </a:ext>
            </a:extLst>
          </p:cNvPr>
          <p:cNvSpPr txBox="1"/>
          <p:nvPr/>
        </p:nvSpPr>
        <p:spPr>
          <a:xfrm>
            <a:off x="4528626" y="392332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2B99D-1999-035D-EE9B-5E28E3F47D23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966E3AE-2D14-AF07-CAA3-FFE2043790F6}"/>
              </a:ext>
            </a:extLst>
          </p:cNvPr>
          <p:cNvGrpSpPr/>
          <p:nvPr/>
        </p:nvGrpSpPr>
        <p:grpSpPr>
          <a:xfrm>
            <a:off x="4421232" y="4558735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2F7BC6D-C3BE-43D8-EC38-2F886646CA6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0BC88AF-9D48-18F5-A5A1-3BFDA6E1FCA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D77E66E-2E43-55D7-E523-9996F9E8943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35C6D6A-E0C9-16A4-8E68-89AC5CADF993}"/>
              </a:ext>
            </a:extLst>
          </p:cNvPr>
          <p:cNvGrpSpPr/>
          <p:nvPr/>
        </p:nvGrpSpPr>
        <p:grpSpPr>
          <a:xfrm>
            <a:off x="4194785" y="4358342"/>
            <a:ext cx="98814" cy="680680"/>
            <a:chOff x="4737834" y="5000139"/>
            <a:chExt cx="98814" cy="680680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49188B3-9AF6-C7F0-20FB-4B78C14CD9BE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8F6D80F-17E8-1A69-76CB-864530C88859}"/>
                </a:ext>
              </a:extLst>
            </p:cNvPr>
            <p:cNvSpPr/>
            <p:nvPr/>
          </p:nvSpPr>
          <p:spPr>
            <a:xfrm>
              <a:off x="4738263" y="558243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6D878D8-099E-3412-CAAF-EA463547FF94}"/>
              </a:ext>
            </a:extLst>
          </p:cNvPr>
          <p:cNvGrpSpPr/>
          <p:nvPr/>
        </p:nvGrpSpPr>
        <p:grpSpPr>
          <a:xfrm>
            <a:off x="8134388" y="2780838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19E6256-B60B-8D8F-E11C-2F271BF2222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B013ADC-8339-C2CA-4C56-82733211949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D7CAFA54-18AB-F1D9-9E06-33A4AB0C4335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3062E96F-BC1E-14C1-3BF3-CA22F91FF11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1484542-5A02-F887-6A67-278656FA74D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5E369A8-B981-68B9-1363-BE13D3FC884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6EABB4F3-7E34-FF97-0132-0844FCD78AE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7BA16BC-E309-9770-72DE-15A520F327BF}"/>
              </a:ext>
            </a:extLst>
          </p:cNvPr>
          <p:cNvGrpSpPr/>
          <p:nvPr/>
        </p:nvGrpSpPr>
        <p:grpSpPr>
          <a:xfrm rot="5400000">
            <a:off x="7531563" y="3837539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13B3A2B-D758-8B53-15B9-0E9311E691A0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A41756B-EC64-1DE6-32ED-FE52B800BF2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B71753-4010-A4F1-18C2-5DED27BBCEBE}"/>
              </a:ext>
            </a:extLst>
          </p:cNvPr>
          <p:cNvSpPr/>
          <p:nvPr/>
        </p:nvSpPr>
        <p:spPr>
          <a:xfrm flipV="1">
            <a:off x="8693470" y="2541406"/>
            <a:ext cx="98385" cy="9420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448A93-F52E-7F38-8E6A-62834BC9759F}"/>
              </a:ext>
            </a:extLst>
          </p:cNvPr>
          <p:cNvSpPr txBox="1"/>
          <p:nvPr/>
        </p:nvSpPr>
        <p:spPr>
          <a:xfrm>
            <a:off x="5474492" y="637565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A31F750-23B6-1839-08EE-C726BE75C5E6}"/>
              </a:ext>
            </a:extLst>
          </p:cNvPr>
          <p:cNvCxnSpPr>
            <a:cxnSpLocks/>
          </p:cNvCxnSpPr>
          <p:nvPr/>
        </p:nvCxnSpPr>
        <p:spPr>
          <a:xfrm flipV="1">
            <a:off x="5686704" y="5852920"/>
            <a:ext cx="0" cy="590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416D9D77-723D-FF1E-F41E-3E2EF3410AE1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4CFDC7C-29B3-252C-6DA6-7371555FE3F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6EFC126-23CB-AB35-2CDC-69E83C84949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E97287A-913E-5FBD-5B0A-8664A44F2C6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35E57A1-B388-34D6-8281-6C19246CEDD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CCFD0C1-54FA-EEEB-5149-776A7105D7B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D74E0D-CF27-680E-E63F-340B3F212FA5}"/>
              </a:ext>
            </a:extLst>
          </p:cNvPr>
          <p:cNvSpPr/>
          <p:nvPr/>
        </p:nvSpPr>
        <p:spPr>
          <a:xfrm rot="10800000" flipV="1">
            <a:off x="9650593" y="3486606"/>
            <a:ext cx="98385" cy="7361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A43C1EF-6B8C-C74E-DC6F-BBA2EAD1D22B}"/>
              </a:ext>
            </a:extLst>
          </p:cNvPr>
          <p:cNvGrpSpPr/>
          <p:nvPr/>
        </p:nvGrpSpPr>
        <p:grpSpPr>
          <a:xfrm>
            <a:off x="6408026" y="4521687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4B67873-72C5-6F15-BDED-74A0818F81F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CB349E2-596C-3EB6-648F-9A4518C3FFC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BF18380-CF70-4B5D-F229-89E8A9E5D9C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EB89377-8C87-F874-348F-2B891398E1FD}"/>
              </a:ext>
            </a:extLst>
          </p:cNvPr>
          <p:cNvSpPr/>
          <p:nvPr/>
        </p:nvSpPr>
        <p:spPr>
          <a:xfrm rot="10800000" flipV="1">
            <a:off x="4237166" y="2746989"/>
            <a:ext cx="98385" cy="7364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3930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D33E5-117B-E317-E1E9-494723DC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C792E875-202C-9E5E-7EAE-EB469AB830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859218"/>
            <a:ext cx="7843837" cy="574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E5833F-7BDD-F7CF-4946-F480CA99E014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E5833F-7BDD-F7CF-4946-F480CA99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913456-FD2F-5856-472D-574B2C1B9906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119OD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258064-5F88-7A07-F3A6-B7D8E3AAC3EC}"/>
              </a:ext>
            </a:extLst>
          </p:cNvPr>
          <p:cNvSpPr/>
          <p:nvPr/>
        </p:nvSpPr>
        <p:spPr>
          <a:xfrm>
            <a:off x="3167482" y="5406060"/>
            <a:ext cx="112114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6FA74-7857-4BF5-4E53-7495C19C7330}"/>
              </a:ext>
            </a:extLst>
          </p:cNvPr>
          <p:cNvSpPr txBox="1"/>
          <p:nvPr/>
        </p:nvSpPr>
        <p:spPr>
          <a:xfrm>
            <a:off x="2703339" y="458357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FB9236-8DEC-FAFC-1D08-6BA4AE13776F}"/>
              </a:ext>
            </a:extLst>
          </p:cNvPr>
          <p:cNvSpPr/>
          <p:nvPr/>
        </p:nvSpPr>
        <p:spPr>
          <a:xfrm rot="5400000">
            <a:off x="5427618" y="5225830"/>
            <a:ext cx="102820" cy="178740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0DB5B4-8188-4697-0919-01813A5E43B0}"/>
              </a:ext>
            </a:extLst>
          </p:cNvPr>
          <p:cNvSpPr/>
          <p:nvPr/>
        </p:nvSpPr>
        <p:spPr>
          <a:xfrm>
            <a:off x="4806413" y="458480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FEB037B-D249-EDC6-8019-BEAD220360B2}"/>
              </a:ext>
            </a:extLst>
          </p:cNvPr>
          <p:cNvSpPr/>
          <p:nvPr/>
        </p:nvSpPr>
        <p:spPr>
          <a:xfrm>
            <a:off x="4975350" y="473688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E0ECD-E00D-7290-AAEC-05B92F09FAF1}"/>
              </a:ext>
            </a:extLst>
          </p:cNvPr>
          <p:cNvSpPr txBox="1"/>
          <p:nvPr/>
        </p:nvSpPr>
        <p:spPr>
          <a:xfrm>
            <a:off x="4528626" y="392332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512C3-563D-D50C-0A16-9626E5F347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171F296-891B-4A3C-4916-B968DFFB24DB}"/>
              </a:ext>
            </a:extLst>
          </p:cNvPr>
          <p:cNvSpPr/>
          <p:nvPr/>
        </p:nvSpPr>
        <p:spPr>
          <a:xfrm>
            <a:off x="5154778" y="492021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70E6960-9CAE-AFFD-9748-4775C5572ED5}"/>
              </a:ext>
            </a:extLst>
          </p:cNvPr>
          <p:cNvGrpSpPr/>
          <p:nvPr/>
        </p:nvGrpSpPr>
        <p:grpSpPr>
          <a:xfrm>
            <a:off x="4421232" y="4558735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126FF38-9F4B-8FE6-80ED-9659285F1D7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79ED9E0-8726-93B5-228D-E94C0EEDD21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2DE99C7-1F1B-FEC9-62D0-09AFEA45DDC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8821F41-4071-9A62-E8B9-9BC570D6E64C}"/>
              </a:ext>
            </a:extLst>
          </p:cNvPr>
          <p:cNvGrpSpPr/>
          <p:nvPr/>
        </p:nvGrpSpPr>
        <p:grpSpPr>
          <a:xfrm>
            <a:off x="4194785" y="4358342"/>
            <a:ext cx="98814" cy="680680"/>
            <a:chOff x="4737834" y="5000139"/>
            <a:chExt cx="98814" cy="680680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BFEAAB5-F9FA-BF73-DB58-3771CAB12A0A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7D345CF-F9AC-C7FF-28D4-FE0CDD1596DA}"/>
                </a:ext>
              </a:extLst>
            </p:cNvPr>
            <p:cNvSpPr/>
            <p:nvPr/>
          </p:nvSpPr>
          <p:spPr>
            <a:xfrm>
              <a:off x="4738263" y="558243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BD41D74-5F0D-503B-9607-892F999F59CD}"/>
              </a:ext>
            </a:extLst>
          </p:cNvPr>
          <p:cNvGrpSpPr/>
          <p:nvPr/>
        </p:nvGrpSpPr>
        <p:grpSpPr>
          <a:xfrm>
            <a:off x="8134388" y="2780838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3A1CEBB-C68D-D7EB-D57D-DC4A4B1255BF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A9B7260-2F79-3C8F-4548-17BB7699A426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029951E-CDE4-2BCC-60F4-91A16C8364C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8B7D464-8B13-1673-C51E-9E8699ADFCF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E0DE383-E8E9-3927-AB12-CA89C3BC36B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A9E1B779-4BEC-B7A6-05B6-03C7D0D9863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F79F943-DC8C-6BF2-4C8A-DA182412CC0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617ED69-E9FB-B006-85BB-154775C0EDB4}"/>
              </a:ext>
            </a:extLst>
          </p:cNvPr>
          <p:cNvGrpSpPr/>
          <p:nvPr/>
        </p:nvGrpSpPr>
        <p:grpSpPr>
          <a:xfrm rot="5400000">
            <a:off x="7531563" y="3837539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CB88313-3593-D3EF-B892-FDD9E2FC0FA6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8661F6AA-2CCE-F1E6-A96B-3027915122D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3AEAB6-A44B-8912-350B-C05860E38904}"/>
              </a:ext>
            </a:extLst>
          </p:cNvPr>
          <p:cNvSpPr/>
          <p:nvPr/>
        </p:nvSpPr>
        <p:spPr>
          <a:xfrm flipV="1">
            <a:off x="8693470" y="2541406"/>
            <a:ext cx="98385" cy="9420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E5ABB7-7645-E52E-B720-3263DBCE3CD2}"/>
              </a:ext>
            </a:extLst>
          </p:cNvPr>
          <p:cNvSpPr txBox="1"/>
          <p:nvPr/>
        </p:nvSpPr>
        <p:spPr>
          <a:xfrm>
            <a:off x="5474492" y="637565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7B1B678-B8EE-1DA4-94B9-B3FF942FBB71}"/>
              </a:ext>
            </a:extLst>
          </p:cNvPr>
          <p:cNvCxnSpPr>
            <a:cxnSpLocks/>
          </p:cNvCxnSpPr>
          <p:nvPr/>
        </p:nvCxnSpPr>
        <p:spPr>
          <a:xfrm flipV="1">
            <a:off x="5686704" y="5852920"/>
            <a:ext cx="0" cy="590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8818378-BB8C-F680-4D46-53E9FDDDFEA5}"/>
              </a:ext>
            </a:extLst>
          </p:cNvPr>
          <p:cNvSpPr txBox="1"/>
          <p:nvPr/>
        </p:nvSpPr>
        <p:spPr>
          <a:xfrm>
            <a:off x="3329485" y="627915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3B837993-D103-FC37-6524-46866EE9EFF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2527100-A2C8-C32A-434A-5242D676E0F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0C65654-CD19-424D-42F1-870699FD675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7890F2A-F89B-5DD0-B0F0-11BEF3D5C25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6F98D62-2AE6-5237-F115-F7EB2F12A6C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5E5BF964-DA89-39DD-812D-526DA1C734C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41368B6-1D30-E673-3635-823547450B21}"/>
              </a:ext>
            </a:extLst>
          </p:cNvPr>
          <p:cNvSpPr/>
          <p:nvPr/>
        </p:nvSpPr>
        <p:spPr>
          <a:xfrm rot="10800000" flipV="1">
            <a:off x="9650593" y="3486606"/>
            <a:ext cx="98385" cy="7361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743D19F-9CCA-E45A-A92B-909689BB5033}"/>
              </a:ext>
            </a:extLst>
          </p:cNvPr>
          <p:cNvGrpSpPr/>
          <p:nvPr/>
        </p:nvGrpSpPr>
        <p:grpSpPr>
          <a:xfrm>
            <a:off x="6408026" y="4521687"/>
            <a:ext cx="98891" cy="1331233"/>
            <a:chOff x="4737834" y="4900127"/>
            <a:chExt cx="98891" cy="1331233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10D4BF6-4293-A646-5CD3-700E7C869DA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0833143-8AEE-8D27-A648-C394048EAC5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A6E37BE-CE3C-D2D3-AE89-D376C6C2596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CD3C55-6C79-7BC6-CB35-743CCB623795}"/>
              </a:ext>
            </a:extLst>
          </p:cNvPr>
          <p:cNvSpPr/>
          <p:nvPr/>
        </p:nvSpPr>
        <p:spPr>
          <a:xfrm rot="10800000" flipV="1">
            <a:off x="4237166" y="2746989"/>
            <a:ext cx="98385" cy="7364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576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1CB1-E83E-E655-5072-CA9137E4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8A5A5DF-C9C4-0935-73B4-F350C09542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40" b="14694"/>
          <a:stretch>
            <a:fillRect/>
          </a:stretch>
        </p:blipFill>
        <p:spPr bwMode="auto">
          <a:xfrm>
            <a:off x="1503363" y="1174750"/>
            <a:ext cx="10316126" cy="518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051CD8-A98F-514C-562E-4E8CEC8B00A6}"/>
                  </a:ext>
                </a:extLst>
              </p:cNvPr>
              <p:cNvSpPr txBox="1"/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𝑶𝑬𝒎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051CD8-A98F-514C-562E-4E8CEC8B0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E1698D2-E4E0-B8CA-BC33-E69C3B0A0FA2}"/>
              </a:ext>
            </a:extLst>
          </p:cNvPr>
          <p:cNvSpPr txBox="1"/>
          <p:nvPr/>
        </p:nvSpPr>
        <p:spPr>
          <a:xfrm>
            <a:off x="1871588" y="35706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119OE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3ADE6-4C76-42E6-04B5-B994D11799F4}"/>
              </a:ext>
            </a:extLst>
          </p:cNvPr>
          <p:cNvSpPr/>
          <p:nvPr/>
        </p:nvSpPr>
        <p:spPr>
          <a:xfrm rot="5400000">
            <a:off x="8106893" y="4960560"/>
            <a:ext cx="102820" cy="20190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F9CC7A-B6A4-5B76-3BDF-DEA719D16CA3}"/>
              </a:ext>
            </a:extLst>
          </p:cNvPr>
          <p:cNvSpPr/>
          <p:nvPr/>
        </p:nvSpPr>
        <p:spPr>
          <a:xfrm>
            <a:off x="7538023" y="428262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3D0C43-DBC0-EF7D-0BC5-FC9ACA3C880E}"/>
              </a:ext>
            </a:extLst>
          </p:cNvPr>
          <p:cNvSpPr/>
          <p:nvPr/>
        </p:nvSpPr>
        <p:spPr>
          <a:xfrm>
            <a:off x="7706960" y="443470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3FE7D-9D6C-5188-5A61-4FC4A57FF234}"/>
              </a:ext>
            </a:extLst>
          </p:cNvPr>
          <p:cNvSpPr txBox="1"/>
          <p:nvPr/>
        </p:nvSpPr>
        <p:spPr>
          <a:xfrm>
            <a:off x="7035432" y="3587516"/>
            <a:ext cx="2075381" cy="246221"/>
          </a:xfrm>
          <a:prstGeom prst="rect">
            <a:avLst/>
          </a:prstGeom>
          <a:solidFill>
            <a:srgbClr val="A8A8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ACEA3-C190-99EA-F845-F0B68BC0B1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B8C2CFF-10A2-945C-75BD-D910DEF998F3}"/>
              </a:ext>
            </a:extLst>
          </p:cNvPr>
          <p:cNvGrpSpPr/>
          <p:nvPr/>
        </p:nvGrpSpPr>
        <p:grpSpPr>
          <a:xfrm>
            <a:off x="9172717" y="4174559"/>
            <a:ext cx="98891" cy="1464583"/>
            <a:chOff x="4737834" y="4900127"/>
            <a:chExt cx="98891" cy="14645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716151B-3530-25A8-8548-B429921F2B6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DAD4FF0-2801-0778-A265-CCD2059FBAD6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A2E05C1-E0B4-BEBD-251A-49D42E7ABC75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4C6D0C-779B-F6BF-17F4-268190D5F067}"/>
              </a:ext>
            </a:extLst>
          </p:cNvPr>
          <p:cNvSpPr/>
          <p:nvPr/>
        </p:nvSpPr>
        <p:spPr>
          <a:xfrm flipV="1">
            <a:off x="4688112" y="2338748"/>
            <a:ext cx="98384" cy="8108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72F101-B929-418B-C0FC-1EC115A92D5D}"/>
              </a:ext>
            </a:extLst>
          </p:cNvPr>
          <p:cNvSpPr txBox="1"/>
          <p:nvPr/>
        </p:nvSpPr>
        <p:spPr>
          <a:xfrm>
            <a:off x="8263599" y="638016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5ADA267-6E45-BA68-943E-2F62C49A4467}"/>
              </a:ext>
            </a:extLst>
          </p:cNvPr>
          <p:cNvCxnSpPr>
            <a:cxnSpLocks/>
          </p:cNvCxnSpPr>
          <p:nvPr/>
        </p:nvCxnSpPr>
        <p:spPr>
          <a:xfrm flipV="1">
            <a:off x="8564211" y="5530253"/>
            <a:ext cx="0" cy="901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2D895259-A043-6F48-29AC-251625A97F9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F572B14-4C4F-C91A-9C60-E7CFCB6DF4D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D6332F1-7A99-CC4A-E2E6-54742A693A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603597E-65AB-12AB-042D-DDDE2A35AB2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BC5780B-FFE6-4CE4-F555-34F4979B356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1F06DCDB-ED75-1151-5F69-2DAA614960C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9551346-C76C-4230-1111-AAF8D9AAC978}"/>
              </a:ext>
            </a:extLst>
          </p:cNvPr>
          <p:cNvGrpSpPr/>
          <p:nvPr/>
        </p:nvGrpSpPr>
        <p:grpSpPr>
          <a:xfrm>
            <a:off x="7042654" y="4164055"/>
            <a:ext cx="98891" cy="1464583"/>
            <a:chOff x="4737834" y="4900127"/>
            <a:chExt cx="98891" cy="14645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708587B-EE9C-8D1F-86EB-8AFFA8E53D1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28EC449-D9AA-2D68-E8F7-DBF40B670B7E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34EA345-916B-D55A-5F04-1BFC22F5F74B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6BD37F2-1406-2937-FC48-05BEC4A9AF5A}"/>
              </a:ext>
            </a:extLst>
          </p:cNvPr>
          <p:cNvGrpSpPr/>
          <p:nvPr/>
        </p:nvGrpSpPr>
        <p:grpSpPr>
          <a:xfrm rot="5400000">
            <a:off x="4819217" y="3393841"/>
            <a:ext cx="98462" cy="781484"/>
            <a:chOff x="4738263" y="5583226"/>
            <a:chExt cx="98462" cy="781484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DAAB1BF3-5301-E9BF-319C-84D2DD237E9C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F6A7F70-D30F-2DAF-E584-1B1A71DD1D85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A64494D-6AE6-5EFF-7261-760A5DAA364B}"/>
              </a:ext>
            </a:extLst>
          </p:cNvPr>
          <p:cNvSpPr/>
          <p:nvPr/>
        </p:nvSpPr>
        <p:spPr>
          <a:xfrm flipV="1">
            <a:off x="9388578" y="2338748"/>
            <a:ext cx="98384" cy="8108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B25A078-0566-B05D-00D8-E29086951802}"/>
              </a:ext>
            </a:extLst>
          </p:cNvPr>
          <p:cNvSpPr/>
          <p:nvPr/>
        </p:nvSpPr>
        <p:spPr>
          <a:xfrm flipV="1">
            <a:off x="3132310" y="1720514"/>
            <a:ext cx="98384" cy="13973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9219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8D76-D14A-B149-FD7B-F475130F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9FE1E49-1F14-9D33-87C3-FA58406A1D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40" b="14694"/>
          <a:stretch>
            <a:fillRect/>
          </a:stretch>
        </p:blipFill>
        <p:spPr bwMode="auto">
          <a:xfrm>
            <a:off x="1503363" y="1174750"/>
            <a:ext cx="10316126" cy="518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CCA7DE-1AFC-00A7-1BFE-86B64411B9B9}"/>
                  </a:ext>
                </a:extLst>
              </p:cNvPr>
              <p:cNvSpPr txBox="1"/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𝑶𝑬𝒎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CCA7DE-1AFC-00A7-1BFE-86B64411B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4A9C324-F15E-5C2F-B074-B19D683C7134}"/>
              </a:ext>
            </a:extLst>
          </p:cNvPr>
          <p:cNvSpPr txBox="1"/>
          <p:nvPr/>
        </p:nvSpPr>
        <p:spPr>
          <a:xfrm>
            <a:off x="1871588" y="35706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119OE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AC9AF1-6205-00D2-B8E5-ACC480E52C38}"/>
              </a:ext>
            </a:extLst>
          </p:cNvPr>
          <p:cNvSpPr/>
          <p:nvPr/>
        </p:nvSpPr>
        <p:spPr>
          <a:xfrm>
            <a:off x="9473867" y="5167834"/>
            <a:ext cx="119846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444BE-EF1A-299C-7288-0356FC5AB949}"/>
              </a:ext>
            </a:extLst>
          </p:cNvPr>
          <p:cNvSpPr txBox="1"/>
          <p:nvPr/>
        </p:nvSpPr>
        <p:spPr>
          <a:xfrm>
            <a:off x="9817122" y="422535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D6E604-6268-5562-66A4-2102B4EECD8F}"/>
              </a:ext>
            </a:extLst>
          </p:cNvPr>
          <p:cNvSpPr/>
          <p:nvPr/>
        </p:nvSpPr>
        <p:spPr>
          <a:xfrm rot="5400000">
            <a:off x="8106893" y="4960560"/>
            <a:ext cx="102820" cy="20190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9816EA1-AE5A-C828-AE4F-EA737845AF4D}"/>
              </a:ext>
            </a:extLst>
          </p:cNvPr>
          <p:cNvSpPr/>
          <p:nvPr/>
        </p:nvSpPr>
        <p:spPr>
          <a:xfrm>
            <a:off x="7538023" y="428262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C8BF795-A69C-6DD5-3877-CBC7FCC792DE}"/>
              </a:ext>
            </a:extLst>
          </p:cNvPr>
          <p:cNvSpPr/>
          <p:nvPr/>
        </p:nvSpPr>
        <p:spPr>
          <a:xfrm>
            <a:off x="7706960" y="443470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DEC0A-2F45-F313-AF16-4DFA042EA793}"/>
              </a:ext>
            </a:extLst>
          </p:cNvPr>
          <p:cNvSpPr txBox="1"/>
          <p:nvPr/>
        </p:nvSpPr>
        <p:spPr>
          <a:xfrm>
            <a:off x="7035432" y="3587516"/>
            <a:ext cx="2075381" cy="246221"/>
          </a:xfrm>
          <a:prstGeom prst="rect">
            <a:avLst/>
          </a:prstGeom>
          <a:solidFill>
            <a:srgbClr val="A8A8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D373A3-E75E-CEBE-88BA-DDD1A142E44C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09EF5E0-EE18-5B17-23EC-B38C059991F9}"/>
              </a:ext>
            </a:extLst>
          </p:cNvPr>
          <p:cNvGrpSpPr/>
          <p:nvPr/>
        </p:nvGrpSpPr>
        <p:grpSpPr>
          <a:xfrm>
            <a:off x="9172717" y="4174559"/>
            <a:ext cx="98891" cy="1464583"/>
            <a:chOff x="4737834" y="4900127"/>
            <a:chExt cx="98891" cy="14645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2B704B7-E0FE-9811-8865-3A3BF950EE6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8BD470A-0E3D-75BA-444A-8715FCE67E1C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27169AE-F9B7-9528-7B0E-1AD1E5BEDC71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A422804-EA62-A112-A4D0-26974A429E7F}"/>
              </a:ext>
            </a:extLst>
          </p:cNvPr>
          <p:cNvGrpSpPr/>
          <p:nvPr/>
        </p:nvGrpSpPr>
        <p:grpSpPr>
          <a:xfrm>
            <a:off x="9417632" y="4114863"/>
            <a:ext cx="98814" cy="670359"/>
            <a:chOff x="4737834" y="4900127"/>
            <a:chExt cx="98814" cy="670359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B8C3393-83B9-943B-AA7A-5C6CF71E459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7D19C4F-8F6F-8BD2-6898-9A9163F753B1}"/>
                </a:ext>
              </a:extLst>
            </p:cNvPr>
            <p:cNvSpPr/>
            <p:nvPr/>
          </p:nvSpPr>
          <p:spPr>
            <a:xfrm>
              <a:off x="4738263" y="547210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9EE682-E116-37E3-151E-C5613D4745EC}"/>
              </a:ext>
            </a:extLst>
          </p:cNvPr>
          <p:cNvGrpSpPr/>
          <p:nvPr/>
        </p:nvGrpSpPr>
        <p:grpSpPr>
          <a:xfrm>
            <a:off x="3362606" y="2294298"/>
            <a:ext cx="429908" cy="542987"/>
            <a:chOff x="9229351" y="3797102"/>
            <a:chExt cx="429908" cy="542987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8D24443-5133-1D06-A6CE-E482D4BB378C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8AF5EF1F-5811-7802-4FD6-5A90B295666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8DD6C78-3292-480B-1A1B-4C8FAFB10FC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1218C495-6DC1-1B9A-4B2A-122349E9730C}"/>
                </a:ext>
              </a:extLst>
            </p:cNvPr>
            <p:cNvSpPr/>
            <p:nvPr/>
          </p:nvSpPr>
          <p:spPr>
            <a:xfrm rot="5400000">
              <a:off x="9324461" y="3948845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C77DCD4-D068-62D5-AFF2-4DCC51CC4598}"/>
                </a:ext>
              </a:extLst>
            </p:cNvPr>
            <p:cNvGrpSpPr/>
            <p:nvPr/>
          </p:nvGrpSpPr>
          <p:grpSpPr>
            <a:xfrm>
              <a:off x="9229351" y="3797102"/>
              <a:ext cx="98813" cy="540185"/>
              <a:chOff x="4775939" y="4900131"/>
              <a:chExt cx="98813" cy="540185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E901EF3D-BE4E-53CF-4C90-4689871FFA66}"/>
                  </a:ext>
                </a:extLst>
              </p:cNvPr>
              <p:cNvSpPr/>
              <p:nvPr/>
            </p:nvSpPr>
            <p:spPr>
              <a:xfrm>
                <a:off x="4775939" y="49001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9879DE8-68D2-44F3-2FD6-6D017231111E}"/>
                  </a:ext>
                </a:extLst>
              </p:cNvPr>
              <p:cNvSpPr/>
              <p:nvPr/>
            </p:nvSpPr>
            <p:spPr>
              <a:xfrm>
                <a:off x="4776367" y="53419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371C27-F241-B439-33BD-80EA54E71ED5}"/>
              </a:ext>
            </a:extLst>
          </p:cNvPr>
          <p:cNvSpPr/>
          <p:nvPr/>
        </p:nvSpPr>
        <p:spPr>
          <a:xfrm flipV="1">
            <a:off x="4688112" y="2338748"/>
            <a:ext cx="98384" cy="8108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414B2F-AA71-F490-73E5-2CBF482FFDD2}"/>
              </a:ext>
            </a:extLst>
          </p:cNvPr>
          <p:cNvSpPr txBox="1"/>
          <p:nvPr/>
        </p:nvSpPr>
        <p:spPr>
          <a:xfrm>
            <a:off x="8263599" y="638016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CCE7573-B5C8-E6D3-BBFC-CC067F67B762}"/>
              </a:ext>
            </a:extLst>
          </p:cNvPr>
          <p:cNvCxnSpPr>
            <a:cxnSpLocks/>
          </p:cNvCxnSpPr>
          <p:nvPr/>
        </p:nvCxnSpPr>
        <p:spPr>
          <a:xfrm flipV="1">
            <a:off x="8564211" y="5530253"/>
            <a:ext cx="0" cy="901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79E581E6-9EBE-4A8F-ED1E-2DDF2ADDFBF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6AAE959-EFE7-1788-30F0-273864E5F13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F751B00-1CCB-3234-28A2-CAA47E3E4DA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AADA824-F1C7-5FBC-FB95-B7583C6209B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C8EAF13-9042-3AF5-07D7-C2D0164ACFC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CAF667B-ABD5-6CF0-6CA5-90D5AED6CAD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5C5DDFF-A0B2-05D9-FA2A-8742EA684AC6}"/>
              </a:ext>
            </a:extLst>
          </p:cNvPr>
          <p:cNvGrpSpPr/>
          <p:nvPr/>
        </p:nvGrpSpPr>
        <p:grpSpPr>
          <a:xfrm>
            <a:off x="7042654" y="4164055"/>
            <a:ext cx="98891" cy="1464583"/>
            <a:chOff x="4737834" y="4900127"/>
            <a:chExt cx="98891" cy="14645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EC34901-A080-C148-4BCE-FC2A13584F1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8BFF6EF-2E32-3A77-C34F-9091A986CFF4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4D57F6A-C677-C4D6-CF17-49BF1166AA01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16A9204-1AF6-8579-7247-3D64D7FA2E14}"/>
              </a:ext>
            </a:extLst>
          </p:cNvPr>
          <p:cNvGrpSpPr/>
          <p:nvPr/>
        </p:nvGrpSpPr>
        <p:grpSpPr>
          <a:xfrm rot="5400000">
            <a:off x="4819217" y="3393841"/>
            <a:ext cx="98462" cy="781484"/>
            <a:chOff x="4738263" y="5583226"/>
            <a:chExt cx="98462" cy="781484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5046A83-4AC7-B9DB-711C-09C4DD24EC4E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901663C-EA71-1B16-282C-818A972B6388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3964C20-2662-5FC2-0570-0E61C7EBE0B7}"/>
              </a:ext>
            </a:extLst>
          </p:cNvPr>
          <p:cNvSpPr/>
          <p:nvPr/>
        </p:nvSpPr>
        <p:spPr>
          <a:xfrm flipV="1">
            <a:off x="9388578" y="2338748"/>
            <a:ext cx="98384" cy="8108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153FDD-ABD4-D78C-DFA2-5B4A3E816CB1}"/>
              </a:ext>
            </a:extLst>
          </p:cNvPr>
          <p:cNvSpPr/>
          <p:nvPr/>
        </p:nvSpPr>
        <p:spPr>
          <a:xfrm flipV="1">
            <a:off x="3132310" y="1720514"/>
            <a:ext cx="98384" cy="13973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813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09F4-F305-7C06-F074-8C233430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EFD90C3-116B-3768-6C17-8F11B562EF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40" b="14694"/>
          <a:stretch>
            <a:fillRect/>
          </a:stretch>
        </p:blipFill>
        <p:spPr bwMode="auto">
          <a:xfrm>
            <a:off x="1503363" y="1174750"/>
            <a:ext cx="10316126" cy="518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AEEFF5-61DA-C8F7-F726-4EED06B3C23F}"/>
                  </a:ext>
                </a:extLst>
              </p:cNvPr>
              <p:cNvSpPr txBox="1"/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𝑶𝑬𝒎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AEEFF5-61DA-C8F7-F726-4EED06B3C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AA8286-8F2E-382B-09C9-F213FAC9E9A2}"/>
              </a:ext>
            </a:extLst>
          </p:cNvPr>
          <p:cNvSpPr txBox="1"/>
          <p:nvPr/>
        </p:nvSpPr>
        <p:spPr>
          <a:xfrm>
            <a:off x="1871588" y="35706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119OE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B88DCD-986D-11B6-C0C0-580FD936E6D4}"/>
              </a:ext>
            </a:extLst>
          </p:cNvPr>
          <p:cNvSpPr/>
          <p:nvPr/>
        </p:nvSpPr>
        <p:spPr>
          <a:xfrm>
            <a:off x="9473867" y="5167834"/>
            <a:ext cx="119846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FCBF4-0C2C-0F93-55EA-DF63AAFF6556}"/>
              </a:ext>
            </a:extLst>
          </p:cNvPr>
          <p:cNvSpPr txBox="1"/>
          <p:nvPr/>
        </p:nvSpPr>
        <p:spPr>
          <a:xfrm>
            <a:off x="9817122" y="422535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247C4A-A20E-C9C0-198F-A776425CAB05}"/>
              </a:ext>
            </a:extLst>
          </p:cNvPr>
          <p:cNvSpPr/>
          <p:nvPr/>
        </p:nvSpPr>
        <p:spPr>
          <a:xfrm rot="5400000">
            <a:off x="8106893" y="4960560"/>
            <a:ext cx="102820" cy="20190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A91C15-3DB0-3AD6-68D1-568F7B84AB67}"/>
              </a:ext>
            </a:extLst>
          </p:cNvPr>
          <p:cNvSpPr/>
          <p:nvPr/>
        </p:nvSpPr>
        <p:spPr>
          <a:xfrm>
            <a:off x="7538023" y="4282621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D643DAD-4A6B-424C-E86F-8F7C54BD4D11}"/>
              </a:ext>
            </a:extLst>
          </p:cNvPr>
          <p:cNvSpPr/>
          <p:nvPr/>
        </p:nvSpPr>
        <p:spPr>
          <a:xfrm>
            <a:off x="7706960" y="4434708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C5578-3D49-F121-709D-AEFCC31A1529}"/>
              </a:ext>
            </a:extLst>
          </p:cNvPr>
          <p:cNvSpPr txBox="1"/>
          <p:nvPr/>
        </p:nvSpPr>
        <p:spPr>
          <a:xfrm>
            <a:off x="7035432" y="3587516"/>
            <a:ext cx="2075381" cy="246221"/>
          </a:xfrm>
          <a:prstGeom prst="rect">
            <a:avLst/>
          </a:prstGeom>
          <a:solidFill>
            <a:srgbClr val="A8A8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74547-3A3D-646B-F351-DEFAC011CC0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5CFF1572-DADD-8203-7109-04232879C10E}"/>
              </a:ext>
            </a:extLst>
          </p:cNvPr>
          <p:cNvSpPr/>
          <p:nvPr/>
        </p:nvSpPr>
        <p:spPr>
          <a:xfrm>
            <a:off x="7886388" y="4618036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62B2B5B-F598-048A-2D82-1599145EA4DE}"/>
              </a:ext>
            </a:extLst>
          </p:cNvPr>
          <p:cNvGrpSpPr/>
          <p:nvPr/>
        </p:nvGrpSpPr>
        <p:grpSpPr>
          <a:xfrm>
            <a:off x="9172717" y="4174559"/>
            <a:ext cx="98891" cy="1464583"/>
            <a:chOff x="4737834" y="4900127"/>
            <a:chExt cx="98891" cy="146458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AA8E582-8D0D-0029-058C-B907574FE07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5B6C57E-7962-96D7-D79A-79AD11E10146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4E2E468-274A-654A-3FAB-C189F5460945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7ADF21-FD97-5E03-78F4-438A285DB0C4}"/>
              </a:ext>
            </a:extLst>
          </p:cNvPr>
          <p:cNvGrpSpPr/>
          <p:nvPr/>
        </p:nvGrpSpPr>
        <p:grpSpPr>
          <a:xfrm>
            <a:off x="9417632" y="4114863"/>
            <a:ext cx="98814" cy="670359"/>
            <a:chOff x="4737834" y="4900127"/>
            <a:chExt cx="98814" cy="670359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13612CF-9F46-9DC4-04D0-08BE0D6E189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E571931-F49D-78AB-6FA2-5B19B9E43ABB}"/>
                </a:ext>
              </a:extLst>
            </p:cNvPr>
            <p:cNvSpPr/>
            <p:nvPr/>
          </p:nvSpPr>
          <p:spPr>
            <a:xfrm>
              <a:off x="4738263" y="547210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77423D1-F9F1-CC6D-87B5-D7A02135B634}"/>
              </a:ext>
            </a:extLst>
          </p:cNvPr>
          <p:cNvGrpSpPr/>
          <p:nvPr/>
        </p:nvGrpSpPr>
        <p:grpSpPr>
          <a:xfrm>
            <a:off x="3362606" y="2294298"/>
            <a:ext cx="429908" cy="542987"/>
            <a:chOff x="9229351" y="3797102"/>
            <a:chExt cx="429908" cy="542987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75F7B0C-6DC6-F16C-D3DE-193198C6FA3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4813AFE7-3EE2-78C0-9227-37EBB4CABB2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DEE9C6B9-B621-58C3-FB56-5EF3D42C4071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38F40DAE-1681-2F16-DF27-D1F8C5CF18FF}"/>
                </a:ext>
              </a:extLst>
            </p:cNvPr>
            <p:cNvSpPr/>
            <p:nvPr/>
          </p:nvSpPr>
          <p:spPr>
            <a:xfrm rot="5400000">
              <a:off x="9324461" y="3948845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CCAD887-AC0C-11D5-EB23-5A4B0421F37A}"/>
                </a:ext>
              </a:extLst>
            </p:cNvPr>
            <p:cNvGrpSpPr/>
            <p:nvPr/>
          </p:nvGrpSpPr>
          <p:grpSpPr>
            <a:xfrm>
              <a:off x="9229351" y="3797102"/>
              <a:ext cx="98813" cy="540185"/>
              <a:chOff x="4775939" y="4900131"/>
              <a:chExt cx="98813" cy="540185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5880AD9-52BF-D894-7B3B-CF1B216657F0}"/>
                  </a:ext>
                </a:extLst>
              </p:cNvPr>
              <p:cNvSpPr/>
              <p:nvPr/>
            </p:nvSpPr>
            <p:spPr>
              <a:xfrm>
                <a:off x="4775939" y="49001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99AF246-2A78-3018-BCFC-2B0E098F1332}"/>
                  </a:ext>
                </a:extLst>
              </p:cNvPr>
              <p:cNvSpPr/>
              <p:nvPr/>
            </p:nvSpPr>
            <p:spPr>
              <a:xfrm>
                <a:off x="4776367" y="53419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83172D-194D-A86A-C3DA-002581FDED68}"/>
              </a:ext>
            </a:extLst>
          </p:cNvPr>
          <p:cNvSpPr/>
          <p:nvPr/>
        </p:nvSpPr>
        <p:spPr>
          <a:xfrm flipV="1">
            <a:off x="4688112" y="2338748"/>
            <a:ext cx="98384" cy="8108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69936-11FD-A234-818F-2B2DAED05484}"/>
              </a:ext>
            </a:extLst>
          </p:cNvPr>
          <p:cNvSpPr txBox="1"/>
          <p:nvPr/>
        </p:nvSpPr>
        <p:spPr>
          <a:xfrm>
            <a:off x="8263599" y="638016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410026D-DAA2-3351-7F5D-E9415C3479AA}"/>
              </a:ext>
            </a:extLst>
          </p:cNvPr>
          <p:cNvCxnSpPr>
            <a:cxnSpLocks/>
          </p:cNvCxnSpPr>
          <p:nvPr/>
        </p:nvCxnSpPr>
        <p:spPr>
          <a:xfrm flipV="1">
            <a:off x="8564211" y="5530253"/>
            <a:ext cx="0" cy="901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4CCAD05-69A6-9443-1081-0ADDC2B5C4DA}"/>
              </a:ext>
            </a:extLst>
          </p:cNvPr>
          <p:cNvSpPr txBox="1"/>
          <p:nvPr/>
        </p:nvSpPr>
        <p:spPr>
          <a:xfrm>
            <a:off x="6073598" y="621335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2D53270-FA86-DEF3-477D-6E56BC71407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E2279B6-5C4B-C36A-6B29-235DCEA75E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F2AAC4B-97F0-89DF-D96D-1B6AE7EB462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AF411F3-0864-BF06-0DC5-8854E7F7E47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19BC613-D9D1-CA8B-DE86-2762850AC27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7D268004-BD12-0720-88F2-4A12C7FB387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2ED31C3-EA87-4FA1-4BB5-3D11E37A0576}"/>
              </a:ext>
            </a:extLst>
          </p:cNvPr>
          <p:cNvGrpSpPr/>
          <p:nvPr/>
        </p:nvGrpSpPr>
        <p:grpSpPr>
          <a:xfrm>
            <a:off x="7042654" y="4164055"/>
            <a:ext cx="98891" cy="1464583"/>
            <a:chOff x="4737834" y="4900127"/>
            <a:chExt cx="98891" cy="146458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13E2090-3195-ED8A-E442-F251B82A323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9B227E4-6622-F8F4-5B9F-3FD68691F3A8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92D1E73-44B1-4E12-9203-56ECF4B903FE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2ACAE0B-B676-DF11-CFA4-3A85A1F183BA}"/>
              </a:ext>
            </a:extLst>
          </p:cNvPr>
          <p:cNvGrpSpPr/>
          <p:nvPr/>
        </p:nvGrpSpPr>
        <p:grpSpPr>
          <a:xfrm rot="5400000">
            <a:off x="4819217" y="3393841"/>
            <a:ext cx="98462" cy="781484"/>
            <a:chOff x="4738263" y="5583226"/>
            <a:chExt cx="98462" cy="781484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6AE1810-A84F-E7B0-8EFC-083D584CEA5A}"/>
                </a:ext>
              </a:extLst>
            </p:cNvPr>
            <p:cNvSpPr/>
            <p:nvPr/>
          </p:nvSpPr>
          <p:spPr>
            <a:xfrm>
              <a:off x="4738263" y="55832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F8716F60-6821-3AB2-9DC9-E266CBEF830E}"/>
                </a:ext>
              </a:extLst>
            </p:cNvPr>
            <p:cNvSpPr/>
            <p:nvPr/>
          </p:nvSpPr>
          <p:spPr>
            <a:xfrm>
              <a:off x="4738340" y="6266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2C4BE91-82CB-F3E3-37EE-BA0341151025}"/>
              </a:ext>
            </a:extLst>
          </p:cNvPr>
          <p:cNvSpPr/>
          <p:nvPr/>
        </p:nvSpPr>
        <p:spPr>
          <a:xfrm flipV="1">
            <a:off x="9388578" y="2338748"/>
            <a:ext cx="98384" cy="8108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DEEBEB4-92FD-1CCB-4B24-698C80A6A330}"/>
              </a:ext>
            </a:extLst>
          </p:cNvPr>
          <p:cNvSpPr/>
          <p:nvPr/>
        </p:nvSpPr>
        <p:spPr>
          <a:xfrm flipV="1">
            <a:off x="3132310" y="1720514"/>
            <a:ext cx="98384" cy="13973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8027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1CB1-E83E-E655-5072-CA9137E4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8A5A5DF-C9C4-0935-73B4-F350C09542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40" b="14694"/>
          <a:stretch>
            <a:fillRect/>
          </a:stretch>
        </p:blipFill>
        <p:spPr bwMode="auto">
          <a:xfrm>
            <a:off x="1503363" y="1174750"/>
            <a:ext cx="10316126" cy="518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051CD8-A98F-514C-562E-4E8CEC8B00A6}"/>
                  </a:ext>
                </a:extLst>
              </p:cNvPr>
              <p:cNvSpPr txBox="1"/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𝑶𝑬𝒎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051CD8-A98F-514C-562E-4E8CEC8B0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446" y="106471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E1698D2-E4E0-B8CA-BC33-E69C3B0A0FA2}"/>
              </a:ext>
            </a:extLst>
          </p:cNvPr>
          <p:cNvSpPr txBox="1"/>
          <p:nvPr/>
        </p:nvSpPr>
        <p:spPr>
          <a:xfrm>
            <a:off x="1871588" y="35706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119OE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ACEA3-C190-99EA-F845-F0B68BC0B1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2D895259-A043-6F48-29AC-251625A97F9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F572B14-4C4F-C91A-9C60-E7CFCB6DF4D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D6332F1-7A99-CC4A-E2E6-54742A693A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603597E-65AB-12AB-042D-DDDE2A35AB2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BC5780B-FFE6-4CE4-F555-34F4979B356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1F06DCDB-ED75-1151-5F69-2DAA614960C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113B475-C800-2B22-98D6-E5A2C006BB44}"/>
              </a:ext>
            </a:extLst>
          </p:cNvPr>
          <p:cNvSpPr/>
          <p:nvPr/>
        </p:nvSpPr>
        <p:spPr>
          <a:xfrm>
            <a:off x="7481752" y="4282621"/>
            <a:ext cx="1352759" cy="140062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별: 꼭짓점 4개 17">
            <a:extLst>
              <a:ext uri="{FF2B5EF4-FFF2-40B4-BE49-F238E27FC236}">
                <a16:creationId xmlns:a16="http://schemas.microsoft.com/office/drawing/2014/main" id="{147B94E9-B17C-24AE-0FBB-5F7C4D2AB32A}"/>
              </a:ext>
            </a:extLst>
          </p:cNvPr>
          <p:cNvSpPr/>
          <p:nvPr/>
        </p:nvSpPr>
        <p:spPr>
          <a:xfrm>
            <a:off x="7872320" y="470244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634638-A21A-8E83-E2D3-20819C1C131F}"/>
              </a:ext>
            </a:extLst>
          </p:cNvPr>
          <p:cNvSpPr txBox="1"/>
          <p:nvPr/>
        </p:nvSpPr>
        <p:spPr>
          <a:xfrm>
            <a:off x="7050359" y="623778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DB0B4FD-E4DF-11E8-64B6-9747BF9BFC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605387" y="4618036"/>
            <a:ext cx="2236971" cy="1554480"/>
          </a:xfrm>
          <a:prstGeom prst="rect">
            <a:avLst/>
          </a:prstGeom>
        </p:spPr>
      </p:pic>
      <p:pic>
        <p:nvPicPr>
          <p:cNvPr id="24" name="그림 2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3B971C47-2DFC-646D-9492-318C31C79B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-43178" y="2854749"/>
            <a:ext cx="1619250" cy="153035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D175943B-079F-1F02-CD58-1FAAD1AD337F}"/>
              </a:ext>
            </a:extLst>
          </p:cNvPr>
          <p:cNvGrpSpPr/>
          <p:nvPr/>
        </p:nvGrpSpPr>
        <p:grpSpPr>
          <a:xfrm>
            <a:off x="4402101" y="3586973"/>
            <a:ext cx="764953" cy="255923"/>
            <a:chOff x="1981437" y="651871"/>
            <a:chExt cx="764953" cy="25592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D79BBA-275C-0C5E-BBDA-F71B2C0DC948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0509B3F-857A-9522-A360-3D532D01F7F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CDF5BE8D-0AC7-6118-0F89-AA23276E902B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8BC7DFF2-031D-49AA-2026-D90C18398C9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A026F4E-BED1-907F-FB77-876E5CB7D8E0}"/>
              </a:ext>
            </a:extLst>
          </p:cNvPr>
          <p:cNvSpPr/>
          <p:nvPr/>
        </p:nvSpPr>
        <p:spPr>
          <a:xfrm>
            <a:off x="7634153" y="4435022"/>
            <a:ext cx="1031546" cy="107951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990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2026-07-23T02:02:15Z</dcterms:created>
  <dcterms:modified xsi:type="dcterms:W3CDTF">2026-08-11T02:44:37Z</dcterms:modified>
</cp:coreProperties>
</file>