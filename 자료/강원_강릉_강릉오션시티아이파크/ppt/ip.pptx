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08" r:id="rId13"/>
    <p:sldId id="527" r:id="rId14"/>
    <p:sldId id="526" r:id="rId15"/>
    <p:sldId id="551" r:id="rId16"/>
    <p:sldId id="559" r:id="rId17"/>
    <p:sldId id="553" r:id="rId18"/>
    <p:sldId id="557" r:id="rId19"/>
    <p:sldId id="558" r:id="rId20"/>
    <p:sldId id="554" r:id="rId21"/>
    <p:sldId id="555" r:id="rId22"/>
    <p:sldId id="509" r:id="rId23"/>
    <p:sldId id="529" r:id="rId24"/>
    <p:sldId id="528" r:id="rId25"/>
    <p:sldId id="561" r:id="rId26"/>
    <p:sldId id="547" r:id="rId27"/>
    <p:sldId id="545" r:id="rId28"/>
    <p:sldId id="548" r:id="rId29"/>
    <p:sldId id="546" r:id="rId30"/>
    <p:sldId id="544" r:id="rId31"/>
    <p:sldId id="511" r:id="rId32"/>
    <p:sldId id="531" r:id="rId33"/>
    <p:sldId id="530" r:id="rId34"/>
    <p:sldId id="562" r:id="rId35"/>
    <p:sldId id="542" r:id="rId36"/>
    <p:sldId id="556" r:id="rId37"/>
    <p:sldId id="543" r:id="rId38"/>
    <p:sldId id="552" r:id="rId39"/>
    <p:sldId id="513" r:id="rId40"/>
    <p:sldId id="533" r:id="rId41"/>
    <p:sldId id="532" r:id="rId42"/>
    <p:sldId id="514" r:id="rId43"/>
    <p:sldId id="535" r:id="rId44"/>
    <p:sldId id="534" r:id="rId45"/>
    <p:sldId id="563" r:id="rId46"/>
    <p:sldId id="560" r:id="rId47"/>
    <p:sldId id="515" r:id="rId48"/>
    <p:sldId id="537" r:id="rId49"/>
    <p:sldId id="536" r:id="rId50"/>
    <p:sldId id="516" r:id="rId51"/>
    <p:sldId id="539" r:id="rId52"/>
    <p:sldId id="538" r:id="rId53"/>
    <p:sldId id="549" r:id="rId54"/>
    <p:sldId id="550" r:id="rId55"/>
    <p:sldId id="517" r:id="rId56"/>
    <p:sldId id="541" r:id="rId57"/>
    <p:sldId id="540" r:id="rId5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75" id="{FD1B5EB0-C61A-46FB-B296-9A81B49EC67D}">
          <p14:sldIdLst>
            <p14:sldId id="508"/>
            <p14:sldId id="527"/>
            <p14:sldId id="526"/>
            <p14:sldId id="551"/>
            <p14:sldId id="559"/>
            <p14:sldId id="553"/>
            <p14:sldId id="557"/>
            <p14:sldId id="558"/>
            <p14:sldId id="554"/>
            <p14:sldId id="555"/>
          </p14:sldIdLst>
        </p14:section>
        <p14:section name="84A" id="{339F33D9-44A8-4A04-919B-523239C0AD09}">
          <p14:sldIdLst>
            <p14:sldId id="509"/>
            <p14:sldId id="529"/>
            <p14:sldId id="528"/>
            <p14:sldId id="561"/>
            <p14:sldId id="547"/>
            <p14:sldId id="545"/>
            <p14:sldId id="548"/>
            <p14:sldId id="546"/>
            <p14:sldId id="544"/>
          </p14:sldIdLst>
        </p14:section>
        <p14:section name="84B" id="{DD311B50-9211-4D66-AB37-6C199CE7F537}">
          <p14:sldIdLst>
            <p14:sldId id="511"/>
            <p14:sldId id="531"/>
            <p14:sldId id="530"/>
            <p14:sldId id="562"/>
            <p14:sldId id="542"/>
            <p14:sldId id="556"/>
            <p14:sldId id="543"/>
            <p14:sldId id="552"/>
          </p14:sldIdLst>
        </p14:section>
        <p14:section name="84C" id="{B10B651C-7C8C-44B3-8B64-C2CC4E69B84A}">
          <p14:sldIdLst>
            <p14:sldId id="513"/>
            <p14:sldId id="533"/>
            <p14:sldId id="532"/>
          </p14:sldIdLst>
        </p14:section>
        <p14:section name="84D" id="{BA2E13F2-22D5-46C9-BC40-A9FF356D5DC7}">
          <p14:sldIdLst>
            <p14:sldId id="514"/>
            <p14:sldId id="535"/>
            <p14:sldId id="534"/>
            <p14:sldId id="563"/>
            <p14:sldId id="560"/>
          </p14:sldIdLst>
        </p14:section>
        <p14:section name="100P" id="{33DE6324-B8F8-4222-82E0-9950B815B2EF}">
          <p14:sldIdLst>
            <p14:sldId id="515"/>
            <p14:sldId id="537"/>
            <p14:sldId id="536"/>
          </p14:sldIdLst>
        </p14:section>
        <p14:section name="116" id="{0E64E8FF-CE18-4F04-BB53-AE5780AE8EA5}">
          <p14:sldIdLst>
            <p14:sldId id="516"/>
            <p14:sldId id="539"/>
            <p14:sldId id="538"/>
            <p14:sldId id="549"/>
            <p14:sldId id="550"/>
          </p14:sldIdLst>
        </p14:section>
        <p14:section name="142P" id="{34409614-7AE8-4209-A60F-9F15084C2CF0}">
          <p14:sldIdLst>
            <p14:sldId id="517"/>
            <p14:sldId id="541"/>
            <p14:sldId id="54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EE"/>
    <a:srgbClr val="022B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Relationship Id="rId6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위서현" userId="b2c7588e-daca-4ee1-8815-1178a8d7188e" providerId="ADAL" clId="{CD28CAFD-98A2-430C-92F2-8DF3B74E70DF}"/>
    <pc:docChg chg="modSld">
      <pc:chgData name="위서현" userId="b2c7588e-daca-4ee1-8815-1178a8d7188e" providerId="ADAL" clId="{CD28CAFD-98A2-430C-92F2-8DF3B74E70DF}" dt="2026-08-25T07:36:47.930" v="4" actId="1076"/>
      <pc:docMkLst>
        <pc:docMk/>
      </pc:docMkLst>
      <pc:sldChg chg="modSp mod">
        <pc:chgData name="위서현" userId="b2c7588e-daca-4ee1-8815-1178a8d7188e" providerId="ADAL" clId="{CD28CAFD-98A2-430C-92F2-8DF3B74E70DF}" dt="2026-08-25T07:36:47.930" v="4" actId="1076"/>
        <pc:sldMkLst>
          <pc:docMk/>
          <pc:sldMk cId="2608155633" sldId="516"/>
        </pc:sldMkLst>
        <pc:spChg chg="mod">
          <ac:chgData name="위서현" userId="b2c7588e-daca-4ee1-8815-1178a8d7188e" providerId="ADAL" clId="{CD28CAFD-98A2-430C-92F2-8DF3B74E70DF}" dt="2026-08-25T07:36:45.978" v="3" actId="1076"/>
          <ac:spMkLst>
            <pc:docMk/>
            <pc:sldMk cId="2608155633" sldId="516"/>
            <ac:spMk id="2" creationId="{F9376DCB-5F19-0867-1C3F-FC11C4004B61}"/>
          </ac:spMkLst>
        </pc:spChg>
        <pc:spChg chg="mod">
          <ac:chgData name="위서현" userId="b2c7588e-daca-4ee1-8815-1178a8d7188e" providerId="ADAL" clId="{CD28CAFD-98A2-430C-92F2-8DF3B74E70DF}" dt="2026-08-25T07:36:47.930" v="4" actId="1076"/>
          <ac:spMkLst>
            <pc:docMk/>
            <pc:sldMk cId="2608155633" sldId="516"/>
            <ac:spMk id="4" creationId="{EE616C10-DF01-2AD5-5BDA-8C7A88DFB192}"/>
          </ac:spMkLst>
        </pc:spChg>
      </pc:sldChg>
    </pc:docChg>
  </pc:docChgLst>
  <pc:docChgLst>
    <pc:chgData name="변경순" userId="934bc8be-092b-48fe-8084-8bf381ca8c96" providerId="ADAL" clId="{98FEE96D-739B-4C09-AC1A-3AB4AF33272E}"/>
    <pc:docChg chg="modSld">
      <pc:chgData name="변경순" userId="934bc8be-092b-48fe-8084-8bf381ca8c96" providerId="ADAL" clId="{98FEE96D-739B-4C09-AC1A-3AB4AF33272E}" dt="2026-09-02T06:22:24.576" v="1" actId="14100"/>
      <pc:docMkLst>
        <pc:docMk/>
      </pc:docMkLst>
      <pc:sldChg chg="modSp mod">
        <pc:chgData name="변경순" userId="934bc8be-092b-48fe-8084-8bf381ca8c96" providerId="ADAL" clId="{98FEE96D-739B-4C09-AC1A-3AB4AF33272E}" dt="2026-09-02T06:22:24.576" v="1" actId="14100"/>
        <pc:sldMkLst>
          <pc:docMk/>
          <pc:sldMk cId="2872162546" sldId="523"/>
        </pc:sldMkLst>
        <pc:picChg chg="mod">
          <ac:chgData name="변경순" userId="934bc8be-092b-48fe-8084-8bf381ca8c96" providerId="ADAL" clId="{98FEE96D-739B-4C09-AC1A-3AB4AF33272E}" dt="2026-09-02T06:22:24.576" v="1" actId="14100"/>
          <ac:picMkLst>
            <pc:docMk/>
            <pc:sldMk cId="2872162546" sldId="523"/>
            <ac:picMk id="5" creationId="{1BA02D44-8F6C-891F-3888-DD55B5FF5089}"/>
          </ac:picMkLst>
        </pc:picChg>
      </pc:sldChg>
    </pc:docChg>
  </pc:docChgLst>
  <pc:docChgLst>
    <pc:chgData name="이호천" userId="c67bc07d-f1d8-4012-ac24-e7ea188d9872" providerId="ADAL" clId="{E2DB5097-E7F6-4BB1-BDFD-BFD1F197B7FF}"/>
    <pc:docChg chg="modSld">
      <pc:chgData name="이호천" userId="c67bc07d-f1d8-4012-ac24-e7ea188d9872" providerId="ADAL" clId="{E2DB5097-E7F6-4BB1-BDFD-BFD1F197B7FF}" dt="2026-08-27T05:57:46.645" v="0" actId="14100"/>
      <pc:docMkLst>
        <pc:docMk/>
      </pc:docMkLst>
      <pc:sldChg chg="modSp mod">
        <pc:chgData name="이호천" userId="c67bc07d-f1d8-4012-ac24-e7ea188d9872" providerId="ADAL" clId="{E2DB5097-E7F6-4BB1-BDFD-BFD1F197B7FF}" dt="2026-08-27T05:57:46.645" v="0" actId="14100"/>
        <pc:sldMkLst>
          <pc:docMk/>
          <pc:sldMk cId="1708934843" sldId="559"/>
        </pc:sldMkLst>
        <pc:spChg chg="mod">
          <ac:chgData name="이호천" userId="c67bc07d-f1d8-4012-ac24-e7ea188d9872" providerId="ADAL" clId="{E2DB5097-E7F6-4BB1-BDFD-BFD1F197B7FF}" dt="2026-08-27T05:57:46.645" v="0" actId="14100"/>
          <ac:spMkLst>
            <pc:docMk/>
            <pc:sldMk cId="1708934843" sldId="559"/>
            <ac:spMk id="11" creationId="{2ED89C5F-78D1-1503-11E6-6C16F3386649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4BD37-4B65-38AC-0022-3B9E6B332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A37F0D-49A0-B264-7175-6279B0C2F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CC5E0-C5C6-2C83-5131-D9B403C8C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509B-DA1D-474D-9F69-612B8590E455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93751D-C789-A303-E264-50F72AB06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F82381-E89C-A17F-FDE0-7F7EED59C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6C15-2F50-46D1-B8E5-236E4012F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093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F8BEE-8879-F2F6-30D2-2E7E89E5C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F1A550-FFFD-6298-8127-08858CF1D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83615-4AE6-8638-0081-F2379DD70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509B-DA1D-474D-9F69-612B8590E455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8E8006-7E91-252C-F20D-AD371998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3B4382-6588-268C-D384-2C4E44EE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6C15-2F50-46D1-B8E5-236E4012F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020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EA843-633D-B1B3-3580-4034BD98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ECF10-5CD6-C40F-6963-AB0524212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B00B3A-A84D-D6B9-1B66-A39DA9B46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509B-DA1D-474D-9F69-612B8590E455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514411-D1FA-00C7-72E4-E14DD8E5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99FD1D-92E8-C286-0B4B-576E83A09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6C15-2F50-46D1-B8E5-236E4012F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9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BE2FA-D777-12B1-D57A-3A04C5F8B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89BAFC-3744-3B15-D2AB-13CE979805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035FC6-90D6-91C1-500A-76025AE70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4DB454-8672-B76C-4313-6D3FBBD5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509B-DA1D-474D-9F69-612B8590E455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6E867D-7698-C2E2-073E-BF363C96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A7E406-6163-6919-0B92-6532E472F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6C15-2F50-46D1-B8E5-236E4012F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6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81E6E-F16D-D5E4-C10D-4C87E58E4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2BE56B-554C-1D32-45CD-2EF496A6F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07EC78-A053-144C-5A49-CB13A17AA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52B9F8-32D1-F486-2942-10EEC5B50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7C0645-D3DC-5C7A-107F-15C564F02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63D6DF-4793-5B8F-FFCB-7ED85D7B0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509B-DA1D-474D-9F69-612B8590E455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1C7053-7CBE-10D9-9576-F588FD98A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84A0CBE-B17E-B8B4-A9CB-1BC331A9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6C15-2F50-46D1-B8E5-236E4012F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8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00A90-408C-FA1E-ACE9-7718E419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D0AD6A-E9B4-5498-1E85-7DC37E2E2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509B-DA1D-474D-9F69-612B8590E455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F8C255-A565-CCC0-FA7F-C24C0359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9ADC50-BE27-1ABD-76FE-85415D899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6C15-2F50-46D1-B8E5-236E4012F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59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259B252-935F-B063-1ABF-8AE90B0CC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509B-DA1D-474D-9F69-612B8590E455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05336F-809E-A5C5-B2AB-CBB52C66E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13247D-B196-012A-D72F-9A818E46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6C15-2F50-46D1-B8E5-236E4012F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286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A75B4-81DC-550E-F87A-4C17B86E5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C83AD3-BEE7-EB26-230B-0CEE6947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0D3B68-996E-5C4F-A5D4-92FFEAE20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37AC02-909F-C30E-55D1-C33B579A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509B-DA1D-474D-9F69-612B8590E455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E70FAC-5C88-71B2-9BA4-5F10D6B0E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FCC094-C42A-DA77-17D7-7FF30D901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6C15-2F50-46D1-B8E5-236E4012F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95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13461-6803-A052-1B33-84D0ACF30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8E1654-58F1-C8E3-AC07-46ACAF158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031543-D8C1-71CA-73AC-CD1718864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FCF6C1-F758-1C72-7ACC-D75316C8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509B-DA1D-474D-9F69-612B8590E455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39A46-3284-6BCD-B2D9-627EA9C27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C12C56-64A7-6669-D605-43D7705A2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6C15-2F50-46D1-B8E5-236E4012F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853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FCE5F-B443-0BD9-F983-518C4CB91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A094A8-29DF-6C7F-65C7-FE23F794D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B6BC56-2D92-4A9F-C0C4-D74692DA9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509B-DA1D-474D-9F69-612B8590E455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88FB6A-166A-3223-606D-3F6E4AF07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E7B7E6-B90C-9BAC-B70A-04D6A4ED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6C15-2F50-46D1-B8E5-236E4012F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747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89F33A-3B81-09F8-EDFB-5A8E1AB2D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5E5178-8682-6DCF-76B0-4F675EA7A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3BBD35-6077-BF2A-612B-060508B0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509B-DA1D-474D-9F69-612B8590E455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AB3F6F-63A3-636E-9BF5-73BF91963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CE69F7-1D42-FC81-8B00-776DDB12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6C15-2F50-46D1-B8E5-236E4012F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3440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B0439A-1E8D-33B1-A84B-E6B8F569D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1B78E8-101D-5148-216F-BDF194371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3674F3-3034-8374-0FA3-35C8B9623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82509B-DA1D-474D-9F69-612B8590E455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E63D99-7A29-FBFF-45B3-8036D0400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4158E4-AC0A-7B0D-7F09-99AD27427B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16C15-2F50-46D1-B8E5-236E4012FA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45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1.wdp"/><Relationship Id="rId4" Type="http://schemas.openxmlformats.org/officeDocument/2006/relationships/image" Target="../media/image35.png"/><Relationship Id="rId5" Type="http://schemas.openxmlformats.org/officeDocument/2006/relationships/image" Target="../media/image35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1.wdp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5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1.wdp"/><Relationship Id="rId4" Type="http://schemas.openxmlformats.org/officeDocument/2006/relationships/image" Target="../media/image35.png"/><Relationship Id="rId5" Type="http://schemas.openxmlformats.org/officeDocument/2006/relationships/image" Target="../media/image35.jpe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1.wdp"/><Relationship Id="rId4" Type="http://schemas.openxmlformats.org/officeDocument/2006/relationships/image" Target="../media/image35.png"/><Relationship Id="rId5" Type="http://schemas.openxmlformats.org/officeDocument/2006/relationships/image" Target="../media/image35.jpe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1.wdp"/><Relationship Id="rId4" Type="http://schemas.openxmlformats.org/officeDocument/2006/relationships/image" Target="../media/image35.png"/><Relationship Id="rId5" Type="http://schemas.openxmlformats.org/officeDocument/2006/relationships/image" Target="../media/image35.jpeg"/><Relationship Id="rId6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1.wdp"/><Relationship Id="rId4" Type="http://schemas.openxmlformats.org/officeDocument/2006/relationships/image" Target="../media/image35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1.wdp"/><Relationship Id="rId4" Type="http://schemas.openxmlformats.org/officeDocument/2006/relationships/image" Target="../media/image35.png"/><Relationship Id="rId5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microsoft.com/office/2007/relationships/hdphoto" Target="../media/hdphoto2.wdp"/><Relationship Id="rId4" Type="http://schemas.openxmlformats.org/officeDocument/2006/relationships/image" Target="../media/image4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microsoft.com/office/2007/relationships/hdphoto" Target="../media/hdphoto2.wdp"/><Relationship Id="rId4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microsoft.com/office/2007/relationships/hdphoto" Target="../media/hdphoto2.wdp"/><Relationship Id="rId4" Type="http://schemas.openxmlformats.org/officeDocument/2006/relationships/image" Target="../media/image4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microsoft.com/office/2007/relationships/hdphoto" Target="../media/hdphoto2.wdp"/><Relationship Id="rId4" Type="http://schemas.openxmlformats.org/officeDocument/2006/relationships/image" Target="../media/image42.png"/><Relationship Id="rId5" Type="http://schemas.openxmlformats.org/officeDocument/2006/relationships/image" Target="../media/image35.jpeg"/><Relationship Id="rId6" Type="http://schemas.openxmlformats.org/officeDocument/2006/relationships/image" Target="../media/image3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microsoft.com/office/2007/relationships/hdphoto" Target="../media/hdphoto2.wdp"/><Relationship Id="rId4" Type="http://schemas.openxmlformats.org/officeDocument/2006/relationships/image" Target="../media/image42.png"/><Relationship Id="rId5" Type="http://schemas.openxmlformats.org/officeDocument/2006/relationships/image" Target="../media/image37.png"/><Relationship Id="rId6" Type="http://schemas.openxmlformats.org/officeDocument/2006/relationships/image" Target="../media/image35.jpeg"/><Relationship Id="rId7" Type="http://schemas.openxmlformats.org/officeDocument/2006/relationships/image" Target="../media/image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microsoft.com/office/2007/relationships/hdphoto" Target="../media/hdphoto2.wdp"/><Relationship Id="rId4" Type="http://schemas.openxmlformats.org/officeDocument/2006/relationships/image" Target="../media/image42.png"/><Relationship Id="rId5" Type="http://schemas.openxmlformats.org/officeDocument/2006/relationships/image" Target="../media/image37.png"/><Relationship Id="rId6" Type="http://schemas.openxmlformats.org/officeDocument/2006/relationships/image" Target="../media/image35.jpe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microsoft.com/office/2007/relationships/hdphoto" Target="../media/hdphoto2.wdp"/><Relationship Id="rId4" Type="http://schemas.openxmlformats.org/officeDocument/2006/relationships/image" Target="../media/image42.png"/><Relationship Id="rId5" Type="http://schemas.openxmlformats.org/officeDocument/2006/relationships/image" Target="../media/image35.jpeg"/><Relationship Id="rId6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microsoft.com/office/2007/relationships/hdphoto" Target="../media/hdphoto2.wdp"/><Relationship Id="rId4" Type="http://schemas.openxmlformats.org/officeDocument/2006/relationships/image" Target="../media/image42.png"/><Relationship Id="rId5" Type="http://schemas.openxmlformats.org/officeDocument/2006/relationships/image" Target="../media/image37.png"/><Relationship Id="rId6" Type="http://schemas.openxmlformats.org/officeDocument/2006/relationships/image" Target="../media/image35.jpeg"/><Relationship Id="rId7" Type="http://schemas.openxmlformats.org/officeDocument/2006/relationships/image" Target="../media/image39.png"/><Relationship Id="rId8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microsoft.com/office/2007/relationships/hdphoto" Target="../media/hdphoto2.wdp"/><Relationship Id="rId4" Type="http://schemas.openxmlformats.org/officeDocument/2006/relationships/image" Target="../media/image42.png"/><Relationship Id="rId5" Type="http://schemas.openxmlformats.org/officeDocument/2006/relationships/image" Target="../media/image3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microsoft.com/office/2007/relationships/hdphoto" Target="../media/hdphoto3.wdp"/><Relationship Id="rId4" Type="http://schemas.openxmlformats.org/officeDocument/2006/relationships/image" Target="../media/image4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microsoft.com/office/2007/relationships/hdphoto" Target="../media/hdphoto3.wdp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microsoft.com/office/2007/relationships/hdphoto" Target="../media/hdphoto3.wdp"/><Relationship Id="rId4" Type="http://schemas.openxmlformats.org/officeDocument/2006/relationships/image" Target="../media/image45.png"/><Relationship Id="rId5" Type="http://schemas.openxmlformats.org/officeDocument/2006/relationships/image" Target="../media/image4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microsoft.com/office/2007/relationships/hdphoto" Target="../media/hdphoto3.wdp"/><Relationship Id="rId4" Type="http://schemas.openxmlformats.org/officeDocument/2006/relationships/image" Target="../media/image45.png"/><Relationship Id="rId5" Type="http://schemas.openxmlformats.org/officeDocument/2006/relationships/image" Target="../media/image47.png"/><Relationship Id="rId6" Type="http://schemas.openxmlformats.org/officeDocument/2006/relationships/image" Target="../media/image37.png"/><Relationship Id="rId7" Type="http://schemas.openxmlformats.org/officeDocument/2006/relationships/image" Target="../media/image35.jpeg"/><Relationship Id="rId8" Type="http://schemas.openxmlformats.org/officeDocument/2006/relationships/image" Target="../media/image3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microsoft.com/office/2007/relationships/hdphoto" Target="../media/hdphoto3.wdp"/><Relationship Id="rId4" Type="http://schemas.openxmlformats.org/officeDocument/2006/relationships/image" Target="../media/image45.png"/><Relationship Id="rId5" Type="http://schemas.openxmlformats.org/officeDocument/2006/relationships/image" Target="../media/image47.png"/><Relationship Id="rId6" Type="http://schemas.openxmlformats.org/officeDocument/2006/relationships/image" Target="../media/image37.png"/><Relationship Id="rId7" Type="http://schemas.openxmlformats.org/officeDocument/2006/relationships/image" Target="../media/image35.jpeg"/><Relationship Id="rId8" Type="http://schemas.openxmlformats.org/officeDocument/2006/relationships/image" Target="../media/image38.png"/><Relationship Id="rId9" Type="http://schemas.openxmlformats.org/officeDocument/2006/relationships/image" Target="../media/image3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microsoft.com/office/2007/relationships/hdphoto" Target="../media/hdphoto3.wdp"/><Relationship Id="rId4" Type="http://schemas.openxmlformats.org/officeDocument/2006/relationships/image" Target="../media/image45.png"/><Relationship Id="rId5" Type="http://schemas.openxmlformats.org/officeDocument/2006/relationships/image" Target="../media/image47.png"/><Relationship Id="rId6" Type="http://schemas.openxmlformats.org/officeDocument/2006/relationships/image" Target="../media/image37.png"/><Relationship Id="rId7" Type="http://schemas.openxmlformats.org/officeDocument/2006/relationships/image" Target="../media/image35.jpeg"/><Relationship Id="rId8" Type="http://schemas.openxmlformats.org/officeDocument/2006/relationships/image" Target="../media/image38.png"/><Relationship Id="rId9" Type="http://schemas.openxmlformats.org/officeDocument/2006/relationships/image" Target="../media/image3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microsoft.com/office/2007/relationships/hdphoto" Target="../media/hdphoto3.wdp"/><Relationship Id="rId4" Type="http://schemas.openxmlformats.org/officeDocument/2006/relationships/image" Target="../media/image45.png"/><Relationship Id="rId5" Type="http://schemas.openxmlformats.org/officeDocument/2006/relationships/image" Target="../media/image47.png"/><Relationship Id="rId6" Type="http://schemas.openxmlformats.org/officeDocument/2006/relationships/image" Target="../media/image37.png"/><Relationship Id="rId7" Type="http://schemas.openxmlformats.org/officeDocument/2006/relationships/image" Target="../media/image3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microsoft.com/office/2007/relationships/hdphoto" Target="../media/hdphoto3.wdp"/><Relationship Id="rId4" Type="http://schemas.openxmlformats.org/officeDocument/2006/relationships/image" Target="../media/image45.png"/><Relationship Id="rId5" Type="http://schemas.openxmlformats.org/officeDocument/2006/relationships/image" Target="../media/image36.png"/><Relationship Id="rId6" Type="http://schemas.openxmlformats.org/officeDocument/2006/relationships/image" Target="../media/image4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microsoft.com/office/2007/relationships/hdphoto" Target="../media/hdphoto4.wdp"/><Relationship Id="rId4" Type="http://schemas.openxmlformats.org/officeDocument/2006/relationships/image" Target="../media/image5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microsoft.com/office/2007/relationships/hdphoto" Target="../media/hdphoto4.wdp"/><Relationship Id="rId4" Type="http://schemas.openxmlformats.org/officeDocument/2006/relationships/image" Target="../media/image5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microsoft.com/office/2007/relationships/hdphoto" Target="../media/hdphoto4.wdp"/><Relationship Id="rId4" Type="http://schemas.openxmlformats.org/officeDocument/2006/relationships/image" Target="../media/image5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microsoft.com/office/2007/relationships/hdphoto" Target="../media/hdphoto5.wdp"/><Relationship Id="rId4" Type="http://schemas.openxmlformats.org/officeDocument/2006/relationships/image" Target="../media/image5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microsoft.com/office/2007/relationships/hdphoto" Target="../media/hdphoto5.wdp"/><Relationship Id="rId4" Type="http://schemas.openxmlformats.org/officeDocument/2006/relationships/image" Target="../media/image5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microsoft.com/office/2007/relationships/hdphoto" Target="../media/hdphoto5.wdp"/><Relationship Id="rId4" Type="http://schemas.openxmlformats.org/officeDocument/2006/relationships/image" Target="../media/image5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microsoft.com/office/2007/relationships/hdphoto" Target="../media/hdphoto5.wdp"/><Relationship Id="rId4" Type="http://schemas.openxmlformats.org/officeDocument/2006/relationships/image" Target="../media/image52.png"/><Relationship Id="rId5" Type="http://schemas.openxmlformats.org/officeDocument/2006/relationships/image" Target="../media/image44.png"/><Relationship Id="rId6" Type="http://schemas.openxmlformats.org/officeDocument/2006/relationships/image" Target="../media/image3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microsoft.com/office/2007/relationships/hdphoto" Target="../media/hdphoto5.wdp"/><Relationship Id="rId4" Type="http://schemas.openxmlformats.org/officeDocument/2006/relationships/image" Target="../media/image52.png"/><Relationship Id="rId5" Type="http://schemas.openxmlformats.org/officeDocument/2006/relationships/image" Target="../media/image35.jpeg"/><Relationship Id="rId6" Type="http://schemas.openxmlformats.org/officeDocument/2006/relationships/image" Target="../media/image3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microsoft.com/office/2007/relationships/hdphoto" Target="../media/hdphoto6.wdp"/><Relationship Id="rId4" Type="http://schemas.openxmlformats.org/officeDocument/2006/relationships/image" Target="../media/image5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microsoft.com/office/2007/relationships/hdphoto" Target="../media/hdphoto6.wdp"/><Relationship Id="rId4" Type="http://schemas.openxmlformats.org/officeDocument/2006/relationships/image" Target="../media/image5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microsoft.com/office/2007/relationships/hdphoto" Target="../media/hdphoto6.wdp"/><Relationship Id="rId4" Type="http://schemas.openxmlformats.org/officeDocument/2006/relationships/image" Target="../media/image5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microsoft.com/office/2007/relationships/hdphoto" Target="../media/hdphoto7.wdp"/><Relationship Id="rId4" Type="http://schemas.openxmlformats.org/officeDocument/2006/relationships/image" Target="../media/image5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microsoft.com/office/2007/relationships/hdphoto" Target="../media/hdphoto7.wdp"/><Relationship Id="rId4" Type="http://schemas.openxmlformats.org/officeDocument/2006/relationships/image" Target="../media/image5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microsoft.com/office/2007/relationships/hdphoto" Target="../media/hdphoto7.wdp"/><Relationship Id="rId4" Type="http://schemas.openxmlformats.org/officeDocument/2006/relationships/image" Target="../media/image5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microsoft.com/office/2007/relationships/hdphoto" Target="../media/hdphoto7.wdp"/><Relationship Id="rId4" Type="http://schemas.openxmlformats.org/officeDocument/2006/relationships/image" Target="../media/image56.png"/><Relationship Id="rId5" Type="http://schemas.openxmlformats.org/officeDocument/2006/relationships/image" Target="../media/image3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microsoft.com/office/2007/relationships/hdphoto" Target="../media/hdphoto7.wdp"/><Relationship Id="rId4" Type="http://schemas.openxmlformats.org/officeDocument/2006/relationships/image" Target="../media/image56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microsoft.com/office/2007/relationships/hdphoto" Target="../media/hdphoto8.wdp"/><Relationship Id="rId4" Type="http://schemas.openxmlformats.org/officeDocument/2006/relationships/image" Target="../media/image5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microsoft.com/office/2007/relationships/hdphoto" Target="../media/hdphoto8.wdp"/><Relationship Id="rId4" Type="http://schemas.openxmlformats.org/officeDocument/2006/relationships/image" Target="../media/image5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microsoft.com/office/2007/relationships/hdphoto" Target="../media/hdphoto8.wdp"/><Relationship Id="rId4" Type="http://schemas.openxmlformats.org/officeDocument/2006/relationships/image" Target="../media/image58.png"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7056B-A830-BAA7-2300-95E35FE6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78224AC-02E7-B634-A39F-A819CADD58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8602" y="1137158"/>
            <a:ext cx="7214198" cy="5194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2446C35-B9A0-9C82-A49B-0FD48DB368D7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75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A39856-8395-841E-4FE1-7D1CEF12A613}"/>
              </a:ext>
            </a:extLst>
          </p:cNvPr>
          <p:cNvSpPr/>
          <p:nvPr/>
        </p:nvSpPr>
        <p:spPr>
          <a:xfrm rot="5400000">
            <a:off x="5495192" y="5283431"/>
            <a:ext cx="102820" cy="16920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715D303-6DFF-6C36-6DC9-A3820DD914CA}"/>
              </a:ext>
            </a:extLst>
          </p:cNvPr>
          <p:cNvSpPr/>
          <p:nvPr/>
        </p:nvSpPr>
        <p:spPr>
          <a:xfrm>
            <a:off x="4928756" y="460641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66C607A-D427-DF78-2081-6C7343B1705C}"/>
              </a:ext>
            </a:extLst>
          </p:cNvPr>
          <p:cNvSpPr/>
          <p:nvPr/>
        </p:nvSpPr>
        <p:spPr>
          <a:xfrm>
            <a:off x="5097693" y="475850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80494A-B066-34DD-00B2-735F6CDA9E56}"/>
              </a:ext>
            </a:extLst>
          </p:cNvPr>
          <p:cNvSpPr txBox="1"/>
          <p:nvPr/>
        </p:nvSpPr>
        <p:spPr>
          <a:xfrm>
            <a:off x="4609912" y="370080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D89C5F-78D1-1503-11E6-6C16F3386649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48E0CC2-C3B9-194A-1C39-52CBBBDB8E81}"/>
              </a:ext>
            </a:extLst>
          </p:cNvPr>
          <p:cNvGrpSpPr/>
          <p:nvPr/>
        </p:nvGrpSpPr>
        <p:grpSpPr>
          <a:xfrm rot="5400000">
            <a:off x="7445394" y="3676454"/>
            <a:ext cx="98810" cy="589697"/>
            <a:chOff x="4737838" y="5022064"/>
            <a:chExt cx="98810" cy="589697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2E5068D-294C-681E-7DA4-15C569A74137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8BAB553F-2EFE-FDB8-4A5D-10631F5E444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E1509D6-3FC8-ADDF-45F9-878A819C5E7A}"/>
              </a:ext>
            </a:extLst>
          </p:cNvPr>
          <p:cNvSpPr/>
          <p:nvPr/>
        </p:nvSpPr>
        <p:spPr>
          <a:xfrm flipV="1">
            <a:off x="7618509" y="2394352"/>
            <a:ext cx="98385" cy="9792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DF800F-4310-8B38-1E28-E0C71D8DBEF1}"/>
              </a:ext>
            </a:extLst>
          </p:cNvPr>
          <p:cNvSpPr txBox="1"/>
          <p:nvPr/>
        </p:nvSpPr>
        <p:spPr>
          <a:xfrm>
            <a:off x="4455469" y="644166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9FECD61-C38F-3303-2493-ED2FF31518AB}"/>
              </a:ext>
            </a:extLst>
          </p:cNvPr>
          <p:cNvCxnSpPr>
            <a:cxnSpLocks/>
          </p:cNvCxnSpPr>
          <p:nvPr/>
        </p:nvCxnSpPr>
        <p:spPr>
          <a:xfrm flipV="1">
            <a:off x="6027561" y="5865258"/>
            <a:ext cx="0" cy="60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13">
            <a:extLst>
              <a:ext uri="{FF2B5EF4-FFF2-40B4-BE49-F238E27FC236}">
                <a16:creationId xmlns:a16="http://schemas.microsoft.com/office/drawing/2014/main" id="{71332DEA-51D0-77AD-B668-9E1DAD060E0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EFA1456-1B7C-3644-462C-AA8EF4C23D9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1844746-A5F9-4D67-54D8-1FBA44CC8B9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E9DAD7EC-F405-A02A-B2B8-AE370050064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E0D3C03-F30C-23D4-A8B9-B9559CFE0BF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E6FD77AE-4E4D-03CB-92D0-59F7B11EC42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F267185-00EF-C1F8-E703-62B84FE1885B}"/>
              </a:ext>
            </a:extLst>
          </p:cNvPr>
          <p:cNvSpPr/>
          <p:nvPr/>
        </p:nvSpPr>
        <p:spPr>
          <a:xfrm rot="10800000" flipV="1">
            <a:off x="9431977" y="3252801"/>
            <a:ext cx="98385" cy="8049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0C11860-4FD9-A4DA-15BA-1103A736BA6B}"/>
              </a:ext>
            </a:extLst>
          </p:cNvPr>
          <p:cNvGrpSpPr/>
          <p:nvPr/>
        </p:nvGrpSpPr>
        <p:grpSpPr>
          <a:xfrm>
            <a:off x="6425670" y="4297009"/>
            <a:ext cx="98891" cy="1609843"/>
            <a:chOff x="4737834" y="4621517"/>
            <a:chExt cx="98891" cy="160984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7C2C71C-204C-161D-A044-0ADC059959F9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D882B59-89FD-BFA0-E955-6A844A9ED28F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7344119-1C38-00E5-B53F-535144E3AB8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BCDF8F1-4D14-64A6-F06B-FD938FA9AF9A}"/>
              </a:ext>
            </a:extLst>
          </p:cNvPr>
          <p:cNvSpPr/>
          <p:nvPr/>
        </p:nvSpPr>
        <p:spPr>
          <a:xfrm rot="10800000" flipV="1">
            <a:off x="4415207" y="2638261"/>
            <a:ext cx="98385" cy="7621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43279CF-56B0-64CA-2BDA-90EEFBFC9C28}"/>
              </a:ext>
            </a:extLst>
          </p:cNvPr>
          <p:cNvGrpSpPr/>
          <p:nvPr/>
        </p:nvGrpSpPr>
        <p:grpSpPr>
          <a:xfrm>
            <a:off x="4553049" y="4316166"/>
            <a:ext cx="98891" cy="1609843"/>
            <a:chOff x="4737834" y="4621517"/>
            <a:chExt cx="98891" cy="1609843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3704089-01C6-B4BC-706D-16372531162D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11FC833-6614-05CE-0DFF-9CF5F51F4605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2541395B-2B5C-F8F1-2A31-105F2BE5C57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7010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54C97-7945-1404-4F15-0D496D678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AD55B65-E99E-8FAD-4661-5945CB511C5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8602" y="1137158"/>
            <a:ext cx="7214198" cy="5194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7FC0A9-CA9A-5324-D6DE-06E5B48FAB68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7FC0A9-CA9A-5324-D6DE-06E5B48FA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D7B8F99-0C76-B1EE-E2F6-96CD27C7F4E8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75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65A3C8-F077-4078-95FA-C75F1088D86A}"/>
              </a:ext>
            </a:extLst>
          </p:cNvPr>
          <p:cNvSpPr/>
          <p:nvPr/>
        </p:nvSpPr>
        <p:spPr>
          <a:xfrm>
            <a:off x="3432175" y="5271278"/>
            <a:ext cx="99232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05AB40-D5C1-8D68-673E-8FB9BFB26FDE}"/>
              </a:ext>
            </a:extLst>
          </p:cNvPr>
          <p:cNvSpPr txBox="1"/>
          <p:nvPr/>
        </p:nvSpPr>
        <p:spPr>
          <a:xfrm>
            <a:off x="2882363" y="4450643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415617-5742-2789-7BD2-6FD0D9DF714D}"/>
              </a:ext>
            </a:extLst>
          </p:cNvPr>
          <p:cNvSpPr/>
          <p:nvPr/>
        </p:nvSpPr>
        <p:spPr>
          <a:xfrm rot="5400000">
            <a:off x="5495192" y="5283431"/>
            <a:ext cx="102820" cy="16920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DF13967-392C-BF8F-9F37-3CD3B03C0A83}"/>
              </a:ext>
            </a:extLst>
          </p:cNvPr>
          <p:cNvSpPr/>
          <p:nvPr/>
        </p:nvSpPr>
        <p:spPr>
          <a:xfrm>
            <a:off x="4928756" y="460641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2D383C0-B201-0189-F39B-64E0C2B634FA}"/>
              </a:ext>
            </a:extLst>
          </p:cNvPr>
          <p:cNvSpPr/>
          <p:nvPr/>
        </p:nvSpPr>
        <p:spPr>
          <a:xfrm>
            <a:off x="5097693" y="475850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3B9939-FF56-2694-39F2-F9C808E9B764}"/>
              </a:ext>
            </a:extLst>
          </p:cNvPr>
          <p:cNvSpPr txBox="1"/>
          <p:nvPr/>
        </p:nvSpPr>
        <p:spPr>
          <a:xfrm>
            <a:off x="4609912" y="370080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90BA0B-D8BC-CD69-425D-74222644BDAF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64948FA-DBF0-0F5C-4E43-DD9E46DC085F}"/>
              </a:ext>
            </a:extLst>
          </p:cNvPr>
          <p:cNvGrpSpPr/>
          <p:nvPr/>
        </p:nvGrpSpPr>
        <p:grpSpPr>
          <a:xfrm>
            <a:off x="4305957" y="4139017"/>
            <a:ext cx="98814" cy="665595"/>
            <a:chOff x="4737834" y="5000139"/>
            <a:chExt cx="98814" cy="665595"/>
          </a:xfrm>
          <a:solidFill>
            <a:srgbClr val="00B0F0"/>
          </a:solidFill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3009451-159B-C40E-6D69-95C21C4E981A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4742B039-E1C0-1024-B21D-75E0B8D7CD10}"/>
                </a:ext>
              </a:extLst>
            </p:cNvPr>
            <p:cNvSpPr/>
            <p:nvPr/>
          </p:nvSpPr>
          <p:spPr>
            <a:xfrm>
              <a:off x="4738263" y="556734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2FA1122-C48D-D485-F454-654204238488}"/>
              </a:ext>
            </a:extLst>
          </p:cNvPr>
          <p:cNvGrpSpPr/>
          <p:nvPr/>
        </p:nvGrpSpPr>
        <p:grpSpPr>
          <a:xfrm>
            <a:off x="7780936" y="2650320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0B2EB031-1EF8-C9CA-FBD8-3CA7C64D4059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4C9C9211-0734-DD5D-9D95-B31FCAB44ED4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10E00924-020B-14AF-893C-5705E4B29E81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별: 꼭짓점 7개 21">
              <a:extLst>
                <a:ext uri="{FF2B5EF4-FFF2-40B4-BE49-F238E27FC236}">
                  <a16:creationId xmlns:a16="http://schemas.microsoft.com/office/drawing/2014/main" id="{BCDBFAB6-E44C-25F3-BD92-63C8FAE1F553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055B358-CE4F-ABCE-EB79-F64268DB093B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EF1FAA5-8566-1DA0-F5C3-62FEECE1461F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62C147AC-9A90-6EDC-51FE-5DBCEF9CFF8F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27264B0-3C33-867C-394A-013CE7BF0047}"/>
              </a:ext>
            </a:extLst>
          </p:cNvPr>
          <p:cNvGrpSpPr/>
          <p:nvPr/>
        </p:nvGrpSpPr>
        <p:grpSpPr>
          <a:xfrm rot="5400000">
            <a:off x="7445394" y="3676454"/>
            <a:ext cx="98810" cy="589697"/>
            <a:chOff x="4737838" y="5022064"/>
            <a:chExt cx="98810" cy="589697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1FE7579D-3250-D4F7-B4E4-80E8D9315BD8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84C5887-8AA8-8D70-697A-98DE5D33518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3F0BF82-3973-0E94-19C7-DAB0AE60FD98}"/>
              </a:ext>
            </a:extLst>
          </p:cNvPr>
          <p:cNvSpPr/>
          <p:nvPr/>
        </p:nvSpPr>
        <p:spPr>
          <a:xfrm flipV="1">
            <a:off x="7618509" y="2394352"/>
            <a:ext cx="98385" cy="9792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EAEA40-9341-0924-4EDB-A6406803AB8F}"/>
              </a:ext>
            </a:extLst>
          </p:cNvPr>
          <p:cNvSpPr txBox="1"/>
          <p:nvPr/>
        </p:nvSpPr>
        <p:spPr>
          <a:xfrm>
            <a:off x="4455469" y="644166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637355D-9006-04F3-45A9-F64F18CD0D11}"/>
              </a:ext>
            </a:extLst>
          </p:cNvPr>
          <p:cNvCxnSpPr>
            <a:cxnSpLocks/>
          </p:cNvCxnSpPr>
          <p:nvPr/>
        </p:nvCxnSpPr>
        <p:spPr>
          <a:xfrm flipV="1">
            <a:off x="6027561" y="5865258"/>
            <a:ext cx="0" cy="60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13">
            <a:extLst>
              <a:ext uri="{FF2B5EF4-FFF2-40B4-BE49-F238E27FC236}">
                <a16:creationId xmlns:a16="http://schemas.microsoft.com/office/drawing/2014/main" id="{7899703D-EBAE-73DC-A5C2-BCF6FD95FD79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3BB9E49-A05E-E0AD-BAEC-811289D4CA8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D54C726D-3681-EBD7-799E-C76F6A5DD1F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0A1FB2F-BF01-2C85-D4C0-3A487DF0D863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1F04312-794D-97FF-2D4E-BE50A69E413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83CB92E9-823E-2ABF-3AFC-A9DB1FF4B8A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ACE9F70-2AB3-3B07-33D3-05383B63CF71}"/>
              </a:ext>
            </a:extLst>
          </p:cNvPr>
          <p:cNvSpPr/>
          <p:nvPr/>
        </p:nvSpPr>
        <p:spPr>
          <a:xfrm rot="10800000" flipV="1">
            <a:off x="9431977" y="3252801"/>
            <a:ext cx="98385" cy="8049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6EA8AF0-3E67-A6FF-C728-CEE2244762F0}"/>
              </a:ext>
            </a:extLst>
          </p:cNvPr>
          <p:cNvGrpSpPr/>
          <p:nvPr/>
        </p:nvGrpSpPr>
        <p:grpSpPr>
          <a:xfrm>
            <a:off x="6425670" y="4297009"/>
            <a:ext cx="98891" cy="1609843"/>
            <a:chOff x="4737834" y="4621517"/>
            <a:chExt cx="98891" cy="160984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3A9A01D-AF72-B291-5BEA-57FACE341983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C5A280B-A068-91D0-5FFF-1508023BEA55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CAC18D6-25C8-750F-F6B4-BADA8DDDD7D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54C46DC-3603-8F0E-2CAF-66C22CBB6FDC}"/>
              </a:ext>
            </a:extLst>
          </p:cNvPr>
          <p:cNvSpPr/>
          <p:nvPr/>
        </p:nvSpPr>
        <p:spPr>
          <a:xfrm rot="10800000" flipV="1">
            <a:off x="4415207" y="2638261"/>
            <a:ext cx="98385" cy="7621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9C66B4E-E929-0AD1-08E1-A57EAEB14A8C}"/>
              </a:ext>
            </a:extLst>
          </p:cNvPr>
          <p:cNvGrpSpPr/>
          <p:nvPr/>
        </p:nvGrpSpPr>
        <p:grpSpPr>
          <a:xfrm>
            <a:off x="4553049" y="4316166"/>
            <a:ext cx="98891" cy="1609843"/>
            <a:chOff x="4737834" y="4621517"/>
            <a:chExt cx="98891" cy="1609843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4633BB7A-9CE5-D237-0F4E-3D9FAFB3BCC5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1CD6B8A0-58BF-013C-9BF9-187753AC2F3E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60E6F902-360F-43F9-F4D2-F3938213A7E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3064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CA8AD-07CB-CE45-36C5-A263997E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9572886-7A22-D0FE-0695-38D3C520E5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8602" y="1137158"/>
            <a:ext cx="7214198" cy="5194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A8C3F0A-B7E5-8E0E-1328-3DDF2DD51376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A8C3F0A-B7E5-8E0E-1328-3DDF2DD51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B8B0375-4828-AA0E-5295-13AB0A307B30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75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18665F-C245-49C4-ED0F-271B4C249C4D}"/>
              </a:ext>
            </a:extLst>
          </p:cNvPr>
          <p:cNvSpPr/>
          <p:nvPr/>
        </p:nvSpPr>
        <p:spPr>
          <a:xfrm>
            <a:off x="3432175" y="5271278"/>
            <a:ext cx="99232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6E4858-5261-7933-E761-17D088F09215}"/>
              </a:ext>
            </a:extLst>
          </p:cNvPr>
          <p:cNvSpPr txBox="1"/>
          <p:nvPr/>
        </p:nvSpPr>
        <p:spPr>
          <a:xfrm>
            <a:off x="2882363" y="4450643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145568-7090-B759-68CD-8C81778EABCC}"/>
              </a:ext>
            </a:extLst>
          </p:cNvPr>
          <p:cNvSpPr/>
          <p:nvPr/>
        </p:nvSpPr>
        <p:spPr>
          <a:xfrm rot="5400000">
            <a:off x="5495192" y="5283431"/>
            <a:ext cx="102820" cy="16920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E41CB46-AA46-7018-0635-CE1B70F2EE0A}"/>
              </a:ext>
            </a:extLst>
          </p:cNvPr>
          <p:cNvSpPr/>
          <p:nvPr/>
        </p:nvSpPr>
        <p:spPr>
          <a:xfrm>
            <a:off x="4928756" y="460641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C7F515D-D4FA-70A3-9F5A-DE21C35EC3D4}"/>
              </a:ext>
            </a:extLst>
          </p:cNvPr>
          <p:cNvSpPr/>
          <p:nvPr/>
        </p:nvSpPr>
        <p:spPr>
          <a:xfrm>
            <a:off x="5097693" y="475850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DB0F34-BF0C-9573-2DE6-070391D9129F}"/>
              </a:ext>
            </a:extLst>
          </p:cNvPr>
          <p:cNvSpPr txBox="1"/>
          <p:nvPr/>
        </p:nvSpPr>
        <p:spPr>
          <a:xfrm>
            <a:off x="4609912" y="370080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6B471C-FEE9-DAEA-1731-1003096FEDC0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70E136A8-588F-8ED5-98CD-6A0DBD227A9D}"/>
              </a:ext>
            </a:extLst>
          </p:cNvPr>
          <p:cNvSpPr/>
          <p:nvPr/>
        </p:nvSpPr>
        <p:spPr>
          <a:xfrm>
            <a:off x="5277121" y="494183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BECA6FE-B48A-7A56-AEDE-F622C03BEC7B}"/>
              </a:ext>
            </a:extLst>
          </p:cNvPr>
          <p:cNvGrpSpPr/>
          <p:nvPr/>
        </p:nvGrpSpPr>
        <p:grpSpPr>
          <a:xfrm>
            <a:off x="4305957" y="4139017"/>
            <a:ext cx="98814" cy="665595"/>
            <a:chOff x="4737834" y="5000139"/>
            <a:chExt cx="98814" cy="665595"/>
          </a:xfrm>
          <a:solidFill>
            <a:srgbClr val="00B0F0"/>
          </a:solidFill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38655FE-EC6C-9B2A-B4F2-A5C958DBBBC2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0EBBB83-FCD5-1D54-EA96-78111A281E94}"/>
                </a:ext>
              </a:extLst>
            </p:cNvPr>
            <p:cNvSpPr/>
            <p:nvPr/>
          </p:nvSpPr>
          <p:spPr>
            <a:xfrm>
              <a:off x="4738263" y="556734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CB8FA80-0E23-33F1-CDE1-4A22446BCA66}"/>
              </a:ext>
            </a:extLst>
          </p:cNvPr>
          <p:cNvGrpSpPr/>
          <p:nvPr/>
        </p:nvGrpSpPr>
        <p:grpSpPr>
          <a:xfrm>
            <a:off x="7780936" y="2650320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880E7018-25FC-3877-490F-AF895F474DC1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252F8E0A-04C5-14EA-5092-53A7C4ECA7E3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A6575207-6CB4-F08B-B7BA-A168B4FC376A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별: 꼭짓점 7개 21">
              <a:extLst>
                <a:ext uri="{FF2B5EF4-FFF2-40B4-BE49-F238E27FC236}">
                  <a16:creationId xmlns:a16="http://schemas.microsoft.com/office/drawing/2014/main" id="{F09F51B8-6F72-A788-7CBC-24366717B12F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6483FB8-327D-8EFF-E75A-A5C9D11635D0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783C72A3-BE41-752A-A548-8FD6CAB9B56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2903B22-306B-F197-539C-8CA1BB08C3A9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CA3EA18-D80B-DCDD-5850-3437B33B2C53}"/>
              </a:ext>
            </a:extLst>
          </p:cNvPr>
          <p:cNvGrpSpPr/>
          <p:nvPr/>
        </p:nvGrpSpPr>
        <p:grpSpPr>
          <a:xfrm rot="5400000">
            <a:off x="7445394" y="3676454"/>
            <a:ext cx="98810" cy="589697"/>
            <a:chOff x="4737838" y="5022064"/>
            <a:chExt cx="98810" cy="589697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2325C9EB-BA0C-B0C4-F796-DF1CCAC4509D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B4B7879F-F4A1-8A08-7B26-1382645CEC5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98ED7D1-B5B7-DF2F-B098-4D923DC2D236}"/>
              </a:ext>
            </a:extLst>
          </p:cNvPr>
          <p:cNvSpPr/>
          <p:nvPr/>
        </p:nvSpPr>
        <p:spPr>
          <a:xfrm flipV="1">
            <a:off x="7618509" y="2394352"/>
            <a:ext cx="98385" cy="9792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4A9FBB-6682-E3B0-31FF-BE9ED878DAAF}"/>
              </a:ext>
            </a:extLst>
          </p:cNvPr>
          <p:cNvSpPr txBox="1"/>
          <p:nvPr/>
        </p:nvSpPr>
        <p:spPr>
          <a:xfrm>
            <a:off x="5763569" y="644166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D428CD9-A50E-E0C0-8D3D-CC5F2D25F656}"/>
              </a:ext>
            </a:extLst>
          </p:cNvPr>
          <p:cNvCxnSpPr>
            <a:cxnSpLocks/>
          </p:cNvCxnSpPr>
          <p:nvPr/>
        </p:nvCxnSpPr>
        <p:spPr>
          <a:xfrm flipV="1">
            <a:off x="6027561" y="5865258"/>
            <a:ext cx="0" cy="60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0631B9B-AF7E-DE78-C93D-D826DFBC4030}"/>
              </a:ext>
            </a:extLst>
          </p:cNvPr>
          <p:cNvSpPr txBox="1"/>
          <p:nvPr/>
        </p:nvSpPr>
        <p:spPr>
          <a:xfrm>
            <a:off x="3657449" y="6312344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AFF6AC24-CEA4-A912-C754-52FA28854398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19F3571-A239-85FF-9A32-CEBAE4D4125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25FF5112-08E2-5E15-11B6-1BD85199C5E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CB1A538-F709-2B1A-ADF8-BE8EED1AC27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B665B542-5F4F-84F2-E887-F0CC1502B2F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179B9918-5632-CD20-ED1D-B0DB03F0BA8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FD32DDC-809F-1E2A-0836-DBCAE7A8BC66}"/>
              </a:ext>
            </a:extLst>
          </p:cNvPr>
          <p:cNvSpPr/>
          <p:nvPr/>
        </p:nvSpPr>
        <p:spPr>
          <a:xfrm rot="10800000" flipV="1">
            <a:off x="9431977" y="3252801"/>
            <a:ext cx="98385" cy="8049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5E34D25-E085-497C-52E5-94DAE7701D01}"/>
              </a:ext>
            </a:extLst>
          </p:cNvPr>
          <p:cNvGrpSpPr/>
          <p:nvPr/>
        </p:nvGrpSpPr>
        <p:grpSpPr>
          <a:xfrm>
            <a:off x="6425670" y="4297009"/>
            <a:ext cx="98891" cy="1609843"/>
            <a:chOff x="4737834" y="4621517"/>
            <a:chExt cx="98891" cy="160984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1AAF844-CECD-B7AD-795A-ECAA8F462C7C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CBEB2B1E-4FA1-2170-CDFD-F63F1B0E2D6D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26B90C5-B323-01ED-2770-47D332D6080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91C20C4-8F79-0ADE-D342-85C604AF52FF}"/>
              </a:ext>
            </a:extLst>
          </p:cNvPr>
          <p:cNvSpPr/>
          <p:nvPr/>
        </p:nvSpPr>
        <p:spPr>
          <a:xfrm rot="10800000" flipV="1">
            <a:off x="4415207" y="2638261"/>
            <a:ext cx="98385" cy="7621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B732144-2CF5-6FC7-A4BB-C6CB983AAE92}"/>
              </a:ext>
            </a:extLst>
          </p:cNvPr>
          <p:cNvGrpSpPr/>
          <p:nvPr/>
        </p:nvGrpSpPr>
        <p:grpSpPr>
          <a:xfrm>
            <a:off x="4553049" y="4316166"/>
            <a:ext cx="98891" cy="1609843"/>
            <a:chOff x="4737834" y="4621517"/>
            <a:chExt cx="98891" cy="1609843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2A33BB98-F7D8-9230-DC16-0E9B390C4A44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40353E2D-48F0-4A8F-AD99-1BEE147D8C74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3059AE8E-F97F-BA1C-0D53-E994C367478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1318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7056B-A830-BAA7-2300-95E35FE6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78224AC-02E7-B634-A39F-A819CADD58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8602" y="1137158"/>
            <a:ext cx="7214198" cy="5194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2446C35-B9A0-9C82-A49B-0FD48DB368D7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75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A39856-8395-841E-4FE1-7D1CEF12A613}"/>
              </a:ext>
            </a:extLst>
          </p:cNvPr>
          <p:cNvSpPr/>
          <p:nvPr/>
        </p:nvSpPr>
        <p:spPr>
          <a:xfrm rot="5400000">
            <a:off x="5495192" y="5283431"/>
            <a:ext cx="102820" cy="16920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80494A-B066-34DD-00B2-735F6CDA9E56}"/>
              </a:ext>
            </a:extLst>
          </p:cNvPr>
          <p:cNvSpPr txBox="1"/>
          <p:nvPr/>
        </p:nvSpPr>
        <p:spPr>
          <a:xfrm>
            <a:off x="4609912" y="370080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D89C5F-78D1-1503-11E6-6C16F3386649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48E0CC2-C3B9-194A-1C39-52CBBBDB8E81}"/>
              </a:ext>
            </a:extLst>
          </p:cNvPr>
          <p:cNvGrpSpPr/>
          <p:nvPr/>
        </p:nvGrpSpPr>
        <p:grpSpPr>
          <a:xfrm rot="5400000">
            <a:off x="7445394" y="3676454"/>
            <a:ext cx="98810" cy="589697"/>
            <a:chOff x="4737838" y="5022064"/>
            <a:chExt cx="98810" cy="589697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2E5068D-294C-681E-7DA4-15C569A74137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8BAB553F-2EFE-FDB8-4A5D-10631F5E444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E1509D6-3FC8-ADDF-45F9-878A819C5E7A}"/>
              </a:ext>
            </a:extLst>
          </p:cNvPr>
          <p:cNvSpPr/>
          <p:nvPr/>
        </p:nvSpPr>
        <p:spPr>
          <a:xfrm flipV="1">
            <a:off x="7618509" y="2394352"/>
            <a:ext cx="98385" cy="9792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71332DEA-51D0-77AD-B668-9E1DAD060E0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EFA1456-1B7C-3644-462C-AA8EF4C23D9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1844746-A5F9-4D67-54D8-1FBA44CC8B9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E9DAD7EC-F405-A02A-B2B8-AE370050064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E0D3C03-F30C-23D4-A8B9-B9559CFE0BF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E6FD77AE-4E4D-03CB-92D0-59F7B11EC42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0C11860-4FD9-A4DA-15BA-1103A736BA6B}"/>
              </a:ext>
            </a:extLst>
          </p:cNvPr>
          <p:cNvGrpSpPr/>
          <p:nvPr/>
        </p:nvGrpSpPr>
        <p:grpSpPr>
          <a:xfrm>
            <a:off x="6425670" y="4297009"/>
            <a:ext cx="98891" cy="1609843"/>
            <a:chOff x="4737834" y="4621517"/>
            <a:chExt cx="98891" cy="160984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7C2C71C-204C-161D-A044-0ADC059959F9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D882B59-89FD-BFA0-E955-6A844A9ED28F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7344119-1C38-00E5-B53F-535144E3AB8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43279CF-56B0-64CA-2BDA-90EEFBFC9C28}"/>
              </a:ext>
            </a:extLst>
          </p:cNvPr>
          <p:cNvGrpSpPr/>
          <p:nvPr/>
        </p:nvGrpSpPr>
        <p:grpSpPr>
          <a:xfrm>
            <a:off x="4553049" y="4316166"/>
            <a:ext cx="98891" cy="1609843"/>
            <a:chOff x="4737834" y="4621517"/>
            <a:chExt cx="98891" cy="1609843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3704089-01C6-B4BC-706D-16372531162D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11FC833-6614-05CE-0DFF-9CF5F51F4605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2541395B-2B5C-F8F1-2A31-105F2BE5C57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DFA50B6C-28B4-80B1-DE35-1A5ED7D9E8B4}"/>
              </a:ext>
            </a:extLst>
          </p:cNvPr>
          <p:cNvSpPr/>
          <p:nvPr/>
        </p:nvSpPr>
        <p:spPr>
          <a:xfrm>
            <a:off x="4512120" y="6079642"/>
            <a:ext cx="147538" cy="983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231B3-FB0B-45B9-0FDC-9C38F3B971F1}"/>
              </a:ext>
            </a:extLst>
          </p:cNvPr>
          <p:cNvSpPr txBox="1"/>
          <p:nvPr/>
        </p:nvSpPr>
        <p:spPr>
          <a:xfrm>
            <a:off x="3489960" y="641772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전동커튼 배선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61B0CAB-039C-E184-E253-EC894041A082}"/>
              </a:ext>
            </a:extLst>
          </p:cNvPr>
          <p:cNvCxnSpPr>
            <a:cxnSpLocks/>
          </p:cNvCxnSpPr>
          <p:nvPr/>
        </p:nvCxnSpPr>
        <p:spPr>
          <a:xfrm flipV="1">
            <a:off x="4415865" y="6158977"/>
            <a:ext cx="151582" cy="306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FBDD11-57B2-1F56-55F5-4FD2522C50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17" y="3429000"/>
            <a:ext cx="1778731" cy="14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7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7056B-A830-BAA7-2300-95E35FE6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78224AC-02E7-B634-A39F-A819CADD58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8602" y="1137158"/>
            <a:ext cx="7214198" cy="5194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2446C35-B9A0-9C82-A49B-0FD48DB368D7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75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A39856-8395-841E-4FE1-7D1CEF12A613}"/>
              </a:ext>
            </a:extLst>
          </p:cNvPr>
          <p:cNvSpPr/>
          <p:nvPr/>
        </p:nvSpPr>
        <p:spPr>
          <a:xfrm rot="5400000">
            <a:off x="5495192" y="5283431"/>
            <a:ext cx="102820" cy="16920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66C607A-D427-DF78-2081-6C7343B1705C}"/>
              </a:ext>
            </a:extLst>
          </p:cNvPr>
          <p:cNvSpPr/>
          <p:nvPr/>
        </p:nvSpPr>
        <p:spPr>
          <a:xfrm>
            <a:off x="5097693" y="475850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80494A-B066-34DD-00B2-735F6CDA9E56}"/>
              </a:ext>
            </a:extLst>
          </p:cNvPr>
          <p:cNvSpPr txBox="1"/>
          <p:nvPr/>
        </p:nvSpPr>
        <p:spPr>
          <a:xfrm>
            <a:off x="4609912" y="370080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D89C5F-78D1-1503-11E6-6C16F3386649}"/>
              </a:ext>
            </a:extLst>
          </p:cNvPr>
          <p:cNvSpPr txBox="1"/>
          <p:nvPr/>
        </p:nvSpPr>
        <p:spPr>
          <a:xfrm>
            <a:off x="91346" y="1307452"/>
            <a:ext cx="24825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48E0CC2-C3B9-194A-1C39-52CBBBDB8E81}"/>
              </a:ext>
            </a:extLst>
          </p:cNvPr>
          <p:cNvGrpSpPr/>
          <p:nvPr/>
        </p:nvGrpSpPr>
        <p:grpSpPr>
          <a:xfrm rot="5400000">
            <a:off x="7445394" y="3676454"/>
            <a:ext cx="98810" cy="589697"/>
            <a:chOff x="4737838" y="5022064"/>
            <a:chExt cx="98810" cy="589697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2E5068D-294C-681E-7DA4-15C569A74137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8BAB553F-2EFE-FDB8-4A5D-10631F5E444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E1509D6-3FC8-ADDF-45F9-878A819C5E7A}"/>
              </a:ext>
            </a:extLst>
          </p:cNvPr>
          <p:cNvSpPr/>
          <p:nvPr/>
        </p:nvSpPr>
        <p:spPr>
          <a:xfrm flipV="1">
            <a:off x="7618509" y="2394352"/>
            <a:ext cx="98385" cy="9792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71332DEA-51D0-77AD-B668-9E1DAD060E0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EFA1456-1B7C-3644-462C-AA8EF4C23D9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1844746-A5F9-4D67-54D8-1FBA44CC8B9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E9DAD7EC-F405-A02A-B2B8-AE370050064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E0D3C03-F30C-23D4-A8B9-B9559CFE0BF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E6FD77AE-4E4D-03CB-92D0-59F7B11EC42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F267185-00EF-C1F8-E703-62B84FE1885B}"/>
              </a:ext>
            </a:extLst>
          </p:cNvPr>
          <p:cNvSpPr/>
          <p:nvPr/>
        </p:nvSpPr>
        <p:spPr>
          <a:xfrm rot="10800000" flipV="1">
            <a:off x="9431977" y="3252801"/>
            <a:ext cx="98385" cy="8049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0C11860-4FD9-A4DA-15BA-1103A736BA6B}"/>
              </a:ext>
            </a:extLst>
          </p:cNvPr>
          <p:cNvGrpSpPr/>
          <p:nvPr/>
        </p:nvGrpSpPr>
        <p:grpSpPr>
          <a:xfrm>
            <a:off x="6425670" y="4297009"/>
            <a:ext cx="98891" cy="1609843"/>
            <a:chOff x="4737834" y="4621517"/>
            <a:chExt cx="98891" cy="160984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7C2C71C-204C-161D-A044-0ADC059959F9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D882B59-89FD-BFA0-E955-6A844A9ED28F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7344119-1C38-00E5-B53F-535144E3AB8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BCDF8F1-4D14-64A6-F06B-FD938FA9AF9A}"/>
              </a:ext>
            </a:extLst>
          </p:cNvPr>
          <p:cNvSpPr/>
          <p:nvPr/>
        </p:nvSpPr>
        <p:spPr>
          <a:xfrm rot="10800000" flipV="1">
            <a:off x="4415207" y="2638261"/>
            <a:ext cx="98385" cy="7621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43279CF-56B0-64CA-2BDA-90EEFBFC9C28}"/>
              </a:ext>
            </a:extLst>
          </p:cNvPr>
          <p:cNvGrpSpPr/>
          <p:nvPr/>
        </p:nvGrpSpPr>
        <p:grpSpPr>
          <a:xfrm>
            <a:off x="4553049" y="4316166"/>
            <a:ext cx="98891" cy="1609843"/>
            <a:chOff x="4737834" y="4621517"/>
            <a:chExt cx="98891" cy="1609843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3704089-01C6-B4BC-706D-16372531162D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11FC833-6614-05CE-0DFF-9CF5F51F4605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2541395B-2B5C-F8F1-2A31-105F2BE5C57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6" name="그림 5" descr="텍스트, 스크린샷, 직사각형, 종이 제품이(가) 표시된 사진&#10;&#10;자동 생성된 설명">
            <a:extLst>
              <a:ext uri="{FF2B5EF4-FFF2-40B4-BE49-F238E27FC236}">
                <a16:creationId xmlns:a16="http://schemas.microsoft.com/office/drawing/2014/main" id="{4B70A818-D516-7E47-17F1-0A7F87C6CA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25" y="4221420"/>
            <a:ext cx="1795364" cy="1795364"/>
          </a:xfrm>
          <a:prstGeom prst="rect">
            <a:avLst/>
          </a:prstGeom>
        </p:spPr>
      </p:pic>
      <p:pic>
        <p:nvPicPr>
          <p:cNvPr id="13" name="그림 12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C0C6ED-9EF4-8496-79B0-E05A391AB1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17" y="2582703"/>
            <a:ext cx="1778731" cy="14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934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7056B-A830-BAA7-2300-95E35FE6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78224AC-02E7-B634-A39F-A819CADD58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8602" y="1137158"/>
            <a:ext cx="7214198" cy="5194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2446C35-B9A0-9C82-A49B-0FD48DB368D7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75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A39856-8395-841E-4FE1-7D1CEF12A613}"/>
              </a:ext>
            </a:extLst>
          </p:cNvPr>
          <p:cNvSpPr/>
          <p:nvPr/>
        </p:nvSpPr>
        <p:spPr>
          <a:xfrm rot="5400000">
            <a:off x="5495192" y="5283431"/>
            <a:ext cx="102820" cy="16920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80494A-B066-34DD-00B2-735F6CDA9E56}"/>
              </a:ext>
            </a:extLst>
          </p:cNvPr>
          <p:cNvSpPr txBox="1"/>
          <p:nvPr/>
        </p:nvSpPr>
        <p:spPr>
          <a:xfrm>
            <a:off x="4609912" y="370080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D89C5F-78D1-1503-11E6-6C16F3386649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48E0CC2-C3B9-194A-1C39-52CBBBDB8E81}"/>
              </a:ext>
            </a:extLst>
          </p:cNvPr>
          <p:cNvGrpSpPr/>
          <p:nvPr/>
        </p:nvGrpSpPr>
        <p:grpSpPr>
          <a:xfrm rot="5400000">
            <a:off x="7445394" y="3676454"/>
            <a:ext cx="98810" cy="589697"/>
            <a:chOff x="4737838" y="5022064"/>
            <a:chExt cx="98810" cy="589697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2E5068D-294C-681E-7DA4-15C569A74137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8BAB553F-2EFE-FDB8-4A5D-10631F5E444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5" name="TextBox 13">
            <a:extLst>
              <a:ext uri="{FF2B5EF4-FFF2-40B4-BE49-F238E27FC236}">
                <a16:creationId xmlns:a16="http://schemas.microsoft.com/office/drawing/2014/main" id="{71332DEA-51D0-77AD-B668-9E1DAD060E0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EFA1456-1B7C-3644-462C-AA8EF4C23D9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1844746-A5F9-4D67-54D8-1FBA44CC8B9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E9DAD7EC-F405-A02A-B2B8-AE370050064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E0D3C03-F30C-23D4-A8B9-B9559CFE0BF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E6FD77AE-4E4D-03CB-92D0-59F7B11EC42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0C11860-4FD9-A4DA-15BA-1103A736BA6B}"/>
              </a:ext>
            </a:extLst>
          </p:cNvPr>
          <p:cNvGrpSpPr/>
          <p:nvPr/>
        </p:nvGrpSpPr>
        <p:grpSpPr>
          <a:xfrm>
            <a:off x="6425670" y="4297009"/>
            <a:ext cx="98891" cy="1609843"/>
            <a:chOff x="4737834" y="4621517"/>
            <a:chExt cx="98891" cy="160984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7C2C71C-204C-161D-A044-0ADC059959F9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D882B59-89FD-BFA0-E955-6A844A9ED28F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7344119-1C38-00E5-B53F-535144E3AB8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43279CF-56B0-64CA-2BDA-90EEFBFC9C28}"/>
              </a:ext>
            </a:extLst>
          </p:cNvPr>
          <p:cNvGrpSpPr/>
          <p:nvPr/>
        </p:nvGrpSpPr>
        <p:grpSpPr>
          <a:xfrm>
            <a:off x="4553049" y="4316166"/>
            <a:ext cx="98891" cy="1609843"/>
            <a:chOff x="4737834" y="4621517"/>
            <a:chExt cx="98891" cy="1609843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3704089-01C6-B4BC-706D-16372531162D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11FC833-6614-05CE-0DFF-9CF5F51F4605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2541395B-2B5C-F8F1-2A31-105F2BE5C57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FBDD11-57B2-1F56-55F5-4FD2522C50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03" y="2566250"/>
            <a:ext cx="1778731" cy="1466673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5CE940A-296A-23EF-E944-B1BBA54E2AD9}"/>
              </a:ext>
            </a:extLst>
          </p:cNvPr>
          <p:cNvSpPr/>
          <p:nvPr/>
        </p:nvSpPr>
        <p:spPr>
          <a:xfrm>
            <a:off x="4928756" y="460641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26E78960-3B14-4050-A28C-14112E43AB78}"/>
              </a:ext>
            </a:extLst>
          </p:cNvPr>
          <p:cNvSpPr/>
          <p:nvPr/>
        </p:nvSpPr>
        <p:spPr>
          <a:xfrm>
            <a:off x="5277121" y="494183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39BABE-3C13-B5AE-38F3-79F57B0C498F}"/>
              </a:ext>
            </a:extLst>
          </p:cNvPr>
          <p:cNvSpPr txBox="1"/>
          <p:nvPr/>
        </p:nvSpPr>
        <p:spPr>
          <a:xfrm>
            <a:off x="4294683" y="628521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97814FE-88B9-3559-0CE9-46BAE0DF8B2D}"/>
              </a:ext>
            </a:extLst>
          </p:cNvPr>
          <p:cNvSpPr/>
          <p:nvPr/>
        </p:nvSpPr>
        <p:spPr>
          <a:xfrm>
            <a:off x="5110184" y="4758815"/>
            <a:ext cx="888704" cy="96202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38492BE-D70E-FEAE-85C8-D5BACC6016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868194" y="4462588"/>
            <a:ext cx="2236971" cy="1554480"/>
          </a:xfrm>
          <a:prstGeom prst="rect">
            <a:avLst/>
          </a:prstGeom>
        </p:spPr>
      </p:pic>
      <p:pic>
        <p:nvPicPr>
          <p:cNvPr id="23" name="그림 2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043F7B6-20B1-6F18-4F60-F35155A45F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485793" y="4278117"/>
            <a:ext cx="1619250" cy="1530350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3234737C-E79B-016E-3D16-7F7BC5FFEA7C}"/>
              </a:ext>
            </a:extLst>
          </p:cNvPr>
          <p:cNvGrpSpPr/>
          <p:nvPr/>
        </p:nvGrpSpPr>
        <p:grpSpPr>
          <a:xfrm>
            <a:off x="4881563" y="903223"/>
            <a:ext cx="1672972" cy="722780"/>
            <a:chOff x="4399679" y="4037801"/>
            <a:chExt cx="1672972" cy="722780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78306CE0-01BD-A1CE-2EEA-F5C37FC43730}"/>
                </a:ext>
              </a:extLst>
            </p:cNvPr>
            <p:cNvSpPr/>
            <p:nvPr/>
          </p:nvSpPr>
          <p:spPr>
            <a:xfrm rot="16200000" flipV="1">
              <a:off x="5213305" y="3901236"/>
              <a:ext cx="45719" cy="1672972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BA73EF-F4DC-5BE1-B8DB-378CC9AEE0BF}"/>
                </a:ext>
              </a:extLst>
            </p:cNvPr>
            <p:cNvSpPr txBox="1"/>
            <p:nvPr/>
          </p:nvSpPr>
          <p:spPr>
            <a:xfrm>
              <a:off x="4716198" y="4037801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DB6A958F-74ED-B419-2FBE-CB337F614C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7685" y="4241029"/>
              <a:ext cx="0" cy="4707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6474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7056B-A830-BAA7-2300-95E35FE6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78224AC-02E7-B634-A39F-A819CADD58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8602" y="1137158"/>
            <a:ext cx="7214198" cy="5194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2446C35-B9A0-9C82-A49B-0FD48DB368D7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75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A39856-8395-841E-4FE1-7D1CEF12A613}"/>
              </a:ext>
            </a:extLst>
          </p:cNvPr>
          <p:cNvSpPr/>
          <p:nvPr/>
        </p:nvSpPr>
        <p:spPr>
          <a:xfrm rot="5400000">
            <a:off x="5495192" y="5283431"/>
            <a:ext cx="102820" cy="16920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80494A-B066-34DD-00B2-735F6CDA9E56}"/>
              </a:ext>
            </a:extLst>
          </p:cNvPr>
          <p:cNvSpPr txBox="1"/>
          <p:nvPr/>
        </p:nvSpPr>
        <p:spPr>
          <a:xfrm>
            <a:off x="4609912" y="370080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D89C5F-78D1-1503-11E6-6C16F3386649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48E0CC2-C3B9-194A-1C39-52CBBBDB8E81}"/>
              </a:ext>
            </a:extLst>
          </p:cNvPr>
          <p:cNvGrpSpPr/>
          <p:nvPr/>
        </p:nvGrpSpPr>
        <p:grpSpPr>
          <a:xfrm rot="5400000">
            <a:off x="7445394" y="3676454"/>
            <a:ext cx="98810" cy="589697"/>
            <a:chOff x="4737838" y="5022064"/>
            <a:chExt cx="98810" cy="589697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2E5068D-294C-681E-7DA4-15C569A74137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8BAB553F-2EFE-FDB8-4A5D-10631F5E444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5" name="TextBox 13">
            <a:extLst>
              <a:ext uri="{FF2B5EF4-FFF2-40B4-BE49-F238E27FC236}">
                <a16:creationId xmlns:a16="http://schemas.microsoft.com/office/drawing/2014/main" id="{71332DEA-51D0-77AD-B668-9E1DAD060E0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EFA1456-1B7C-3644-462C-AA8EF4C23D9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1844746-A5F9-4D67-54D8-1FBA44CC8B9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E9DAD7EC-F405-A02A-B2B8-AE370050064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E0D3C03-F30C-23D4-A8B9-B9559CFE0BF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E6FD77AE-4E4D-03CB-92D0-59F7B11EC42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0C11860-4FD9-A4DA-15BA-1103A736BA6B}"/>
              </a:ext>
            </a:extLst>
          </p:cNvPr>
          <p:cNvGrpSpPr/>
          <p:nvPr/>
        </p:nvGrpSpPr>
        <p:grpSpPr>
          <a:xfrm>
            <a:off x="6425670" y="4297009"/>
            <a:ext cx="98891" cy="1609843"/>
            <a:chOff x="4737834" y="4621517"/>
            <a:chExt cx="98891" cy="160984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7C2C71C-204C-161D-A044-0ADC059959F9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D882B59-89FD-BFA0-E955-6A844A9ED28F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7344119-1C38-00E5-B53F-535144E3AB8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43279CF-56B0-64CA-2BDA-90EEFBFC9C28}"/>
              </a:ext>
            </a:extLst>
          </p:cNvPr>
          <p:cNvGrpSpPr/>
          <p:nvPr/>
        </p:nvGrpSpPr>
        <p:grpSpPr>
          <a:xfrm>
            <a:off x="4553049" y="4316166"/>
            <a:ext cx="98891" cy="1609843"/>
            <a:chOff x="4737834" y="4621517"/>
            <a:chExt cx="98891" cy="1609843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3704089-01C6-B4BC-706D-16372531162D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11FC833-6614-05CE-0DFF-9CF5F51F4605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2541395B-2B5C-F8F1-2A31-105F2BE5C57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FBDD11-57B2-1F56-55F5-4FD2522C50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03" y="2566250"/>
            <a:ext cx="1778731" cy="1466673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5CE940A-296A-23EF-E944-B1BBA54E2AD9}"/>
              </a:ext>
            </a:extLst>
          </p:cNvPr>
          <p:cNvSpPr/>
          <p:nvPr/>
        </p:nvSpPr>
        <p:spPr>
          <a:xfrm>
            <a:off x="4928756" y="460641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26E78960-3B14-4050-A28C-14112E43AB78}"/>
              </a:ext>
            </a:extLst>
          </p:cNvPr>
          <p:cNvSpPr/>
          <p:nvPr/>
        </p:nvSpPr>
        <p:spPr>
          <a:xfrm>
            <a:off x="5277121" y="494183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39BABE-3C13-B5AE-38F3-79F57B0C498F}"/>
              </a:ext>
            </a:extLst>
          </p:cNvPr>
          <p:cNvSpPr txBox="1"/>
          <p:nvPr/>
        </p:nvSpPr>
        <p:spPr>
          <a:xfrm>
            <a:off x="4294683" y="628521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97814FE-88B9-3559-0CE9-46BAE0DF8B2D}"/>
              </a:ext>
            </a:extLst>
          </p:cNvPr>
          <p:cNvSpPr/>
          <p:nvPr/>
        </p:nvSpPr>
        <p:spPr>
          <a:xfrm>
            <a:off x="5110184" y="4758815"/>
            <a:ext cx="888704" cy="96202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38492BE-D70E-FEAE-85C8-D5BACC6016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868194" y="4462588"/>
            <a:ext cx="2236971" cy="1554480"/>
          </a:xfrm>
          <a:prstGeom prst="rect">
            <a:avLst/>
          </a:prstGeom>
        </p:spPr>
      </p:pic>
      <p:pic>
        <p:nvPicPr>
          <p:cNvPr id="23" name="그림 2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043F7B6-20B1-6F18-4F60-F35155A45F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485793" y="4278117"/>
            <a:ext cx="1619250" cy="1530350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3234737C-E79B-016E-3D16-7F7BC5FFEA7C}"/>
              </a:ext>
            </a:extLst>
          </p:cNvPr>
          <p:cNvGrpSpPr/>
          <p:nvPr/>
        </p:nvGrpSpPr>
        <p:grpSpPr>
          <a:xfrm>
            <a:off x="4881563" y="903223"/>
            <a:ext cx="1672972" cy="722780"/>
            <a:chOff x="4399679" y="4037801"/>
            <a:chExt cx="1672972" cy="722780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78306CE0-01BD-A1CE-2EEA-F5C37FC43730}"/>
                </a:ext>
              </a:extLst>
            </p:cNvPr>
            <p:cNvSpPr/>
            <p:nvPr/>
          </p:nvSpPr>
          <p:spPr>
            <a:xfrm rot="16200000" flipV="1">
              <a:off x="5213305" y="3901236"/>
              <a:ext cx="45719" cy="1672972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BA73EF-F4DC-5BE1-B8DB-378CC9AEE0BF}"/>
                </a:ext>
              </a:extLst>
            </p:cNvPr>
            <p:cNvSpPr txBox="1"/>
            <p:nvPr/>
          </p:nvSpPr>
          <p:spPr>
            <a:xfrm>
              <a:off x="4716198" y="4037801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DB6A958F-74ED-B419-2FBE-CB337F614C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7685" y="4241029"/>
              <a:ext cx="0" cy="4707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4747B11-00EE-B95F-462C-CBF66317D945}"/>
              </a:ext>
            </a:extLst>
          </p:cNvPr>
          <p:cNvGrpSpPr/>
          <p:nvPr/>
        </p:nvGrpSpPr>
        <p:grpSpPr>
          <a:xfrm>
            <a:off x="9855933" y="3132170"/>
            <a:ext cx="2153752" cy="1204197"/>
            <a:chOff x="149488" y="3169907"/>
            <a:chExt cx="2153752" cy="120419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AC5B353-3673-89E4-6503-99C27A519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8E70418-BA82-91D7-5236-6E752A5820D4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err="1"/>
                <a:t>코타라</a:t>
              </a:r>
              <a:endParaRPr lang="ko-KR" altLang="en-US" sz="1400" b="1"/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6073F5-9265-8EB0-DF44-641FCC2A4482}"/>
              </a:ext>
            </a:extLst>
          </p:cNvPr>
          <p:cNvSpPr/>
          <p:nvPr/>
        </p:nvSpPr>
        <p:spPr>
          <a:xfrm flipV="1">
            <a:off x="7618509" y="2394352"/>
            <a:ext cx="98385" cy="9792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718D07-D746-3EC9-B4D9-BD99EAAB4142}"/>
              </a:ext>
            </a:extLst>
          </p:cNvPr>
          <p:cNvSpPr/>
          <p:nvPr/>
        </p:nvSpPr>
        <p:spPr>
          <a:xfrm rot="10800000" flipV="1">
            <a:off x="9431977" y="3252801"/>
            <a:ext cx="98385" cy="8049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CA9A54B-10A0-3005-4A96-CF85123150EF}"/>
              </a:ext>
            </a:extLst>
          </p:cNvPr>
          <p:cNvSpPr/>
          <p:nvPr/>
        </p:nvSpPr>
        <p:spPr>
          <a:xfrm rot="10800000" flipV="1">
            <a:off x="4415207" y="2638261"/>
            <a:ext cx="98385" cy="7621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107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7056B-A830-BAA7-2300-95E35FE6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78224AC-02E7-B634-A39F-A819CADD58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8602" y="1137158"/>
            <a:ext cx="7214198" cy="5194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2446C35-B9A0-9C82-A49B-0FD48DB368D7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75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A39856-8395-841E-4FE1-7D1CEF12A613}"/>
              </a:ext>
            </a:extLst>
          </p:cNvPr>
          <p:cNvSpPr/>
          <p:nvPr/>
        </p:nvSpPr>
        <p:spPr>
          <a:xfrm rot="5400000">
            <a:off x="5495192" y="5283431"/>
            <a:ext cx="102820" cy="16920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80494A-B066-34DD-00B2-735F6CDA9E56}"/>
              </a:ext>
            </a:extLst>
          </p:cNvPr>
          <p:cNvSpPr txBox="1"/>
          <p:nvPr/>
        </p:nvSpPr>
        <p:spPr>
          <a:xfrm>
            <a:off x="4609912" y="370080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D89C5F-78D1-1503-11E6-6C16F3386649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48E0CC2-C3B9-194A-1C39-52CBBBDB8E81}"/>
              </a:ext>
            </a:extLst>
          </p:cNvPr>
          <p:cNvGrpSpPr/>
          <p:nvPr/>
        </p:nvGrpSpPr>
        <p:grpSpPr>
          <a:xfrm rot="5400000">
            <a:off x="7445394" y="3676454"/>
            <a:ext cx="98810" cy="589697"/>
            <a:chOff x="4737838" y="5022064"/>
            <a:chExt cx="98810" cy="589697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2E5068D-294C-681E-7DA4-15C569A74137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8BAB553F-2EFE-FDB8-4A5D-10631F5E444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5" name="TextBox 13">
            <a:extLst>
              <a:ext uri="{FF2B5EF4-FFF2-40B4-BE49-F238E27FC236}">
                <a16:creationId xmlns:a16="http://schemas.microsoft.com/office/drawing/2014/main" id="{71332DEA-51D0-77AD-B668-9E1DAD060E0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EFA1456-1B7C-3644-462C-AA8EF4C23D9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1844746-A5F9-4D67-54D8-1FBA44CC8B9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E9DAD7EC-F405-A02A-B2B8-AE370050064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E0D3C03-F30C-23D4-A8B9-B9559CFE0BF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E6FD77AE-4E4D-03CB-92D0-59F7B11EC42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0C11860-4FD9-A4DA-15BA-1103A736BA6B}"/>
              </a:ext>
            </a:extLst>
          </p:cNvPr>
          <p:cNvGrpSpPr/>
          <p:nvPr/>
        </p:nvGrpSpPr>
        <p:grpSpPr>
          <a:xfrm>
            <a:off x="6425670" y="4297009"/>
            <a:ext cx="98891" cy="1609843"/>
            <a:chOff x="4737834" y="4621517"/>
            <a:chExt cx="98891" cy="160984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7C2C71C-204C-161D-A044-0ADC059959F9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D882B59-89FD-BFA0-E955-6A844A9ED28F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7344119-1C38-00E5-B53F-535144E3AB8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43279CF-56B0-64CA-2BDA-90EEFBFC9C28}"/>
              </a:ext>
            </a:extLst>
          </p:cNvPr>
          <p:cNvGrpSpPr/>
          <p:nvPr/>
        </p:nvGrpSpPr>
        <p:grpSpPr>
          <a:xfrm>
            <a:off x="4553049" y="4316166"/>
            <a:ext cx="98891" cy="1609843"/>
            <a:chOff x="4737834" y="4621517"/>
            <a:chExt cx="98891" cy="1609843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3704089-01C6-B4BC-706D-16372531162D}"/>
                </a:ext>
              </a:extLst>
            </p:cNvPr>
            <p:cNvSpPr/>
            <p:nvPr/>
          </p:nvSpPr>
          <p:spPr>
            <a:xfrm>
              <a:off x="4737834" y="462151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11FC833-6614-05CE-0DFF-9CF5F51F4605}"/>
                </a:ext>
              </a:extLst>
            </p:cNvPr>
            <p:cNvSpPr/>
            <p:nvPr/>
          </p:nvSpPr>
          <p:spPr>
            <a:xfrm>
              <a:off x="4738263" y="537526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2541395B-2B5C-F8F1-2A31-105F2BE5C57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FBDD11-57B2-1F56-55F5-4FD2522C50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03" y="2566250"/>
            <a:ext cx="1778731" cy="1466673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5CE940A-296A-23EF-E944-B1BBA54E2AD9}"/>
              </a:ext>
            </a:extLst>
          </p:cNvPr>
          <p:cNvSpPr/>
          <p:nvPr/>
        </p:nvSpPr>
        <p:spPr>
          <a:xfrm>
            <a:off x="4928756" y="460641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26E78960-3B14-4050-A28C-14112E43AB78}"/>
              </a:ext>
            </a:extLst>
          </p:cNvPr>
          <p:cNvSpPr/>
          <p:nvPr/>
        </p:nvSpPr>
        <p:spPr>
          <a:xfrm>
            <a:off x="5277121" y="4941830"/>
            <a:ext cx="557315" cy="559233"/>
          </a:xfrm>
          <a:prstGeom prst="star4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39BABE-3C13-B5AE-38F3-79F57B0C498F}"/>
              </a:ext>
            </a:extLst>
          </p:cNvPr>
          <p:cNvSpPr txBox="1"/>
          <p:nvPr/>
        </p:nvSpPr>
        <p:spPr>
          <a:xfrm>
            <a:off x="4294683" y="628521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고객님 준비 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97814FE-88B9-3559-0CE9-46BAE0DF8B2D}"/>
              </a:ext>
            </a:extLst>
          </p:cNvPr>
          <p:cNvSpPr/>
          <p:nvPr/>
        </p:nvSpPr>
        <p:spPr>
          <a:xfrm>
            <a:off x="5110184" y="4758815"/>
            <a:ext cx="888704" cy="96202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3" name="그림 2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043F7B6-20B1-6F18-4F60-F35155A45F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485793" y="4278117"/>
            <a:ext cx="1619250" cy="153035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6073F5-9265-8EB0-DF44-641FCC2A4482}"/>
              </a:ext>
            </a:extLst>
          </p:cNvPr>
          <p:cNvSpPr/>
          <p:nvPr/>
        </p:nvSpPr>
        <p:spPr>
          <a:xfrm flipV="1">
            <a:off x="7618509" y="2394352"/>
            <a:ext cx="98385" cy="9792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718D07-D746-3EC9-B4D9-BD99EAAB4142}"/>
              </a:ext>
            </a:extLst>
          </p:cNvPr>
          <p:cNvSpPr/>
          <p:nvPr/>
        </p:nvSpPr>
        <p:spPr>
          <a:xfrm rot="10800000" flipV="1">
            <a:off x="9431977" y="3252801"/>
            <a:ext cx="98385" cy="8049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CA9A54B-10A0-3005-4A96-CF85123150EF}"/>
              </a:ext>
            </a:extLst>
          </p:cNvPr>
          <p:cNvSpPr/>
          <p:nvPr/>
        </p:nvSpPr>
        <p:spPr>
          <a:xfrm rot="10800000" flipV="1">
            <a:off x="4415207" y="2638261"/>
            <a:ext cx="98385" cy="7621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600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7056B-A830-BAA7-2300-95E35FE6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78224AC-02E7-B634-A39F-A819CADD58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8602" y="1137158"/>
            <a:ext cx="7214198" cy="5194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2446C35-B9A0-9C82-A49B-0FD48DB368D7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75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D89C5F-78D1-1503-11E6-6C16F3386649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71332DEA-51D0-77AD-B668-9E1DAD060E0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EFA1456-1B7C-3644-462C-AA8EF4C23D9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1844746-A5F9-4D67-54D8-1FBA44CC8B9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E9DAD7EC-F405-A02A-B2B8-AE370050064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E0D3C03-F30C-23D4-A8B9-B9559CFE0BF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E6FD77AE-4E4D-03CB-92D0-59F7B11EC42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E38492BE-D70E-FEAE-85C8-D5BACC6016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702800" y="4476689"/>
            <a:ext cx="2236971" cy="1554480"/>
          </a:xfrm>
          <a:prstGeom prst="rect">
            <a:avLst/>
          </a:prstGeom>
        </p:spPr>
      </p:pic>
      <p:sp>
        <p:nvSpPr>
          <p:cNvPr id="6" name="별: 꼭짓점 4개 5">
            <a:extLst>
              <a:ext uri="{FF2B5EF4-FFF2-40B4-BE49-F238E27FC236}">
                <a16:creationId xmlns:a16="http://schemas.microsoft.com/office/drawing/2014/main" id="{FA9D4767-1BDF-09B6-2C50-2279959B185F}"/>
              </a:ext>
            </a:extLst>
          </p:cNvPr>
          <p:cNvSpPr/>
          <p:nvPr/>
        </p:nvSpPr>
        <p:spPr>
          <a:xfrm>
            <a:off x="5277121" y="4891167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48F8C1-528B-F691-F2FD-149DB668B267}"/>
              </a:ext>
            </a:extLst>
          </p:cNvPr>
          <p:cNvSpPr txBox="1"/>
          <p:nvPr/>
        </p:nvSpPr>
        <p:spPr>
          <a:xfrm>
            <a:off x="4831712" y="6457890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9FF6A8B-3AC3-DC3C-1AAB-0B236585F211}"/>
              </a:ext>
            </a:extLst>
          </p:cNvPr>
          <p:cNvGrpSpPr/>
          <p:nvPr/>
        </p:nvGrpSpPr>
        <p:grpSpPr>
          <a:xfrm>
            <a:off x="9744410" y="3026163"/>
            <a:ext cx="2153752" cy="1204197"/>
            <a:chOff x="149488" y="3169907"/>
            <a:chExt cx="2153752" cy="1204197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EDA71EC5-16FE-CE85-62B7-80FC606E5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C2E09EF-9D14-1B69-BC7F-FB02E68024AA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err="1"/>
                <a:t>코타라</a:t>
              </a:r>
              <a:endParaRPr lang="ko-KR" altLang="en-US" sz="1400" b="1"/>
            </a:p>
          </p:txBody>
        </p:sp>
      </p:grpSp>
    </p:spTree>
    <p:extLst>
      <p:ext uri="{BB962C8B-B14F-4D97-AF65-F5344CB8AC3E}">
        <p14:creationId xmlns:p14="http://schemas.microsoft.com/office/powerpoint/2010/main" val="4191312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7056B-A830-BAA7-2300-95E35FE6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78224AC-02E7-B634-A39F-A819CADD58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8602" y="1137158"/>
            <a:ext cx="7214198" cy="5194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6749FC-D23D-41BE-637C-FB149835B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2446C35-B9A0-9C82-A49B-0FD48DB368D7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75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D89C5F-78D1-1503-11E6-6C16F3386649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71332DEA-51D0-77AD-B668-9E1DAD060E0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EFA1456-1B7C-3644-462C-AA8EF4C23D9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1844746-A5F9-4D67-54D8-1FBA44CC8B9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E9DAD7EC-F405-A02A-B2B8-AE370050064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E0D3C03-F30C-23D4-A8B9-B9559CFE0BF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E6FD77AE-4E4D-03CB-92D0-59F7B11EC42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E38492BE-D70E-FEAE-85C8-D5BACC6016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702800" y="4476689"/>
            <a:ext cx="2236971" cy="1554480"/>
          </a:xfrm>
          <a:prstGeom prst="rect">
            <a:avLst/>
          </a:prstGeom>
        </p:spPr>
      </p:pic>
      <p:sp>
        <p:nvSpPr>
          <p:cNvPr id="6" name="별: 꼭짓점 4개 5">
            <a:extLst>
              <a:ext uri="{FF2B5EF4-FFF2-40B4-BE49-F238E27FC236}">
                <a16:creationId xmlns:a16="http://schemas.microsoft.com/office/drawing/2014/main" id="{FA9D4767-1BDF-09B6-2C50-2279959B185F}"/>
              </a:ext>
            </a:extLst>
          </p:cNvPr>
          <p:cNvSpPr/>
          <p:nvPr/>
        </p:nvSpPr>
        <p:spPr>
          <a:xfrm>
            <a:off x="5277121" y="4891167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48F8C1-528B-F691-F2FD-149DB668B267}"/>
              </a:ext>
            </a:extLst>
          </p:cNvPr>
          <p:cNvSpPr txBox="1"/>
          <p:nvPr/>
        </p:nvSpPr>
        <p:spPr>
          <a:xfrm>
            <a:off x="4981015" y="6371760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20379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2A549-1285-3CA8-A123-9B3AAF63E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F26F7C5-9F2C-78F1-B491-930F397EAC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9751" y="1138712"/>
            <a:ext cx="6340950" cy="57192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17B81A1-100E-3EED-6E76-9CE965836C5E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17B81A1-100E-3EED-6E76-9CE965836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95F3AEBE-ACA2-6DF6-361D-4A1DF6419C01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8DD97CB-3EAB-87A0-3219-585963717CCA}"/>
              </a:ext>
            </a:extLst>
          </p:cNvPr>
          <p:cNvSpPr/>
          <p:nvPr/>
        </p:nvSpPr>
        <p:spPr>
          <a:xfrm rot="10800000">
            <a:off x="8892377" y="4038602"/>
            <a:ext cx="102820" cy="1735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129567B9-9B04-C18D-46FA-785CB4358656}"/>
              </a:ext>
            </a:extLst>
          </p:cNvPr>
          <p:cNvSpPr/>
          <p:nvPr/>
        </p:nvSpPr>
        <p:spPr>
          <a:xfrm>
            <a:off x="7372200" y="427279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A52D9A05-32BB-7F1D-B036-77AFCF245026}"/>
              </a:ext>
            </a:extLst>
          </p:cNvPr>
          <p:cNvSpPr/>
          <p:nvPr/>
        </p:nvSpPr>
        <p:spPr>
          <a:xfrm>
            <a:off x="7541137" y="442488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E06280-7133-B987-8B78-CBE1A36DC1BE}"/>
              </a:ext>
            </a:extLst>
          </p:cNvPr>
          <p:cNvSpPr txBox="1"/>
          <p:nvPr/>
        </p:nvSpPr>
        <p:spPr>
          <a:xfrm>
            <a:off x="6271585" y="4238799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61DFA01-7E0E-9FCA-2D74-DE423224707D}"/>
              </a:ext>
            </a:extLst>
          </p:cNvPr>
          <p:cNvSpPr/>
          <p:nvPr/>
        </p:nvSpPr>
        <p:spPr>
          <a:xfrm rot="16200000" flipV="1">
            <a:off x="6330448" y="3276623"/>
            <a:ext cx="85684" cy="6784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77C66D5-8349-2B1F-C732-B4F53F573615}"/>
              </a:ext>
            </a:extLst>
          </p:cNvPr>
          <p:cNvSpPr/>
          <p:nvPr/>
        </p:nvSpPr>
        <p:spPr>
          <a:xfrm flipV="1">
            <a:off x="4084847" y="3106107"/>
            <a:ext cx="98384" cy="7362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DF94494A-D7DB-12EE-DDC0-B3A718C7E1EF}"/>
              </a:ext>
            </a:extLst>
          </p:cNvPr>
          <p:cNvGrpSpPr/>
          <p:nvPr/>
        </p:nvGrpSpPr>
        <p:grpSpPr>
          <a:xfrm rot="5400000">
            <a:off x="4891289" y="4049767"/>
            <a:ext cx="98802" cy="582959"/>
            <a:chOff x="4737846" y="5028802"/>
            <a:chExt cx="98802" cy="582959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7A7D0FDC-15FC-0F3F-967A-9FC24F9133AB}"/>
                </a:ext>
              </a:extLst>
            </p:cNvPr>
            <p:cNvSpPr/>
            <p:nvPr/>
          </p:nvSpPr>
          <p:spPr>
            <a:xfrm>
              <a:off x="4737846" y="50288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870238C9-8F29-DF4E-52EC-44D69164C34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9AF57144-1952-A2AE-220E-8B6B322D5A96}"/>
              </a:ext>
            </a:extLst>
          </p:cNvPr>
          <p:cNvSpPr txBox="1"/>
          <p:nvPr/>
        </p:nvSpPr>
        <p:spPr>
          <a:xfrm>
            <a:off x="9043944" y="442307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9171C501-CE5B-DE04-BDEC-ECBC40FDFCF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B2F578D7-7E89-F199-0842-FA806765108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555C52ED-C1D6-3712-2F06-B01E7B459E8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200DDA6B-4B0E-3421-95B5-E9F44C32E36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TextBox 11">
              <a:extLst>
                <a:ext uri="{FF2B5EF4-FFF2-40B4-BE49-F238E27FC236}">
                  <a16:creationId xmlns:a16="http://schemas.microsoft.com/office/drawing/2014/main" id="{D798405B-6BAD-A0BA-59C2-355D3087722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C2C80032-C802-4E6A-30C0-6AFDA12FA145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10FC3D84-3E03-6DA9-A02D-C067BAB6FA28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69A6D948-39E6-32B4-ED29-E5FFEBCC0121}"/>
              </a:ext>
            </a:extLst>
          </p:cNvPr>
          <p:cNvGrpSpPr/>
          <p:nvPr/>
        </p:nvGrpSpPr>
        <p:grpSpPr>
          <a:xfrm rot="5400000">
            <a:off x="7934866" y="3320607"/>
            <a:ext cx="98905" cy="1397898"/>
            <a:chOff x="4737864" y="4695342"/>
            <a:chExt cx="98905" cy="1397898"/>
          </a:xfrm>
        </p:grpSpPr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6F6D99C0-3F0E-CEE0-F91C-FDE05281BCB3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728F5261-312A-B014-E4AE-D9B8BEA2D561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8A848531-22FC-F2F9-5F04-EB8B912BA96C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DA275E7E-BA4B-FCB3-6859-B28E6E216EAD}"/>
              </a:ext>
            </a:extLst>
          </p:cNvPr>
          <p:cNvSpPr txBox="1"/>
          <p:nvPr/>
        </p:nvSpPr>
        <p:spPr>
          <a:xfrm>
            <a:off x="7944901" y="6043925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0A63B783-247F-DDC5-041B-82CAE57A2CFD}"/>
              </a:ext>
            </a:extLst>
          </p:cNvPr>
          <p:cNvCxnSpPr>
            <a:cxnSpLocks/>
          </p:cNvCxnSpPr>
          <p:nvPr/>
        </p:nvCxnSpPr>
        <p:spPr>
          <a:xfrm flipH="1">
            <a:off x="8610768" y="4554936"/>
            <a:ext cx="5364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422EDE8E-585E-FF71-6D44-81517AC861C7}"/>
              </a:ext>
            </a:extLst>
          </p:cNvPr>
          <p:cNvGrpSpPr/>
          <p:nvPr/>
        </p:nvGrpSpPr>
        <p:grpSpPr>
          <a:xfrm rot="5400000">
            <a:off x="7960791" y="5075208"/>
            <a:ext cx="98905" cy="1397898"/>
            <a:chOff x="4737864" y="4695342"/>
            <a:chExt cx="98905" cy="1397898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8D991BB-B98C-1FE2-4B3C-151D78598930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A6BBEB6C-14C5-C7FA-E816-3E12FB890E7D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06312645-BE4B-58E9-493F-CCD55930BC0C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E46E6F26-EAE4-3502-89E1-AB62A39048C3}"/>
              </a:ext>
            </a:extLst>
          </p:cNvPr>
          <p:cNvSpPr/>
          <p:nvPr/>
        </p:nvSpPr>
        <p:spPr>
          <a:xfrm flipV="1">
            <a:off x="3208195" y="3752852"/>
            <a:ext cx="98384" cy="6565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A3B4C174-7EA6-9453-30A3-4A98F369324A}"/>
              </a:ext>
            </a:extLst>
          </p:cNvPr>
          <p:cNvCxnSpPr>
            <a:cxnSpLocks/>
          </p:cNvCxnSpPr>
          <p:nvPr/>
        </p:nvCxnSpPr>
        <p:spPr>
          <a:xfrm flipH="1" flipV="1">
            <a:off x="8027959" y="5812514"/>
            <a:ext cx="61950" cy="280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015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A834C-ED94-E745-FCAF-73A519518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8A923C-75C5-7CAB-45D0-5901B3FCCD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9751" y="1138712"/>
            <a:ext cx="6340950" cy="57192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839DA16-9BCE-E881-B6EE-1F78E10C9C46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839DA16-9BCE-E881-B6EE-1F78E10C9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8B8B75D9-CAAB-5D0A-90B0-5649F9D3EC98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6F246F8-FC66-A602-DB91-FD1F39331C3E}"/>
              </a:ext>
            </a:extLst>
          </p:cNvPr>
          <p:cNvSpPr/>
          <p:nvPr/>
        </p:nvSpPr>
        <p:spPr>
          <a:xfrm rot="5400000">
            <a:off x="7844536" y="3205304"/>
            <a:ext cx="90478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8F271E-630A-0998-21C4-3B522E2C3B63}"/>
              </a:ext>
            </a:extLst>
          </p:cNvPr>
          <p:cNvSpPr txBox="1"/>
          <p:nvPr/>
        </p:nvSpPr>
        <p:spPr>
          <a:xfrm>
            <a:off x="6902691" y="2990383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C43C671-481A-FD99-2D79-F74BD43BB482}"/>
              </a:ext>
            </a:extLst>
          </p:cNvPr>
          <p:cNvSpPr/>
          <p:nvPr/>
        </p:nvSpPr>
        <p:spPr>
          <a:xfrm rot="10800000">
            <a:off x="8892377" y="4038602"/>
            <a:ext cx="102820" cy="1735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8E08A9EE-9700-2F2A-9645-3A4058EE0AEC}"/>
              </a:ext>
            </a:extLst>
          </p:cNvPr>
          <p:cNvSpPr/>
          <p:nvPr/>
        </p:nvSpPr>
        <p:spPr>
          <a:xfrm>
            <a:off x="7372200" y="427279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3806741-D302-768A-670B-62D9E257C10B}"/>
              </a:ext>
            </a:extLst>
          </p:cNvPr>
          <p:cNvSpPr/>
          <p:nvPr/>
        </p:nvSpPr>
        <p:spPr>
          <a:xfrm>
            <a:off x="7541137" y="442488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4D4F10-0813-D459-CAB3-3FFB2065F55E}"/>
              </a:ext>
            </a:extLst>
          </p:cNvPr>
          <p:cNvSpPr txBox="1"/>
          <p:nvPr/>
        </p:nvSpPr>
        <p:spPr>
          <a:xfrm>
            <a:off x="6271585" y="4238799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10F4004-6E4C-FB59-E6E7-BC97921E1C06}"/>
              </a:ext>
            </a:extLst>
          </p:cNvPr>
          <p:cNvGrpSpPr/>
          <p:nvPr/>
        </p:nvGrpSpPr>
        <p:grpSpPr>
          <a:xfrm rot="5400000">
            <a:off x="7658849" y="3503745"/>
            <a:ext cx="98800" cy="573521"/>
            <a:chOff x="4737848" y="5038240"/>
            <a:chExt cx="98800" cy="573521"/>
          </a:xfrm>
          <a:solidFill>
            <a:srgbClr val="00B0F0"/>
          </a:solidFill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20C89641-138A-BC71-5E6B-0029DBAEB5DC}"/>
                </a:ext>
              </a:extLst>
            </p:cNvPr>
            <p:cNvSpPr/>
            <p:nvPr/>
          </p:nvSpPr>
          <p:spPr>
            <a:xfrm>
              <a:off x="4737848" y="503824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16BF73A0-DACE-A143-3D07-705EEF22945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8F9BBDF-E648-DD8D-0DB9-ED8FF36531A2}"/>
              </a:ext>
            </a:extLst>
          </p:cNvPr>
          <p:cNvGrpSpPr/>
          <p:nvPr/>
        </p:nvGrpSpPr>
        <p:grpSpPr>
          <a:xfrm>
            <a:off x="4248783" y="3246145"/>
            <a:ext cx="405306" cy="542991"/>
            <a:chOff x="9191246" y="3797098"/>
            <a:chExt cx="405306" cy="542991"/>
          </a:xfrm>
          <a:solidFill>
            <a:srgbClr val="CC0000"/>
          </a:solidFill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040E0235-5FA7-DFF2-F435-81C572411341}"/>
                </a:ext>
              </a:extLst>
            </p:cNvPr>
            <p:cNvGrpSpPr/>
            <p:nvPr/>
          </p:nvGrpSpPr>
          <p:grpSpPr>
            <a:xfrm>
              <a:off x="9497738" y="3799905"/>
              <a:ext cx="98814" cy="540184"/>
              <a:chOff x="4611627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8D6659D3-F80F-2010-5D59-61ADF6FFB35A}"/>
                  </a:ext>
                </a:extLst>
              </p:cNvPr>
              <p:cNvSpPr/>
              <p:nvPr/>
            </p:nvSpPr>
            <p:spPr>
              <a:xfrm>
                <a:off x="4611627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70116ED4-E36D-4FE9-A535-79B1506BFFF1}"/>
                  </a:ext>
                </a:extLst>
              </p:cNvPr>
              <p:cNvSpPr/>
              <p:nvPr/>
            </p:nvSpPr>
            <p:spPr>
              <a:xfrm>
                <a:off x="4612056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4" name="별: 꼭짓점 7개 63">
              <a:extLst>
                <a:ext uri="{FF2B5EF4-FFF2-40B4-BE49-F238E27FC236}">
                  <a16:creationId xmlns:a16="http://schemas.microsoft.com/office/drawing/2014/main" id="{743CE128-ABBA-6DCC-D9A7-2EC01E48C017}"/>
                </a:ext>
              </a:extLst>
            </p:cNvPr>
            <p:cNvSpPr/>
            <p:nvPr/>
          </p:nvSpPr>
          <p:spPr>
            <a:xfrm rot="5400000">
              <a:off x="9276044" y="395122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993A1E69-2C08-26A5-591B-8C07731B9DC8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371DC416-D543-8253-79C8-E4C48FA630D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FAE97940-B27D-9C99-7989-396097EF90DE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C8AA535-7D22-C66B-9ECC-A20BECDBA8B0}"/>
              </a:ext>
            </a:extLst>
          </p:cNvPr>
          <p:cNvSpPr/>
          <p:nvPr/>
        </p:nvSpPr>
        <p:spPr>
          <a:xfrm rot="16200000" flipV="1">
            <a:off x="6330448" y="3276623"/>
            <a:ext cx="85684" cy="6784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4689F78-A293-2694-E3A0-EAC99E5183A8}"/>
              </a:ext>
            </a:extLst>
          </p:cNvPr>
          <p:cNvSpPr/>
          <p:nvPr/>
        </p:nvSpPr>
        <p:spPr>
          <a:xfrm flipV="1">
            <a:off x="4084847" y="3106107"/>
            <a:ext cx="98384" cy="7362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D59CE51B-E276-2D2B-204E-3DDFFDB0B136}"/>
              </a:ext>
            </a:extLst>
          </p:cNvPr>
          <p:cNvGrpSpPr/>
          <p:nvPr/>
        </p:nvGrpSpPr>
        <p:grpSpPr>
          <a:xfrm rot="5400000">
            <a:off x="4891289" y="4049767"/>
            <a:ext cx="98802" cy="582959"/>
            <a:chOff x="4737846" y="5028802"/>
            <a:chExt cx="98802" cy="582959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E00430FF-C944-DDD0-EF17-255AB272FE34}"/>
                </a:ext>
              </a:extLst>
            </p:cNvPr>
            <p:cNvSpPr/>
            <p:nvPr/>
          </p:nvSpPr>
          <p:spPr>
            <a:xfrm>
              <a:off x="4737846" y="50288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7BA391C3-47C7-D282-6250-042E8974A13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D5434222-F95B-11A4-7F87-CA1D6AD11D33}"/>
              </a:ext>
            </a:extLst>
          </p:cNvPr>
          <p:cNvSpPr txBox="1"/>
          <p:nvPr/>
        </p:nvSpPr>
        <p:spPr>
          <a:xfrm>
            <a:off x="9043944" y="442307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018CBAE-427F-8845-9AE4-03A27305902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10B9CF6B-F3BE-3826-D607-D6EEF017FD7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2CB4687E-1F85-4040-3CC9-326D7BBB4CC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303A680F-9FA7-6860-B048-EBD6AC1EB2F4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TextBox 11">
              <a:extLst>
                <a:ext uri="{FF2B5EF4-FFF2-40B4-BE49-F238E27FC236}">
                  <a16:creationId xmlns:a16="http://schemas.microsoft.com/office/drawing/2014/main" id="{8C524C4F-88F9-44D9-6174-BD3CE47CF87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20DAD9ED-7328-E2ED-F966-1D3CCD53EBEB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FF1187AC-6144-06B9-BB65-4F02FD0BA4DB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C9D4BCA-1A9F-D254-3266-C52243251BBA}"/>
              </a:ext>
            </a:extLst>
          </p:cNvPr>
          <p:cNvGrpSpPr/>
          <p:nvPr/>
        </p:nvGrpSpPr>
        <p:grpSpPr>
          <a:xfrm rot="5400000">
            <a:off x="7934866" y="3320607"/>
            <a:ext cx="98905" cy="1397898"/>
            <a:chOff x="4737864" y="4695342"/>
            <a:chExt cx="98905" cy="1397898"/>
          </a:xfrm>
        </p:grpSpPr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CC1C9BA2-EF4A-A606-7283-03AA370A8BA4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D3A00CD0-2C55-DE5B-2532-E41252A3595A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C3E9AB4C-6DD1-1C62-8D5A-627B7B72F706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9EACDF88-2A00-3171-06C4-8209058E1560}"/>
              </a:ext>
            </a:extLst>
          </p:cNvPr>
          <p:cNvSpPr txBox="1"/>
          <p:nvPr/>
        </p:nvSpPr>
        <p:spPr>
          <a:xfrm>
            <a:off x="7944901" y="6043925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FFE854E0-D9D3-8A5C-8B11-D04DA29BF55C}"/>
              </a:ext>
            </a:extLst>
          </p:cNvPr>
          <p:cNvCxnSpPr>
            <a:cxnSpLocks/>
          </p:cNvCxnSpPr>
          <p:nvPr/>
        </p:nvCxnSpPr>
        <p:spPr>
          <a:xfrm flipH="1">
            <a:off x="8610768" y="4554936"/>
            <a:ext cx="5364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9559E94-5F91-274B-1383-2A297661B1E8}"/>
              </a:ext>
            </a:extLst>
          </p:cNvPr>
          <p:cNvGrpSpPr/>
          <p:nvPr/>
        </p:nvGrpSpPr>
        <p:grpSpPr>
          <a:xfrm rot="5400000">
            <a:off x="7960791" y="5075208"/>
            <a:ext cx="98905" cy="1397898"/>
            <a:chOff x="4737864" y="4695342"/>
            <a:chExt cx="98905" cy="1397898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2E05B378-4BE1-931E-8B7B-D0EB5D0596AA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D4DB3178-43CE-F84D-3943-902DF93D02B5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B9EFD748-EA97-1A06-0D3B-815177848AB6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CA63DBDD-1F3D-4ABE-2A5C-BFD2E1E5E942}"/>
              </a:ext>
            </a:extLst>
          </p:cNvPr>
          <p:cNvSpPr/>
          <p:nvPr/>
        </p:nvSpPr>
        <p:spPr>
          <a:xfrm flipV="1">
            <a:off x="3208195" y="3752852"/>
            <a:ext cx="98384" cy="6565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D24C8A06-C879-BDAB-6CE5-E8A0D0107270}"/>
              </a:ext>
            </a:extLst>
          </p:cNvPr>
          <p:cNvCxnSpPr>
            <a:cxnSpLocks/>
          </p:cNvCxnSpPr>
          <p:nvPr/>
        </p:nvCxnSpPr>
        <p:spPr>
          <a:xfrm flipH="1" flipV="1">
            <a:off x="8027959" y="5812514"/>
            <a:ext cx="61950" cy="280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302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84DD-A58E-4756-65F8-273AABE69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287461-B1F3-977B-F67A-32FCCC86F0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9751" y="1138712"/>
            <a:ext cx="6340950" cy="57192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21BB3E-D3F0-F86A-D855-B23EBBDE966E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21BB3E-D3F0-F86A-D855-B23EBBDE9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6EE426F3-9995-6576-C41A-E35FFFF46D67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1BD77C3-1312-FC78-5B7D-FE96E6788E69}"/>
              </a:ext>
            </a:extLst>
          </p:cNvPr>
          <p:cNvSpPr/>
          <p:nvPr/>
        </p:nvSpPr>
        <p:spPr>
          <a:xfrm rot="5400000">
            <a:off x="7844536" y="3205304"/>
            <a:ext cx="90478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345DD9-0683-A6FE-407E-EA7974925DE0}"/>
              </a:ext>
            </a:extLst>
          </p:cNvPr>
          <p:cNvSpPr txBox="1"/>
          <p:nvPr/>
        </p:nvSpPr>
        <p:spPr>
          <a:xfrm>
            <a:off x="6902691" y="2990383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1F50088-17D9-00AC-0AC7-E4D1B24713DD}"/>
              </a:ext>
            </a:extLst>
          </p:cNvPr>
          <p:cNvSpPr/>
          <p:nvPr/>
        </p:nvSpPr>
        <p:spPr>
          <a:xfrm rot="10800000">
            <a:off x="8892377" y="4038602"/>
            <a:ext cx="102820" cy="1735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191446BB-92DE-0757-70B6-7597EB3F64F6}"/>
              </a:ext>
            </a:extLst>
          </p:cNvPr>
          <p:cNvSpPr/>
          <p:nvPr/>
        </p:nvSpPr>
        <p:spPr>
          <a:xfrm>
            <a:off x="7372200" y="427279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6812E35A-7638-F026-4D0B-D29E9EB7A7E8}"/>
              </a:ext>
            </a:extLst>
          </p:cNvPr>
          <p:cNvSpPr/>
          <p:nvPr/>
        </p:nvSpPr>
        <p:spPr>
          <a:xfrm>
            <a:off x="7541137" y="442488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9C3EA0-0487-B63F-9C05-DF780E86C050}"/>
              </a:ext>
            </a:extLst>
          </p:cNvPr>
          <p:cNvSpPr txBox="1"/>
          <p:nvPr/>
        </p:nvSpPr>
        <p:spPr>
          <a:xfrm>
            <a:off x="6271585" y="4238799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58" name="별: 꼭짓점 4개 57">
            <a:extLst>
              <a:ext uri="{FF2B5EF4-FFF2-40B4-BE49-F238E27FC236}">
                <a16:creationId xmlns:a16="http://schemas.microsoft.com/office/drawing/2014/main" id="{5C568BFF-A961-5561-97C7-8B0D9E998B6D}"/>
              </a:ext>
            </a:extLst>
          </p:cNvPr>
          <p:cNvSpPr/>
          <p:nvPr/>
        </p:nvSpPr>
        <p:spPr>
          <a:xfrm>
            <a:off x="7720565" y="460821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C6B2018-6A37-2C19-7054-65B1E3EA3D18}"/>
              </a:ext>
            </a:extLst>
          </p:cNvPr>
          <p:cNvGrpSpPr/>
          <p:nvPr/>
        </p:nvGrpSpPr>
        <p:grpSpPr>
          <a:xfrm rot="5400000">
            <a:off x="7658849" y="3503745"/>
            <a:ext cx="98800" cy="573521"/>
            <a:chOff x="4737848" y="5038240"/>
            <a:chExt cx="98800" cy="573521"/>
          </a:xfrm>
          <a:solidFill>
            <a:srgbClr val="00B0F0"/>
          </a:solidFill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011BAEB9-7A10-AC95-CB76-48E9656A684E}"/>
                </a:ext>
              </a:extLst>
            </p:cNvPr>
            <p:cNvSpPr/>
            <p:nvPr/>
          </p:nvSpPr>
          <p:spPr>
            <a:xfrm>
              <a:off x="4737848" y="503824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F495C9D-622A-1225-DFA0-82787C855D1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A50E1B87-E233-48A3-41EA-ECB3BCBF28E4}"/>
              </a:ext>
            </a:extLst>
          </p:cNvPr>
          <p:cNvGrpSpPr/>
          <p:nvPr/>
        </p:nvGrpSpPr>
        <p:grpSpPr>
          <a:xfrm>
            <a:off x="4248783" y="3246145"/>
            <a:ext cx="405306" cy="542991"/>
            <a:chOff x="9191246" y="3797098"/>
            <a:chExt cx="405306" cy="542991"/>
          </a:xfrm>
          <a:solidFill>
            <a:srgbClr val="CC0000"/>
          </a:solidFill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AD18BCF2-94F7-F027-B8B0-DAE3E3F2726A}"/>
                </a:ext>
              </a:extLst>
            </p:cNvPr>
            <p:cNvGrpSpPr/>
            <p:nvPr/>
          </p:nvGrpSpPr>
          <p:grpSpPr>
            <a:xfrm>
              <a:off x="9497738" y="3799905"/>
              <a:ext cx="98814" cy="540184"/>
              <a:chOff x="4611627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2C462929-0B9B-E6C3-ABD0-6A7BD92A85C5}"/>
                  </a:ext>
                </a:extLst>
              </p:cNvPr>
              <p:cNvSpPr/>
              <p:nvPr/>
            </p:nvSpPr>
            <p:spPr>
              <a:xfrm>
                <a:off x="4611627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9280A87E-1FCC-EDD7-4993-68EBBE85E0B3}"/>
                  </a:ext>
                </a:extLst>
              </p:cNvPr>
              <p:cNvSpPr/>
              <p:nvPr/>
            </p:nvSpPr>
            <p:spPr>
              <a:xfrm>
                <a:off x="4612056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4" name="별: 꼭짓점 7개 63">
              <a:extLst>
                <a:ext uri="{FF2B5EF4-FFF2-40B4-BE49-F238E27FC236}">
                  <a16:creationId xmlns:a16="http://schemas.microsoft.com/office/drawing/2014/main" id="{FACB82C1-4EC2-F894-FC52-A4C3E61B7D9B}"/>
                </a:ext>
              </a:extLst>
            </p:cNvPr>
            <p:cNvSpPr/>
            <p:nvPr/>
          </p:nvSpPr>
          <p:spPr>
            <a:xfrm rot="5400000">
              <a:off x="9276044" y="395122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190509BF-E9B7-68F5-3B89-D7EB92A8DF81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74A4BCC6-EE09-3AC9-707E-AAB8D36A54F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84C2880D-A17C-8CE8-A42E-8361D76B7E66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1E79EFD-3027-E465-71B9-824D1AE008E6}"/>
              </a:ext>
            </a:extLst>
          </p:cNvPr>
          <p:cNvSpPr/>
          <p:nvPr/>
        </p:nvSpPr>
        <p:spPr>
          <a:xfrm rot="16200000" flipV="1">
            <a:off x="6330448" y="3276623"/>
            <a:ext cx="85684" cy="6784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29AAF751-70F6-7EC7-E66E-4FEF5E39342F}"/>
              </a:ext>
            </a:extLst>
          </p:cNvPr>
          <p:cNvSpPr/>
          <p:nvPr/>
        </p:nvSpPr>
        <p:spPr>
          <a:xfrm flipV="1">
            <a:off x="4084847" y="3106107"/>
            <a:ext cx="98384" cy="7362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F3251D4-5FE1-A571-D7CE-FE52018CBE44}"/>
              </a:ext>
            </a:extLst>
          </p:cNvPr>
          <p:cNvGrpSpPr/>
          <p:nvPr/>
        </p:nvGrpSpPr>
        <p:grpSpPr>
          <a:xfrm rot="5400000">
            <a:off x="4891289" y="4049767"/>
            <a:ext cx="98802" cy="582959"/>
            <a:chOff x="4737846" y="5028802"/>
            <a:chExt cx="98802" cy="582959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43CA4E89-4243-7C82-E307-E659A8E3E9BB}"/>
                </a:ext>
              </a:extLst>
            </p:cNvPr>
            <p:cNvSpPr/>
            <p:nvPr/>
          </p:nvSpPr>
          <p:spPr>
            <a:xfrm>
              <a:off x="4737846" y="50288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81737A8-8F36-D1F7-9EE1-137FDAEE36E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D93900B6-F814-6911-025E-90574A700EBE}"/>
              </a:ext>
            </a:extLst>
          </p:cNvPr>
          <p:cNvSpPr txBox="1"/>
          <p:nvPr/>
        </p:nvSpPr>
        <p:spPr>
          <a:xfrm>
            <a:off x="9043944" y="442307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CA4E835-8D17-6CFD-DFD0-32A44152A78E}"/>
              </a:ext>
            </a:extLst>
          </p:cNvPr>
          <p:cNvSpPr txBox="1"/>
          <p:nvPr/>
        </p:nvSpPr>
        <p:spPr>
          <a:xfrm>
            <a:off x="9056349" y="5021703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F27DE24-68EA-3637-501E-10AF90A3D32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24C58629-D167-DAB4-BA90-CA3A2A91E1E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658C2929-4E61-0546-398B-69FB60168EA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67731FCC-8637-042D-9C84-01DBA48E447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TextBox 11">
              <a:extLst>
                <a:ext uri="{FF2B5EF4-FFF2-40B4-BE49-F238E27FC236}">
                  <a16:creationId xmlns:a16="http://schemas.microsoft.com/office/drawing/2014/main" id="{B2615359-FDF5-901E-762B-C651BEBFC70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DA5F7E90-7523-EF80-C9B2-6C35F2D1A07D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876788BA-A6DA-E596-2BE1-6ED48A6B2D10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DBF68165-65B7-5AB5-C619-934B67E349AB}"/>
              </a:ext>
            </a:extLst>
          </p:cNvPr>
          <p:cNvGrpSpPr/>
          <p:nvPr/>
        </p:nvGrpSpPr>
        <p:grpSpPr>
          <a:xfrm rot="5400000">
            <a:off x="7934866" y="3320607"/>
            <a:ext cx="98905" cy="1397898"/>
            <a:chOff x="4737864" y="4695342"/>
            <a:chExt cx="98905" cy="1397898"/>
          </a:xfrm>
        </p:grpSpPr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93014C8D-3336-7174-8C37-11A4D1FBA9AD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DF370B5E-ECEE-6355-A523-3BA6FE346E37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6C611A97-53DC-E207-F084-BC0B7C34E717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4F877838-326B-B0E6-6C13-F923D5A39439}"/>
              </a:ext>
            </a:extLst>
          </p:cNvPr>
          <p:cNvSpPr txBox="1"/>
          <p:nvPr/>
        </p:nvSpPr>
        <p:spPr>
          <a:xfrm>
            <a:off x="7944901" y="6043925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D7939587-800B-49B0-5BCC-C6DB59D64B20}"/>
              </a:ext>
            </a:extLst>
          </p:cNvPr>
          <p:cNvCxnSpPr>
            <a:cxnSpLocks/>
          </p:cNvCxnSpPr>
          <p:nvPr/>
        </p:nvCxnSpPr>
        <p:spPr>
          <a:xfrm flipH="1">
            <a:off x="8610768" y="4554936"/>
            <a:ext cx="5364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2D5684BF-A818-A4A3-B7D1-7802E9DC68D5}"/>
              </a:ext>
            </a:extLst>
          </p:cNvPr>
          <p:cNvGrpSpPr/>
          <p:nvPr/>
        </p:nvGrpSpPr>
        <p:grpSpPr>
          <a:xfrm rot="5400000">
            <a:off x="7960791" y="5075208"/>
            <a:ext cx="98905" cy="1397898"/>
            <a:chOff x="4737864" y="4695342"/>
            <a:chExt cx="98905" cy="1397898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F36ADEA7-017D-A37F-E83B-6AF8D932DBF4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7E1F45E2-5856-B3CB-C462-771E53FEDF1A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A8805691-C43E-EA01-B878-747E237AC810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3FA4C4C1-F37F-B51C-E8CB-13F4522F82EC}"/>
              </a:ext>
            </a:extLst>
          </p:cNvPr>
          <p:cNvSpPr/>
          <p:nvPr/>
        </p:nvSpPr>
        <p:spPr>
          <a:xfrm flipV="1">
            <a:off x="3208195" y="3752852"/>
            <a:ext cx="98384" cy="6565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7532ADA6-32C7-FAD3-5E0A-11C39B015268}"/>
              </a:ext>
            </a:extLst>
          </p:cNvPr>
          <p:cNvCxnSpPr>
            <a:cxnSpLocks/>
          </p:cNvCxnSpPr>
          <p:nvPr/>
        </p:nvCxnSpPr>
        <p:spPr>
          <a:xfrm flipH="1" flipV="1">
            <a:off x="8027959" y="5812514"/>
            <a:ext cx="61950" cy="280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885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84DD-A58E-4756-65F8-273AABE69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287461-B1F3-977B-F67A-32FCCC86F0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9751" y="1138712"/>
            <a:ext cx="6340950" cy="57192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21BB3E-D3F0-F86A-D855-B23EBBDE966E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21BB3E-D3F0-F86A-D855-B23EBBDE9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6EE426F3-9995-6576-C41A-E35FFFF46D67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1F50088-17D9-00AC-0AC7-E4D1B24713DD}"/>
              </a:ext>
            </a:extLst>
          </p:cNvPr>
          <p:cNvSpPr/>
          <p:nvPr/>
        </p:nvSpPr>
        <p:spPr>
          <a:xfrm rot="10800000">
            <a:off x="8892377" y="4038602"/>
            <a:ext cx="102820" cy="1735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191446BB-92DE-0757-70B6-7597EB3F64F6}"/>
              </a:ext>
            </a:extLst>
          </p:cNvPr>
          <p:cNvSpPr/>
          <p:nvPr/>
        </p:nvSpPr>
        <p:spPr>
          <a:xfrm>
            <a:off x="7372200" y="427279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9C3EA0-0487-B63F-9C05-DF780E86C050}"/>
              </a:ext>
            </a:extLst>
          </p:cNvPr>
          <p:cNvSpPr txBox="1"/>
          <p:nvPr/>
        </p:nvSpPr>
        <p:spPr>
          <a:xfrm>
            <a:off x="6271585" y="4238799"/>
            <a:ext cx="111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F3251D4-5FE1-A571-D7CE-FE52018CBE44}"/>
              </a:ext>
            </a:extLst>
          </p:cNvPr>
          <p:cNvGrpSpPr/>
          <p:nvPr/>
        </p:nvGrpSpPr>
        <p:grpSpPr>
          <a:xfrm rot="5400000">
            <a:off x="4891289" y="4049767"/>
            <a:ext cx="98802" cy="582959"/>
            <a:chOff x="4737846" y="5028802"/>
            <a:chExt cx="98802" cy="582959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43CA4E89-4243-7C82-E307-E659A8E3E9BB}"/>
                </a:ext>
              </a:extLst>
            </p:cNvPr>
            <p:cNvSpPr/>
            <p:nvPr/>
          </p:nvSpPr>
          <p:spPr>
            <a:xfrm>
              <a:off x="4737846" y="50288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81737A8-8F36-D1F7-9EE1-137FDAEE36E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F27DE24-68EA-3637-501E-10AF90A3D32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24C58629-D167-DAB4-BA90-CA3A2A91E1E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658C2929-4E61-0546-398B-69FB60168EA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67731FCC-8637-042D-9C84-01DBA48E447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TextBox 11">
              <a:extLst>
                <a:ext uri="{FF2B5EF4-FFF2-40B4-BE49-F238E27FC236}">
                  <a16:creationId xmlns:a16="http://schemas.microsoft.com/office/drawing/2014/main" id="{B2615359-FDF5-901E-762B-C651BEBFC70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DA5F7E90-7523-EF80-C9B2-6C35F2D1A07D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876788BA-A6DA-E596-2BE1-6ED48A6B2D10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DBF68165-65B7-5AB5-C619-934B67E349AB}"/>
              </a:ext>
            </a:extLst>
          </p:cNvPr>
          <p:cNvGrpSpPr/>
          <p:nvPr/>
        </p:nvGrpSpPr>
        <p:grpSpPr>
          <a:xfrm rot="5400000">
            <a:off x="7934866" y="3320607"/>
            <a:ext cx="98905" cy="1397898"/>
            <a:chOff x="4737864" y="4695342"/>
            <a:chExt cx="98905" cy="1397898"/>
          </a:xfrm>
        </p:grpSpPr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93014C8D-3336-7174-8C37-11A4D1FBA9AD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DF370B5E-ECEE-6355-A523-3BA6FE346E37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6C611A97-53DC-E207-F084-BC0B7C34E717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4F877838-326B-B0E6-6C13-F923D5A39439}"/>
              </a:ext>
            </a:extLst>
          </p:cNvPr>
          <p:cNvSpPr txBox="1"/>
          <p:nvPr/>
        </p:nvSpPr>
        <p:spPr>
          <a:xfrm>
            <a:off x="7944901" y="6043925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2D5684BF-A818-A4A3-B7D1-7802E9DC68D5}"/>
              </a:ext>
            </a:extLst>
          </p:cNvPr>
          <p:cNvGrpSpPr/>
          <p:nvPr/>
        </p:nvGrpSpPr>
        <p:grpSpPr>
          <a:xfrm rot="5400000">
            <a:off x="7960791" y="5075208"/>
            <a:ext cx="98905" cy="1397898"/>
            <a:chOff x="4737864" y="4695342"/>
            <a:chExt cx="98905" cy="1397898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F36ADEA7-017D-A37F-E83B-6AF8D932DBF4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7E1F45E2-5856-B3CB-C462-771E53FEDF1A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A8805691-C43E-EA01-B878-747E237AC810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7532ADA6-32C7-FAD3-5E0A-11C39B015268}"/>
              </a:ext>
            </a:extLst>
          </p:cNvPr>
          <p:cNvCxnSpPr>
            <a:cxnSpLocks/>
          </p:cNvCxnSpPr>
          <p:nvPr/>
        </p:nvCxnSpPr>
        <p:spPr>
          <a:xfrm flipH="1" flipV="1">
            <a:off x="8027959" y="5812514"/>
            <a:ext cx="61950" cy="280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그림 17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61A6A7-5DC3-ABAB-0C11-33F3DEA20E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46" y="2934455"/>
            <a:ext cx="1778731" cy="1466673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64E17B9-37C7-C507-1E1A-558AB5ABB0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832222" y="4849469"/>
            <a:ext cx="1619250" cy="15303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44F41F1-7560-45F6-058D-ECE47BBF5448}"/>
              </a:ext>
            </a:extLst>
          </p:cNvPr>
          <p:cNvSpPr/>
          <p:nvPr/>
        </p:nvSpPr>
        <p:spPr>
          <a:xfrm flipV="1">
            <a:off x="4084847" y="3106107"/>
            <a:ext cx="98384" cy="7362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84DD-A58E-4756-65F8-273AABE69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287461-B1F3-977B-F67A-32FCCC86F0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9751" y="1138712"/>
            <a:ext cx="6340950" cy="57192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21BB3E-D3F0-F86A-D855-B23EBBDE966E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21BB3E-D3F0-F86A-D855-B23EBBDE9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6EE426F3-9995-6576-C41A-E35FFFF46D67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1F50088-17D9-00AC-0AC7-E4D1B24713DD}"/>
              </a:ext>
            </a:extLst>
          </p:cNvPr>
          <p:cNvSpPr/>
          <p:nvPr/>
        </p:nvSpPr>
        <p:spPr>
          <a:xfrm rot="10800000">
            <a:off x="8892377" y="4038602"/>
            <a:ext cx="102820" cy="1735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191446BB-92DE-0757-70B6-7597EB3F64F6}"/>
              </a:ext>
            </a:extLst>
          </p:cNvPr>
          <p:cNvSpPr/>
          <p:nvPr/>
        </p:nvSpPr>
        <p:spPr>
          <a:xfrm>
            <a:off x="7372200" y="427279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9C3EA0-0487-B63F-9C05-DF780E86C050}"/>
              </a:ext>
            </a:extLst>
          </p:cNvPr>
          <p:cNvSpPr txBox="1"/>
          <p:nvPr/>
        </p:nvSpPr>
        <p:spPr>
          <a:xfrm>
            <a:off x="6271585" y="4238799"/>
            <a:ext cx="111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</p:txBody>
      </p:sp>
      <p:sp>
        <p:nvSpPr>
          <p:cNvPr id="58" name="별: 꼭짓점 4개 57">
            <a:extLst>
              <a:ext uri="{FF2B5EF4-FFF2-40B4-BE49-F238E27FC236}">
                <a16:creationId xmlns:a16="http://schemas.microsoft.com/office/drawing/2014/main" id="{5C568BFF-A961-5561-97C7-8B0D9E998B6D}"/>
              </a:ext>
            </a:extLst>
          </p:cNvPr>
          <p:cNvSpPr/>
          <p:nvPr/>
        </p:nvSpPr>
        <p:spPr>
          <a:xfrm>
            <a:off x="7720565" y="460821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F3251D4-5FE1-A571-D7CE-FE52018CBE44}"/>
              </a:ext>
            </a:extLst>
          </p:cNvPr>
          <p:cNvGrpSpPr/>
          <p:nvPr/>
        </p:nvGrpSpPr>
        <p:grpSpPr>
          <a:xfrm rot="5400000">
            <a:off x="4891289" y="4049767"/>
            <a:ext cx="98802" cy="582959"/>
            <a:chOff x="4737846" y="5028802"/>
            <a:chExt cx="98802" cy="582959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43CA4E89-4243-7C82-E307-E659A8E3E9BB}"/>
                </a:ext>
              </a:extLst>
            </p:cNvPr>
            <p:cNvSpPr/>
            <p:nvPr/>
          </p:nvSpPr>
          <p:spPr>
            <a:xfrm>
              <a:off x="4737846" y="50288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81737A8-8F36-D1F7-9EE1-137FDAEE36E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3CA4E835-8D17-6CFD-DFD0-32A44152A78E}"/>
              </a:ext>
            </a:extLst>
          </p:cNvPr>
          <p:cNvSpPr txBox="1"/>
          <p:nvPr/>
        </p:nvSpPr>
        <p:spPr>
          <a:xfrm>
            <a:off x="9875475" y="4377115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F27DE24-68EA-3637-501E-10AF90A3D32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24C58629-D167-DAB4-BA90-CA3A2A91E1E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658C2929-4E61-0546-398B-69FB60168EA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67731FCC-8637-042D-9C84-01DBA48E447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TextBox 11">
              <a:extLst>
                <a:ext uri="{FF2B5EF4-FFF2-40B4-BE49-F238E27FC236}">
                  <a16:creationId xmlns:a16="http://schemas.microsoft.com/office/drawing/2014/main" id="{B2615359-FDF5-901E-762B-C651BEBFC70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DA5F7E90-7523-EF80-C9B2-6C35F2D1A07D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876788BA-A6DA-E596-2BE1-6ED48A6B2D10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DBF68165-65B7-5AB5-C619-934B67E349AB}"/>
              </a:ext>
            </a:extLst>
          </p:cNvPr>
          <p:cNvGrpSpPr/>
          <p:nvPr/>
        </p:nvGrpSpPr>
        <p:grpSpPr>
          <a:xfrm rot="5400000">
            <a:off x="7934866" y="3320607"/>
            <a:ext cx="98905" cy="1397898"/>
            <a:chOff x="4737864" y="4695342"/>
            <a:chExt cx="98905" cy="1397898"/>
          </a:xfrm>
        </p:grpSpPr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93014C8D-3336-7174-8C37-11A4D1FBA9AD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DF370B5E-ECEE-6355-A523-3BA6FE346E37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6C611A97-53DC-E207-F084-BC0B7C34E717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4F877838-326B-B0E6-6C13-F923D5A39439}"/>
              </a:ext>
            </a:extLst>
          </p:cNvPr>
          <p:cNvSpPr txBox="1"/>
          <p:nvPr/>
        </p:nvSpPr>
        <p:spPr>
          <a:xfrm>
            <a:off x="7944901" y="6043925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2D5684BF-A818-A4A3-B7D1-7802E9DC68D5}"/>
              </a:ext>
            </a:extLst>
          </p:cNvPr>
          <p:cNvGrpSpPr/>
          <p:nvPr/>
        </p:nvGrpSpPr>
        <p:grpSpPr>
          <a:xfrm rot="5400000">
            <a:off x="7960791" y="5075208"/>
            <a:ext cx="98905" cy="1397898"/>
            <a:chOff x="4737864" y="4695342"/>
            <a:chExt cx="98905" cy="1397898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F36ADEA7-017D-A37F-E83B-6AF8D932DBF4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7E1F45E2-5856-B3CB-C462-771E53FEDF1A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A8805691-C43E-EA01-B878-747E237AC810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7532ADA6-32C7-FAD3-5E0A-11C39B015268}"/>
              </a:ext>
            </a:extLst>
          </p:cNvPr>
          <p:cNvCxnSpPr>
            <a:cxnSpLocks/>
          </p:cNvCxnSpPr>
          <p:nvPr/>
        </p:nvCxnSpPr>
        <p:spPr>
          <a:xfrm flipH="1" flipV="1">
            <a:off x="8027959" y="5812514"/>
            <a:ext cx="61950" cy="280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F81490B-A173-82BF-6DBA-7DF14F364387}"/>
              </a:ext>
            </a:extLst>
          </p:cNvPr>
          <p:cNvSpPr/>
          <p:nvPr/>
        </p:nvSpPr>
        <p:spPr>
          <a:xfrm>
            <a:off x="7539114" y="4425196"/>
            <a:ext cx="901997" cy="9338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9705C6F-FBB7-AE00-6A67-17EB41AA250A}"/>
              </a:ext>
            </a:extLst>
          </p:cNvPr>
          <p:cNvGrpSpPr/>
          <p:nvPr/>
        </p:nvGrpSpPr>
        <p:grpSpPr>
          <a:xfrm>
            <a:off x="4203315" y="6344420"/>
            <a:ext cx="2740410" cy="230832"/>
            <a:chOff x="3129503" y="4670626"/>
            <a:chExt cx="2740410" cy="23083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803DAD2-1D90-EE24-EE34-BAA211AEDE86}"/>
                </a:ext>
              </a:extLst>
            </p:cNvPr>
            <p:cNvSpPr/>
            <p:nvPr/>
          </p:nvSpPr>
          <p:spPr>
            <a:xfrm rot="16200000" flipV="1">
              <a:off x="5473413" y="4364082"/>
              <a:ext cx="45719" cy="747280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313CCA-DD8B-004D-A2E7-6CA218D667AF}"/>
                </a:ext>
              </a:extLst>
            </p:cNvPr>
            <p:cNvSpPr txBox="1"/>
            <p:nvPr/>
          </p:nvSpPr>
          <p:spPr>
            <a:xfrm>
              <a:off x="3129503" y="4670626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01A27ABC-55C6-8FB1-34DF-5D2622936576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flipH="1">
              <a:off x="4433065" y="4737722"/>
              <a:ext cx="6895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D8E55E4E-57F8-75C1-627B-A8422A032A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847704" y="5175683"/>
            <a:ext cx="2236971" cy="1554480"/>
          </a:xfrm>
          <a:prstGeom prst="rect">
            <a:avLst/>
          </a:prstGeom>
        </p:spPr>
      </p:pic>
      <p:pic>
        <p:nvPicPr>
          <p:cNvPr id="18" name="그림 17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61A6A7-5DC3-ABAB-0C11-33F3DEA20E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46" y="2934455"/>
            <a:ext cx="1778731" cy="1466673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64E17B9-37C7-C507-1E1A-558AB5ABB0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832222" y="4849469"/>
            <a:ext cx="1619250" cy="153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40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84DD-A58E-4756-65F8-273AABE69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287461-B1F3-977B-F67A-32FCCC86F0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9751" y="1138712"/>
            <a:ext cx="6340950" cy="57192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21BB3E-D3F0-F86A-D855-B23EBBDE966E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21BB3E-D3F0-F86A-D855-B23EBBDE9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6EE426F3-9995-6576-C41A-E35FFFF46D67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1F50088-17D9-00AC-0AC7-E4D1B24713DD}"/>
              </a:ext>
            </a:extLst>
          </p:cNvPr>
          <p:cNvSpPr/>
          <p:nvPr/>
        </p:nvSpPr>
        <p:spPr>
          <a:xfrm rot="10800000">
            <a:off x="8892377" y="4038602"/>
            <a:ext cx="102820" cy="1735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191446BB-92DE-0757-70B6-7597EB3F64F6}"/>
              </a:ext>
            </a:extLst>
          </p:cNvPr>
          <p:cNvSpPr/>
          <p:nvPr/>
        </p:nvSpPr>
        <p:spPr>
          <a:xfrm>
            <a:off x="7372200" y="427279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9C3EA0-0487-B63F-9C05-DF780E86C050}"/>
              </a:ext>
            </a:extLst>
          </p:cNvPr>
          <p:cNvSpPr txBox="1"/>
          <p:nvPr/>
        </p:nvSpPr>
        <p:spPr>
          <a:xfrm>
            <a:off x="6271585" y="4238799"/>
            <a:ext cx="111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</p:txBody>
      </p:sp>
      <p:sp>
        <p:nvSpPr>
          <p:cNvPr id="58" name="별: 꼭짓점 4개 57">
            <a:extLst>
              <a:ext uri="{FF2B5EF4-FFF2-40B4-BE49-F238E27FC236}">
                <a16:creationId xmlns:a16="http://schemas.microsoft.com/office/drawing/2014/main" id="{5C568BFF-A961-5561-97C7-8B0D9E998B6D}"/>
              </a:ext>
            </a:extLst>
          </p:cNvPr>
          <p:cNvSpPr/>
          <p:nvPr/>
        </p:nvSpPr>
        <p:spPr>
          <a:xfrm>
            <a:off x="7720565" y="460821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F3251D4-5FE1-A571-D7CE-FE52018CBE44}"/>
              </a:ext>
            </a:extLst>
          </p:cNvPr>
          <p:cNvGrpSpPr/>
          <p:nvPr/>
        </p:nvGrpSpPr>
        <p:grpSpPr>
          <a:xfrm rot="5400000">
            <a:off x="4891289" y="4049767"/>
            <a:ext cx="98802" cy="582959"/>
            <a:chOff x="4737846" y="5028802"/>
            <a:chExt cx="98802" cy="582959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43CA4E89-4243-7C82-E307-E659A8E3E9BB}"/>
                </a:ext>
              </a:extLst>
            </p:cNvPr>
            <p:cNvSpPr/>
            <p:nvPr/>
          </p:nvSpPr>
          <p:spPr>
            <a:xfrm>
              <a:off x="4737846" y="50288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81737A8-8F36-D1F7-9EE1-137FDAEE36E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3CA4E835-8D17-6CFD-DFD0-32A44152A78E}"/>
              </a:ext>
            </a:extLst>
          </p:cNvPr>
          <p:cNvSpPr txBox="1"/>
          <p:nvPr/>
        </p:nvSpPr>
        <p:spPr>
          <a:xfrm>
            <a:off x="9875475" y="4377115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F27DE24-68EA-3637-501E-10AF90A3D32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24C58629-D167-DAB4-BA90-CA3A2A91E1E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658C2929-4E61-0546-398B-69FB60168EA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67731FCC-8637-042D-9C84-01DBA48E447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TextBox 11">
              <a:extLst>
                <a:ext uri="{FF2B5EF4-FFF2-40B4-BE49-F238E27FC236}">
                  <a16:creationId xmlns:a16="http://schemas.microsoft.com/office/drawing/2014/main" id="{B2615359-FDF5-901E-762B-C651BEBFC70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DA5F7E90-7523-EF80-C9B2-6C35F2D1A07D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876788BA-A6DA-E596-2BE1-6ED48A6B2D10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DBF68165-65B7-5AB5-C619-934B67E349AB}"/>
              </a:ext>
            </a:extLst>
          </p:cNvPr>
          <p:cNvGrpSpPr/>
          <p:nvPr/>
        </p:nvGrpSpPr>
        <p:grpSpPr>
          <a:xfrm rot="5400000">
            <a:off x="7934866" y="3320607"/>
            <a:ext cx="98905" cy="1397898"/>
            <a:chOff x="4737864" y="4695342"/>
            <a:chExt cx="98905" cy="1397898"/>
          </a:xfrm>
        </p:grpSpPr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93014C8D-3336-7174-8C37-11A4D1FBA9AD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DF370B5E-ECEE-6355-A523-3BA6FE346E37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6C611A97-53DC-E207-F084-BC0B7C34E717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4F877838-326B-B0E6-6C13-F923D5A39439}"/>
              </a:ext>
            </a:extLst>
          </p:cNvPr>
          <p:cNvSpPr txBox="1"/>
          <p:nvPr/>
        </p:nvSpPr>
        <p:spPr>
          <a:xfrm>
            <a:off x="7944901" y="6043925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2D5684BF-A818-A4A3-B7D1-7802E9DC68D5}"/>
              </a:ext>
            </a:extLst>
          </p:cNvPr>
          <p:cNvGrpSpPr/>
          <p:nvPr/>
        </p:nvGrpSpPr>
        <p:grpSpPr>
          <a:xfrm rot="5400000">
            <a:off x="7960791" y="5075208"/>
            <a:ext cx="98905" cy="1397898"/>
            <a:chOff x="4737864" y="4695342"/>
            <a:chExt cx="98905" cy="1397898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F36ADEA7-017D-A37F-E83B-6AF8D932DBF4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7E1F45E2-5856-B3CB-C462-771E53FEDF1A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A8805691-C43E-EA01-B878-747E237AC810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7532ADA6-32C7-FAD3-5E0A-11C39B015268}"/>
              </a:ext>
            </a:extLst>
          </p:cNvPr>
          <p:cNvCxnSpPr>
            <a:cxnSpLocks/>
          </p:cNvCxnSpPr>
          <p:nvPr/>
        </p:nvCxnSpPr>
        <p:spPr>
          <a:xfrm flipH="1" flipV="1">
            <a:off x="8027959" y="5812514"/>
            <a:ext cx="61950" cy="280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F81490B-A173-82BF-6DBA-7DF14F364387}"/>
              </a:ext>
            </a:extLst>
          </p:cNvPr>
          <p:cNvSpPr/>
          <p:nvPr/>
        </p:nvSpPr>
        <p:spPr>
          <a:xfrm>
            <a:off x="7539114" y="4425196"/>
            <a:ext cx="901997" cy="9338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9705C6F-FBB7-AE00-6A67-17EB41AA250A}"/>
              </a:ext>
            </a:extLst>
          </p:cNvPr>
          <p:cNvGrpSpPr/>
          <p:nvPr/>
        </p:nvGrpSpPr>
        <p:grpSpPr>
          <a:xfrm>
            <a:off x="4203315" y="6344420"/>
            <a:ext cx="2740410" cy="230832"/>
            <a:chOff x="3129503" y="4670626"/>
            <a:chExt cx="2740410" cy="23083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803DAD2-1D90-EE24-EE34-BAA211AEDE86}"/>
                </a:ext>
              </a:extLst>
            </p:cNvPr>
            <p:cNvSpPr/>
            <p:nvPr/>
          </p:nvSpPr>
          <p:spPr>
            <a:xfrm rot="16200000" flipV="1">
              <a:off x="5473413" y="4364082"/>
              <a:ext cx="45719" cy="747280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313CCA-DD8B-004D-A2E7-6CA218D667AF}"/>
                </a:ext>
              </a:extLst>
            </p:cNvPr>
            <p:cNvSpPr txBox="1"/>
            <p:nvPr/>
          </p:nvSpPr>
          <p:spPr>
            <a:xfrm>
              <a:off x="3129503" y="4670626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01A27ABC-55C6-8FB1-34DF-5D2622936576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flipH="1">
              <a:off x="4433065" y="4737722"/>
              <a:ext cx="6895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D8E55E4E-57F8-75C1-627B-A8422A032A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847704" y="5175683"/>
            <a:ext cx="2236971" cy="1554480"/>
          </a:xfrm>
          <a:prstGeom prst="rect">
            <a:avLst/>
          </a:prstGeom>
        </p:spPr>
      </p:pic>
      <p:pic>
        <p:nvPicPr>
          <p:cNvPr id="18" name="그림 17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61A6A7-5DC3-ABAB-0C11-33F3DEA20E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46" y="2934455"/>
            <a:ext cx="1778731" cy="1466673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64E17B9-37C7-C507-1E1A-558AB5ABB0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832222" y="4849469"/>
            <a:ext cx="1619250" cy="153035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63CEC8EA-B613-58C8-85DC-616ABD24C11D}"/>
              </a:ext>
            </a:extLst>
          </p:cNvPr>
          <p:cNvGrpSpPr/>
          <p:nvPr/>
        </p:nvGrpSpPr>
        <p:grpSpPr>
          <a:xfrm>
            <a:off x="9930923" y="2464481"/>
            <a:ext cx="2153752" cy="1204197"/>
            <a:chOff x="149488" y="3169907"/>
            <a:chExt cx="2153752" cy="1204197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61C56B0-6CB9-778B-36EF-44C567F1D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ABE3A3-52E5-876A-ABCC-4ED759D13B4E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err="1"/>
                <a:t>코타라</a:t>
              </a:r>
              <a:endParaRPr lang="ko-KR" altLang="en-US" sz="1400" b="1"/>
            </a:p>
          </p:txBody>
        </p:sp>
      </p:grpSp>
    </p:spTree>
    <p:extLst>
      <p:ext uri="{BB962C8B-B14F-4D97-AF65-F5344CB8AC3E}">
        <p14:creationId xmlns:p14="http://schemas.microsoft.com/office/powerpoint/2010/main" val="4214273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84DD-A58E-4756-65F8-273AABE69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287461-B1F3-977B-F67A-32FCCC86F0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9751" y="1138712"/>
            <a:ext cx="6340950" cy="57192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21BB3E-D3F0-F86A-D855-B23EBBDE966E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21BB3E-D3F0-F86A-D855-B23EBBDE9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6EE426F3-9995-6576-C41A-E35FFFF46D67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1F50088-17D9-00AC-0AC7-E4D1B24713DD}"/>
              </a:ext>
            </a:extLst>
          </p:cNvPr>
          <p:cNvSpPr/>
          <p:nvPr/>
        </p:nvSpPr>
        <p:spPr>
          <a:xfrm rot="10800000">
            <a:off x="8892377" y="4038602"/>
            <a:ext cx="102820" cy="1735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191446BB-92DE-0757-70B6-7597EB3F64F6}"/>
              </a:ext>
            </a:extLst>
          </p:cNvPr>
          <p:cNvSpPr/>
          <p:nvPr/>
        </p:nvSpPr>
        <p:spPr>
          <a:xfrm>
            <a:off x="7372200" y="427279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9C3EA0-0487-B63F-9C05-DF780E86C050}"/>
              </a:ext>
            </a:extLst>
          </p:cNvPr>
          <p:cNvSpPr txBox="1"/>
          <p:nvPr/>
        </p:nvSpPr>
        <p:spPr>
          <a:xfrm>
            <a:off x="6271585" y="4238799"/>
            <a:ext cx="111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</p:txBody>
      </p:sp>
      <p:sp>
        <p:nvSpPr>
          <p:cNvPr id="58" name="별: 꼭짓점 4개 57">
            <a:extLst>
              <a:ext uri="{FF2B5EF4-FFF2-40B4-BE49-F238E27FC236}">
                <a16:creationId xmlns:a16="http://schemas.microsoft.com/office/drawing/2014/main" id="{5C568BFF-A961-5561-97C7-8B0D9E998B6D}"/>
              </a:ext>
            </a:extLst>
          </p:cNvPr>
          <p:cNvSpPr/>
          <p:nvPr/>
        </p:nvSpPr>
        <p:spPr>
          <a:xfrm>
            <a:off x="7720565" y="4608211"/>
            <a:ext cx="557315" cy="559233"/>
          </a:xfrm>
          <a:prstGeom prst="star4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F3251D4-5FE1-A571-D7CE-FE52018CBE44}"/>
              </a:ext>
            </a:extLst>
          </p:cNvPr>
          <p:cNvGrpSpPr/>
          <p:nvPr/>
        </p:nvGrpSpPr>
        <p:grpSpPr>
          <a:xfrm rot="5400000">
            <a:off x="4891289" y="4049767"/>
            <a:ext cx="98802" cy="582959"/>
            <a:chOff x="4737846" y="5028802"/>
            <a:chExt cx="98802" cy="582959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43CA4E89-4243-7C82-E307-E659A8E3E9BB}"/>
                </a:ext>
              </a:extLst>
            </p:cNvPr>
            <p:cNvSpPr/>
            <p:nvPr/>
          </p:nvSpPr>
          <p:spPr>
            <a:xfrm>
              <a:off x="4737846" y="50288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81737A8-8F36-D1F7-9EE1-137FDAEE36E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3CA4E835-8D17-6CFD-DFD0-32A44152A78E}"/>
              </a:ext>
            </a:extLst>
          </p:cNvPr>
          <p:cNvSpPr txBox="1"/>
          <p:nvPr/>
        </p:nvSpPr>
        <p:spPr>
          <a:xfrm>
            <a:off x="9410701" y="4502209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고객님 준비 제품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F27DE24-68EA-3637-501E-10AF90A3D32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24C58629-D167-DAB4-BA90-CA3A2A91E1E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658C2929-4E61-0546-398B-69FB60168EA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67731FCC-8637-042D-9C84-01DBA48E447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TextBox 11">
              <a:extLst>
                <a:ext uri="{FF2B5EF4-FFF2-40B4-BE49-F238E27FC236}">
                  <a16:creationId xmlns:a16="http://schemas.microsoft.com/office/drawing/2014/main" id="{B2615359-FDF5-901E-762B-C651BEBFC70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DA5F7E90-7523-EF80-C9B2-6C35F2D1A07D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876788BA-A6DA-E596-2BE1-6ED48A6B2D10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DBF68165-65B7-5AB5-C619-934B67E349AB}"/>
              </a:ext>
            </a:extLst>
          </p:cNvPr>
          <p:cNvGrpSpPr/>
          <p:nvPr/>
        </p:nvGrpSpPr>
        <p:grpSpPr>
          <a:xfrm rot="5400000">
            <a:off x="7934866" y="3320607"/>
            <a:ext cx="98905" cy="1397898"/>
            <a:chOff x="4737864" y="4695342"/>
            <a:chExt cx="98905" cy="1397898"/>
          </a:xfrm>
        </p:grpSpPr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93014C8D-3336-7174-8C37-11A4D1FBA9AD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DF370B5E-ECEE-6355-A523-3BA6FE346E37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6C611A97-53DC-E207-F084-BC0B7C34E717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4F877838-326B-B0E6-6C13-F923D5A39439}"/>
              </a:ext>
            </a:extLst>
          </p:cNvPr>
          <p:cNvSpPr txBox="1"/>
          <p:nvPr/>
        </p:nvSpPr>
        <p:spPr>
          <a:xfrm>
            <a:off x="7944901" y="6043925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2D5684BF-A818-A4A3-B7D1-7802E9DC68D5}"/>
              </a:ext>
            </a:extLst>
          </p:cNvPr>
          <p:cNvGrpSpPr/>
          <p:nvPr/>
        </p:nvGrpSpPr>
        <p:grpSpPr>
          <a:xfrm rot="5400000">
            <a:off x="7960791" y="5075208"/>
            <a:ext cx="98905" cy="1397898"/>
            <a:chOff x="4737864" y="4695342"/>
            <a:chExt cx="98905" cy="1397898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F36ADEA7-017D-A37F-E83B-6AF8D932DBF4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7E1F45E2-5856-B3CB-C462-771E53FEDF1A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A8805691-C43E-EA01-B878-747E237AC810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7532ADA6-32C7-FAD3-5E0A-11C39B015268}"/>
              </a:ext>
            </a:extLst>
          </p:cNvPr>
          <p:cNvCxnSpPr>
            <a:cxnSpLocks/>
          </p:cNvCxnSpPr>
          <p:nvPr/>
        </p:nvCxnSpPr>
        <p:spPr>
          <a:xfrm flipH="1" flipV="1">
            <a:off x="8027959" y="5812514"/>
            <a:ext cx="61950" cy="280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F81490B-A173-82BF-6DBA-7DF14F364387}"/>
              </a:ext>
            </a:extLst>
          </p:cNvPr>
          <p:cNvSpPr/>
          <p:nvPr/>
        </p:nvSpPr>
        <p:spPr>
          <a:xfrm>
            <a:off x="7539114" y="4425196"/>
            <a:ext cx="901997" cy="9338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8" name="그림 17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61A6A7-5DC3-ABAB-0C11-33F3DEA20E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46" y="2934455"/>
            <a:ext cx="1778731" cy="1466673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64E17B9-37C7-C507-1E1A-558AB5ABB0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832222" y="4849469"/>
            <a:ext cx="1619250" cy="153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978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84DD-A58E-4756-65F8-273AABE69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287461-B1F3-977B-F67A-32FCCC86F0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9751" y="1138712"/>
            <a:ext cx="6340950" cy="57192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21BB3E-D3F0-F86A-D855-B23EBBDE966E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21BB3E-D3F0-F86A-D855-B23EBBDE9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6EE426F3-9995-6576-C41A-E35FFFF46D67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///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1F50088-17D9-00AC-0AC7-E4D1B24713DD}"/>
              </a:ext>
            </a:extLst>
          </p:cNvPr>
          <p:cNvSpPr/>
          <p:nvPr/>
        </p:nvSpPr>
        <p:spPr>
          <a:xfrm rot="10800000">
            <a:off x="8892377" y="4038602"/>
            <a:ext cx="102820" cy="1735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191446BB-92DE-0757-70B6-7597EB3F64F6}"/>
              </a:ext>
            </a:extLst>
          </p:cNvPr>
          <p:cNvSpPr/>
          <p:nvPr/>
        </p:nvSpPr>
        <p:spPr>
          <a:xfrm>
            <a:off x="7372200" y="427279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9C3EA0-0487-B63F-9C05-DF780E86C050}"/>
              </a:ext>
            </a:extLst>
          </p:cNvPr>
          <p:cNvSpPr txBox="1"/>
          <p:nvPr/>
        </p:nvSpPr>
        <p:spPr>
          <a:xfrm>
            <a:off x="6271585" y="4238799"/>
            <a:ext cx="111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</p:txBody>
      </p:sp>
      <p:sp>
        <p:nvSpPr>
          <p:cNvPr id="58" name="별: 꼭짓점 4개 57">
            <a:extLst>
              <a:ext uri="{FF2B5EF4-FFF2-40B4-BE49-F238E27FC236}">
                <a16:creationId xmlns:a16="http://schemas.microsoft.com/office/drawing/2014/main" id="{5C568BFF-A961-5561-97C7-8B0D9E998B6D}"/>
              </a:ext>
            </a:extLst>
          </p:cNvPr>
          <p:cNvSpPr/>
          <p:nvPr/>
        </p:nvSpPr>
        <p:spPr>
          <a:xfrm>
            <a:off x="7720565" y="460821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F3251D4-5FE1-A571-D7CE-FE52018CBE44}"/>
              </a:ext>
            </a:extLst>
          </p:cNvPr>
          <p:cNvGrpSpPr/>
          <p:nvPr/>
        </p:nvGrpSpPr>
        <p:grpSpPr>
          <a:xfrm rot="5400000">
            <a:off x="4891289" y="4049767"/>
            <a:ext cx="98802" cy="582959"/>
            <a:chOff x="4737846" y="5028802"/>
            <a:chExt cx="98802" cy="582959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43CA4E89-4243-7C82-E307-E659A8E3E9BB}"/>
                </a:ext>
              </a:extLst>
            </p:cNvPr>
            <p:cNvSpPr/>
            <p:nvPr/>
          </p:nvSpPr>
          <p:spPr>
            <a:xfrm>
              <a:off x="4737846" y="50288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81737A8-8F36-D1F7-9EE1-137FDAEE36E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3CA4E835-8D17-6CFD-DFD0-32A44152A78E}"/>
              </a:ext>
            </a:extLst>
          </p:cNvPr>
          <p:cNvSpPr txBox="1"/>
          <p:nvPr/>
        </p:nvSpPr>
        <p:spPr>
          <a:xfrm>
            <a:off x="9875475" y="4377115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F27DE24-68EA-3637-501E-10AF90A3D32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24C58629-D167-DAB4-BA90-CA3A2A91E1E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658C2929-4E61-0546-398B-69FB60168EA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67731FCC-8637-042D-9C84-01DBA48E447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TextBox 11">
              <a:extLst>
                <a:ext uri="{FF2B5EF4-FFF2-40B4-BE49-F238E27FC236}">
                  <a16:creationId xmlns:a16="http://schemas.microsoft.com/office/drawing/2014/main" id="{B2615359-FDF5-901E-762B-C651BEBFC70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DA5F7E90-7523-EF80-C9B2-6C35F2D1A07D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876788BA-A6DA-E596-2BE1-6ED48A6B2D10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DBF68165-65B7-5AB5-C619-934B67E349AB}"/>
              </a:ext>
            </a:extLst>
          </p:cNvPr>
          <p:cNvGrpSpPr/>
          <p:nvPr/>
        </p:nvGrpSpPr>
        <p:grpSpPr>
          <a:xfrm rot="5400000">
            <a:off x="7934866" y="3320607"/>
            <a:ext cx="98905" cy="1397898"/>
            <a:chOff x="4737864" y="4695342"/>
            <a:chExt cx="98905" cy="1397898"/>
          </a:xfrm>
        </p:grpSpPr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93014C8D-3336-7174-8C37-11A4D1FBA9AD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DF370B5E-ECEE-6355-A523-3BA6FE346E37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6C611A97-53DC-E207-F084-BC0B7C34E717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4F877838-326B-B0E6-6C13-F923D5A39439}"/>
              </a:ext>
            </a:extLst>
          </p:cNvPr>
          <p:cNvSpPr txBox="1"/>
          <p:nvPr/>
        </p:nvSpPr>
        <p:spPr>
          <a:xfrm>
            <a:off x="7944901" y="6043925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2D5684BF-A818-A4A3-B7D1-7802E9DC68D5}"/>
              </a:ext>
            </a:extLst>
          </p:cNvPr>
          <p:cNvGrpSpPr/>
          <p:nvPr/>
        </p:nvGrpSpPr>
        <p:grpSpPr>
          <a:xfrm rot="5400000">
            <a:off x="7960791" y="5075208"/>
            <a:ext cx="98905" cy="1397898"/>
            <a:chOff x="4737864" y="4695342"/>
            <a:chExt cx="98905" cy="1397898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F36ADEA7-017D-A37F-E83B-6AF8D932DBF4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7E1F45E2-5856-B3CB-C462-771E53FEDF1A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A8805691-C43E-EA01-B878-747E237AC810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7532ADA6-32C7-FAD3-5E0A-11C39B015268}"/>
              </a:ext>
            </a:extLst>
          </p:cNvPr>
          <p:cNvCxnSpPr>
            <a:cxnSpLocks/>
          </p:cNvCxnSpPr>
          <p:nvPr/>
        </p:nvCxnSpPr>
        <p:spPr>
          <a:xfrm flipH="1" flipV="1">
            <a:off x="8027959" y="5812514"/>
            <a:ext cx="61950" cy="280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F81490B-A173-82BF-6DBA-7DF14F364387}"/>
              </a:ext>
            </a:extLst>
          </p:cNvPr>
          <p:cNvSpPr/>
          <p:nvPr/>
        </p:nvSpPr>
        <p:spPr>
          <a:xfrm>
            <a:off x="7539114" y="4425196"/>
            <a:ext cx="901997" cy="9338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9705C6F-FBB7-AE00-6A67-17EB41AA250A}"/>
              </a:ext>
            </a:extLst>
          </p:cNvPr>
          <p:cNvGrpSpPr/>
          <p:nvPr/>
        </p:nvGrpSpPr>
        <p:grpSpPr>
          <a:xfrm>
            <a:off x="4203315" y="6344420"/>
            <a:ext cx="2740410" cy="230832"/>
            <a:chOff x="3129503" y="4670626"/>
            <a:chExt cx="2740410" cy="23083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803DAD2-1D90-EE24-EE34-BAA211AEDE86}"/>
                </a:ext>
              </a:extLst>
            </p:cNvPr>
            <p:cNvSpPr/>
            <p:nvPr/>
          </p:nvSpPr>
          <p:spPr>
            <a:xfrm rot="16200000" flipV="1">
              <a:off x="5473413" y="4364082"/>
              <a:ext cx="45719" cy="747280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313CCA-DD8B-004D-A2E7-6CA218D667AF}"/>
                </a:ext>
              </a:extLst>
            </p:cNvPr>
            <p:cNvSpPr txBox="1"/>
            <p:nvPr/>
          </p:nvSpPr>
          <p:spPr>
            <a:xfrm>
              <a:off x="3129503" y="4670626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01A27ABC-55C6-8FB1-34DF-5D2622936576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flipH="1">
              <a:off x="4433065" y="4737722"/>
              <a:ext cx="6895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D8E55E4E-57F8-75C1-627B-A8422A032A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847704" y="5175683"/>
            <a:ext cx="2236971" cy="1554480"/>
          </a:xfrm>
          <a:prstGeom prst="rect">
            <a:avLst/>
          </a:prstGeom>
        </p:spPr>
      </p:pic>
      <p:pic>
        <p:nvPicPr>
          <p:cNvPr id="18" name="그림 17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61A6A7-5DC3-ABAB-0C11-33F3DEA20E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46" y="2934455"/>
            <a:ext cx="1778731" cy="1466673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63CEC8EA-B613-58C8-85DC-616ABD24C11D}"/>
              </a:ext>
            </a:extLst>
          </p:cNvPr>
          <p:cNvGrpSpPr/>
          <p:nvPr/>
        </p:nvGrpSpPr>
        <p:grpSpPr>
          <a:xfrm>
            <a:off x="9930923" y="2464481"/>
            <a:ext cx="2153752" cy="1204197"/>
            <a:chOff x="149488" y="3169907"/>
            <a:chExt cx="2153752" cy="1204197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61C56B0-6CB9-778B-36EF-44C567F1D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ABE3A3-52E5-876A-ABCC-4ED759D13B4E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err="1"/>
                <a:t>코타라</a:t>
              </a:r>
              <a:endParaRPr lang="ko-KR" altLang="en-US" sz="1400" b="1"/>
            </a:p>
          </p:txBody>
        </p:sp>
      </p:grpSp>
      <p:pic>
        <p:nvPicPr>
          <p:cNvPr id="24" name="그림 23" descr="텍스트, 스크린샷, 디자인, 폰트이(가) 표시된 사진&#10;&#10;자동 생성된 설명">
            <a:extLst>
              <a:ext uri="{FF2B5EF4-FFF2-40B4-BE49-F238E27FC236}">
                <a16:creationId xmlns:a16="http://schemas.microsoft.com/office/drawing/2014/main" id="{FF334FCC-6C88-8D3F-A7EA-AD0078DAE2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24" y="4887827"/>
            <a:ext cx="1404781" cy="115764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B682B4F-CC73-714B-1841-3915A9C4D0AE}"/>
              </a:ext>
            </a:extLst>
          </p:cNvPr>
          <p:cNvSpPr txBox="1"/>
          <p:nvPr/>
        </p:nvSpPr>
        <p:spPr>
          <a:xfrm>
            <a:off x="902560" y="198250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00FFFF"/>
                </a:highlight>
              </a:rPr>
              <a:t>라운드 </a:t>
            </a:r>
            <a:r>
              <a:rPr lang="ko-KR" altLang="en-US" b="1" err="1">
                <a:highlight>
                  <a:srgbClr val="00FFFF"/>
                </a:highlight>
              </a:rPr>
              <a:t>무몰딩</a:t>
            </a:r>
            <a:endParaRPr lang="ko-KR" altLang="en-US" b="1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25582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84DD-A58E-4756-65F8-273AABE69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287461-B1F3-977B-F67A-32FCCC86F0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9751" y="1138712"/>
            <a:ext cx="6340950" cy="57192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21BB3E-D3F0-F86A-D855-B23EBBDE966E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21BB3E-D3F0-F86A-D855-B23EBBDE9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6EE426F3-9995-6576-C41A-E35FFFF46D67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58" name="별: 꼭짓점 4개 57">
            <a:extLst>
              <a:ext uri="{FF2B5EF4-FFF2-40B4-BE49-F238E27FC236}">
                <a16:creationId xmlns:a16="http://schemas.microsoft.com/office/drawing/2014/main" id="{5C568BFF-A961-5561-97C7-8B0D9E998B6D}"/>
              </a:ext>
            </a:extLst>
          </p:cNvPr>
          <p:cNvSpPr/>
          <p:nvPr/>
        </p:nvSpPr>
        <p:spPr>
          <a:xfrm>
            <a:off x="7720565" y="460821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CA4E835-8D17-6CFD-DFD0-32A44152A78E}"/>
              </a:ext>
            </a:extLst>
          </p:cNvPr>
          <p:cNvSpPr txBox="1"/>
          <p:nvPr/>
        </p:nvSpPr>
        <p:spPr>
          <a:xfrm>
            <a:off x="9537834" y="4408156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F27DE24-68EA-3637-501E-10AF90A3D32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24C58629-D167-DAB4-BA90-CA3A2A91E1E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658C2929-4E61-0546-398B-69FB60168EA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67731FCC-8637-042D-9C84-01DBA48E447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TextBox 11">
              <a:extLst>
                <a:ext uri="{FF2B5EF4-FFF2-40B4-BE49-F238E27FC236}">
                  <a16:creationId xmlns:a16="http://schemas.microsoft.com/office/drawing/2014/main" id="{B2615359-FDF5-901E-762B-C651BEBFC70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DA5F7E90-7523-EF80-C9B2-6C35F2D1A07D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876788BA-A6DA-E596-2BE1-6ED48A6B2D10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9D2B26-7AEB-551B-0A07-AF30A9C074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530235" y="5009700"/>
            <a:ext cx="2236971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0710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28DAF-8365-4A87-EDF3-BC16B1AE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AFDA26-4CEB-4424-A463-1790DE6480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71247" y="1147932"/>
            <a:ext cx="6828353" cy="5656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2A2C0B3-C76C-6A8D-513A-FC11EFD8EBB3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2A2C0B3-C76C-6A8D-513A-FC11EFD8E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9A63769-7232-11CB-9368-EDB0E17077CD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76ADF6-E707-D814-0903-35A92EBAEB6B}"/>
              </a:ext>
            </a:extLst>
          </p:cNvPr>
          <p:cNvSpPr/>
          <p:nvPr/>
        </p:nvSpPr>
        <p:spPr>
          <a:xfrm rot="10800000">
            <a:off x="2864049" y="3546607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2DB0BDA-827C-7F23-1818-4FD2119E5DC4}"/>
              </a:ext>
            </a:extLst>
          </p:cNvPr>
          <p:cNvSpPr/>
          <p:nvPr/>
        </p:nvSpPr>
        <p:spPr>
          <a:xfrm>
            <a:off x="3329043" y="4030237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086163D-0A66-3346-A40F-25E785DFA1EC}"/>
              </a:ext>
            </a:extLst>
          </p:cNvPr>
          <p:cNvSpPr/>
          <p:nvPr/>
        </p:nvSpPr>
        <p:spPr>
          <a:xfrm>
            <a:off x="3497980" y="4182324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FF8145-E90B-ADBE-6414-D7FA4D05E347}"/>
              </a:ext>
            </a:extLst>
          </p:cNvPr>
          <p:cNvSpPr txBox="1"/>
          <p:nvPr/>
        </p:nvSpPr>
        <p:spPr>
          <a:xfrm>
            <a:off x="4758809" y="4051181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2E9907B-30D0-2EC3-AAB3-0EA38B061237}"/>
              </a:ext>
            </a:extLst>
          </p:cNvPr>
          <p:cNvGrpSpPr/>
          <p:nvPr/>
        </p:nvGrpSpPr>
        <p:grpSpPr>
          <a:xfrm rot="5400000">
            <a:off x="3941370" y="2911773"/>
            <a:ext cx="98861" cy="1536018"/>
            <a:chOff x="4737864" y="4695342"/>
            <a:chExt cx="98861" cy="15360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1AA91E8-4526-9E29-A5A7-76671F282FD5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E7AC50D-DF33-4870-C5E2-51C378E15360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7D2EDB3-CCEB-E634-E8B4-3016AB48F3E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9A52350-324A-69BD-A746-536D15F01259}"/>
              </a:ext>
            </a:extLst>
          </p:cNvPr>
          <p:cNvSpPr/>
          <p:nvPr/>
        </p:nvSpPr>
        <p:spPr>
          <a:xfrm rot="10800000" flipV="1">
            <a:off x="6135369" y="2279456"/>
            <a:ext cx="98384" cy="71446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FFAAB69-63A0-30BA-A86D-F540EBC92B21}"/>
              </a:ext>
            </a:extLst>
          </p:cNvPr>
          <p:cNvSpPr/>
          <p:nvPr/>
        </p:nvSpPr>
        <p:spPr>
          <a:xfrm flipV="1">
            <a:off x="8228723" y="2692498"/>
            <a:ext cx="98384" cy="80000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2240A69-3B90-1C4D-EF72-B3E2AAFB33AF}"/>
              </a:ext>
            </a:extLst>
          </p:cNvPr>
          <p:cNvGrpSpPr/>
          <p:nvPr/>
        </p:nvGrpSpPr>
        <p:grpSpPr>
          <a:xfrm rot="5400000">
            <a:off x="7354726" y="3713432"/>
            <a:ext cx="98803" cy="675916"/>
            <a:chOff x="4737845" y="4935845"/>
            <a:chExt cx="98803" cy="67591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1500C15-589B-1D94-0524-4EC409316CD5}"/>
                </a:ext>
              </a:extLst>
            </p:cNvPr>
            <p:cNvSpPr/>
            <p:nvPr/>
          </p:nvSpPr>
          <p:spPr>
            <a:xfrm>
              <a:off x="4737845" y="4935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1ADBBCCF-ACCD-753B-AFAB-6C59F286CB0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5C0E43C-7381-2D5A-3BC6-E95D739199D4}"/>
              </a:ext>
            </a:extLst>
          </p:cNvPr>
          <p:cNvSpPr/>
          <p:nvPr/>
        </p:nvSpPr>
        <p:spPr>
          <a:xfrm flipV="1">
            <a:off x="9241108" y="3392522"/>
            <a:ext cx="98385" cy="7237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786A2D-F66D-D9AC-1F06-DD2C25515DDF}"/>
              </a:ext>
            </a:extLst>
          </p:cNvPr>
          <p:cNvSpPr txBox="1"/>
          <p:nvPr/>
        </p:nvSpPr>
        <p:spPr>
          <a:xfrm>
            <a:off x="119283" y="411726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04924CF-1FDC-D787-C039-D84F2CB66DA5}"/>
              </a:ext>
            </a:extLst>
          </p:cNvPr>
          <p:cNvCxnSpPr>
            <a:cxnSpLocks/>
          </p:cNvCxnSpPr>
          <p:nvPr/>
        </p:nvCxnSpPr>
        <p:spPr>
          <a:xfrm>
            <a:off x="2433320" y="4205755"/>
            <a:ext cx="8878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4932A77-FF5F-632F-8E9A-7C4E9C04E9B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EE61BD38-FF39-5B63-2D0D-673012F5D8A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2BB9F190-0E8E-0472-CE49-5520759871F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8A689FB-2600-88B7-E19F-8FF9F25BF68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7AAC5471-DC2C-ED26-65CC-1214035D06B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2B35868-5D51-AEEF-1BD9-4AC6B650A035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5D46FE3D-2FF4-070F-6C9F-A94E48890925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18A379C-1B58-57F6-1964-58B110DD20F8}"/>
              </a:ext>
            </a:extLst>
          </p:cNvPr>
          <p:cNvGrpSpPr/>
          <p:nvPr/>
        </p:nvGrpSpPr>
        <p:grpSpPr>
          <a:xfrm rot="5400000">
            <a:off x="3942166" y="4818398"/>
            <a:ext cx="98861" cy="1536018"/>
            <a:chOff x="4737864" y="4695342"/>
            <a:chExt cx="98861" cy="153601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3C8EB5E-7BD9-D7B9-D109-3C4412E614D4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2FBEEF8-3B8F-777B-D5F2-CA7A74925C13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318C5F16-6B36-D577-837C-6F1451A7080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109F0536-8BF6-DB28-95B1-96195CC68073}"/>
              </a:ext>
            </a:extLst>
          </p:cNvPr>
          <p:cNvSpPr txBox="1"/>
          <p:nvPr/>
        </p:nvSpPr>
        <p:spPr>
          <a:xfrm>
            <a:off x="2122543" y="5816830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D4C7307E-5811-72DF-4E5B-6572771DFBDA}"/>
              </a:ext>
            </a:extLst>
          </p:cNvPr>
          <p:cNvCxnSpPr>
            <a:cxnSpLocks/>
            <a:endCxn id="47" idx="5"/>
          </p:cNvCxnSpPr>
          <p:nvPr/>
        </p:nvCxnSpPr>
        <p:spPr>
          <a:xfrm flipV="1">
            <a:off x="2966869" y="5621430"/>
            <a:ext cx="271127" cy="246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41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9C538-9F5B-E101-FA63-ED217048E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25E449-620C-F354-81DB-06639CE51E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71247" y="1147932"/>
            <a:ext cx="6828353" cy="5656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661C954-F782-39B2-7DD3-E0EC421FDAA7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661C954-F782-39B2-7DD3-E0EC421FD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4FCBD9-137F-3270-4F57-2A1AB0D9BE89}"/>
                  </a:ext>
                </a:extLst>
              </p:cNvPr>
              <p:cNvSpPr txBox="1"/>
              <p:nvPr/>
            </p:nvSpPr>
            <p:spPr>
              <a:xfrm>
                <a:off x="1877344" y="356152"/>
                <a:ext cx="8452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2000" b="1" i="1">
                        <a:ln/>
                        <a:latin typeface="Cambria Math" panose="02040503050406030204" pitchFamily="18" charset="0"/>
                      </a:rPr>
                      <m:t>𝟖𝟒</m:t>
                    </m:r>
                    <m:r>
                      <a:rPr lang="en-US" altLang="ko-KR" sz="2000" b="1" i="1">
                        <a:ln/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ko-KR" altLang="en-US" sz="2000" b="1"/>
                  <a:t>타입 간접 프리미엄 </a:t>
                </a:r>
                <a:r>
                  <a:rPr lang="en-US" altLang="ko-KR" sz="2000" b="1"/>
                  <a:t>SET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4FCBD9-137F-3270-4F57-2A1AB0D9B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344" y="356152"/>
                <a:ext cx="8452551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B6382A39-40C3-9AD1-7447-5EA3EA398C87}"/>
              </a:ext>
            </a:extLst>
          </p:cNvPr>
          <p:cNvSpPr/>
          <p:nvPr/>
        </p:nvSpPr>
        <p:spPr>
          <a:xfrm rot="5400000">
            <a:off x="3040772" y="2653371"/>
            <a:ext cx="128979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BD101-ECD8-1B74-9F0A-2E260885675E}"/>
              </a:ext>
            </a:extLst>
          </p:cNvPr>
          <p:cNvSpPr txBox="1"/>
          <p:nvPr/>
        </p:nvSpPr>
        <p:spPr>
          <a:xfrm>
            <a:off x="3875088" y="244633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008EA6-8D11-C30F-1C8D-13DD77ACFB51}"/>
              </a:ext>
            </a:extLst>
          </p:cNvPr>
          <p:cNvSpPr/>
          <p:nvPr/>
        </p:nvSpPr>
        <p:spPr>
          <a:xfrm rot="10800000">
            <a:off x="2864049" y="3546607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ADA51F5-D6E7-D33F-17AF-88CE949326BD}"/>
              </a:ext>
            </a:extLst>
          </p:cNvPr>
          <p:cNvSpPr/>
          <p:nvPr/>
        </p:nvSpPr>
        <p:spPr>
          <a:xfrm>
            <a:off x="3329043" y="4030237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EBB7C6D-8820-FEF5-8BAC-86B6A25376AC}"/>
              </a:ext>
            </a:extLst>
          </p:cNvPr>
          <p:cNvSpPr/>
          <p:nvPr/>
        </p:nvSpPr>
        <p:spPr>
          <a:xfrm>
            <a:off x="3497980" y="4182324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EDF9D8-41A2-DC0F-967B-824980F6AB4D}"/>
              </a:ext>
            </a:extLst>
          </p:cNvPr>
          <p:cNvSpPr txBox="1"/>
          <p:nvPr/>
        </p:nvSpPr>
        <p:spPr>
          <a:xfrm>
            <a:off x="4758809" y="4051181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09405A0-3D56-0CA6-7CAB-3E13AAF0B4B4}"/>
              </a:ext>
            </a:extLst>
          </p:cNvPr>
          <p:cNvGrpSpPr/>
          <p:nvPr/>
        </p:nvGrpSpPr>
        <p:grpSpPr>
          <a:xfrm rot="5400000">
            <a:off x="3941370" y="2911773"/>
            <a:ext cx="98861" cy="1536018"/>
            <a:chOff x="4737864" y="4695342"/>
            <a:chExt cx="98861" cy="15360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4F3439B6-91D7-2894-35A9-15E06A0E15B3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7F776901-DD8D-68EC-9D36-9FFB2644D7E4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47F1A86-4FE6-1C1E-9A71-F86CB8B0F71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FC0ED8-3FA4-A19E-9A78-2099F8E84969}"/>
              </a:ext>
            </a:extLst>
          </p:cNvPr>
          <p:cNvGrpSpPr/>
          <p:nvPr/>
        </p:nvGrpSpPr>
        <p:grpSpPr>
          <a:xfrm rot="5400000">
            <a:off x="4392501" y="3092365"/>
            <a:ext cx="98808" cy="687821"/>
            <a:chOff x="4737840" y="4923940"/>
            <a:chExt cx="98808" cy="687821"/>
          </a:xfrm>
          <a:solidFill>
            <a:srgbClr val="00B0F0"/>
          </a:solidFill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E4F3290F-3647-CA14-8E18-47FDCF28E19C}"/>
                </a:ext>
              </a:extLst>
            </p:cNvPr>
            <p:cNvSpPr/>
            <p:nvPr/>
          </p:nvSpPr>
          <p:spPr>
            <a:xfrm>
              <a:off x="4737840" y="492394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458E6E90-D5F3-70F9-4485-C6B504691B5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4A0E259-8D79-091D-9AD8-076B923D63A6}"/>
              </a:ext>
            </a:extLst>
          </p:cNvPr>
          <p:cNvGrpSpPr/>
          <p:nvPr/>
        </p:nvGrpSpPr>
        <p:grpSpPr>
          <a:xfrm>
            <a:off x="7701119" y="2866372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C1F3FED-88A7-2B3F-D065-C5C780A01296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8445A7AC-F4AD-DDC8-E37F-63D175E41E7C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C098E086-4E28-C88B-17A4-CC60EC8C34D7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별: 꼭짓점 7개 21">
              <a:extLst>
                <a:ext uri="{FF2B5EF4-FFF2-40B4-BE49-F238E27FC236}">
                  <a16:creationId xmlns:a16="http://schemas.microsoft.com/office/drawing/2014/main" id="{B9DA22D5-A595-64FB-1567-830FFA6BA7C5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40A2D03-B21B-C7E5-DD2D-75463C694034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AA8A9098-FDF0-1DC7-CDCD-C5110C9BF6A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754EEA2-4148-306E-B8AF-688122256174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49A100A-09BA-44B9-8587-088BF6B9F3E8}"/>
              </a:ext>
            </a:extLst>
          </p:cNvPr>
          <p:cNvSpPr/>
          <p:nvPr/>
        </p:nvSpPr>
        <p:spPr>
          <a:xfrm rot="10800000" flipV="1">
            <a:off x="6135369" y="2279456"/>
            <a:ext cx="98384" cy="71446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BC67D4-BD69-4E46-6D0D-5DAF4C0FA3A8}"/>
              </a:ext>
            </a:extLst>
          </p:cNvPr>
          <p:cNvSpPr/>
          <p:nvPr/>
        </p:nvSpPr>
        <p:spPr>
          <a:xfrm flipV="1">
            <a:off x="8228723" y="2692498"/>
            <a:ext cx="98384" cy="80000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B9303AB-8052-F795-109D-42F059411F92}"/>
              </a:ext>
            </a:extLst>
          </p:cNvPr>
          <p:cNvGrpSpPr/>
          <p:nvPr/>
        </p:nvGrpSpPr>
        <p:grpSpPr>
          <a:xfrm rot="5400000">
            <a:off x="7354726" y="3713432"/>
            <a:ext cx="98803" cy="675916"/>
            <a:chOff x="4737845" y="4935845"/>
            <a:chExt cx="98803" cy="67591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7722A2AB-C05E-2A51-E64F-3656975D4FA5}"/>
                </a:ext>
              </a:extLst>
            </p:cNvPr>
            <p:cNvSpPr/>
            <p:nvPr/>
          </p:nvSpPr>
          <p:spPr>
            <a:xfrm>
              <a:off x="4737845" y="4935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130D38FE-C441-479C-E490-B9DE4FE570C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D5A9115-F9A1-EC7F-5CBE-A664B5F1EBE3}"/>
              </a:ext>
            </a:extLst>
          </p:cNvPr>
          <p:cNvSpPr/>
          <p:nvPr/>
        </p:nvSpPr>
        <p:spPr>
          <a:xfrm flipV="1">
            <a:off x="9241108" y="3392522"/>
            <a:ext cx="98385" cy="7237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D01F59-9ED4-04DA-E2FC-6E19A4C4B556}"/>
              </a:ext>
            </a:extLst>
          </p:cNvPr>
          <p:cNvSpPr txBox="1"/>
          <p:nvPr/>
        </p:nvSpPr>
        <p:spPr>
          <a:xfrm>
            <a:off x="119283" y="411726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CDCE5077-F317-474B-F0AE-1AC6E524315F}"/>
              </a:ext>
            </a:extLst>
          </p:cNvPr>
          <p:cNvCxnSpPr>
            <a:cxnSpLocks/>
          </p:cNvCxnSpPr>
          <p:nvPr/>
        </p:nvCxnSpPr>
        <p:spPr>
          <a:xfrm>
            <a:off x="2433320" y="4205755"/>
            <a:ext cx="8878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336D16B-1DDC-C5E3-B2EE-38E9708EF97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4B78E34-6352-5D0B-8E18-1F502A30A7A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0D71324-0D96-55B5-3A1C-7AE61788F06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BD9B8178-659F-1852-BD5C-92BE213A6C6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BA4A4050-F499-8045-68EC-617BC9A1439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C4DD4F84-1A6B-5E00-0FDA-F8DF6AC96106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1BC13780-DEFA-7C0D-B4A6-CABAF3AD83E1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AA71537-9085-49FA-9A2F-5B2067082CF9}"/>
              </a:ext>
            </a:extLst>
          </p:cNvPr>
          <p:cNvGrpSpPr/>
          <p:nvPr/>
        </p:nvGrpSpPr>
        <p:grpSpPr>
          <a:xfrm rot="5400000">
            <a:off x="3942166" y="4818398"/>
            <a:ext cx="98861" cy="1536018"/>
            <a:chOff x="4737864" y="4695342"/>
            <a:chExt cx="98861" cy="153601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B1B719E-1DD8-7A2E-45B4-C89D7F72C9C1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89400681-7CAA-E342-D648-127747EEB9E3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412A0390-70C3-3D4E-2220-755BEE3C774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4640B845-B054-EF27-8A3B-1934A2F81884}"/>
              </a:ext>
            </a:extLst>
          </p:cNvPr>
          <p:cNvSpPr txBox="1"/>
          <p:nvPr/>
        </p:nvSpPr>
        <p:spPr>
          <a:xfrm>
            <a:off x="2122543" y="5816830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DFBC505-B968-7019-5A1D-C94AE50CA149}"/>
              </a:ext>
            </a:extLst>
          </p:cNvPr>
          <p:cNvCxnSpPr>
            <a:cxnSpLocks/>
            <a:endCxn id="47" idx="5"/>
          </p:cNvCxnSpPr>
          <p:nvPr/>
        </p:nvCxnSpPr>
        <p:spPr>
          <a:xfrm flipV="1">
            <a:off x="2966869" y="5621430"/>
            <a:ext cx="271127" cy="246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5395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DA524-C4F7-6F43-6FD2-238FBB53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953B7E-13F5-A472-ED65-2BCD4B2DBE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71247" y="1147932"/>
            <a:ext cx="6828353" cy="5656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3D745C-0A84-B527-4381-A90378EF487C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3D745C-0A84-B527-4381-A90378EF4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F54737-B151-F28D-8A0A-1AC7F472B9E4}"/>
                  </a:ext>
                </a:extLst>
              </p:cNvPr>
              <p:cNvSpPr txBox="1"/>
              <p:nvPr/>
            </p:nvSpPr>
            <p:spPr>
              <a:xfrm>
                <a:off x="1877344" y="356152"/>
                <a:ext cx="8452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2000" b="1" i="1">
                        <a:ln/>
                        <a:latin typeface="Cambria Math" panose="02040503050406030204" pitchFamily="18" charset="0"/>
                      </a:rPr>
                      <m:t>𝟖𝟒</m:t>
                    </m:r>
                    <m:r>
                      <a:rPr lang="en-US" altLang="ko-KR" sz="2000" b="1" i="1">
                        <a:ln/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ko-KR" altLang="en-US" sz="2000" b="1"/>
                  <a:t>타입 간접 프리미엄 </a:t>
                </a:r>
                <a:r>
                  <a:rPr lang="en-US" altLang="ko-KR" sz="2000" b="1"/>
                  <a:t>SET + </a:t>
                </a:r>
                <a:r>
                  <a:rPr lang="ko-KR" altLang="en-US" sz="2000" b="1" err="1"/>
                  <a:t>실링팬</a:t>
                </a:r>
                <a:r>
                  <a:rPr lang="ko-KR" altLang="en-US" sz="2000" b="1"/>
                  <a:t> 우물두줄</a:t>
                </a:r>
                <a:endParaRPr lang="en-US" altLang="ko-KR" sz="2000" b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F54737-B151-F28D-8A0A-1AC7F472B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344" y="356152"/>
                <a:ext cx="8452551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6249B34D-BBA0-BA4D-C9FF-2A597F663B9C}"/>
              </a:ext>
            </a:extLst>
          </p:cNvPr>
          <p:cNvSpPr/>
          <p:nvPr/>
        </p:nvSpPr>
        <p:spPr>
          <a:xfrm rot="5400000">
            <a:off x="3040772" y="2653371"/>
            <a:ext cx="128979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6EFA5F-988D-F46C-F816-F7B4D115B307}"/>
              </a:ext>
            </a:extLst>
          </p:cNvPr>
          <p:cNvSpPr txBox="1"/>
          <p:nvPr/>
        </p:nvSpPr>
        <p:spPr>
          <a:xfrm>
            <a:off x="3875088" y="244633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B7C8328-C24F-85B2-4004-C91D71A80B12}"/>
              </a:ext>
            </a:extLst>
          </p:cNvPr>
          <p:cNvSpPr/>
          <p:nvPr/>
        </p:nvSpPr>
        <p:spPr>
          <a:xfrm rot="10800000">
            <a:off x="2864049" y="3546607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21DE71C-B529-3A57-F151-BC226BB53DEA}"/>
              </a:ext>
            </a:extLst>
          </p:cNvPr>
          <p:cNvSpPr/>
          <p:nvPr/>
        </p:nvSpPr>
        <p:spPr>
          <a:xfrm>
            <a:off x="3329043" y="4030237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7160F25-F351-9BF1-4809-163BEF7B49F8}"/>
              </a:ext>
            </a:extLst>
          </p:cNvPr>
          <p:cNvSpPr/>
          <p:nvPr/>
        </p:nvSpPr>
        <p:spPr>
          <a:xfrm>
            <a:off x="3497980" y="4182324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D7A5F-49FA-A796-46AE-8A28F2352D55}"/>
              </a:ext>
            </a:extLst>
          </p:cNvPr>
          <p:cNvSpPr txBox="1"/>
          <p:nvPr/>
        </p:nvSpPr>
        <p:spPr>
          <a:xfrm>
            <a:off x="4758809" y="4051181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2BDDBA4D-5D5E-0C4D-A8E8-027AD24DBE18}"/>
              </a:ext>
            </a:extLst>
          </p:cNvPr>
          <p:cNvSpPr/>
          <p:nvPr/>
        </p:nvSpPr>
        <p:spPr>
          <a:xfrm>
            <a:off x="3677408" y="4365652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1619740-D48A-E7FD-61BE-2503E7C7F8C6}"/>
              </a:ext>
            </a:extLst>
          </p:cNvPr>
          <p:cNvGrpSpPr/>
          <p:nvPr/>
        </p:nvGrpSpPr>
        <p:grpSpPr>
          <a:xfrm rot="5400000">
            <a:off x="3941370" y="2911773"/>
            <a:ext cx="98861" cy="1536018"/>
            <a:chOff x="4737864" y="4695342"/>
            <a:chExt cx="98861" cy="15360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A9203BD-9D5F-45AA-1E06-675AF4FE7F36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E31C521-8FE4-04B2-AD7D-938F4EC31CB4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A72B59C-560C-0EB2-9B1F-68E4539BBD3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2A138CE-F4C0-8B5B-F6D0-EFC1C0030148}"/>
              </a:ext>
            </a:extLst>
          </p:cNvPr>
          <p:cNvGrpSpPr/>
          <p:nvPr/>
        </p:nvGrpSpPr>
        <p:grpSpPr>
          <a:xfrm rot="5400000">
            <a:off x="4392501" y="3092365"/>
            <a:ext cx="98808" cy="687821"/>
            <a:chOff x="4737840" y="4923940"/>
            <a:chExt cx="98808" cy="687821"/>
          </a:xfrm>
          <a:solidFill>
            <a:srgbClr val="00B0F0"/>
          </a:solidFill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7FE8B5B-A834-BDD1-4795-02B5CD38F210}"/>
                </a:ext>
              </a:extLst>
            </p:cNvPr>
            <p:cNvSpPr/>
            <p:nvPr/>
          </p:nvSpPr>
          <p:spPr>
            <a:xfrm>
              <a:off x="4737840" y="492394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B537976-D97E-04A8-E8C2-8E177F0B628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8D4824A-8690-1F8E-FC6B-DD5BFE42756E}"/>
              </a:ext>
            </a:extLst>
          </p:cNvPr>
          <p:cNvGrpSpPr/>
          <p:nvPr/>
        </p:nvGrpSpPr>
        <p:grpSpPr>
          <a:xfrm>
            <a:off x="7701119" y="2866372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A3090303-CDA2-098C-0025-89892A14C15F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E5E6DC4A-6EBC-5ED5-5269-4E795BD5F7EA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3AFDF8E7-8BC8-7000-B766-632ADC83A6E0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별: 꼭짓점 7개 21">
              <a:extLst>
                <a:ext uri="{FF2B5EF4-FFF2-40B4-BE49-F238E27FC236}">
                  <a16:creationId xmlns:a16="http://schemas.microsoft.com/office/drawing/2014/main" id="{B5040B7D-A888-AE23-5B2D-37A887E3F2A5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D226943-43C9-00D9-26FB-A9DEF8EA2423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E49A4738-CFCE-44EC-F75D-1D93AC2552F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55285A39-F73D-CB26-B512-067B989FF555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C2F431-FA8C-8197-FC93-D91F9B4B4581}"/>
              </a:ext>
            </a:extLst>
          </p:cNvPr>
          <p:cNvSpPr/>
          <p:nvPr/>
        </p:nvSpPr>
        <p:spPr>
          <a:xfrm rot="10800000" flipV="1">
            <a:off x="6135369" y="2279456"/>
            <a:ext cx="98384" cy="71446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2A18A56-BC86-FC7B-8D3F-66F2A3050B2C}"/>
              </a:ext>
            </a:extLst>
          </p:cNvPr>
          <p:cNvSpPr/>
          <p:nvPr/>
        </p:nvSpPr>
        <p:spPr>
          <a:xfrm flipV="1">
            <a:off x="8228723" y="2692498"/>
            <a:ext cx="98384" cy="80000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993B351-76FD-47CF-6B22-027AB4113863}"/>
              </a:ext>
            </a:extLst>
          </p:cNvPr>
          <p:cNvGrpSpPr/>
          <p:nvPr/>
        </p:nvGrpSpPr>
        <p:grpSpPr>
          <a:xfrm rot="5400000">
            <a:off x="7354726" y="3713432"/>
            <a:ext cx="98803" cy="675916"/>
            <a:chOff x="4737845" y="4935845"/>
            <a:chExt cx="98803" cy="67591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08BBCD1D-95C8-25C5-637C-60A92327EDF3}"/>
                </a:ext>
              </a:extLst>
            </p:cNvPr>
            <p:cNvSpPr/>
            <p:nvPr/>
          </p:nvSpPr>
          <p:spPr>
            <a:xfrm>
              <a:off x="4737845" y="4935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7BC73942-CA28-FEBA-3933-75D25F95D22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4DE05C7-3730-FC37-6072-614E12706E3D}"/>
              </a:ext>
            </a:extLst>
          </p:cNvPr>
          <p:cNvSpPr/>
          <p:nvPr/>
        </p:nvSpPr>
        <p:spPr>
          <a:xfrm flipV="1">
            <a:off x="9241108" y="3392522"/>
            <a:ext cx="98385" cy="7237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BE7068-5AF8-8DB7-EA5F-86C125B2AD7A}"/>
              </a:ext>
            </a:extLst>
          </p:cNvPr>
          <p:cNvSpPr txBox="1"/>
          <p:nvPr/>
        </p:nvSpPr>
        <p:spPr>
          <a:xfrm>
            <a:off x="119283" y="411726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D22D1B6-2999-1FF7-CCBC-E9F8B0372DAC}"/>
              </a:ext>
            </a:extLst>
          </p:cNvPr>
          <p:cNvCxnSpPr>
            <a:cxnSpLocks/>
          </p:cNvCxnSpPr>
          <p:nvPr/>
        </p:nvCxnSpPr>
        <p:spPr>
          <a:xfrm>
            <a:off x="2433320" y="4205755"/>
            <a:ext cx="8878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85C389F-111C-ED76-BF4A-747DD7CF2BD8}"/>
              </a:ext>
            </a:extLst>
          </p:cNvPr>
          <p:cNvSpPr txBox="1"/>
          <p:nvPr/>
        </p:nvSpPr>
        <p:spPr>
          <a:xfrm>
            <a:off x="119283" y="4808458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64D5C94-5CF5-34AD-ED93-FA3FEEBD4C9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0B1D55E-55C8-7332-1EA1-266240DF400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71813C7-B8C8-9831-C5B5-4B2FF0EBF9E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5C9A4AE-47EA-8739-77D9-DEABE1290CF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FDE845E0-8E91-CE0E-6EEF-7569656CAA8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51D705E-C7DE-FE20-8158-43B26950C902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FC8A5A31-7B32-4435-FDDC-0AC9CF058FEA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7BC51E3-C0CB-2735-B8F7-F30CE76A5CF2}"/>
              </a:ext>
            </a:extLst>
          </p:cNvPr>
          <p:cNvGrpSpPr/>
          <p:nvPr/>
        </p:nvGrpSpPr>
        <p:grpSpPr>
          <a:xfrm rot="5400000">
            <a:off x="3942166" y="4818398"/>
            <a:ext cx="98861" cy="1536018"/>
            <a:chOff x="4737864" y="4695342"/>
            <a:chExt cx="98861" cy="153601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7757EEE-40C3-042E-82A4-ADEA5260B89A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9DDA410-B4FC-8BB6-7355-7AC5B7703422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24319B64-B5D5-0E85-8D55-D8335A4BE6D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8764590B-67DF-5692-AC22-51385DBBC948}"/>
              </a:ext>
            </a:extLst>
          </p:cNvPr>
          <p:cNvSpPr txBox="1"/>
          <p:nvPr/>
        </p:nvSpPr>
        <p:spPr>
          <a:xfrm>
            <a:off x="2122543" y="5816830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5D19A5B-6377-2E1B-2296-66AE74D608F2}"/>
              </a:ext>
            </a:extLst>
          </p:cNvPr>
          <p:cNvCxnSpPr>
            <a:cxnSpLocks/>
            <a:endCxn id="47" idx="5"/>
          </p:cNvCxnSpPr>
          <p:nvPr/>
        </p:nvCxnSpPr>
        <p:spPr>
          <a:xfrm flipV="1">
            <a:off x="2966869" y="5621430"/>
            <a:ext cx="271127" cy="246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601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DA524-C4F7-6F43-6FD2-238FBB53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953B7E-13F5-A472-ED65-2BCD4B2DBE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71247" y="1147932"/>
            <a:ext cx="6828353" cy="5656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3D745C-0A84-B527-4381-A90378EF487C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3D745C-0A84-B527-4381-A90378EF4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F54737-B151-F28D-8A0A-1AC7F472B9E4}"/>
                  </a:ext>
                </a:extLst>
              </p:cNvPr>
              <p:cNvSpPr txBox="1"/>
              <p:nvPr/>
            </p:nvSpPr>
            <p:spPr>
              <a:xfrm>
                <a:off x="1877344" y="356152"/>
                <a:ext cx="8452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2000" b="1" i="1">
                        <a:ln/>
                        <a:latin typeface="Cambria Math" panose="02040503050406030204" pitchFamily="18" charset="0"/>
                      </a:rPr>
                      <m:t>𝟖𝟒</m:t>
                    </m:r>
                    <m:r>
                      <a:rPr lang="en-US" altLang="ko-KR" sz="2000" b="1" i="1">
                        <a:ln/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ko-KR" altLang="en-US" sz="2000" b="1"/>
                  <a:t>타입 간접 프리미엄 </a:t>
                </a:r>
                <a:r>
                  <a:rPr lang="en-US" altLang="ko-KR" sz="2000" b="1"/>
                  <a:t>SET + </a:t>
                </a:r>
                <a:r>
                  <a:rPr lang="ko-KR" altLang="en-US" sz="2000" b="1" err="1"/>
                  <a:t>실링팬</a:t>
                </a:r>
                <a:r>
                  <a:rPr lang="ko-KR" altLang="en-US" sz="2000" b="1"/>
                  <a:t> 우물두줄</a:t>
                </a:r>
                <a:endParaRPr lang="en-US" altLang="ko-KR" sz="2000" b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F54737-B151-F28D-8A0A-1AC7F472B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344" y="356152"/>
                <a:ext cx="8452551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AB7C8328-C24F-85B2-4004-C91D71A80B12}"/>
              </a:ext>
            </a:extLst>
          </p:cNvPr>
          <p:cNvSpPr/>
          <p:nvPr/>
        </p:nvSpPr>
        <p:spPr>
          <a:xfrm rot="10800000">
            <a:off x="2864049" y="3546607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21DE71C-B529-3A57-F151-BC226BB53DEA}"/>
              </a:ext>
            </a:extLst>
          </p:cNvPr>
          <p:cNvSpPr/>
          <p:nvPr/>
        </p:nvSpPr>
        <p:spPr>
          <a:xfrm>
            <a:off x="3329043" y="4030237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D7A5F-49FA-A796-46AE-8A28F2352D55}"/>
              </a:ext>
            </a:extLst>
          </p:cNvPr>
          <p:cNvSpPr txBox="1"/>
          <p:nvPr/>
        </p:nvSpPr>
        <p:spPr>
          <a:xfrm>
            <a:off x="4758809" y="4051181"/>
            <a:ext cx="111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2BDDBA4D-5D5E-0C4D-A8E8-027AD24DBE18}"/>
              </a:ext>
            </a:extLst>
          </p:cNvPr>
          <p:cNvSpPr/>
          <p:nvPr/>
        </p:nvSpPr>
        <p:spPr>
          <a:xfrm>
            <a:off x="3677408" y="4365652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1619740-D48A-E7FD-61BE-2503E7C7F8C6}"/>
              </a:ext>
            </a:extLst>
          </p:cNvPr>
          <p:cNvGrpSpPr/>
          <p:nvPr/>
        </p:nvGrpSpPr>
        <p:grpSpPr>
          <a:xfrm rot="5400000">
            <a:off x="3941370" y="2911773"/>
            <a:ext cx="98861" cy="1536018"/>
            <a:chOff x="4737864" y="4695342"/>
            <a:chExt cx="98861" cy="15360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A9203BD-9D5F-45AA-1E06-675AF4FE7F36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E31C521-8FE4-04B2-AD7D-938F4EC31CB4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A72B59C-560C-0EB2-9B1F-68E4539BBD3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993B351-76FD-47CF-6B22-027AB4113863}"/>
              </a:ext>
            </a:extLst>
          </p:cNvPr>
          <p:cNvGrpSpPr/>
          <p:nvPr/>
        </p:nvGrpSpPr>
        <p:grpSpPr>
          <a:xfrm rot="5400000">
            <a:off x="7354726" y="3713432"/>
            <a:ext cx="98803" cy="675916"/>
            <a:chOff x="4737845" y="4935845"/>
            <a:chExt cx="98803" cy="67591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08BBCD1D-95C8-25C5-637C-60A92327EDF3}"/>
                </a:ext>
              </a:extLst>
            </p:cNvPr>
            <p:cNvSpPr/>
            <p:nvPr/>
          </p:nvSpPr>
          <p:spPr>
            <a:xfrm>
              <a:off x="4737845" y="4935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7BC73942-CA28-FEBA-3933-75D25F95D22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85C389F-111C-ED76-BF4A-747DD7CF2BD8}"/>
              </a:ext>
            </a:extLst>
          </p:cNvPr>
          <p:cNvSpPr txBox="1"/>
          <p:nvPr/>
        </p:nvSpPr>
        <p:spPr>
          <a:xfrm>
            <a:off x="235201" y="405118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64D5C94-5CF5-34AD-ED93-FA3FEEBD4C9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0B1D55E-55C8-7332-1EA1-266240DF400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71813C7-B8C8-9831-C5B5-4B2FF0EBF9E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5C9A4AE-47EA-8739-77D9-DEABE1290CF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FDE845E0-8E91-CE0E-6EEF-7569656CAA8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51D705E-C7DE-FE20-8158-43B26950C902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FC8A5A31-7B32-4435-FDDC-0AC9CF058FEA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764590B-67DF-5692-AC22-51385DBBC948}"/>
              </a:ext>
            </a:extLst>
          </p:cNvPr>
          <p:cNvSpPr txBox="1"/>
          <p:nvPr/>
        </p:nvSpPr>
        <p:spPr>
          <a:xfrm>
            <a:off x="2122543" y="5816830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5D19A5B-6377-2E1B-2296-66AE74D608F2}"/>
              </a:ext>
            </a:extLst>
          </p:cNvPr>
          <p:cNvCxnSpPr>
            <a:cxnSpLocks/>
          </p:cNvCxnSpPr>
          <p:nvPr/>
        </p:nvCxnSpPr>
        <p:spPr>
          <a:xfrm flipV="1">
            <a:off x="2966869" y="5621430"/>
            <a:ext cx="271127" cy="246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FC9CF25-B377-57B8-2ABC-AF9BF5A6DBBD}"/>
              </a:ext>
            </a:extLst>
          </p:cNvPr>
          <p:cNvSpPr/>
          <p:nvPr/>
        </p:nvSpPr>
        <p:spPr>
          <a:xfrm>
            <a:off x="3487793" y="4182637"/>
            <a:ext cx="919107" cy="94816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9B055482-6063-1CFF-B2A3-79336912F54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677565" y="4645268"/>
            <a:ext cx="2236971" cy="1554480"/>
          </a:xfrm>
          <a:prstGeom prst="rect">
            <a:avLst/>
          </a:prstGeom>
        </p:spPr>
      </p:pic>
      <p:pic>
        <p:nvPicPr>
          <p:cNvPr id="52" name="그림 5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28E999-34B3-070F-1BDB-778E3CC41F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50" y="2333244"/>
            <a:ext cx="1778731" cy="1466673"/>
          </a:xfrm>
          <a:prstGeom prst="rect">
            <a:avLst/>
          </a:prstGeom>
        </p:spPr>
      </p:pic>
      <p:pic>
        <p:nvPicPr>
          <p:cNvPr id="53" name="그림 5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2000D46B-5CD2-6D97-2B5C-BE55D25656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325328" y="4820157"/>
            <a:ext cx="1619250" cy="1530350"/>
          </a:xfrm>
          <a:prstGeom prst="rect">
            <a:avLst/>
          </a:prstGeom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70C28B79-8DD1-F409-20D3-7C0FFDCAC478}"/>
              </a:ext>
            </a:extLst>
          </p:cNvPr>
          <p:cNvGrpSpPr/>
          <p:nvPr/>
        </p:nvGrpSpPr>
        <p:grpSpPr>
          <a:xfrm>
            <a:off x="5176836" y="6271016"/>
            <a:ext cx="2699296" cy="230832"/>
            <a:chOff x="5031845" y="4409929"/>
            <a:chExt cx="2699296" cy="230832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9290E430-AB90-5920-271A-119F87DDC63F}"/>
                </a:ext>
              </a:extLst>
            </p:cNvPr>
            <p:cNvSpPr/>
            <p:nvPr/>
          </p:nvSpPr>
          <p:spPr>
            <a:xfrm rot="16200000" flipV="1">
              <a:off x="5445676" y="4088654"/>
              <a:ext cx="45719" cy="873381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5F8494C-1B21-718C-6406-4E57E3A6F882}"/>
                </a:ext>
              </a:extLst>
            </p:cNvPr>
            <p:cNvSpPr txBox="1"/>
            <p:nvPr/>
          </p:nvSpPr>
          <p:spPr>
            <a:xfrm>
              <a:off x="6427579" y="4409929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81B05B3A-87B3-53B9-E5C6-1981DBB5FBAE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5913616" y="4525344"/>
              <a:ext cx="51396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F97D2E-819B-81D2-C262-F921F5FCF362}"/>
              </a:ext>
            </a:extLst>
          </p:cNvPr>
          <p:cNvSpPr/>
          <p:nvPr/>
        </p:nvSpPr>
        <p:spPr>
          <a:xfrm rot="5400000">
            <a:off x="3575970" y="4922969"/>
            <a:ext cx="102820" cy="14870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9694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DA524-C4F7-6F43-6FD2-238FBB53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953B7E-13F5-A472-ED65-2BCD4B2DBE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71247" y="1147932"/>
            <a:ext cx="6828353" cy="5656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3D745C-0A84-B527-4381-A90378EF487C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3D745C-0A84-B527-4381-A90378EF4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F54737-B151-F28D-8A0A-1AC7F472B9E4}"/>
                  </a:ext>
                </a:extLst>
              </p:cNvPr>
              <p:cNvSpPr txBox="1"/>
              <p:nvPr/>
            </p:nvSpPr>
            <p:spPr>
              <a:xfrm>
                <a:off x="1877344" y="356152"/>
                <a:ext cx="8452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2000" b="1" i="1">
                        <a:ln/>
                        <a:latin typeface="Cambria Math" panose="02040503050406030204" pitchFamily="18" charset="0"/>
                      </a:rPr>
                      <m:t>𝟖𝟒</m:t>
                    </m:r>
                    <m:r>
                      <a:rPr lang="en-US" altLang="ko-KR" sz="2000" b="1" i="1">
                        <a:ln/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ko-KR" altLang="en-US" sz="2000" b="1"/>
                  <a:t>타입 간접 프리미엄 </a:t>
                </a:r>
                <a:r>
                  <a:rPr lang="en-US" altLang="ko-KR" sz="2000" b="1"/>
                  <a:t>SET + </a:t>
                </a:r>
                <a:r>
                  <a:rPr lang="ko-KR" altLang="en-US" sz="2000" b="1" err="1"/>
                  <a:t>실링팬</a:t>
                </a:r>
                <a:r>
                  <a:rPr lang="ko-KR" altLang="en-US" sz="2000" b="1"/>
                  <a:t> 우물두줄</a:t>
                </a:r>
                <a:endParaRPr lang="en-US" altLang="ko-KR" sz="2000" b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F54737-B151-F28D-8A0A-1AC7F472B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344" y="356152"/>
                <a:ext cx="8452551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AB7C8328-C24F-85B2-4004-C91D71A80B12}"/>
              </a:ext>
            </a:extLst>
          </p:cNvPr>
          <p:cNvSpPr/>
          <p:nvPr/>
        </p:nvSpPr>
        <p:spPr>
          <a:xfrm rot="10800000">
            <a:off x="2864049" y="3546607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21DE71C-B529-3A57-F151-BC226BB53DEA}"/>
              </a:ext>
            </a:extLst>
          </p:cNvPr>
          <p:cNvSpPr/>
          <p:nvPr/>
        </p:nvSpPr>
        <p:spPr>
          <a:xfrm>
            <a:off x="3329043" y="4030237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D7A5F-49FA-A796-46AE-8A28F2352D55}"/>
              </a:ext>
            </a:extLst>
          </p:cNvPr>
          <p:cNvSpPr txBox="1"/>
          <p:nvPr/>
        </p:nvSpPr>
        <p:spPr>
          <a:xfrm>
            <a:off x="4758809" y="4051181"/>
            <a:ext cx="111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2BDDBA4D-5D5E-0C4D-A8E8-027AD24DBE18}"/>
              </a:ext>
            </a:extLst>
          </p:cNvPr>
          <p:cNvSpPr/>
          <p:nvPr/>
        </p:nvSpPr>
        <p:spPr>
          <a:xfrm>
            <a:off x="3677408" y="4365652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1619740-D48A-E7FD-61BE-2503E7C7F8C6}"/>
              </a:ext>
            </a:extLst>
          </p:cNvPr>
          <p:cNvGrpSpPr/>
          <p:nvPr/>
        </p:nvGrpSpPr>
        <p:grpSpPr>
          <a:xfrm rot="5400000">
            <a:off x="3941370" y="2911773"/>
            <a:ext cx="98861" cy="1536018"/>
            <a:chOff x="4737864" y="4695342"/>
            <a:chExt cx="98861" cy="15360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A9203BD-9D5F-45AA-1E06-675AF4FE7F36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E31C521-8FE4-04B2-AD7D-938F4EC31CB4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A72B59C-560C-0EB2-9B1F-68E4539BBD3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C2F431-FA8C-8197-FC93-D91F9B4B4581}"/>
              </a:ext>
            </a:extLst>
          </p:cNvPr>
          <p:cNvSpPr/>
          <p:nvPr/>
        </p:nvSpPr>
        <p:spPr>
          <a:xfrm rot="10800000" flipV="1">
            <a:off x="6135369" y="2279456"/>
            <a:ext cx="98384" cy="71446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2A18A56-BC86-FC7B-8D3F-66F2A3050B2C}"/>
              </a:ext>
            </a:extLst>
          </p:cNvPr>
          <p:cNvSpPr/>
          <p:nvPr/>
        </p:nvSpPr>
        <p:spPr>
          <a:xfrm flipV="1">
            <a:off x="8228723" y="2692498"/>
            <a:ext cx="98384" cy="80000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993B351-76FD-47CF-6B22-027AB4113863}"/>
              </a:ext>
            </a:extLst>
          </p:cNvPr>
          <p:cNvGrpSpPr/>
          <p:nvPr/>
        </p:nvGrpSpPr>
        <p:grpSpPr>
          <a:xfrm rot="5400000">
            <a:off x="7354726" y="3713432"/>
            <a:ext cx="98803" cy="675916"/>
            <a:chOff x="4737845" y="4935845"/>
            <a:chExt cx="98803" cy="67591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08BBCD1D-95C8-25C5-637C-60A92327EDF3}"/>
                </a:ext>
              </a:extLst>
            </p:cNvPr>
            <p:cNvSpPr/>
            <p:nvPr/>
          </p:nvSpPr>
          <p:spPr>
            <a:xfrm>
              <a:off x="4737845" y="4935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7BC73942-CA28-FEBA-3933-75D25F95D22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4DE05C7-3730-FC37-6072-614E12706E3D}"/>
              </a:ext>
            </a:extLst>
          </p:cNvPr>
          <p:cNvSpPr/>
          <p:nvPr/>
        </p:nvSpPr>
        <p:spPr>
          <a:xfrm flipV="1">
            <a:off x="9241108" y="3392522"/>
            <a:ext cx="98385" cy="7237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5C389F-111C-ED76-BF4A-747DD7CF2BD8}"/>
              </a:ext>
            </a:extLst>
          </p:cNvPr>
          <p:cNvSpPr txBox="1"/>
          <p:nvPr/>
        </p:nvSpPr>
        <p:spPr>
          <a:xfrm>
            <a:off x="235201" y="405118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64D5C94-5CF5-34AD-ED93-FA3FEEBD4C9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0B1D55E-55C8-7332-1EA1-266240DF400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71813C7-B8C8-9831-C5B5-4B2FF0EBF9E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5C9A4AE-47EA-8739-77D9-DEABE1290CF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FDE845E0-8E91-CE0E-6EEF-7569656CAA8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51D705E-C7DE-FE20-8158-43B26950C902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FC8A5A31-7B32-4435-FDDC-0AC9CF058FEA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7BC51E3-C0CB-2735-B8F7-F30CE76A5CF2}"/>
              </a:ext>
            </a:extLst>
          </p:cNvPr>
          <p:cNvGrpSpPr/>
          <p:nvPr/>
        </p:nvGrpSpPr>
        <p:grpSpPr>
          <a:xfrm rot="5400000">
            <a:off x="3942166" y="4818398"/>
            <a:ext cx="98861" cy="1536018"/>
            <a:chOff x="4737864" y="4695342"/>
            <a:chExt cx="98861" cy="153601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7757EEE-40C3-042E-82A4-ADEA5260B89A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9DDA410-B4FC-8BB6-7355-7AC5B7703422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24319B64-B5D5-0E85-8D55-D8335A4BE6D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8764590B-67DF-5692-AC22-51385DBBC948}"/>
              </a:ext>
            </a:extLst>
          </p:cNvPr>
          <p:cNvSpPr txBox="1"/>
          <p:nvPr/>
        </p:nvSpPr>
        <p:spPr>
          <a:xfrm>
            <a:off x="2122543" y="5816830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5D19A5B-6377-2E1B-2296-66AE74D608F2}"/>
              </a:ext>
            </a:extLst>
          </p:cNvPr>
          <p:cNvCxnSpPr>
            <a:cxnSpLocks/>
            <a:endCxn id="47" idx="5"/>
          </p:cNvCxnSpPr>
          <p:nvPr/>
        </p:nvCxnSpPr>
        <p:spPr>
          <a:xfrm flipV="1">
            <a:off x="2966869" y="5621430"/>
            <a:ext cx="271127" cy="246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FC9CF25-B377-57B8-2ABC-AF9BF5A6DBBD}"/>
              </a:ext>
            </a:extLst>
          </p:cNvPr>
          <p:cNvSpPr/>
          <p:nvPr/>
        </p:nvSpPr>
        <p:spPr>
          <a:xfrm>
            <a:off x="3487793" y="4182637"/>
            <a:ext cx="919107" cy="94816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9B055482-6063-1CFF-B2A3-79336912F54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677565" y="4645268"/>
            <a:ext cx="2236971" cy="1554480"/>
          </a:xfrm>
          <a:prstGeom prst="rect">
            <a:avLst/>
          </a:prstGeom>
        </p:spPr>
      </p:pic>
      <p:pic>
        <p:nvPicPr>
          <p:cNvPr id="52" name="그림 5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28E999-34B3-070F-1BDB-778E3CC41F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50" y="2333244"/>
            <a:ext cx="1778731" cy="1466673"/>
          </a:xfrm>
          <a:prstGeom prst="rect">
            <a:avLst/>
          </a:prstGeom>
        </p:spPr>
      </p:pic>
      <p:pic>
        <p:nvPicPr>
          <p:cNvPr id="53" name="그림 5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2000D46B-5CD2-6D97-2B5C-BE55D25656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325328" y="4820157"/>
            <a:ext cx="1619250" cy="1530350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E5D7609C-3B73-EFCD-3D8D-949AFB6656A9}"/>
              </a:ext>
            </a:extLst>
          </p:cNvPr>
          <p:cNvGrpSpPr/>
          <p:nvPr/>
        </p:nvGrpSpPr>
        <p:grpSpPr>
          <a:xfrm>
            <a:off x="9684264" y="3326998"/>
            <a:ext cx="2153752" cy="1204197"/>
            <a:chOff x="149488" y="3169907"/>
            <a:chExt cx="2153752" cy="1204197"/>
          </a:xfrm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85FA4EB4-7CAE-380A-8F02-2E91581BD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0CFEE32-0972-2C10-2F71-5CE5C322B6A5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err="1"/>
                <a:t>코타라</a:t>
              </a:r>
              <a:endParaRPr lang="ko-KR" altLang="en-US" sz="1400" b="1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0C28B79-8DD1-F409-20D3-7C0FFDCAC478}"/>
              </a:ext>
            </a:extLst>
          </p:cNvPr>
          <p:cNvGrpSpPr/>
          <p:nvPr/>
        </p:nvGrpSpPr>
        <p:grpSpPr>
          <a:xfrm>
            <a:off x="5176836" y="6271016"/>
            <a:ext cx="2699296" cy="230832"/>
            <a:chOff x="5031845" y="4409929"/>
            <a:chExt cx="2699296" cy="230832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9290E430-AB90-5920-271A-119F87DDC63F}"/>
                </a:ext>
              </a:extLst>
            </p:cNvPr>
            <p:cNvSpPr/>
            <p:nvPr/>
          </p:nvSpPr>
          <p:spPr>
            <a:xfrm rot="16200000" flipV="1">
              <a:off x="5445676" y="4088654"/>
              <a:ext cx="45719" cy="873381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5F8494C-1B21-718C-6406-4E57E3A6F882}"/>
                </a:ext>
              </a:extLst>
            </p:cNvPr>
            <p:cNvSpPr txBox="1"/>
            <p:nvPr/>
          </p:nvSpPr>
          <p:spPr>
            <a:xfrm>
              <a:off x="6427579" y="4409929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81B05B3A-87B3-53B9-E5C6-1981DBB5FBAE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5913616" y="4525344"/>
              <a:ext cx="51396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8374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DA524-C4F7-6F43-6FD2-238FBB53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953B7E-13F5-A472-ED65-2BCD4B2DBE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71247" y="1147932"/>
            <a:ext cx="6828353" cy="5656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3D745C-0A84-B527-4381-A90378EF487C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3D745C-0A84-B527-4381-A90378EF4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F54737-B151-F28D-8A0A-1AC7F472B9E4}"/>
                  </a:ext>
                </a:extLst>
              </p:cNvPr>
              <p:cNvSpPr txBox="1"/>
              <p:nvPr/>
            </p:nvSpPr>
            <p:spPr>
              <a:xfrm>
                <a:off x="1877344" y="356152"/>
                <a:ext cx="8452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2000" b="1" i="1">
                        <a:ln/>
                        <a:latin typeface="Cambria Math" panose="02040503050406030204" pitchFamily="18" charset="0"/>
                      </a:rPr>
                      <m:t>𝟖𝟒</m:t>
                    </m:r>
                    <m:r>
                      <a:rPr lang="en-US" altLang="ko-KR" sz="2000" b="1" i="1">
                        <a:ln/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ko-KR" altLang="en-US" sz="2000" b="1"/>
                  <a:t>타입 간접 프리미엄 </a:t>
                </a:r>
                <a:r>
                  <a:rPr lang="en-US" altLang="ko-KR" sz="2000" b="1"/>
                  <a:t>SET + </a:t>
                </a:r>
                <a:r>
                  <a:rPr lang="ko-KR" altLang="en-US" sz="2000" b="1" err="1"/>
                  <a:t>실링팬</a:t>
                </a:r>
                <a:r>
                  <a:rPr lang="ko-KR" altLang="en-US" sz="2000" b="1"/>
                  <a:t> 우물두줄</a:t>
                </a:r>
                <a:endParaRPr lang="en-US" altLang="ko-KR" sz="2000" b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F54737-B151-F28D-8A0A-1AC7F472B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344" y="356152"/>
                <a:ext cx="8452551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AB7C8328-C24F-85B2-4004-C91D71A80B12}"/>
              </a:ext>
            </a:extLst>
          </p:cNvPr>
          <p:cNvSpPr/>
          <p:nvPr/>
        </p:nvSpPr>
        <p:spPr>
          <a:xfrm rot="10800000">
            <a:off x="2864049" y="3546607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21DE71C-B529-3A57-F151-BC226BB53DEA}"/>
              </a:ext>
            </a:extLst>
          </p:cNvPr>
          <p:cNvSpPr/>
          <p:nvPr/>
        </p:nvSpPr>
        <p:spPr>
          <a:xfrm>
            <a:off x="3329043" y="4030237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D7A5F-49FA-A796-46AE-8A28F2352D55}"/>
              </a:ext>
            </a:extLst>
          </p:cNvPr>
          <p:cNvSpPr txBox="1"/>
          <p:nvPr/>
        </p:nvSpPr>
        <p:spPr>
          <a:xfrm>
            <a:off x="4758809" y="4051181"/>
            <a:ext cx="111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2BDDBA4D-5D5E-0C4D-A8E8-027AD24DBE18}"/>
              </a:ext>
            </a:extLst>
          </p:cNvPr>
          <p:cNvSpPr/>
          <p:nvPr/>
        </p:nvSpPr>
        <p:spPr>
          <a:xfrm>
            <a:off x="3677408" y="4365652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1619740-D48A-E7FD-61BE-2503E7C7F8C6}"/>
              </a:ext>
            </a:extLst>
          </p:cNvPr>
          <p:cNvGrpSpPr/>
          <p:nvPr/>
        </p:nvGrpSpPr>
        <p:grpSpPr>
          <a:xfrm rot="5400000">
            <a:off x="3941370" y="2911773"/>
            <a:ext cx="98861" cy="1536018"/>
            <a:chOff x="4737864" y="4695342"/>
            <a:chExt cx="98861" cy="15360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A9203BD-9D5F-45AA-1E06-675AF4FE7F36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E31C521-8FE4-04B2-AD7D-938F4EC31CB4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A72B59C-560C-0EB2-9B1F-68E4539BBD3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993B351-76FD-47CF-6B22-027AB4113863}"/>
              </a:ext>
            </a:extLst>
          </p:cNvPr>
          <p:cNvGrpSpPr/>
          <p:nvPr/>
        </p:nvGrpSpPr>
        <p:grpSpPr>
          <a:xfrm rot="5400000">
            <a:off x="7354726" y="3713432"/>
            <a:ext cx="98803" cy="675916"/>
            <a:chOff x="4737845" y="4935845"/>
            <a:chExt cx="98803" cy="67591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08BBCD1D-95C8-25C5-637C-60A92327EDF3}"/>
                </a:ext>
              </a:extLst>
            </p:cNvPr>
            <p:cNvSpPr/>
            <p:nvPr/>
          </p:nvSpPr>
          <p:spPr>
            <a:xfrm>
              <a:off x="4737845" y="4935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7BC73942-CA28-FEBA-3933-75D25F95D22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85C389F-111C-ED76-BF4A-747DD7CF2BD8}"/>
              </a:ext>
            </a:extLst>
          </p:cNvPr>
          <p:cNvSpPr txBox="1"/>
          <p:nvPr/>
        </p:nvSpPr>
        <p:spPr>
          <a:xfrm>
            <a:off x="235201" y="405118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64D5C94-5CF5-34AD-ED93-FA3FEEBD4C9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0B1D55E-55C8-7332-1EA1-266240DF400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71813C7-B8C8-9831-C5B5-4B2FF0EBF9E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5C9A4AE-47EA-8739-77D9-DEABE1290CF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FDE845E0-8E91-CE0E-6EEF-7569656CAA8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51D705E-C7DE-FE20-8158-43B26950C902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FC8A5A31-7B32-4435-FDDC-0AC9CF058FEA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7BC51E3-C0CB-2735-B8F7-F30CE76A5CF2}"/>
              </a:ext>
            </a:extLst>
          </p:cNvPr>
          <p:cNvGrpSpPr/>
          <p:nvPr/>
        </p:nvGrpSpPr>
        <p:grpSpPr>
          <a:xfrm rot="5400000">
            <a:off x="3942166" y="4818398"/>
            <a:ext cx="98861" cy="1536018"/>
            <a:chOff x="4737864" y="4695342"/>
            <a:chExt cx="98861" cy="153601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7757EEE-40C3-042E-82A4-ADEA5260B89A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9DDA410-B4FC-8BB6-7355-7AC5B7703422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24319B64-B5D5-0E85-8D55-D8335A4BE6D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8764590B-67DF-5692-AC22-51385DBBC948}"/>
              </a:ext>
            </a:extLst>
          </p:cNvPr>
          <p:cNvSpPr txBox="1"/>
          <p:nvPr/>
        </p:nvSpPr>
        <p:spPr>
          <a:xfrm>
            <a:off x="2122543" y="5816830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5D19A5B-6377-2E1B-2296-66AE74D608F2}"/>
              </a:ext>
            </a:extLst>
          </p:cNvPr>
          <p:cNvCxnSpPr>
            <a:cxnSpLocks/>
            <a:endCxn id="47" idx="5"/>
          </p:cNvCxnSpPr>
          <p:nvPr/>
        </p:nvCxnSpPr>
        <p:spPr>
          <a:xfrm flipV="1">
            <a:off x="2966869" y="5621430"/>
            <a:ext cx="271127" cy="246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FC9CF25-B377-57B8-2ABC-AF9BF5A6DBBD}"/>
              </a:ext>
            </a:extLst>
          </p:cNvPr>
          <p:cNvSpPr/>
          <p:nvPr/>
        </p:nvSpPr>
        <p:spPr>
          <a:xfrm>
            <a:off x="3487793" y="4182637"/>
            <a:ext cx="919107" cy="94816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9B055482-6063-1CFF-B2A3-79336912F54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677565" y="4645268"/>
            <a:ext cx="2236971" cy="1554480"/>
          </a:xfrm>
          <a:prstGeom prst="rect">
            <a:avLst/>
          </a:prstGeom>
        </p:spPr>
      </p:pic>
      <p:pic>
        <p:nvPicPr>
          <p:cNvPr id="52" name="그림 5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28E999-34B3-070F-1BDB-778E3CC41F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50" y="2333244"/>
            <a:ext cx="1778731" cy="1466673"/>
          </a:xfrm>
          <a:prstGeom prst="rect">
            <a:avLst/>
          </a:prstGeom>
        </p:spPr>
      </p:pic>
      <p:pic>
        <p:nvPicPr>
          <p:cNvPr id="53" name="그림 5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2000D46B-5CD2-6D97-2B5C-BE55D25656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325328" y="4820157"/>
            <a:ext cx="1619250" cy="1530350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E5D7609C-3B73-EFCD-3D8D-949AFB6656A9}"/>
              </a:ext>
            </a:extLst>
          </p:cNvPr>
          <p:cNvGrpSpPr/>
          <p:nvPr/>
        </p:nvGrpSpPr>
        <p:grpSpPr>
          <a:xfrm>
            <a:off x="9684264" y="3326998"/>
            <a:ext cx="2153752" cy="1204197"/>
            <a:chOff x="149488" y="3169907"/>
            <a:chExt cx="2153752" cy="1204197"/>
          </a:xfrm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85FA4EB4-7CAE-380A-8F02-2E91581BD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0CFEE32-0972-2C10-2F71-5CE5C322B6A5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err="1"/>
                <a:t>코타라</a:t>
              </a:r>
              <a:endParaRPr lang="ko-KR" altLang="en-US" sz="1400" b="1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0C28B79-8DD1-F409-20D3-7C0FFDCAC478}"/>
              </a:ext>
            </a:extLst>
          </p:cNvPr>
          <p:cNvGrpSpPr/>
          <p:nvPr/>
        </p:nvGrpSpPr>
        <p:grpSpPr>
          <a:xfrm>
            <a:off x="5176836" y="6271016"/>
            <a:ext cx="2699296" cy="230832"/>
            <a:chOff x="5031845" y="4409929"/>
            <a:chExt cx="2699296" cy="230832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9290E430-AB90-5920-271A-119F87DDC63F}"/>
                </a:ext>
              </a:extLst>
            </p:cNvPr>
            <p:cNvSpPr/>
            <p:nvPr/>
          </p:nvSpPr>
          <p:spPr>
            <a:xfrm rot="16200000" flipV="1">
              <a:off x="5445676" y="4088654"/>
              <a:ext cx="45719" cy="873381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5F8494C-1B21-718C-6406-4E57E3A6F882}"/>
                </a:ext>
              </a:extLst>
            </p:cNvPr>
            <p:cNvSpPr txBox="1"/>
            <p:nvPr/>
          </p:nvSpPr>
          <p:spPr>
            <a:xfrm>
              <a:off x="6427579" y="4409929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81B05B3A-87B3-53B9-E5C6-1981DBB5FBAE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5913616" y="4525344"/>
              <a:ext cx="51396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67447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DA524-C4F7-6F43-6FD2-238FBB53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953B7E-13F5-A472-ED65-2BCD4B2DBE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71247" y="1147932"/>
            <a:ext cx="6828353" cy="5656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3D745C-0A84-B527-4381-A90378EF487C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>
                              <a:ln/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3D745C-0A84-B527-4381-A90378EF4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F54737-B151-F28D-8A0A-1AC7F472B9E4}"/>
                  </a:ext>
                </a:extLst>
              </p:cNvPr>
              <p:cNvSpPr txBox="1"/>
              <p:nvPr/>
            </p:nvSpPr>
            <p:spPr>
              <a:xfrm>
                <a:off x="1877344" y="356152"/>
                <a:ext cx="8452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2000" b="1" i="1">
                        <a:ln/>
                        <a:latin typeface="Cambria Math" panose="02040503050406030204" pitchFamily="18" charset="0"/>
                      </a:rPr>
                      <m:t>𝟖𝟒</m:t>
                    </m:r>
                    <m:r>
                      <a:rPr lang="en-US" altLang="ko-KR" sz="2000" b="1" i="1">
                        <a:ln/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ko-KR" altLang="en-US" sz="2000" b="1"/>
                  <a:t>타입 간접 프리미엄 </a:t>
                </a:r>
                <a:r>
                  <a:rPr lang="en-US" altLang="ko-KR" sz="2000" b="1"/>
                  <a:t>SET + </a:t>
                </a:r>
                <a:r>
                  <a:rPr lang="ko-KR" altLang="en-US" sz="2000" b="1" err="1"/>
                  <a:t>실링팬</a:t>
                </a:r>
                <a:r>
                  <a:rPr lang="ko-KR" altLang="en-US" sz="2000" b="1"/>
                  <a:t> 우물두줄</a:t>
                </a:r>
                <a:endParaRPr lang="en-US" altLang="ko-KR" sz="2000" b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F54737-B151-F28D-8A0A-1AC7F472B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344" y="356152"/>
                <a:ext cx="8452551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2BDDBA4D-5D5E-0C4D-A8E8-027AD24DBE18}"/>
              </a:ext>
            </a:extLst>
          </p:cNvPr>
          <p:cNvSpPr/>
          <p:nvPr/>
        </p:nvSpPr>
        <p:spPr>
          <a:xfrm>
            <a:off x="3677408" y="4365652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64D5C94-5CF5-34AD-ED93-FA3FEEBD4C9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0B1D55E-55C8-7332-1EA1-266240DF400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71813C7-B8C8-9831-C5B5-4B2FF0EBF9E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5C9A4AE-47EA-8739-77D9-DEABE1290CF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FDE845E0-8E91-CE0E-6EEF-7569656CAA8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51D705E-C7DE-FE20-8158-43B26950C902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FC8A5A31-7B32-4435-FDDC-0AC9CF058FEA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9B055482-6063-1CFF-B2A3-79336912F54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265249" y="4747270"/>
            <a:ext cx="2236971" cy="1554480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E5D7609C-3B73-EFCD-3D8D-949AFB6656A9}"/>
              </a:ext>
            </a:extLst>
          </p:cNvPr>
          <p:cNvGrpSpPr/>
          <p:nvPr/>
        </p:nvGrpSpPr>
        <p:grpSpPr>
          <a:xfrm>
            <a:off x="271948" y="3429000"/>
            <a:ext cx="2153752" cy="1204197"/>
            <a:chOff x="149488" y="3169907"/>
            <a:chExt cx="2153752" cy="1204197"/>
          </a:xfrm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85FA4EB4-7CAE-380A-8F02-2E91581BD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0CFEE32-0972-2C10-2F71-5CE5C322B6A5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err="1"/>
                <a:t>코타라</a:t>
              </a:r>
              <a:endParaRPr lang="ko-KR" altLang="en-US" sz="1400" b="1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68DCED6-FB91-AE35-2B19-92DEF95DA475}"/>
              </a:ext>
            </a:extLst>
          </p:cNvPr>
          <p:cNvSpPr txBox="1"/>
          <p:nvPr/>
        </p:nvSpPr>
        <p:spPr>
          <a:xfrm>
            <a:off x="272848" y="2771356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235197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28DAF-8365-4A87-EDF3-BC16B1AE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AFDA26-4CEB-4424-A463-1790DE6480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71247" y="1147932"/>
            <a:ext cx="6828353" cy="5656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2A2C0B3-C76C-6A8D-513A-FC11EFD8EBB3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2A2C0B3-C76C-6A8D-513A-FC11EFD8E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9A63769-7232-11CB-9368-EDB0E17077CD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086163D-0A66-3346-A40F-25E785DFA1EC}"/>
              </a:ext>
            </a:extLst>
          </p:cNvPr>
          <p:cNvSpPr/>
          <p:nvPr/>
        </p:nvSpPr>
        <p:spPr>
          <a:xfrm>
            <a:off x="3251236" y="4059554"/>
            <a:ext cx="1132077" cy="110753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4932A77-FF5F-632F-8E9A-7C4E9C04E9B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EE61BD38-FF39-5B63-2D0D-673012F5D8A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2BB9F190-0E8E-0472-CE49-5520759871F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8A689FB-2600-88B7-E19F-8FF9F25BF68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7AAC5471-DC2C-ED26-65CC-1214035D06B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2B35868-5D51-AEEF-1BD9-4AC6B650A035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5D46FE3D-2FF4-070F-6C9F-A94E48890925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pic>
        <p:nvPicPr>
          <p:cNvPr id="6" name="그림 5" descr="텍스트, 스크린샷, 직사각형, 종이 제품이(가) 표시된 사진&#10;&#10;자동 생성된 설명">
            <a:extLst>
              <a:ext uri="{FF2B5EF4-FFF2-40B4-BE49-F238E27FC236}">
                <a16:creationId xmlns:a16="http://schemas.microsoft.com/office/drawing/2014/main" id="{D3C2FE2B-6A78-D949-7068-2DBBD4FDF2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61" y="4059554"/>
            <a:ext cx="1795364" cy="1795364"/>
          </a:xfrm>
          <a:prstGeom prst="rect">
            <a:avLst/>
          </a:prstGeom>
        </p:spPr>
      </p:pic>
      <p:pic>
        <p:nvPicPr>
          <p:cNvPr id="12" name="그림 11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3E1AF7C2-F0B5-2357-A96A-FE0DD9604E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00" y="2286124"/>
            <a:ext cx="1677431" cy="167743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3C96C15-BBA6-E504-EB9E-3DBA8EDC2BBB}"/>
              </a:ext>
            </a:extLst>
          </p:cNvPr>
          <p:cNvSpPr txBox="1"/>
          <p:nvPr/>
        </p:nvSpPr>
        <p:spPr>
          <a:xfrm>
            <a:off x="4397827" y="416115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텀블러스위치 </a:t>
            </a:r>
            <a:r>
              <a:rPr lang="en-US" altLang="ko-KR" sz="1000" b="1"/>
              <a:t>3</a:t>
            </a:r>
            <a:r>
              <a:rPr lang="ko-KR" altLang="en-US" sz="1000" b="1"/>
              <a:t>구</a:t>
            </a:r>
            <a:endParaRPr lang="en-US" altLang="ko-KR" sz="10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8A4674-47B4-A921-7661-13907DF34012}"/>
              </a:ext>
            </a:extLst>
          </p:cNvPr>
          <p:cNvSpPr txBox="1"/>
          <p:nvPr/>
        </p:nvSpPr>
        <p:spPr>
          <a:xfrm>
            <a:off x="8568680" y="1167756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색상</a:t>
            </a:r>
            <a:r>
              <a:rPr lang="en-US" altLang="ko-KR" b="1">
                <a:highlight>
                  <a:srgbClr val="FFFF00"/>
                </a:highlight>
              </a:rPr>
              <a:t>:</a:t>
            </a:r>
            <a:r>
              <a:rPr lang="ko-KR" altLang="en-US" b="1" err="1">
                <a:highlight>
                  <a:srgbClr val="FFFF00"/>
                </a:highlight>
              </a:rPr>
              <a:t>주백색</a:t>
            </a:r>
            <a:endParaRPr lang="ko-KR" altLang="en-US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851440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B4DBD-C8A7-F876-1194-31EF46CAD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99497AD-A350-D3C4-7406-DDB92D556F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31001" y="1180596"/>
            <a:ext cx="7063849" cy="56774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8D40488-201E-13FE-8997-1BCC90C67A35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84C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8D40488-201E-13FE-8997-1BCC90C67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B50409B1-9486-D612-18F2-444AE27CE7E4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AB9E14C-0A8C-AC97-0654-634A858456D1}"/>
              </a:ext>
            </a:extLst>
          </p:cNvPr>
          <p:cNvSpPr/>
          <p:nvPr/>
        </p:nvSpPr>
        <p:spPr>
          <a:xfrm rot="5400000">
            <a:off x="3757398" y="5262091"/>
            <a:ext cx="102820" cy="18196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C77F0DC-3A21-1276-7B61-098758628A11}"/>
              </a:ext>
            </a:extLst>
          </p:cNvPr>
          <p:cNvSpPr/>
          <p:nvPr/>
        </p:nvSpPr>
        <p:spPr>
          <a:xfrm>
            <a:off x="3192315" y="45920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8C437C05-0F21-F1D6-B3D2-DEE2B9EF7AE0}"/>
              </a:ext>
            </a:extLst>
          </p:cNvPr>
          <p:cNvSpPr/>
          <p:nvPr/>
        </p:nvSpPr>
        <p:spPr>
          <a:xfrm>
            <a:off x="3361252" y="474415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D94612-1DEE-1544-E94E-58BA31BF3507}"/>
              </a:ext>
            </a:extLst>
          </p:cNvPr>
          <p:cNvSpPr txBox="1"/>
          <p:nvPr/>
        </p:nvSpPr>
        <p:spPr>
          <a:xfrm>
            <a:off x="2915900" y="3760555"/>
            <a:ext cx="1771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94D6204-BF97-E019-B840-D0DB577BF58D}"/>
              </a:ext>
            </a:extLst>
          </p:cNvPr>
          <p:cNvSpPr/>
          <p:nvPr/>
        </p:nvSpPr>
        <p:spPr>
          <a:xfrm rot="10800000" flipV="1">
            <a:off x="8281090" y="5483537"/>
            <a:ext cx="98384" cy="7237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AF6E9F0-A8DB-4E76-07B8-FDE7FA4AF4DA}"/>
              </a:ext>
            </a:extLst>
          </p:cNvPr>
          <p:cNvSpPr/>
          <p:nvPr/>
        </p:nvSpPr>
        <p:spPr>
          <a:xfrm rot="16200000" flipV="1">
            <a:off x="8063088" y="4494661"/>
            <a:ext cx="98384" cy="7511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F6B7116C-D96A-A455-1B86-224C446BECE6}"/>
              </a:ext>
            </a:extLst>
          </p:cNvPr>
          <p:cNvGrpSpPr/>
          <p:nvPr/>
        </p:nvGrpSpPr>
        <p:grpSpPr>
          <a:xfrm rot="5400000">
            <a:off x="6457582" y="3322909"/>
            <a:ext cx="98802" cy="644166"/>
            <a:chOff x="4737846" y="4967595"/>
            <a:chExt cx="98802" cy="644166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686396EB-07D0-D734-9207-1EE7F0179084}"/>
                </a:ext>
              </a:extLst>
            </p:cNvPr>
            <p:cNvSpPr/>
            <p:nvPr/>
          </p:nvSpPr>
          <p:spPr>
            <a:xfrm>
              <a:off x="4737846" y="49675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9915C55E-08C9-1A7F-A767-CD8C2B96139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BE4883A-AC88-9B2A-1222-40E682976F91}"/>
              </a:ext>
            </a:extLst>
          </p:cNvPr>
          <p:cNvSpPr/>
          <p:nvPr/>
        </p:nvSpPr>
        <p:spPr>
          <a:xfrm flipV="1">
            <a:off x="9381213" y="3295587"/>
            <a:ext cx="98385" cy="7237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B7E1FD6-D37B-A2C9-ADEE-D9B9047E0DE5}"/>
              </a:ext>
            </a:extLst>
          </p:cNvPr>
          <p:cNvSpPr txBox="1"/>
          <p:nvPr/>
        </p:nvSpPr>
        <p:spPr>
          <a:xfrm>
            <a:off x="2433320" y="640314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CE20E8A-151F-9AF8-FDBE-F7D4C261B0AA}"/>
              </a:ext>
            </a:extLst>
          </p:cNvPr>
          <p:cNvCxnSpPr>
            <a:cxnSpLocks/>
          </p:cNvCxnSpPr>
          <p:nvPr/>
        </p:nvCxnSpPr>
        <p:spPr>
          <a:xfrm flipV="1">
            <a:off x="2767913" y="5842963"/>
            <a:ext cx="534087" cy="623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EE9428BB-3320-F7CA-C7FA-6C0D127200E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640FA122-7F0C-3733-D95C-6D3DB654D95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6AA9AA19-04D4-2EAC-7D6C-83C7F4611AE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3887DC98-0F06-6DC7-D42D-28A373185948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11">
              <a:extLst>
                <a:ext uri="{FF2B5EF4-FFF2-40B4-BE49-F238E27FC236}">
                  <a16:creationId xmlns:a16="http://schemas.microsoft.com/office/drawing/2014/main" id="{C9134126-5321-6039-176A-53DF5B553B4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A7409A11-4D1D-22C6-D4DC-8DCF01E4E0DE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86" name="TextBox 13">
            <a:extLst>
              <a:ext uri="{FF2B5EF4-FFF2-40B4-BE49-F238E27FC236}">
                <a16:creationId xmlns:a16="http://schemas.microsoft.com/office/drawing/2014/main" id="{50FC4BC2-EF17-19B1-BB84-70116F9AADAA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E65E5181-0EC4-64AB-9628-ADBDC534DCE2}"/>
              </a:ext>
            </a:extLst>
          </p:cNvPr>
          <p:cNvGrpSpPr/>
          <p:nvPr/>
        </p:nvGrpSpPr>
        <p:grpSpPr>
          <a:xfrm>
            <a:off x="4767337" y="4366352"/>
            <a:ext cx="98861" cy="1536018"/>
            <a:chOff x="4737864" y="4695342"/>
            <a:chExt cx="98861" cy="1536018"/>
          </a:xfrm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63CE49C1-56C8-56C9-786A-B99E8BBFBF3E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42845C13-4299-0104-B19F-36C0FD935552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9E2866B3-D9A6-2ED9-3E5B-610AAF1B9C0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D4839840-F60C-0DC1-0956-5843DEB7AFE0}"/>
              </a:ext>
            </a:extLst>
          </p:cNvPr>
          <p:cNvGrpSpPr/>
          <p:nvPr/>
        </p:nvGrpSpPr>
        <p:grpSpPr>
          <a:xfrm>
            <a:off x="2751048" y="4366352"/>
            <a:ext cx="98861" cy="1536018"/>
            <a:chOff x="4737864" y="4695342"/>
            <a:chExt cx="98861" cy="1536018"/>
          </a:xfrm>
        </p:grpSpPr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8DCC07A8-F55F-DAF9-0131-556E15552015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759053A6-50E5-43B1-4105-71659412388F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04091E00-28BE-32D6-D25C-797FD203129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52694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32AD6-E10F-DB63-C34C-6A23C9DCC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EAD6AA0-6A5F-35FD-9B16-1AD8BEDBF4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31001" y="1180596"/>
            <a:ext cx="7063849" cy="56774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DA3D6-14CE-DA57-DCEE-410F437A2AF3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84C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DA3D6-14CE-DA57-DCEE-410F437A2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2EFB2A2C-D227-BCBF-60F8-ECE5001A92D3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D3BE5BC-3E4C-7D1F-BB13-A544EC1CB99C}"/>
              </a:ext>
            </a:extLst>
          </p:cNvPr>
          <p:cNvSpPr/>
          <p:nvPr/>
        </p:nvSpPr>
        <p:spPr>
          <a:xfrm>
            <a:off x="5063214" y="5832715"/>
            <a:ext cx="128979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83EDCB-609A-223E-222C-F45DDA8B4ABE}"/>
              </a:ext>
            </a:extLst>
          </p:cNvPr>
          <p:cNvSpPr txBox="1"/>
          <p:nvPr/>
        </p:nvSpPr>
        <p:spPr>
          <a:xfrm>
            <a:off x="5176297" y="510994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F3AE7BF-99DE-DE5B-7A80-C12C528BC472}"/>
              </a:ext>
            </a:extLst>
          </p:cNvPr>
          <p:cNvSpPr/>
          <p:nvPr/>
        </p:nvSpPr>
        <p:spPr>
          <a:xfrm rot="5400000">
            <a:off x="3757398" y="5262091"/>
            <a:ext cx="102820" cy="18196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02CE4EE-E98D-5FDC-B4E6-F7F872C20B90}"/>
              </a:ext>
            </a:extLst>
          </p:cNvPr>
          <p:cNvSpPr/>
          <p:nvPr/>
        </p:nvSpPr>
        <p:spPr>
          <a:xfrm>
            <a:off x="3192315" y="45920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ABA46F5B-06F6-7850-42BA-E805D1D7C546}"/>
              </a:ext>
            </a:extLst>
          </p:cNvPr>
          <p:cNvSpPr/>
          <p:nvPr/>
        </p:nvSpPr>
        <p:spPr>
          <a:xfrm>
            <a:off x="3361252" y="474415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20EFBC-ABD8-D40A-7C8D-8E79C2A8144D}"/>
              </a:ext>
            </a:extLst>
          </p:cNvPr>
          <p:cNvSpPr txBox="1"/>
          <p:nvPr/>
        </p:nvSpPr>
        <p:spPr>
          <a:xfrm>
            <a:off x="2915900" y="3760555"/>
            <a:ext cx="1771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31EAC73-70C7-0C8E-E820-9A238BC6F983}"/>
              </a:ext>
            </a:extLst>
          </p:cNvPr>
          <p:cNvGrpSpPr/>
          <p:nvPr/>
        </p:nvGrpSpPr>
        <p:grpSpPr>
          <a:xfrm>
            <a:off x="5001667" y="4720560"/>
            <a:ext cx="98808" cy="687821"/>
            <a:chOff x="4737840" y="4923940"/>
            <a:chExt cx="98808" cy="687821"/>
          </a:xfrm>
          <a:solidFill>
            <a:srgbClr val="00B0F0"/>
          </a:solidFill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8BCA2ED7-A0B0-95E0-A04C-9799BA8E2BF5}"/>
                </a:ext>
              </a:extLst>
            </p:cNvPr>
            <p:cNvSpPr/>
            <p:nvPr/>
          </p:nvSpPr>
          <p:spPr>
            <a:xfrm>
              <a:off x="4737840" y="492394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9358095C-B2BF-B39B-B079-5B6D80F26CB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C028BC7F-4A45-C1CD-47E0-3E669F773606}"/>
              </a:ext>
            </a:extLst>
          </p:cNvPr>
          <p:cNvGrpSpPr/>
          <p:nvPr/>
        </p:nvGrpSpPr>
        <p:grpSpPr>
          <a:xfrm rot="5400000">
            <a:off x="7870998" y="4215487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E0A918B-9CBA-495F-347A-3C49074C9ED4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D9179F85-81EB-B923-7BD5-DDC44BD3D69B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타원 69">
                <a:extLst>
                  <a:ext uri="{FF2B5EF4-FFF2-40B4-BE49-F238E27FC236}">
                    <a16:creationId xmlns:a16="http://schemas.microsoft.com/office/drawing/2014/main" id="{54A72EBA-0BBE-2E07-CEF1-25B095A17967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별: 꼭짓점 7개 64">
              <a:extLst>
                <a:ext uri="{FF2B5EF4-FFF2-40B4-BE49-F238E27FC236}">
                  <a16:creationId xmlns:a16="http://schemas.microsoft.com/office/drawing/2014/main" id="{821CD273-DE59-6AD9-C87D-38E9620938B3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A00D819F-9D3C-EB38-7634-637543AAE4C1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D8F27541-6D72-1F4E-630F-6B06F4A6CFC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F5EBC410-E58A-3789-883A-5A1F228ED240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6A663C7-D5FA-D4A1-CD6E-1D5F9EDF69BC}"/>
              </a:ext>
            </a:extLst>
          </p:cNvPr>
          <p:cNvSpPr/>
          <p:nvPr/>
        </p:nvSpPr>
        <p:spPr>
          <a:xfrm rot="10800000" flipV="1">
            <a:off x="8281090" y="5483537"/>
            <a:ext cx="98384" cy="7237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933DD4D-6586-2DBB-B5A0-523105A3B1E0}"/>
              </a:ext>
            </a:extLst>
          </p:cNvPr>
          <p:cNvSpPr/>
          <p:nvPr/>
        </p:nvSpPr>
        <p:spPr>
          <a:xfrm rot="16200000" flipV="1">
            <a:off x="8063088" y="4494661"/>
            <a:ext cx="98384" cy="7511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338D223E-EB79-54F6-67DA-DBB238A8585E}"/>
              </a:ext>
            </a:extLst>
          </p:cNvPr>
          <p:cNvGrpSpPr/>
          <p:nvPr/>
        </p:nvGrpSpPr>
        <p:grpSpPr>
          <a:xfrm rot="5400000">
            <a:off x="6457582" y="3322909"/>
            <a:ext cx="98802" cy="644166"/>
            <a:chOff x="4737846" y="4967595"/>
            <a:chExt cx="98802" cy="644166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71386909-139A-D2FE-96A8-A356CF3291A5}"/>
                </a:ext>
              </a:extLst>
            </p:cNvPr>
            <p:cNvSpPr/>
            <p:nvPr/>
          </p:nvSpPr>
          <p:spPr>
            <a:xfrm>
              <a:off x="4737846" y="49675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31AC5801-3FEE-0814-02E5-A810E31AAF8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DF32D99-BD77-EB20-6EB9-6CEC6E6EA240}"/>
              </a:ext>
            </a:extLst>
          </p:cNvPr>
          <p:cNvSpPr/>
          <p:nvPr/>
        </p:nvSpPr>
        <p:spPr>
          <a:xfrm flipV="1">
            <a:off x="9381213" y="3295587"/>
            <a:ext cx="98385" cy="7237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FFA7210-8D1F-9DE1-3056-BCDE116DDAFE}"/>
              </a:ext>
            </a:extLst>
          </p:cNvPr>
          <p:cNvSpPr txBox="1"/>
          <p:nvPr/>
        </p:nvSpPr>
        <p:spPr>
          <a:xfrm>
            <a:off x="2433320" y="640314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46DCAB11-4326-9F2D-409F-DB2B50C3F2E4}"/>
              </a:ext>
            </a:extLst>
          </p:cNvPr>
          <p:cNvCxnSpPr>
            <a:cxnSpLocks/>
          </p:cNvCxnSpPr>
          <p:nvPr/>
        </p:nvCxnSpPr>
        <p:spPr>
          <a:xfrm flipV="1">
            <a:off x="2767913" y="5842963"/>
            <a:ext cx="534087" cy="623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CBFA7375-3170-6FCD-DA67-E027405BEBE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816FC80A-D915-9874-FBA2-D44E4FE3CE8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DC295FC2-4F98-6B78-3003-080983E9ED4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FDBF5B7-64CB-7B36-9422-B896F09D1AF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11">
              <a:extLst>
                <a:ext uri="{FF2B5EF4-FFF2-40B4-BE49-F238E27FC236}">
                  <a16:creationId xmlns:a16="http://schemas.microsoft.com/office/drawing/2014/main" id="{9F119252-B539-1C18-1979-B5806DF8BC2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0DDF01D8-4775-2740-0D01-61CDC634C308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86" name="TextBox 13">
            <a:extLst>
              <a:ext uri="{FF2B5EF4-FFF2-40B4-BE49-F238E27FC236}">
                <a16:creationId xmlns:a16="http://schemas.microsoft.com/office/drawing/2014/main" id="{34A9DDD8-0001-4F05-0084-A936852D98A2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D546BFE1-B938-8C66-C004-DF81C8044686}"/>
              </a:ext>
            </a:extLst>
          </p:cNvPr>
          <p:cNvGrpSpPr/>
          <p:nvPr/>
        </p:nvGrpSpPr>
        <p:grpSpPr>
          <a:xfrm>
            <a:off x="4767337" y="4366352"/>
            <a:ext cx="98861" cy="1536018"/>
            <a:chOff x="4737864" y="4695342"/>
            <a:chExt cx="98861" cy="1536018"/>
          </a:xfrm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1F038EC6-3A99-5344-979D-6417D0F047A4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5DC09260-A630-D104-4546-3404204F853A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CA9F6D65-92C1-E13A-8375-10E0118A1D7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B1802A77-420E-0FF9-0638-8BE5D6CBDC14}"/>
              </a:ext>
            </a:extLst>
          </p:cNvPr>
          <p:cNvGrpSpPr/>
          <p:nvPr/>
        </p:nvGrpSpPr>
        <p:grpSpPr>
          <a:xfrm>
            <a:off x="2751048" y="4366352"/>
            <a:ext cx="98861" cy="1536018"/>
            <a:chOff x="4737864" y="4695342"/>
            <a:chExt cx="98861" cy="1536018"/>
          </a:xfrm>
        </p:grpSpPr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93CB15F0-4386-4387-22E6-32F3D2AE7C43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E1A33C1C-821E-55D7-A7C4-8FC86395854E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31A4959F-5A73-FB3F-1746-0F278DB7F48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82445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FE8FD-2C5C-FD74-3411-E836C18C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39620C9-2C2A-BA6E-2917-22187FF919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31001" y="1180596"/>
            <a:ext cx="7063849" cy="56774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7AAE382-F880-D938-E99B-41973C931C18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84C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7AAE382-F880-D938-E99B-41973C931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D62F8206-EE12-C5A1-02E7-1E8B1B209B1B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7CF88E8-DF70-86E3-E887-12F51E983A8E}"/>
              </a:ext>
            </a:extLst>
          </p:cNvPr>
          <p:cNvSpPr/>
          <p:nvPr/>
        </p:nvSpPr>
        <p:spPr>
          <a:xfrm>
            <a:off x="5063214" y="5832715"/>
            <a:ext cx="128979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557C25-285F-CB8B-9533-25CD1DD477AF}"/>
              </a:ext>
            </a:extLst>
          </p:cNvPr>
          <p:cNvSpPr txBox="1"/>
          <p:nvPr/>
        </p:nvSpPr>
        <p:spPr>
          <a:xfrm>
            <a:off x="5176297" y="510994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CE035D8-F12B-138E-29F4-49F276D5D6F7}"/>
              </a:ext>
            </a:extLst>
          </p:cNvPr>
          <p:cNvSpPr/>
          <p:nvPr/>
        </p:nvSpPr>
        <p:spPr>
          <a:xfrm rot="5400000">
            <a:off x="3757398" y="5262091"/>
            <a:ext cx="102820" cy="18196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7D8B2CD-BB5F-8DC5-898E-C7718E71B2CA}"/>
              </a:ext>
            </a:extLst>
          </p:cNvPr>
          <p:cNvSpPr/>
          <p:nvPr/>
        </p:nvSpPr>
        <p:spPr>
          <a:xfrm>
            <a:off x="3192315" y="45920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DBA89982-B575-C60B-ADA4-A8E01DEB9FBC}"/>
              </a:ext>
            </a:extLst>
          </p:cNvPr>
          <p:cNvSpPr/>
          <p:nvPr/>
        </p:nvSpPr>
        <p:spPr>
          <a:xfrm>
            <a:off x="3361252" y="474415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3CE911-F710-1860-F296-53EBA828E27B}"/>
              </a:ext>
            </a:extLst>
          </p:cNvPr>
          <p:cNvSpPr txBox="1"/>
          <p:nvPr/>
        </p:nvSpPr>
        <p:spPr>
          <a:xfrm>
            <a:off x="2915900" y="3760555"/>
            <a:ext cx="1771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55" name="별: 꼭짓점 4개 54">
            <a:extLst>
              <a:ext uri="{FF2B5EF4-FFF2-40B4-BE49-F238E27FC236}">
                <a16:creationId xmlns:a16="http://schemas.microsoft.com/office/drawing/2014/main" id="{DDD1248F-69EF-4EA3-759D-5FAE3D716C57}"/>
              </a:ext>
            </a:extLst>
          </p:cNvPr>
          <p:cNvSpPr/>
          <p:nvPr/>
        </p:nvSpPr>
        <p:spPr>
          <a:xfrm>
            <a:off x="3540680" y="492747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E7DCF0E0-ACE8-FB8A-AE9B-1F73000F68E9}"/>
              </a:ext>
            </a:extLst>
          </p:cNvPr>
          <p:cNvGrpSpPr/>
          <p:nvPr/>
        </p:nvGrpSpPr>
        <p:grpSpPr>
          <a:xfrm>
            <a:off x="5001667" y="4720560"/>
            <a:ext cx="98808" cy="687821"/>
            <a:chOff x="4737840" y="4923940"/>
            <a:chExt cx="98808" cy="687821"/>
          </a:xfrm>
          <a:solidFill>
            <a:srgbClr val="00B0F0"/>
          </a:solidFill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4D458D92-A2A4-64B8-71F3-B4E98A568B4E}"/>
                </a:ext>
              </a:extLst>
            </p:cNvPr>
            <p:cNvSpPr/>
            <p:nvPr/>
          </p:nvSpPr>
          <p:spPr>
            <a:xfrm>
              <a:off x="4737840" y="492394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02EC762F-179D-E3C1-A043-9451FA0FA17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89EC8459-C4BA-9B9E-5A34-1EC12019D8CE}"/>
              </a:ext>
            </a:extLst>
          </p:cNvPr>
          <p:cNvGrpSpPr/>
          <p:nvPr/>
        </p:nvGrpSpPr>
        <p:grpSpPr>
          <a:xfrm rot="5400000">
            <a:off x="7870998" y="4215487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8A3F48A8-8643-E031-771E-C8F1C553DA6A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4D8F8BDE-725D-1B66-B7D8-904CBE28E17B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타원 69">
                <a:extLst>
                  <a:ext uri="{FF2B5EF4-FFF2-40B4-BE49-F238E27FC236}">
                    <a16:creationId xmlns:a16="http://schemas.microsoft.com/office/drawing/2014/main" id="{528E2094-82D4-3F74-AC5E-A02B5DB9A99A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별: 꼭짓점 7개 64">
              <a:extLst>
                <a:ext uri="{FF2B5EF4-FFF2-40B4-BE49-F238E27FC236}">
                  <a16:creationId xmlns:a16="http://schemas.microsoft.com/office/drawing/2014/main" id="{0A25A14D-9CF8-3A27-A3A2-7B067381530C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8513570F-330D-5AE9-F0A8-F7B8AE5C0B6D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26E71273-3FCB-4108-F8D9-2D82E04B03C1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C034B8FB-48E1-63B9-AB7D-9E5EE047F502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50A2279-3F1D-5C6B-B707-FEF0026DC76D}"/>
              </a:ext>
            </a:extLst>
          </p:cNvPr>
          <p:cNvSpPr/>
          <p:nvPr/>
        </p:nvSpPr>
        <p:spPr>
          <a:xfrm rot="10800000" flipV="1">
            <a:off x="8281090" y="5483537"/>
            <a:ext cx="98384" cy="7237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7C86379-525E-2179-6C96-70DB91A8699A}"/>
              </a:ext>
            </a:extLst>
          </p:cNvPr>
          <p:cNvSpPr/>
          <p:nvPr/>
        </p:nvSpPr>
        <p:spPr>
          <a:xfrm rot="16200000" flipV="1">
            <a:off x="8063088" y="4494661"/>
            <a:ext cx="98384" cy="7511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29E48B8C-9D5A-FE71-B249-FACCA46CDFEE}"/>
              </a:ext>
            </a:extLst>
          </p:cNvPr>
          <p:cNvGrpSpPr/>
          <p:nvPr/>
        </p:nvGrpSpPr>
        <p:grpSpPr>
          <a:xfrm rot="5400000">
            <a:off x="6457582" y="3322909"/>
            <a:ext cx="98802" cy="644166"/>
            <a:chOff x="4737846" y="4967595"/>
            <a:chExt cx="98802" cy="644166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6FB3736C-E27C-96F6-7495-4DA7DE58249B}"/>
                </a:ext>
              </a:extLst>
            </p:cNvPr>
            <p:cNvSpPr/>
            <p:nvPr/>
          </p:nvSpPr>
          <p:spPr>
            <a:xfrm>
              <a:off x="4737846" y="49675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0FFBE8E2-F5F6-F40A-2DA7-1AAD417FC5D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D51B45F-0833-2928-4D8F-9364502A652A}"/>
              </a:ext>
            </a:extLst>
          </p:cNvPr>
          <p:cNvSpPr/>
          <p:nvPr/>
        </p:nvSpPr>
        <p:spPr>
          <a:xfrm flipV="1">
            <a:off x="9381213" y="3295587"/>
            <a:ext cx="98385" cy="7237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EF8F6B3-D65D-66A8-CE2B-16C958F06C63}"/>
              </a:ext>
            </a:extLst>
          </p:cNvPr>
          <p:cNvSpPr txBox="1"/>
          <p:nvPr/>
        </p:nvSpPr>
        <p:spPr>
          <a:xfrm>
            <a:off x="2433320" y="640314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FBB99EB0-2387-9C4E-4F1C-EFCA0AD5900C}"/>
              </a:ext>
            </a:extLst>
          </p:cNvPr>
          <p:cNvCxnSpPr>
            <a:cxnSpLocks/>
          </p:cNvCxnSpPr>
          <p:nvPr/>
        </p:nvCxnSpPr>
        <p:spPr>
          <a:xfrm flipV="1">
            <a:off x="2767913" y="5842963"/>
            <a:ext cx="534087" cy="623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8380BFC3-0DEE-7279-B704-739989F33F19}"/>
              </a:ext>
            </a:extLst>
          </p:cNvPr>
          <p:cNvSpPr txBox="1"/>
          <p:nvPr/>
        </p:nvSpPr>
        <p:spPr>
          <a:xfrm>
            <a:off x="109376" y="6286257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123C867D-47DD-DCCD-5389-AB1C891C006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27108999-286F-FBB5-6DAE-03FF293C551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184A102C-8D29-A00D-A82B-251476F6CE3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A4DF6A2E-1F19-F1A2-3C19-F2FE592BB91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11">
              <a:extLst>
                <a:ext uri="{FF2B5EF4-FFF2-40B4-BE49-F238E27FC236}">
                  <a16:creationId xmlns:a16="http://schemas.microsoft.com/office/drawing/2014/main" id="{5D961FB5-5094-B4C5-3131-C1A9891490B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803D43AD-E5D2-BB9A-BA79-6042A9D46D19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86" name="TextBox 13">
            <a:extLst>
              <a:ext uri="{FF2B5EF4-FFF2-40B4-BE49-F238E27FC236}">
                <a16:creationId xmlns:a16="http://schemas.microsoft.com/office/drawing/2014/main" id="{FC99E5B0-B301-D244-B9D2-3B8A23192545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77FD0889-52DE-49BC-8D36-F3F015F079B8}"/>
              </a:ext>
            </a:extLst>
          </p:cNvPr>
          <p:cNvGrpSpPr/>
          <p:nvPr/>
        </p:nvGrpSpPr>
        <p:grpSpPr>
          <a:xfrm>
            <a:off x="4767337" y="4366352"/>
            <a:ext cx="98861" cy="1536018"/>
            <a:chOff x="4737864" y="4695342"/>
            <a:chExt cx="98861" cy="1536018"/>
          </a:xfrm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531C83F0-F1CF-FFDB-F646-0AEAF35A0112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DEEFD84D-CE25-80BC-BD92-E119930E5FAA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44F6C024-A268-17CD-33FF-DCBFF9F8E2E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8BAB0DD3-5FFA-DE16-B545-C874A0947698}"/>
              </a:ext>
            </a:extLst>
          </p:cNvPr>
          <p:cNvGrpSpPr/>
          <p:nvPr/>
        </p:nvGrpSpPr>
        <p:grpSpPr>
          <a:xfrm>
            <a:off x="2751048" y="4366352"/>
            <a:ext cx="98861" cy="1536018"/>
            <a:chOff x="4737864" y="4695342"/>
            <a:chExt cx="98861" cy="1536018"/>
          </a:xfrm>
        </p:grpSpPr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89744D13-5B7C-704A-FC24-BA2BAE6F78C8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F040344D-B913-66AB-F3F9-EA8F76261039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9CB720CB-57B8-BCF7-9360-B35332A7F71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75401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2E631-88D1-3269-0C4B-8E0D4309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9CCAF0-EBC5-550A-0411-5E291127BB1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10791" y="1211381"/>
            <a:ext cx="7744409" cy="51247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A0547E-A4AB-0A9D-F89D-D0CD8E18F04F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A0547E-A4AB-0A9D-F89D-D0CD8E18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44FFDAF-A179-0D31-1F47-B7D2B2441A41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84D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42BEFAD-BA88-3171-86AD-801CEEA777A3}"/>
              </a:ext>
            </a:extLst>
          </p:cNvPr>
          <p:cNvSpPr/>
          <p:nvPr/>
        </p:nvSpPr>
        <p:spPr>
          <a:xfrm rot="5400000">
            <a:off x="6584630" y="5263345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FE01785-EBD4-ACF7-FE90-7B03AB10CC3E}"/>
              </a:ext>
            </a:extLst>
          </p:cNvPr>
          <p:cNvSpPr/>
          <p:nvPr/>
        </p:nvSpPr>
        <p:spPr>
          <a:xfrm>
            <a:off x="6138501" y="4701388"/>
            <a:ext cx="1068066" cy="105689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B5FE3E7-9F32-5E8F-669A-901274CED867}"/>
              </a:ext>
            </a:extLst>
          </p:cNvPr>
          <p:cNvSpPr/>
          <p:nvPr/>
        </p:nvSpPr>
        <p:spPr>
          <a:xfrm>
            <a:off x="6299342" y="4847921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21EC3-4B24-248C-ABA4-1F56E2426326}"/>
              </a:ext>
            </a:extLst>
          </p:cNvPr>
          <p:cNvSpPr txBox="1"/>
          <p:nvPr/>
        </p:nvSpPr>
        <p:spPr>
          <a:xfrm>
            <a:off x="5717866" y="384615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1ECC28-E96C-899F-E12C-33AFB8436674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E8534D4-5BFB-E5D4-39C6-C93F3745F167}"/>
              </a:ext>
            </a:extLst>
          </p:cNvPr>
          <p:cNvSpPr/>
          <p:nvPr/>
        </p:nvSpPr>
        <p:spPr>
          <a:xfrm flipV="1">
            <a:off x="4311521" y="2812668"/>
            <a:ext cx="98384" cy="7687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E1AA226-3A96-BDCA-175D-359F1A7AE89E}"/>
              </a:ext>
            </a:extLst>
          </p:cNvPr>
          <p:cNvGrpSpPr/>
          <p:nvPr/>
        </p:nvGrpSpPr>
        <p:grpSpPr>
          <a:xfrm rot="5400000">
            <a:off x="4249217" y="3441419"/>
            <a:ext cx="99451" cy="545492"/>
            <a:chOff x="5324822" y="4538198"/>
            <a:chExt cx="99451" cy="545492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685A0F4-1E6B-D7F7-FD77-CF4889C504AE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C365F33A-008C-6CD2-1A3A-639B67158E9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D61A99B-F742-47F7-29F7-653A4E96A6F8}"/>
              </a:ext>
            </a:extLst>
          </p:cNvPr>
          <p:cNvSpPr/>
          <p:nvPr/>
        </p:nvSpPr>
        <p:spPr>
          <a:xfrm flipV="1">
            <a:off x="3291737" y="2699010"/>
            <a:ext cx="98385" cy="8490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570C2B-BF4D-6C90-C652-991713BF9368}"/>
              </a:ext>
            </a:extLst>
          </p:cNvPr>
          <p:cNvSpPr txBox="1"/>
          <p:nvPr/>
        </p:nvSpPr>
        <p:spPr>
          <a:xfrm>
            <a:off x="6626517" y="645520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392450F-23D7-87F8-E22A-C4C57631CA81}"/>
              </a:ext>
            </a:extLst>
          </p:cNvPr>
          <p:cNvCxnSpPr>
            <a:cxnSpLocks/>
          </p:cNvCxnSpPr>
          <p:nvPr/>
        </p:nvCxnSpPr>
        <p:spPr>
          <a:xfrm flipV="1">
            <a:off x="6842277" y="5758285"/>
            <a:ext cx="0" cy="734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13">
            <a:extLst>
              <a:ext uri="{FF2B5EF4-FFF2-40B4-BE49-F238E27FC236}">
                <a16:creationId xmlns:a16="http://schemas.microsoft.com/office/drawing/2014/main" id="{5314A4E8-C942-9E6F-69E6-F2AFCB159E4C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607DCD8-56C5-EC62-CA65-D193E5F3023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A0A1BB38-81A8-9855-DE8C-F8944DDCE4C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BBCE763-E34D-F888-E72A-76CF4B010F3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1F5FE1D5-77E8-CB65-9142-22D02659B147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TextBox 11">
              <a:extLst>
                <a:ext uri="{FF2B5EF4-FFF2-40B4-BE49-F238E27FC236}">
                  <a16:creationId xmlns:a16="http://schemas.microsoft.com/office/drawing/2014/main" id="{CC34A78D-BA02-3BDB-6FDA-7768E7741E1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38606C1-AB0E-468B-0258-6CBE3E7A3104}"/>
              </a:ext>
            </a:extLst>
          </p:cNvPr>
          <p:cNvSpPr/>
          <p:nvPr/>
        </p:nvSpPr>
        <p:spPr>
          <a:xfrm rot="10800000" flipV="1">
            <a:off x="7789772" y="2801278"/>
            <a:ext cx="98385" cy="7687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1540CAB-807C-E23B-9261-14ED5F501C1B}"/>
              </a:ext>
            </a:extLst>
          </p:cNvPr>
          <p:cNvGrpSpPr/>
          <p:nvPr/>
        </p:nvGrpSpPr>
        <p:grpSpPr>
          <a:xfrm>
            <a:off x="5599960" y="4486527"/>
            <a:ext cx="100923" cy="1470933"/>
            <a:chOff x="4735802" y="4865202"/>
            <a:chExt cx="100923" cy="1470933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959C17A-C3EF-1864-8AA0-C4B0F65AFD82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4C1E1376-F850-8158-EF3C-D5C149EAB608}"/>
                </a:ext>
              </a:extLst>
            </p:cNvPr>
            <p:cNvSpPr/>
            <p:nvPr/>
          </p:nvSpPr>
          <p:spPr>
            <a:xfrm>
              <a:off x="4735802" y="55515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704A5BD6-6F2B-8E94-0DDF-E197C08E1A82}"/>
                </a:ext>
              </a:extLst>
            </p:cNvPr>
            <p:cNvSpPr/>
            <p:nvPr/>
          </p:nvSpPr>
          <p:spPr>
            <a:xfrm>
              <a:off x="4738340" y="62377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603B7DD-20F3-5C56-F194-23A4768C9037}"/>
              </a:ext>
            </a:extLst>
          </p:cNvPr>
          <p:cNvGrpSpPr/>
          <p:nvPr/>
        </p:nvGrpSpPr>
        <p:grpSpPr>
          <a:xfrm>
            <a:off x="7605784" y="4475930"/>
            <a:ext cx="100923" cy="1470933"/>
            <a:chOff x="4735802" y="4865202"/>
            <a:chExt cx="100923" cy="1470933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F9DBFCA2-E1E4-0091-C052-095EFB743C5D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A13F9834-E546-DD81-8A42-5242E1167CBB}"/>
                </a:ext>
              </a:extLst>
            </p:cNvPr>
            <p:cNvSpPr/>
            <p:nvPr/>
          </p:nvSpPr>
          <p:spPr>
            <a:xfrm>
              <a:off x="4735802" y="55515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431EB28A-6862-ED93-8A02-6EB9E1250EFD}"/>
                </a:ext>
              </a:extLst>
            </p:cNvPr>
            <p:cNvSpPr/>
            <p:nvPr/>
          </p:nvSpPr>
          <p:spPr>
            <a:xfrm>
              <a:off x="4738340" y="62377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32957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DE91A-4F99-D7FE-38EA-1F843FD2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A2FEED3-15FF-125A-ADC5-0CA27E4272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10791" y="1211381"/>
            <a:ext cx="7744409" cy="51247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773210B-A266-D821-21D0-DA801A36236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773210B-A266-D821-21D0-DA801A362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D843655-4B4B-347E-D30C-E8BC0C135C92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84D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6EE9AE-80B6-F74E-5EAA-69A9DA6757A4}"/>
              </a:ext>
            </a:extLst>
          </p:cNvPr>
          <p:cNvSpPr/>
          <p:nvPr/>
        </p:nvSpPr>
        <p:spPr>
          <a:xfrm>
            <a:off x="7911108" y="5323659"/>
            <a:ext cx="113043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09199-17BC-5DF8-2497-CDDD4621714C}"/>
              </a:ext>
            </a:extLst>
          </p:cNvPr>
          <p:cNvSpPr txBox="1"/>
          <p:nvPr/>
        </p:nvSpPr>
        <p:spPr>
          <a:xfrm>
            <a:off x="8104633" y="4559534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334396-5CBD-A576-FEDB-0E9155BB37C1}"/>
              </a:ext>
            </a:extLst>
          </p:cNvPr>
          <p:cNvSpPr/>
          <p:nvPr/>
        </p:nvSpPr>
        <p:spPr>
          <a:xfrm rot="5400000">
            <a:off x="6584630" y="5263345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193FBD6-6DC0-F3FE-4D93-AC020B2CF387}"/>
              </a:ext>
            </a:extLst>
          </p:cNvPr>
          <p:cNvSpPr/>
          <p:nvPr/>
        </p:nvSpPr>
        <p:spPr>
          <a:xfrm>
            <a:off x="6138501" y="4701388"/>
            <a:ext cx="1068066" cy="105689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D8B42C8-F113-00CB-76E2-88056905EC1F}"/>
              </a:ext>
            </a:extLst>
          </p:cNvPr>
          <p:cNvSpPr/>
          <p:nvPr/>
        </p:nvSpPr>
        <p:spPr>
          <a:xfrm>
            <a:off x="6299342" y="4847921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3721F0-85A6-101C-D23D-08E3331B0B69}"/>
              </a:ext>
            </a:extLst>
          </p:cNvPr>
          <p:cNvSpPr txBox="1"/>
          <p:nvPr/>
        </p:nvSpPr>
        <p:spPr>
          <a:xfrm>
            <a:off x="5717866" y="384615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3F3ABD-BB48-24C8-40BA-70A09713402F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12FF577-F654-9C24-95B7-72BD32367AFD}"/>
              </a:ext>
            </a:extLst>
          </p:cNvPr>
          <p:cNvGrpSpPr/>
          <p:nvPr/>
        </p:nvGrpSpPr>
        <p:grpSpPr>
          <a:xfrm>
            <a:off x="7822763" y="4258087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64A99E0-3EAD-5367-1FA5-831C4E4E9AA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10BB045-BB08-EE76-0C29-2C74DCB34515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6DAF137-0A5D-14AB-B864-EEC4F8886C3C}"/>
              </a:ext>
            </a:extLst>
          </p:cNvPr>
          <p:cNvGrpSpPr/>
          <p:nvPr/>
        </p:nvGrpSpPr>
        <p:grpSpPr>
          <a:xfrm rot="5400000">
            <a:off x="2685428" y="2770020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ECAA122C-9717-23F9-361B-C4D97CF6B372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ED51B12B-050C-DBC4-F0D7-8774B02C5F18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400EA0F8-0C52-B757-7056-6374ABEE19A9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별: 꼭짓점 7개 17">
              <a:extLst>
                <a:ext uri="{FF2B5EF4-FFF2-40B4-BE49-F238E27FC236}">
                  <a16:creationId xmlns:a16="http://schemas.microsoft.com/office/drawing/2014/main" id="{707C00AD-F6AE-4693-4C3B-9A0E2446074A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DD315565-DF37-FCF8-75BF-758345EF1950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BE4F72C0-7DFD-E7F0-1D5A-9D476B8C064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323C84A6-5F8A-7D4E-3071-D3454DE5AC3B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C8CB2BF-1C4E-5F03-8B52-ED545BFF7A79}"/>
              </a:ext>
            </a:extLst>
          </p:cNvPr>
          <p:cNvSpPr/>
          <p:nvPr/>
        </p:nvSpPr>
        <p:spPr>
          <a:xfrm flipV="1">
            <a:off x="4311521" y="2812668"/>
            <a:ext cx="98384" cy="7687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32024FF-73C6-2B9A-9115-689D352132C0}"/>
              </a:ext>
            </a:extLst>
          </p:cNvPr>
          <p:cNvGrpSpPr/>
          <p:nvPr/>
        </p:nvGrpSpPr>
        <p:grpSpPr>
          <a:xfrm rot="5400000">
            <a:off x="4249217" y="3441419"/>
            <a:ext cx="99451" cy="545492"/>
            <a:chOff x="5324822" y="4538198"/>
            <a:chExt cx="99451" cy="545492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2AABE326-CF88-89D3-601A-75932DE9F38E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998042F5-F09D-793C-FB88-B2019FA36554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B87D0F0-DD3F-53C6-41E8-7D6AC0546170}"/>
              </a:ext>
            </a:extLst>
          </p:cNvPr>
          <p:cNvSpPr/>
          <p:nvPr/>
        </p:nvSpPr>
        <p:spPr>
          <a:xfrm flipV="1">
            <a:off x="3291737" y="2699010"/>
            <a:ext cx="98385" cy="8490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A23D36-CF68-49E2-D738-E2DC221F4CF4}"/>
              </a:ext>
            </a:extLst>
          </p:cNvPr>
          <p:cNvSpPr txBox="1"/>
          <p:nvPr/>
        </p:nvSpPr>
        <p:spPr>
          <a:xfrm>
            <a:off x="6626517" y="645520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F26A992-36F9-943F-5306-A75E90457EF0}"/>
              </a:ext>
            </a:extLst>
          </p:cNvPr>
          <p:cNvCxnSpPr>
            <a:cxnSpLocks/>
          </p:cNvCxnSpPr>
          <p:nvPr/>
        </p:nvCxnSpPr>
        <p:spPr>
          <a:xfrm flipV="1">
            <a:off x="6842277" y="5758285"/>
            <a:ext cx="0" cy="734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13">
            <a:extLst>
              <a:ext uri="{FF2B5EF4-FFF2-40B4-BE49-F238E27FC236}">
                <a16:creationId xmlns:a16="http://schemas.microsoft.com/office/drawing/2014/main" id="{41DD0B87-DEB1-2F61-C5B1-EBC69EDF9C66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9200F35-C2BB-A772-ECF0-94F3918FFF0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6C164D49-1B00-3D34-1859-452959B36F0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1B91AFCD-24F5-C8F8-884B-F1A23EBEA50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8331EDD-93AB-5AD4-A685-0F9424B5A04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TextBox 11">
              <a:extLst>
                <a:ext uri="{FF2B5EF4-FFF2-40B4-BE49-F238E27FC236}">
                  <a16:creationId xmlns:a16="http://schemas.microsoft.com/office/drawing/2014/main" id="{F1986215-9EE3-6AFD-E547-8CBE0959746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5760509-7B2B-36DB-7E2C-D08521B6871C}"/>
              </a:ext>
            </a:extLst>
          </p:cNvPr>
          <p:cNvSpPr/>
          <p:nvPr/>
        </p:nvSpPr>
        <p:spPr>
          <a:xfrm rot="10800000" flipV="1">
            <a:off x="7789772" y="2801278"/>
            <a:ext cx="98385" cy="7687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2EE6EF5-84FE-182D-C2CD-04E37B77BB69}"/>
              </a:ext>
            </a:extLst>
          </p:cNvPr>
          <p:cNvGrpSpPr/>
          <p:nvPr/>
        </p:nvGrpSpPr>
        <p:grpSpPr>
          <a:xfrm>
            <a:off x="5599960" y="4486527"/>
            <a:ext cx="100923" cy="1470933"/>
            <a:chOff x="4735802" y="4865202"/>
            <a:chExt cx="100923" cy="1470933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5916F70-28F4-56EF-46FA-136D38C4A48A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8E86D64-2180-E9A2-76CC-144F47CEF7FB}"/>
                </a:ext>
              </a:extLst>
            </p:cNvPr>
            <p:cNvSpPr/>
            <p:nvPr/>
          </p:nvSpPr>
          <p:spPr>
            <a:xfrm>
              <a:off x="4735802" y="55515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8201F2C-BC9C-6736-6541-E0A790361C8A}"/>
                </a:ext>
              </a:extLst>
            </p:cNvPr>
            <p:cNvSpPr/>
            <p:nvPr/>
          </p:nvSpPr>
          <p:spPr>
            <a:xfrm>
              <a:off x="4738340" y="62377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0B39099-E1FF-474F-9D10-2202EA64CA10}"/>
              </a:ext>
            </a:extLst>
          </p:cNvPr>
          <p:cNvGrpSpPr/>
          <p:nvPr/>
        </p:nvGrpSpPr>
        <p:grpSpPr>
          <a:xfrm>
            <a:off x="7605784" y="4475930"/>
            <a:ext cx="100923" cy="1470933"/>
            <a:chOff x="4735802" y="4865202"/>
            <a:chExt cx="100923" cy="1470933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473EA2F1-918D-761A-B678-00328B366A6E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4E1EC5FC-3D17-C001-9414-4B3236D45B27}"/>
                </a:ext>
              </a:extLst>
            </p:cNvPr>
            <p:cNvSpPr/>
            <p:nvPr/>
          </p:nvSpPr>
          <p:spPr>
            <a:xfrm>
              <a:off x="4735802" y="55515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0C9274D6-B49D-954E-AFBA-378FC401466D}"/>
                </a:ext>
              </a:extLst>
            </p:cNvPr>
            <p:cNvSpPr/>
            <p:nvPr/>
          </p:nvSpPr>
          <p:spPr>
            <a:xfrm>
              <a:off x="4738340" y="62377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8045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A42D1-D6F8-4816-07CB-180E8B82C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A73A390-C4D2-17EC-13B5-DAE9C2E24F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10791" y="1211381"/>
            <a:ext cx="7744409" cy="51247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60D775-E4D7-5CC2-0132-80BF3CB2EB8C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60D775-E4D7-5CC2-0132-80BF3CB2E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3F6AD19-D7BD-878C-0993-A7228BE0F0C3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84D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FE667C-522B-49B1-CDBB-AD06304FD6BE}"/>
              </a:ext>
            </a:extLst>
          </p:cNvPr>
          <p:cNvSpPr/>
          <p:nvPr/>
        </p:nvSpPr>
        <p:spPr>
          <a:xfrm>
            <a:off x="7911108" y="5323659"/>
            <a:ext cx="113043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24135C-AF34-E8D6-E59A-D9AA869F3C25}"/>
              </a:ext>
            </a:extLst>
          </p:cNvPr>
          <p:cNvSpPr txBox="1"/>
          <p:nvPr/>
        </p:nvSpPr>
        <p:spPr>
          <a:xfrm>
            <a:off x="8104633" y="4559534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56B8C9-48D0-67B5-E5BD-649FA7953E9D}"/>
              </a:ext>
            </a:extLst>
          </p:cNvPr>
          <p:cNvSpPr/>
          <p:nvPr/>
        </p:nvSpPr>
        <p:spPr>
          <a:xfrm rot="5400000">
            <a:off x="6584630" y="5263345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AA3B317-0452-C9C4-90E4-480F9848A0E3}"/>
              </a:ext>
            </a:extLst>
          </p:cNvPr>
          <p:cNvSpPr/>
          <p:nvPr/>
        </p:nvSpPr>
        <p:spPr>
          <a:xfrm>
            <a:off x="6138501" y="4701388"/>
            <a:ext cx="1068066" cy="105689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BA7E99E-7538-3397-9664-2FF74930DA87}"/>
              </a:ext>
            </a:extLst>
          </p:cNvPr>
          <p:cNvSpPr/>
          <p:nvPr/>
        </p:nvSpPr>
        <p:spPr>
          <a:xfrm>
            <a:off x="6299342" y="4847921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0FF2E-1418-1DD0-AB01-BE22AD2A4BC2}"/>
              </a:ext>
            </a:extLst>
          </p:cNvPr>
          <p:cNvSpPr txBox="1"/>
          <p:nvPr/>
        </p:nvSpPr>
        <p:spPr>
          <a:xfrm>
            <a:off x="5717866" y="384615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24EE8A-0406-4FAF-9EE2-2D7E985E5E7F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2837BDFA-8D23-11E1-131A-B012A2EFB493}"/>
              </a:ext>
            </a:extLst>
          </p:cNvPr>
          <p:cNvSpPr/>
          <p:nvPr/>
        </p:nvSpPr>
        <p:spPr>
          <a:xfrm>
            <a:off x="6383194" y="4949266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D6CEF62-3562-D3BF-CF05-CDC2FB178D11}"/>
              </a:ext>
            </a:extLst>
          </p:cNvPr>
          <p:cNvGrpSpPr/>
          <p:nvPr/>
        </p:nvGrpSpPr>
        <p:grpSpPr>
          <a:xfrm>
            <a:off x="7822763" y="4258087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ECD0576-90B8-E8F2-E197-ACB9DF946EE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7BF69B8A-6EA8-EC40-E190-2D2944986C8D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4154952-6CD2-F839-5CCE-AB4460EAA9A5}"/>
              </a:ext>
            </a:extLst>
          </p:cNvPr>
          <p:cNvGrpSpPr/>
          <p:nvPr/>
        </p:nvGrpSpPr>
        <p:grpSpPr>
          <a:xfrm rot="5400000">
            <a:off x="2685428" y="2770020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B4C302B1-0871-B8B6-A38B-D19BBC223A06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26B2D57C-196B-C26E-80F1-9AEBD3A77F5A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0A274583-4800-D5E4-7CBD-C79C44708613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별: 꼭짓점 7개 17">
              <a:extLst>
                <a:ext uri="{FF2B5EF4-FFF2-40B4-BE49-F238E27FC236}">
                  <a16:creationId xmlns:a16="http://schemas.microsoft.com/office/drawing/2014/main" id="{8B214BEC-92D0-8567-63AC-B918A0766063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5924F8C-1132-76CB-7B66-584E5F51FBF7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BFEF8FA5-B846-F2D6-5054-0CAC4340C92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2580603B-9CD9-B632-5970-F49F5F3D1CC4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14F3792-AB01-04E5-9BFD-4F1C85E21693}"/>
              </a:ext>
            </a:extLst>
          </p:cNvPr>
          <p:cNvSpPr/>
          <p:nvPr/>
        </p:nvSpPr>
        <p:spPr>
          <a:xfrm flipV="1">
            <a:off x="4311521" y="2812668"/>
            <a:ext cx="98384" cy="7687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3B1F87A-0536-02DD-51EE-F53EB080D4A7}"/>
              </a:ext>
            </a:extLst>
          </p:cNvPr>
          <p:cNvGrpSpPr/>
          <p:nvPr/>
        </p:nvGrpSpPr>
        <p:grpSpPr>
          <a:xfrm rot="5400000">
            <a:off x="4249217" y="3441419"/>
            <a:ext cx="99451" cy="545492"/>
            <a:chOff x="5324822" y="4538198"/>
            <a:chExt cx="99451" cy="545492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4EA12305-770F-09A9-0DE9-DB0613504EE4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1B8BB27-6FBC-A055-8924-188276B1959B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A397733-8DF0-0F54-7B0A-7F5541A58AA9}"/>
              </a:ext>
            </a:extLst>
          </p:cNvPr>
          <p:cNvSpPr/>
          <p:nvPr/>
        </p:nvSpPr>
        <p:spPr>
          <a:xfrm flipV="1">
            <a:off x="3291737" y="2699010"/>
            <a:ext cx="98385" cy="8490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E03604-EE34-5506-9C98-11EA7155FC0F}"/>
              </a:ext>
            </a:extLst>
          </p:cNvPr>
          <p:cNvSpPr txBox="1"/>
          <p:nvPr/>
        </p:nvSpPr>
        <p:spPr>
          <a:xfrm>
            <a:off x="6626517" y="645520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E1C118D-6152-1EF0-8471-1E0544C9F226}"/>
              </a:ext>
            </a:extLst>
          </p:cNvPr>
          <p:cNvCxnSpPr>
            <a:cxnSpLocks/>
          </p:cNvCxnSpPr>
          <p:nvPr/>
        </p:nvCxnSpPr>
        <p:spPr>
          <a:xfrm flipV="1">
            <a:off x="6842277" y="5758285"/>
            <a:ext cx="0" cy="734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6EF836C-291D-3E7B-9A9C-28E85A66941A}"/>
              </a:ext>
            </a:extLst>
          </p:cNvPr>
          <p:cNvSpPr txBox="1"/>
          <p:nvPr/>
        </p:nvSpPr>
        <p:spPr>
          <a:xfrm>
            <a:off x="4555814" y="6330416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E47F5753-1B3C-F0C9-3733-08D93A1130C3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6056856-2059-8174-08D3-4C0B158BF40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B4C18BB0-F830-C92D-EBB8-D4899523982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5A778392-6FDC-2D14-8792-3F33CA9B905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22CEF84-97D3-AE6C-919B-8F0A3508212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TextBox 11">
              <a:extLst>
                <a:ext uri="{FF2B5EF4-FFF2-40B4-BE49-F238E27FC236}">
                  <a16:creationId xmlns:a16="http://schemas.microsoft.com/office/drawing/2014/main" id="{3DECD64C-0BC9-7B44-E238-19B9B3E6358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AA478A6-2A4E-3E44-F5CF-3E35B389F631}"/>
              </a:ext>
            </a:extLst>
          </p:cNvPr>
          <p:cNvSpPr/>
          <p:nvPr/>
        </p:nvSpPr>
        <p:spPr>
          <a:xfrm rot="10800000" flipV="1">
            <a:off x="7789772" y="2801278"/>
            <a:ext cx="98385" cy="7687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8892991-CFBD-FCC7-BBBE-440A76CF92A8}"/>
              </a:ext>
            </a:extLst>
          </p:cNvPr>
          <p:cNvGrpSpPr/>
          <p:nvPr/>
        </p:nvGrpSpPr>
        <p:grpSpPr>
          <a:xfrm>
            <a:off x="5599960" y="4486527"/>
            <a:ext cx="100923" cy="1470933"/>
            <a:chOff x="4735802" y="4865202"/>
            <a:chExt cx="100923" cy="1470933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0FE263F-D959-DA88-FF47-625DC2331633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D2DEF96-71B8-A38B-AFCE-159FD24A818E}"/>
                </a:ext>
              </a:extLst>
            </p:cNvPr>
            <p:cNvSpPr/>
            <p:nvPr/>
          </p:nvSpPr>
          <p:spPr>
            <a:xfrm>
              <a:off x="4735802" y="55515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1F98C89C-E070-E4B8-8D08-904F371EE553}"/>
                </a:ext>
              </a:extLst>
            </p:cNvPr>
            <p:cNvSpPr/>
            <p:nvPr/>
          </p:nvSpPr>
          <p:spPr>
            <a:xfrm>
              <a:off x="4738340" y="62377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43BF2E7-1059-4C2F-7DB4-776BC9BB39D1}"/>
              </a:ext>
            </a:extLst>
          </p:cNvPr>
          <p:cNvGrpSpPr/>
          <p:nvPr/>
        </p:nvGrpSpPr>
        <p:grpSpPr>
          <a:xfrm>
            <a:off x="7605784" y="4475930"/>
            <a:ext cx="100923" cy="1470933"/>
            <a:chOff x="4735802" y="4865202"/>
            <a:chExt cx="100923" cy="1470933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B10F780A-320A-81F9-A9B9-E9314829859C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0DFD074-3AA7-B3C5-F893-55F2A1721C32}"/>
                </a:ext>
              </a:extLst>
            </p:cNvPr>
            <p:cNvSpPr/>
            <p:nvPr/>
          </p:nvSpPr>
          <p:spPr>
            <a:xfrm>
              <a:off x="4735802" y="55515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1E96824D-D6C9-2419-1E92-EF039F3B1193}"/>
                </a:ext>
              </a:extLst>
            </p:cNvPr>
            <p:cNvSpPr/>
            <p:nvPr/>
          </p:nvSpPr>
          <p:spPr>
            <a:xfrm>
              <a:off x="4738340" y="62377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14496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2E631-88D1-3269-0C4B-8E0D4309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9CCAF0-EBC5-550A-0411-5E291127BB1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10791" y="1211381"/>
            <a:ext cx="7744409" cy="51247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A0547E-A4AB-0A9D-F89D-D0CD8E18F04F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A0547E-A4AB-0A9D-F89D-D0CD8E18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44FFDAF-A179-0D31-1F47-B7D2B2441A41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84D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B5FE3E7-9F32-5E8F-669A-901274CED867}"/>
              </a:ext>
            </a:extLst>
          </p:cNvPr>
          <p:cNvSpPr/>
          <p:nvPr/>
        </p:nvSpPr>
        <p:spPr>
          <a:xfrm>
            <a:off x="6096000" y="4833407"/>
            <a:ext cx="1102944" cy="104487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1ECC28-E96C-899F-E12C-33AFB8436674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5314A4E8-C942-9E6F-69E6-F2AFCB159E4C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607DCD8-56C5-EC62-CA65-D193E5F3023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A0A1BB38-81A8-9855-DE8C-F8944DDCE4C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BBCE763-E34D-F888-E72A-76CF4B010F3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1F5FE1D5-77E8-CB65-9142-22D02659B147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TextBox 11">
              <a:extLst>
                <a:ext uri="{FF2B5EF4-FFF2-40B4-BE49-F238E27FC236}">
                  <a16:creationId xmlns:a16="http://schemas.microsoft.com/office/drawing/2014/main" id="{CC34A78D-BA02-3BDB-6FDA-7768E7741E1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pic>
        <p:nvPicPr>
          <p:cNvPr id="6" name="그림 5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0078AB6-313A-DB33-6706-9B0B9E9DD6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83" y="2579302"/>
            <a:ext cx="1677431" cy="16774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E12420-D644-8281-CFDC-9218810C0B63}"/>
              </a:ext>
            </a:extLst>
          </p:cNvPr>
          <p:cNvSpPr txBox="1"/>
          <p:nvPr/>
        </p:nvSpPr>
        <p:spPr>
          <a:xfrm>
            <a:off x="5701606" y="401051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텀블러스위치 </a:t>
            </a:r>
            <a:r>
              <a:rPr lang="en-US" altLang="ko-KR" sz="1000" b="1"/>
              <a:t>3</a:t>
            </a:r>
            <a:r>
              <a:rPr lang="ko-KR" altLang="en-US" sz="1000" b="1"/>
              <a:t>구</a:t>
            </a:r>
            <a:endParaRPr lang="en-US" altLang="ko-KR" sz="1000" b="1"/>
          </a:p>
        </p:txBody>
      </p:sp>
      <p:pic>
        <p:nvPicPr>
          <p:cNvPr id="15" name="그림 14" descr="텍스트, 스크린샷, 직사각형, 종이 제품이(가) 표시된 사진&#10;&#10;자동 생성된 설명">
            <a:extLst>
              <a:ext uri="{FF2B5EF4-FFF2-40B4-BE49-F238E27FC236}">
                <a16:creationId xmlns:a16="http://schemas.microsoft.com/office/drawing/2014/main" id="{1B8BFDC6-97D8-80FB-5E5A-CF755597DD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16" y="4310021"/>
            <a:ext cx="1795364" cy="179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308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A42D1-D6F8-4816-07CB-180E8B82C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A73A390-C4D2-17EC-13B5-DAE9C2E24F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10791" y="1211381"/>
            <a:ext cx="7744409" cy="51247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60D775-E4D7-5CC2-0132-80BF3CB2EB8C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60D775-E4D7-5CC2-0132-80BF3CB2E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3F6AD19-D7BD-878C-0993-A7228BE0F0C3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84D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56B8C9-48D0-67B5-E5BD-649FA7953E9D}"/>
              </a:ext>
            </a:extLst>
          </p:cNvPr>
          <p:cNvSpPr/>
          <p:nvPr/>
        </p:nvSpPr>
        <p:spPr>
          <a:xfrm rot="5400000">
            <a:off x="6584630" y="5263345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AA3B317-0452-C9C4-90E4-480F9848A0E3}"/>
              </a:ext>
            </a:extLst>
          </p:cNvPr>
          <p:cNvSpPr/>
          <p:nvPr/>
        </p:nvSpPr>
        <p:spPr>
          <a:xfrm>
            <a:off x="6076954" y="4655749"/>
            <a:ext cx="1169794" cy="115768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0FF2E-1418-1DD0-AB01-BE22AD2A4BC2}"/>
              </a:ext>
            </a:extLst>
          </p:cNvPr>
          <p:cNvSpPr txBox="1"/>
          <p:nvPr/>
        </p:nvSpPr>
        <p:spPr>
          <a:xfrm>
            <a:off x="5717866" y="384615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24EE8A-0406-4FAF-9EE2-2D7E985E5E7F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2837BDFA-8D23-11E1-131A-B012A2EFB493}"/>
              </a:ext>
            </a:extLst>
          </p:cNvPr>
          <p:cNvSpPr/>
          <p:nvPr/>
        </p:nvSpPr>
        <p:spPr>
          <a:xfrm>
            <a:off x="6383194" y="4949266"/>
            <a:ext cx="557315" cy="559233"/>
          </a:xfrm>
          <a:prstGeom prst="star4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14F3792-AB01-04E5-9BFD-4F1C85E21693}"/>
              </a:ext>
            </a:extLst>
          </p:cNvPr>
          <p:cNvSpPr/>
          <p:nvPr/>
        </p:nvSpPr>
        <p:spPr>
          <a:xfrm flipV="1">
            <a:off x="4311521" y="2812668"/>
            <a:ext cx="98384" cy="7687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3B1F87A-0536-02DD-51EE-F53EB080D4A7}"/>
              </a:ext>
            </a:extLst>
          </p:cNvPr>
          <p:cNvGrpSpPr/>
          <p:nvPr/>
        </p:nvGrpSpPr>
        <p:grpSpPr>
          <a:xfrm rot="5400000">
            <a:off x="4249217" y="3441419"/>
            <a:ext cx="99451" cy="545492"/>
            <a:chOff x="5324822" y="4538198"/>
            <a:chExt cx="99451" cy="545492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4EA12305-770F-09A9-0DE9-DB0613504EE4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1B8BB27-6FBC-A055-8924-188276B1959B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A397733-8DF0-0F54-7B0A-7F5541A58AA9}"/>
              </a:ext>
            </a:extLst>
          </p:cNvPr>
          <p:cNvSpPr/>
          <p:nvPr/>
        </p:nvSpPr>
        <p:spPr>
          <a:xfrm flipV="1">
            <a:off x="3291737" y="2699010"/>
            <a:ext cx="98385" cy="8490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EF836C-291D-3E7B-9A9C-28E85A66941A}"/>
              </a:ext>
            </a:extLst>
          </p:cNvPr>
          <p:cNvSpPr txBox="1"/>
          <p:nvPr/>
        </p:nvSpPr>
        <p:spPr>
          <a:xfrm>
            <a:off x="5547165" y="6301419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고객님 준비 </a:t>
            </a:r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E47F5753-1B3C-F0C9-3733-08D93A1130C3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6056856-2059-8174-08D3-4C0B158BF40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B4C18BB0-F830-C92D-EBB8-D4899523982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5A778392-6FDC-2D14-8792-3F33CA9B905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22CEF84-97D3-AE6C-919B-8F0A3508212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TextBox 11">
              <a:extLst>
                <a:ext uri="{FF2B5EF4-FFF2-40B4-BE49-F238E27FC236}">
                  <a16:creationId xmlns:a16="http://schemas.microsoft.com/office/drawing/2014/main" id="{3DECD64C-0BC9-7B44-E238-19B9B3E6358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AA478A6-2A4E-3E44-F5CF-3E35B389F631}"/>
              </a:ext>
            </a:extLst>
          </p:cNvPr>
          <p:cNvSpPr/>
          <p:nvPr/>
        </p:nvSpPr>
        <p:spPr>
          <a:xfrm rot="10800000" flipV="1">
            <a:off x="7789772" y="2801278"/>
            <a:ext cx="98385" cy="7687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8892991-CFBD-FCC7-BBBE-440A76CF92A8}"/>
              </a:ext>
            </a:extLst>
          </p:cNvPr>
          <p:cNvGrpSpPr/>
          <p:nvPr/>
        </p:nvGrpSpPr>
        <p:grpSpPr>
          <a:xfrm>
            <a:off x="5599960" y="4486527"/>
            <a:ext cx="100923" cy="1470933"/>
            <a:chOff x="4735802" y="4865202"/>
            <a:chExt cx="100923" cy="1470933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0FE263F-D959-DA88-FF47-625DC2331633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D2DEF96-71B8-A38B-AFCE-159FD24A818E}"/>
                </a:ext>
              </a:extLst>
            </p:cNvPr>
            <p:cNvSpPr/>
            <p:nvPr/>
          </p:nvSpPr>
          <p:spPr>
            <a:xfrm>
              <a:off x="4735802" y="55515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1F98C89C-E070-E4B8-8D08-904F371EE553}"/>
                </a:ext>
              </a:extLst>
            </p:cNvPr>
            <p:cNvSpPr/>
            <p:nvPr/>
          </p:nvSpPr>
          <p:spPr>
            <a:xfrm>
              <a:off x="4738340" y="62377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43BF2E7-1059-4C2F-7DB4-776BC9BB39D1}"/>
              </a:ext>
            </a:extLst>
          </p:cNvPr>
          <p:cNvGrpSpPr/>
          <p:nvPr/>
        </p:nvGrpSpPr>
        <p:grpSpPr>
          <a:xfrm>
            <a:off x="7605784" y="4475930"/>
            <a:ext cx="100923" cy="1470933"/>
            <a:chOff x="4735802" y="4865202"/>
            <a:chExt cx="100923" cy="1470933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B10F780A-320A-81F9-A9B9-E9314829859C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0DFD074-3AA7-B3C5-F893-55F2A1721C32}"/>
                </a:ext>
              </a:extLst>
            </p:cNvPr>
            <p:cNvSpPr/>
            <p:nvPr/>
          </p:nvSpPr>
          <p:spPr>
            <a:xfrm>
              <a:off x="4735802" y="55515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1E96824D-D6C9-2419-1E92-EF039F3B1193}"/>
                </a:ext>
              </a:extLst>
            </p:cNvPr>
            <p:cNvSpPr/>
            <p:nvPr/>
          </p:nvSpPr>
          <p:spPr>
            <a:xfrm>
              <a:off x="4738340" y="62377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70B7BAD-E739-805A-C7B2-F02D31C35319}"/>
              </a:ext>
            </a:extLst>
          </p:cNvPr>
          <p:cNvSpPr/>
          <p:nvPr/>
        </p:nvSpPr>
        <p:spPr>
          <a:xfrm>
            <a:off x="6229354" y="4837178"/>
            <a:ext cx="868132" cy="83847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2" name="그림 5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6127C1-4601-C7AE-141F-3503040C00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72" y="3069046"/>
            <a:ext cx="1778731" cy="1466673"/>
          </a:xfrm>
          <a:prstGeom prst="rect">
            <a:avLst/>
          </a:prstGeom>
        </p:spPr>
      </p:pic>
      <p:pic>
        <p:nvPicPr>
          <p:cNvPr id="54" name="그림 53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BD882F15-B3BA-265D-B77C-056DAE10EB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312023" y="4743324"/>
            <a:ext cx="1619250" cy="153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1359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DC3B2-BCF2-C242-C3E2-B29D7345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1ADBA4-4278-B22B-078E-5CBF878AAB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6655" y="1171539"/>
            <a:ext cx="7919046" cy="56122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8BBA8E-2DA3-42B6-940C-8DE4583653FD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8BBA8E-2DA3-42B6-940C-8DE458365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5E4F5B7-F7CC-272B-1930-17510A391EFF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100P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817FB9-D18D-9FFB-EFE8-014A54EDD346}"/>
              </a:ext>
            </a:extLst>
          </p:cNvPr>
          <p:cNvSpPr/>
          <p:nvPr/>
        </p:nvSpPr>
        <p:spPr>
          <a:xfrm rot="10800000">
            <a:off x="9061898" y="4011543"/>
            <a:ext cx="102820" cy="1735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1DE3E25-7BB8-9E65-6F45-45EA59DB7A0A}"/>
              </a:ext>
            </a:extLst>
          </p:cNvPr>
          <p:cNvSpPr/>
          <p:nvPr/>
        </p:nvSpPr>
        <p:spPr>
          <a:xfrm>
            <a:off x="7633636" y="4329438"/>
            <a:ext cx="1141376" cy="115274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C8F1C11-9D0A-01CE-A63B-F3BA9321E3CC}"/>
              </a:ext>
            </a:extLst>
          </p:cNvPr>
          <p:cNvSpPr/>
          <p:nvPr/>
        </p:nvSpPr>
        <p:spPr>
          <a:xfrm>
            <a:off x="7789553" y="4467157"/>
            <a:ext cx="836513" cy="8773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F7A8DD-9237-0F7C-B176-A1B08B633293}"/>
              </a:ext>
            </a:extLst>
          </p:cNvPr>
          <p:cNvSpPr txBox="1"/>
          <p:nvPr/>
        </p:nvSpPr>
        <p:spPr>
          <a:xfrm>
            <a:off x="5997681" y="4198592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A8C991-1236-2CE4-3A8F-48F1B83FFBDA}"/>
              </a:ext>
            </a:extLst>
          </p:cNvPr>
          <p:cNvSpPr/>
          <p:nvPr/>
        </p:nvSpPr>
        <p:spPr>
          <a:xfrm rot="16200000" flipV="1">
            <a:off x="6445636" y="2927988"/>
            <a:ext cx="85684" cy="6784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3BA2F96-09B1-5698-BAEC-94DE2B5D856D}"/>
              </a:ext>
            </a:extLst>
          </p:cNvPr>
          <p:cNvSpPr/>
          <p:nvPr/>
        </p:nvSpPr>
        <p:spPr>
          <a:xfrm flipV="1">
            <a:off x="5571552" y="3148781"/>
            <a:ext cx="98384" cy="70566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EEF5C7B-1204-0B83-F07C-8DFA23A412B9}"/>
              </a:ext>
            </a:extLst>
          </p:cNvPr>
          <p:cNvGrpSpPr/>
          <p:nvPr/>
        </p:nvGrpSpPr>
        <p:grpSpPr>
          <a:xfrm rot="5400000">
            <a:off x="4501696" y="4072778"/>
            <a:ext cx="98802" cy="582959"/>
            <a:chOff x="4737846" y="5028802"/>
            <a:chExt cx="98802" cy="582959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1F2D5B6E-5A63-AEE9-8FB3-E4400CEB6730}"/>
                </a:ext>
              </a:extLst>
            </p:cNvPr>
            <p:cNvSpPr/>
            <p:nvPr/>
          </p:nvSpPr>
          <p:spPr>
            <a:xfrm>
              <a:off x="4737846" y="50288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52C2A158-256D-E65F-ECD9-C752AF1AF51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0D60922-FEF6-6EF6-E33D-576A51E2A944}"/>
              </a:ext>
            </a:extLst>
          </p:cNvPr>
          <p:cNvSpPr txBox="1"/>
          <p:nvPr/>
        </p:nvSpPr>
        <p:spPr>
          <a:xfrm>
            <a:off x="9466461" y="453796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2CBA072-DACB-FEA6-4F4B-BE0813357A8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55D76F0-A5AE-6322-325A-106C2393E1F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F3C47C36-5D84-D795-2C7D-FC6D2AE66BD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E0F2D2B5-7EFA-832D-9401-EB05247BC22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11">
              <a:extLst>
                <a:ext uri="{FF2B5EF4-FFF2-40B4-BE49-F238E27FC236}">
                  <a16:creationId xmlns:a16="http://schemas.microsoft.com/office/drawing/2014/main" id="{0503B688-BEDC-BCE9-7E85-9536899B3FC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695DC858-65CC-F2E5-928B-02AAB4E68BC5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2FED1E65-0005-3CB9-B8C7-E831E54E6328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E75594D-3CFD-A0DE-C814-4805419B8394}"/>
              </a:ext>
            </a:extLst>
          </p:cNvPr>
          <p:cNvGrpSpPr/>
          <p:nvPr/>
        </p:nvGrpSpPr>
        <p:grpSpPr>
          <a:xfrm rot="5400000">
            <a:off x="8186335" y="3409441"/>
            <a:ext cx="98907" cy="1233590"/>
            <a:chOff x="4737873" y="4759637"/>
            <a:chExt cx="98907" cy="1233590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FB7B251-9925-0103-A3C7-0D525E4D3A24}"/>
                </a:ext>
              </a:extLst>
            </p:cNvPr>
            <p:cNvSpPr/>
            <p:nvPr/>
          </p:nvSpPr>
          <p:spPr>
            <a:xfrm>
              <a:off x="4737873" y="475963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91C9D0AB-AFB1-1B05-DF88-0AC6002A1BB6}"/>
                </a:ext>
              </a:extLst>
            </p:cNvPr>
            <p:cNvSpPr/>
            <p:nvPr/>
          </p:nvSpPr>
          <p:spPr>
            <a:xfrm>
              <a:off x="4738345" y="532525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2100558-6C0D-D0B0-32E4-604D5B5BAAA3}"/>
                </a:ext>
              </a:extLst>
            </p:cNvPr>
            <p:cNvSpPr/>
            <p:nvPr/>
          </p:nvSpPr>
          <p:spPr>
            <a:xfrm>
              <a:off x="4738395" y="58948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6BE8F044-002F-DD46-22D8-58F6A1964307}"/>
              </a:ext>
            </a:extLst>
          </p:cNvPr>
          <p:cNvSpPr txBox="1"/>
          <p:nvPr/>
        </p:nvSpPr>
        <p:spPr>
          <a:xfrm>
            <a:off x="8917658" y="5943543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E8494EB-3EE5-FA8A-D31D-7DFBE6C962C6}"/>
              </a:ext>
            </a:extLst>
          </p:cNvPr>
          <p:cNvCxnSpPr>
            <a:cxnSpLocks/>
          </p:cNvCxnSpPr>
          <p:nvPr/>
        </p:nvCxnSpPr>
        <p:spPr>
          <a:xfrm flipH="1">
            <a:off x="8775012" y="4662939"/>
            <a:ext cx="8071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1C1BAA1-D9D2-4FA2-F744-7776B4FF71AA}"/>
              </a:ext>
            </a:extLst>
          </p:cNvPr>
          <p:cNvSpPr/>
          <p:nvPr/>
        </p:nvSpPr>
        <p:spPr>
          <a:xfrm rot="16200000" flipV="1">
            <a:off x="3269155" y="2038352"/>
            <a:ext cx="98384" cy="6565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2F6C75B-72D3-CD7D-8BBF-D2D5414D8DE3}"/>
              </a:ext>
            </a:extLst>
          </p:cNvPr>
          <p:cNvGrpSpPr/>
          <p:nvPr/>
        </p:nvGrpSpPr>
        <p:grpSpPr>
          <a:xfrm rot="5400000">
            <a:off x="8188315" y="5104867"/>
            <a:ext cx="98907" cy="1233590"/>
            <a:chOff x="4737873" y="4759637"/>
            <a:chExt cx="98907" cy="1233590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D6D3FB67-8F36-4075-3265-1BB774DCC772}"/>
                </a:ext>
              </a:extLst>
            </p:cNvPr>
            <p:cNvSpPr/>
            <p:nvPr/>
          </p:nvSpPr>
          <p:spPr>
            <a:xfrm>
              <a:off x="4737873" y="475963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E496928C-AE52-AEFD-A66F-22B0B9CFD813}"/>
                </a:ext>
              </a:extLst>
            </p:cNvPr>
            <p:cNvSpPr/>
            <p:nvPr/>
          </p:nvSpPr>
          <p:spPr>
            <a:xfrm>
              <a:off x="4738345" y="532525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C09C409D-102A-4D76-AC91-DA96EE8E8976}"/>
                </a:ext>
              </a:extLst>
            </p:cNvPr>
            <p:cNvSpPr/>
            <p:nvPr/>
          </p:nvSpPr>
          <p:spPr>
            <a:xfrm>
              <a:off x="4738395" y="58948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1987AFB-9E6E-B986-6B3B-B70947C3FDB4}"/>
              </a:ext>
            </a:extLst>
          </p:cNvPr>
          <p:cNvCxnSpPr>
            <a:cxnSpLocks/>
          </p:cNvCxnSpPr>
          <p:nvPr/>
        </p:nvCxnSpPr>
        <p:spPr>
          <a:xfrm flipH="1" flipV="1">
            <a:off x="8844586" y="5747098"/>
            <a:ext cx="268722" cy="244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5687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E01A2-0972-23E1-7D75-FCE0B5B4B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FCFFED7-993E-E6E7-5890-1BBB92340D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6655" y="1171539"/>
            <a:ext cx="7919046" cy="56122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CB1CC3-4120-C2F5-CDE1-63A576C2FEA1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CB1CC3-4120-C2F5-CDE1-63A576C2F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AB40DF2-936E-4C2A-F170-B36E26DC1616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100P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AF42E3-7F14-8BFD-85DC-4ED002423995}"/>
              </a:ext>
            </a:extLst>
          </p:cNvPr>
          <p:cNvSpPr/>
          <p:nvPr/>
        </p:nvSpPr>
        <p:spPr>
          <a:xfrm>
            <a:off x="2480324" y="5522872"/>
            <a:ext cx="120902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5177F1-1AF3-9572-ED58-D3D0A8105C07}"/>
              </a:ext>
            </a:extLst>
          </p:cNvPr>
          <p:cNvSpPr txBox="1"/>
          <p:nvPr/>
        </p:nvSpPr>
        <p:spPr>
          <a:xfrm>
            <a:off x="2429977" y="482318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5F5767-441D-D5BE-51B8-1BCFE29648F1}"/>
              </a:ext>
            </a:extLst>
          </p:cNvPr>
          <p:cNvSpPr/>
          <p:nvPr/>
        </p:nvSpPr>
        <p:spPr>
          <a:xfrm rot="10800000">
            <a:off x="9061898" y="4011543"/>
            <a:ext cx="102820" cy="1735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85F4428-731F-1851-DD61-C3BF521EEAFD}"/>
              </a:ext>
            </a:extLst>
          </p:cNvPr>
          <p:cNvSpPr/>
          <p:nvPr/>
        </p:nvSpPr>
        <p:spPr>
          <a:xfrm>
            <a:off x="7633636" y="4329438"/>
            <a:ext cx="1141376" cy="115274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E22C7DF-A12D-9AA9-A057-D7BD0EEEA293}"/>
              </a:ext>
            </a:extLst>
          </p:cNvPr>
          <p:cNvSpPr/>
          <p:nvPr/>
        </p:nvSpPr>
        <p:spPr>
          <a:xfrm>
            <a:off x="7789553" y="4467157"/>
            <a:ext cx="836513" cy="8773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A29921-9CE2-EED6-5F29-380D9F30725B}"/>
              </a:ext>
            </a:extLst>
          </p:cNvPr>
          <p:cNvSpPr txBox="1"/>
          <p:nvPr/>
        </p:nvSpPr>
        <p:spPr>
          <a:xfrm>
            <a:off x="5997681" y="4198592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F52A4C0-5C67-A2E2-7859-A1B9897F261E}"/>
              </a:ext>
            </a:extLst>
          </p:cNvPr>
          <p:cNvGrpSpPr/>
          <p:nvPr/>
        </p:nvGrpSpPr>
        <p:grpSpPr>
          <a:xfrm>
            <a:off x="3777493" y="4564554"/>
            <a:ext cx="98800" cy="646546"/>
            <a:chOff x="4737848" y="5038240"/>
            <a:chExt cx="98800" cy="646546"/>
          </a:xfrm>
          <a:solidFill>
            <a:srgbClr val="00B0F0"/>
          </a:solidFill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58D05123-442F-489E-C999-1806E529F7CD}"/>
                </a:ext>
              </a:extLst>
            </p:cNvPr>
            <p:cNvSpPr/>
            <p:nvPr/>
          </p:nvSpPr>
          <p:spPr>
            <a:xfrm>
              <a:off x="4737848" y="503824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0638A47-F1F8-BAC5-0DC2-F8DE9812CA11}"/>
                </a:ext>
              </a:extLst>
            </p:cNvPr>
            <p:cNvSpPr/>
            <p:nvPr/>
          </p:nvSpPr>
          <p:spPr>
            <a:xfrm>
              <a:off x="4738263" y="558640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DDAFCDC-AF4D-79F5-1E13-561EB8C9E71E}"/>
              </a:ext>
            </a:extLst>
          </p:cNvPr>
          <p:cNvGrpSpPr/>
          <p:nvPr/>
        </p:nvGrpSpPr>
        <p:grpSpPr>
          <a:xfrm>
            <a:off x="5121681" y="3264016"/>
            <a:ext cx="405306" cy="542991"/>
            <a:chOff x="9191246" y="3797098"/>
            <a:chExt cx="405306" cy="542991"/>
          </a:xfrm>
          <a:solidFill>
            <a:srgbClr val="CC0000"/>
          </a:solidFill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1383744F-C196-7582-556C-ED7E07109003}"/>
                </a:ext>
              </a:extLst>
            </p:cNvPr>
            <p:cNvGrpSpPr/>
            <p:nvPr/>
          </p:nvGrpSpPr>
          <p:grpSpPr>
            <a:xfrm>
              <a:off x="9497738" y="3799905"/>
              <a:ext cx="98814" cy="540184"/>
              <a:chOff x="4611627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920CBBCC-0BB2-923C-2133-0A650B8470A3}"/>
                  </a:ext>
                </a:extLst>
              </p:cNvPr>
              <p:cNvSpPr/>
              <p:nvPr/>
            </p:nvSpPr>
            <p:spPr>
              <a:xfrm>
                <a:off x="4611627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455A6DE-6407-7C37-13EF-03A5D6B937C0}"/>
                  </a:ext>
                </a:extLst>
              </p:cNvPr>
              <p:cNvSpPr/>
              <p:nvPr/>
            </p:nvSpPr>
            <p:spPr>
              <a:xfrm>
                <a:off x="4612056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별: 꼭짓점 7개 16">
              <a:extLst>
                <a:ext uri="{FF2B5EF4-FFF2-40B4-BE49-F238E27FC236}">
                  <a16:creationId xmlns:a16="http://schemas.microsoft.com/office/drawing/2014/main" id="{6E6E8D14-76C5-5561-09B1-DB5B7ACF0508}"/>
                </a:ext>
              </a:extLst>
            </p:cNvPr>
            <p:cNvSpPr/>
            <p:nvPr/>
          </p:nvSpPr>
          <p:spPr>
            <a:xfrm rot="5400000">
              <a:off x="9276044" y="395122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BECBF38-F631-1475-385F-E00998D7DCF8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DCA85BB0-2D4C-F673-C7D3-797C39B83C0A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B36163FE-42EA-FA19-FC56-44DA22B807A0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DBC842-6403-C61C-B7ED-CD3B0478CB59}"/>
              </a:ext>
            </a:extLst>
          </p:cNvPr>
          <p:cNvSpPr/>
          <p:nvPr/>
        </p:nvSpPr>
        <p:spPr>
          <a:xfrm rot="16200000" flipV="1">
            <a:off x="6445636" y="2927988"/>
            <a:ext cx="85684" cy="6784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D47E08D-EFC3-0A3B-07CE-B363FE67176A}"/>
              </a:ext>
            </a:extLst>
          </p:cNvPr>
          <p:cNvSpPr/>
          <p:nvPr/>
        </p:nvSpPr>
        <p:spPr>
          <a:xfrm flipV="1">
            <a:off x="5571552" y="3148781"/>
            <a:ext cx="98384" cy="70566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73D8A4C-B257-7244-AC58-35BA79F2D202}"/>
              </a:ext>
            </a:extLst>
          </p:cNvPr>
          <p:cNvGrpSpPr/>
          <p:nvPr/>
        </p:nvGrpSpPr>
        <p:grpSpPr>
          <a:xfrm rot="5400000">
            <a:off x="4501696" y="4072778"/>
            <a:ext cx="98802" cy="582959"/>
            <a:chOff x="4737846" y="5028802"/>
            <a:chExt cx="98802" cy="582959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625B276C-9265-D8F3-FB72-50E7B907235A}"/>
                </a:ext>
              </a:extLst>
            </p:cNvPr>
            <p:cNvSpPr/>
            <p:nvPr/>
          </p:nvSpPr>
          <p:spPr>
            <a:xfrm>
              <a:off x="4737846" y="50288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5B46C5EA-1203-1B9D-0619-0EBD7B4D675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AC50CC5-66EC-E1F5-7B9F-E595888532B8}"/>
              </a:ext>
            </a:extLst>
          </p:cNvPr>
          <p:cNvSpPr txBox="1"/>
          <p:nvPr/>
        </p:nvSpPr>
        <p:spPr>
          <a:xfrm>
            <a:off x="9466461" y="453796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E60F8AE-AA82-3239-21C7-3B099494B28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ACFE71F-019A-91D5-DDF2-E5B75630841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A2C874EA-0CFA-FCAE-D6BB-750AD213C0B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20FF5911-716D-B81C-ECFB-9B91EB865259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11">
              <a:extLst>
                <a:ext uri="{FF2B5EF4-FFF2-40B4-BE49-F238E27FC236}">
                  <a16:creationId xmlns:a16="http://schemas.microsoft.com/office/drawing/2014/main" id="{FF3AA53B-EEDB-D254-34E1-EA8ED51ADA6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946C59C-A4BD-12DB-263D-7F2D360A9F37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D36AAAB9-8D84-ED1E-AD94-A0C1F5C49F22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6D1D215-4A87-DCBC-F99E-16D066F6A255}"/>
              </a:ext>
            </a:extLst>
          </p:cNvPr>
          <p:cNvGrpSpPr/>
          <p:nvPr/>
        </p:nvGrpSpPr>
        <p:grpSpPr>
          <a:xfrm rot="5400000">
            <a:off x="8186335" y="3409441"/>
            <a:ext cx="98907" cy="1233590"/>
            <a:chOff x="4737873" y="4759637"/>
            <a:chExt cx="98907" cy="1233590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1AACBCA-474E-6BDC-73E2-952923BBB160}"/>
                </a:ext>
              </a:extLst>
            </p:cNvPr>
            <p:cNvSpPr/>
            <p:nvPr/>
          </p:nvSpPr>
          <p:spPr>
            <a:xfrm>
              <a:off x="4737873" y="475963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0EE5CE26-423E-C61F-C188-A4BCCE7A959F}"/>
                </a:ext>
              </a:extLst>
            </p:cNvPr>
            <p:cNvSpPr/>
            <p:nvPr/>
          </p:nvSpPr>
          <p:spPr>
            <a:xfrm>
              <a:off x="4738345" y="532525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20993A54-5BF3-5DA9-FF97-0866F7A2B4D3}"/>
                </a:ext>
              </a:extLst>
            </p:cNvPr>
            <p:cNvSpPr/>
            <p:nvPr/>
          </p:nvSpPr>
          <p:spPr>
            <a:xfrm>
              <a:off x="4738395" y="58948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1EB6474-33E8-0DCB-D590-9FDCAFC13B1C}"/>
              </a:ext>
            </a:extLst>
          </p:cNvPr>
          <p:cNvSpPr txBox="1"/>
          <p:nvPr/>
        </p:nvSpPr>
        <p:spPr>
          <a:xfrm>
            <a:off x="8917658" y="5943543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8D35811F-6B9A-6B0A-33CE-770FE4C6EB31}"/>
              </a:ext>
            </a:extLst>
          </p:cNvPr>
          <p:cNvCxnSpPr>
            <a:cxnSpLocks/>
          </p:cNvCxnSpPr>
          <p:nvPr/>
        </p:nvCxnSpPr>
        <p:spPr>
          <a:xfrm flipH="1">
            <a:off x="8775012" y="4662939"/>
            <a:ext cx="8071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B93AF52-D144-0077-3D0D-18DE152E249F}"/>
              </a:ext>
            </a:extLst>
          </p:cNvPr>
          <p:cNvSpPr/>
          <p:nvPr/>
        </p:nvSpPr>
        <p:spPr>
          <a:xfrm rot="16200000" flipV="1">
            <a:off x="3269155" y="2038352"/>
            <a:ext cx="98384" cy="6565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6882BFF-C2AE-62EE-0B3A-A4D4D38AD308}"/>
              </a:ext>
            </a:extLst>
          </p:cNvPr>
          <p:cNvGrpSpPr/>
          <p:nvPr/>
        </p:nvGrpSpPr>
        <p:grpSpPr>
          <a:xfrm rot="5400000">
            <a:off x="8188315" y="5104867"/>
            <a:ext cx="98907" cy="1233590"/>
            <a:chOff x="4737873" y="4759637"/>
            <a:chExt cx="98907" cy="1233590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DFBA2908-D947-DD65-0A01-1276A5AD16A2}"/>
                </a:ext>
              </a:extLst>
            </p:cNvPr>
            <p:cNvSpPr/>
            <p:nvPr/>
          </p:nvSpPr>
          <p:spPr>
            <a:xfrm>
              <a:off x="4737873" y="475963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5BECCD6-D534-C3A2-F9B5-BAB78887F89D}"/>
                </a:ext>
              </a:extLst>
            </p:cNvPr>
            <p:cNvSpPr/>
            <p:nvPr/>
          </p:nvSpPr>
          <p:spPr>
            <a:xfrm>
              <a:off x="4738345" y="532525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E2153FA-B5CB-CBFE-9229-0554ECDA6B78}"/>
                </a:ext>
              </a:extLst>
            </p:cNvPr>
            <p:cNvSpPr/>
            <p:nvPr/>
          </p:nvSpPr>
          <p:spPr>
            <a:xfrm>
              <a:off x="4738395" y="58948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8FF01B46-55EF-7901-F006-F2D332690A62}"/>
              </a:ext>
            </a:extLst>
          </p:cNvPr>
          <p:cNvCxnSpPr>
            <a:cxnSpLocks/>
          </p:cNvCxnSpPr>
          <p:nvPr/>
        </p:nvCxnSpPr>
        <p:spPr>
          <a:xfrm flipH="1" flipV="1">
            <a:off x="8844586" y="5747098"/>
            <a:ext cx="268722" cy="244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4674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8F75C-4054-ED0C-0EDF-E8E1872F0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97C844D-ABE1-BB68-E29D-780F77F328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6655" y="1171539"/>
            <a:ext cx="7919046" cy="56122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AA81C0-4ABA-1B9D-EE06-182F7B82AE6D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AA81C0-4ABA-1B9D-EE06-182F7B82A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C0484B0-2909-0F02-881F-AA0BCF016DE7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100P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1088DF-5823-F056-D27F-CB9692FF2A74}"/>
              </a:ext>
            </a:extLst>
          </p:cNvPr>
          <p:cNvSpPr/>
          <p:nvPr/>
        </p:nvSpPr>
        <p:spPr>
          <a:xfrm>
            <a:off x="2480324" y="5522872"/>
            <a:ext cx="120902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69C08A-0DEF-2896-EBF8-AD4E4713A996}"/>
              </a:ext>
            </a:extLst>
          </p:cNvPr>
          <p:cNvSpPr txBox="1"/>
          <p:nvPr/>
        </p:nvSpPr>
        <p:spPr>
          <a:xfrm>
            <a:off x="2429977" y="482318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C7D863-F655-CCF7-A35D-334F4C0D9C5C}"/>
              </a:ext>
            </a:extLst>
          </p:cNvPr>
          <p:cNvSpPr/>
          <p:nvPr/>
        </p:nvSpPr>
        <p:spPr>
          <a:xfrm rot="10800000">
            <a:off x="9061898" y="4011543"/>
            <a:ext cx="102820" cy="1735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CC6408-5B1E-68B6-E669-D729C3895B2E}"/>
              </a:ext>
            </a:extLst>
          </p:cNvPr>
          <p:cNvSpPr/>
          <p:nvPr/>
        </p:nvSpPr>
        <p:spPr>
          <a:xfrm>
            <a:off x="7633636" y="4329438"/>
            <a:ext cx="1141376" cy="115274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B4C3BF4-76A5-7697-0033-A392E3C43D24}"/>
              </a:ext>
            </a:extLst>
          </p:cNvPr>
          <p:cNvSpPr/>
          <p:nvPr/>
        </p:nvSpPr>
        <p:spPr>
          <a:xfrm>
            <a:off x="7789553" y="4467157"/>
            <a:ext cx="836513" cy="8773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53FF6D-0280-C291-4B72-44ED931DA836}"/>
              </a:ext>
            </a:extLst>
          </p:cNvPr>
          <p:cNvSpPr txBox="1"/>
          <p:nvPr/>
        </p:nvSpPr>
        <p:spPr>
          <a:xfrm>
            <a:off x="5997681" y="4198592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741FCFD2-B5A0-3E3C-080D-C64263257DB9}"/>
              </a:ext>
            </a:extLst>
          </p:cNvPr>
          <p:cNvSpPr/>
          <p:nvPr/>
        </p:nvSpPr>
        <p:spPr>
          <a:xfrm>
            <a:off x="7925667" y="4626193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7CBFC7-E2D5-1A86-ED59-6981491C3BB5}"/>
              </a:ext>
            </a:extLst>
          </p:cNvPr>
          <p:cNvGrpSpPr/>
          <p:nvPr/>
        </p:nvGrpSpPr>
        <p:grpSpPr>
          <a:xfrm>
            <a:off x="3777493" y="4564554"/>
            <a:ext cx="98800" cy="646546"/>
            <a:chOff x="4737848" y="5038240"/>
            <a:chExt cx="98800" cy="646546"/>
          </a:xfrm>
          <a:solidFill>
            <a:srgbClr val="00B0F0"/>
          </a:solidFill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7DB442B-ABE1-0035-2F6A-660C91CDA949}"/>
                </a:ext>
              </a:extLst>
            </p:cNvPr>
            <p:cNvSpPr/>
            <p:nvPr/>
          </p:nvSpPr>
          <p:spPr>
            <a:xfrm>
              <a:off x="4737848" y="503824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F58FD52-B68A-5D1D-2B47-111897CD109E}"/>
                </a:ext>
              </a:extLst>
            </p:cNvPr>
            <p:cNvSpPr/>
            <p:nvPr/>
          </p:nvSpPr>
          <p:spPr>
            <a:xfrm>
              <a:off x="4738263" y="558640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4EBE664-2C3F-870C-D021-572A1CFE08D7}"/>
              </a:ext>
            </a:extLst>
          </p:cNvPr>
          <p:cNvGrpSpPr/>
          <p:nvPr/>
        </p:nvGrpSpPr>
        <p:grpSpPr>
          <a:xfrm>
            <a:off x="5121681" y="3264016"/>
            <a:ext cx="405306" cy="542991"/>
            <a:chOff x="9191246" y="3797098"/>
            <a:chExt cx="405306" cy="542991"/>
          </a:xfrm>
          <a:solidFill>
            <a:srgbClr val="CC0000"/>
          </a:solidFill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319F997D-4A1C-83EA-00C6-D7D9A960CBE8}"/>
                </a:ext>
              </a:extLst>
            </p:cNvPr>
            <p:cNvGrpSpPr/>
            <p:nvPr/>
          </p:nvGrpSpPr>
          <p:grpSpPr>
            <a:xfrm>
              <a:off x="9497738" y="3799905"/>
              <a:ext cx="98814" cy="540184"/>
              <a:chOff x="4611627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93177256-30EA-BF06-A6FF-EA4CD80B688C}"/>
                  </a:ext>
                </a:extLst>
              </p:cNvPr>
              <p:cNvSpPr/>
              <p:nvPr/>
            </p:nvSpPr>
            <p:spPr>
              <a:xfrm>
                <a:off x="4611627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443F0B67-0D0B-4899-DF4A-A3BE6FC3E627}"/>
                  </a:ext>
                </a:extLst>
              </p:cNvPr>
              <p:cNvSpPr/>
              <p:nvPr/>
            </p:nvSpPr>
            <p:spPr>
              <a:xfrm>
                <a:off x="4612056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별: 꼭짓점 7개 16">
              <a:extLst>
                <a:ext uri="{FF2B5EF4-FFF2-40B4-BE49-F238E27FC236}">
                  <a16:creationId xmlns:a16="http://schemas.microsoft.com/office/drawing/2014/main" id="{60AF4C4F-746C-F2E4-A677-7FBE7127E08D}"/>
                </a:ext>
              </a:extLst>
            </p:cNvPr>
            <p:cNvSpPr/>
            <p:nvPr/>
          </p:nvSpPr>
          <p:spPr>
            <a:xfrm rot="5400000">
              <a:off x="9276044" y="395122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031A6674-45F8-1F30-B578-B73870E4AD3C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055E910B-E4FC-3BB7-A8CE-810A720371FD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F776C37B-FA76-489E-B09D-E74D186BACD3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8F7EB2-AF9F-EBD6-D183-A646ED4A69DC}"/>
              </a:ext>
            </a:extLst>
          </p:cNvPr>
          <p:cNvSpPr/>
          <p:nvPr/>
        </p:nvSpPr>
        <p:spPr>
          <a:xfrm rot="16200000" flipV="1">
            <a:off x="6445636" y="2927988"/>
            <a:ext cx="85684" cy="6784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B294631-B6B4-579C-6011-3F7B79D0A1E4}"/>
              </a:ext>
            </a:extLst>
          </p:cNvPr>
          <p:cNvSpPr/>
          <p:nvPr/>
        </p:nvSpPr>
        <p:spPr>
          <a:xfrm flipV="1">
            <a:off x="5571552" y="3148781"/>
            <a:ext cx="98384" cy="70566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5A22A81-B700-5D37-7FA8-7F453585C1AC}"/>
              </a:ext>
            </a:extLst>
          </p:cNvPr>
          <p:cNvGrpSpPr/>
          <p:nvPr/>
        </p:nvGrpSpPr>
        <p:grpSpPr>
          <a:xfrm rot="5400000">
            <a:off x="4501696" y="4072778"/>
            <a:ext cx="98802" cy="582959"/>
            <a:chOff x="4737846" y="5028802"/>
            <a:chExt cx="98802" cy="582959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E8CECB9-0C1E-D834-1AA4-FAC7B32B4BFE}"/>
                </a:ext>
              </a:extLst>
            </p:cNvPr>
            <p:cNvSpPr/>
            <p:nvPr/>
          </p:nvSpPr>
          <p:spPr>
            <a:xfrm>
              <a:off x="4737846" y="50288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E3A6CA41-5DAD-A2E7-084D-8F5742B2FE5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ADE6C5D-3AF5-085E-CDF4-9A22C5751641}"/>
              </a:ext>
            </a:extLst>
          </p:cNvPr>
          <p:cNvSpPr txBox="1"/>
          <p:nvPr/>
        </p:nvSpPr>
        <p:spPr>
          <a:xfrm>
            <a:off x="9466461" y="453796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CEB860-ADF5-7E97-6E58-8B230D158F99}"/>
              </a:ext>
            </a:extLst>
          </p:cNvPr>
          <p:cNvSpPr txBox="1"/>
          <p:nvPr/>
        </p:nvSpPr>
        <p:spPr>
          <a:xfrm>
            <a:off x="9466461" y="4978250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79A2AA9-65A2-3E08-C1FA-C58F79FF85A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5E9C1E1-9AA7-1F80-4155-C86AAFFE914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D65432BF-F953-EB38-694F-B702EBE8541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699A756F-9E9B-D563-5EA7-89D10C317DA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11">
              <a:extLst>
                <a:ext uri="{FF2B5EF4-FFF2-40B4-BE49-F238E27FC236}">
                  <a16:creationId xmlns:a16="http://schemas.microsoft.com/office/drawing/2014/main" id="{5F7FEDF0-A660-DB36-81D9-8F9118D73D9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81933EA-0FB8-C8BB-2199-9FC9058D3A99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76F3DAEC-C326-B55D-FAE2-0D99C61B48AF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E545263-A1BD-C6F0-C513-E42EE007B2AA}"/>
              </a:ext>
            </a:extLst>
          </p:cNvPr>
          <p:cNvGrpSpPr/>
          <p:nvPr/>
        </p:nvGrpSpPr>
        <p:grpSpPr>
          <a:xfrm rot="5400000">
            <a:off x="8186335" y="3409441"/>
            <a:ext cx="98907" cy="1233590"/>
            <a:chOff x="4737873" y="4759637"/>
            <a:chExt cx="98907" cy="1233590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27201F8-081B-1160-A8F0-BCC548BD4111}"/>
                </a:ext>
              </a:extLst>
            </p:cNvPr>
            <p:cNvSpPr/>
            <p:nvPr/>
          </p:nvSpPr>
          <p:spPr>
            <a:xfrm>
              <a:off x="4737873" y="475963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71B39E2-8073-4900-A016-D2A92564DF06}"/>
                </a:ext>
              </a:extLst>
            </p:cNvPr>
            <p:cNvSpPr/>
            <p:nvPr/>
          </p:nvSpPr>
          <p:spPr>
            <a:xfrm>
              <a:off x="4738345" y="532525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2F0D910B-ECE1-9B23-8348-509035FD6791}"/>
                </a:ext>
              </a:extLst>
            </p:cNvPr>
            <p:cNvSpPr/>
            <p:nvPr/>
          </p:nvSpPr>
          <p:spPr>
            <a:xfrm>
              <a:off x="4738395" y="58948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19DD16C-A92A-D542-BA0D-B47AA0106EB5}"/>
              </a:ext>
            </a:extLst>
          </p:cNvPr>
          <p:cNvSpPr txBox="1"/>
          <p:nvPr/>
        </p:nvSpPr>
        <p:spPr>
          <a:xfrm>
            <a:off x="8917658" y="5943543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50A0BD1-8BB3-8394-F7BA-BA5DA79D36CD}"/>
              </a:ext>
            </a:extLst>
          </p:cNvPr>
          <p:cNvSpPr/>
          <p:nvPr/>
        </p:nvSpPr>
        <p:spPr>
          <a:xfrm rot="16200000" flipV="1">
            <a:off x="3269155" y="2038352"/>
            <a:ext cx="98384" cy="6565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F5ACA673-9720-7392-F1B2-DE0AEECA61DD}"/>
              </a:ext>
            </a:extLst>
          </p:cNvPr>
          <p:cNvGrpSpPr/>
          <p:nvPr/>
        </p:nvGrpSpPr>
        <p:grpSpPr>
          <a:xfrm rot="5400000">
            <a:off x="8188315" y="5104867"/>
            <a:ext cx="98907" cy="1233590"/>
            <a:chOff x="4737873" y="4759637"/>
            <a:chExt cx="98907" cy="1233590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260AD06F-8F69-BDCD-8CAD-05996C0D1E45}"/>
                </a:ext>
              </a:extLst>
            </p:cNvPr>
            <p:cNvSpPr/>
            <p:nvPr/>
          </p:nvSpPr>
          <p:spPr>
            <a:xfrm>
              <a:off x="4737873" y="475963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120CE06E-D64B-74DA-4A78-7F5F5079C6BE}"/>
                </a:ext>
              </a:extLst>
            </p:cNvPr>
            <p:cNvSpPr/>
            <p:nvPr/>
          </p:nvSpPr>
          <p:spPr>
            <a:xfrm>
              <a:off x="4738345" y="532525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11EC6021-301E-125A-190A-2B4A147829B6}"/>
                </a:ext>
              </a:extLst>
            </p:cNvPr>
            <p:cNvSpPr/>
            <p:nvPr/>
          </p:nvSpPr>
          <p:spPr>
            <a:xfrm>
              <a:off x="4738395" y="58948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30FF472-E218-8E2E-335D-337718FF5228}"/>
              </a:ext>
            </a:extLst>
          </p:cNvPr>
          <p:cNvCxnSpPr>
            <a:cxnSpLocks/>
          </p:cNvCxnSpPr>
          <p:nvPr/>
        </p:nvCxnSpPr>
        <p:spPr>
          <a:xfrm flipH="1" flipV="1">
            <a:off x="8844586" y="5747098"/>
            <a:ext cx="268722" cy="244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03A58042-87DA-A764-E2FF-B9A6AC0EB3F2}"/>
              </a:ext>
            </a:extLst>
          </p:cNvPr>
          <p:cNvCxnSpPr>
            <a:cxnSpLocks/>
          </p:cNvCxnSpPr>
          <p:nvPr/>
        </p:nvCxnSpPr>
        <p:spPr>
          <a:xfrm flipH="1">
            <a:off x="8775012" y="4662939"/>
            <a:ext cx="8071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5796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253AB-704F-E2F8-D25A-10414F213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92D018-44A0-7331-06D3-71985A889AA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4350" y="1439422"/>
            <a:ext cx="8487960" cy="54300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9376DCB-5F19-0867-1C3F-FC11C4004B61}"/>
                  </a:ext>
                </a:extLst>
              </p:cNvPr>
              <p:cNvSpPr txBox="1"/>
              <p:nvPr/>
            </p:nvSpPr>
            <p:spPr>
              <a:xfrm>
                <a:off x="10292834" y="91604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116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9376DCB-5F19-0867-1C3F-FC11C4004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834" y="91604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E616C10-DF01-2AD5-5BDA-8C7A88DFB192}"/>
              </a:ext>
            </a:extLst>
          </p:cNvPr>
          <p:cNvSpPr txBox="1"/>
          <p:nvPr/>
        </p:nvSpPr>
        <p:spPr>
          <a:xfrm>
            <a:off x="2071714" y="14261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116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9FA030-8014-0D92-C674-C9A504A26292}"/>
              </a:ext>
            </a:extLst>
          </p:cNvPr>
          <p:cNvSpPr/>
          <p:nvPr/>
        </p:nvSpPr>
        <p:spPr>
          <a:xfrm rot="5400000">
            <a:off x="8554366" y="788296"/>
            <a:ext cx="102820" cy="1735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1C5E0B2-49D8-1B08-5BA5-367CC1DE93B0}"/>
              </a:ext>
            </a:extLst>
          </p:cNvPr>
          <p:cNvSpPr/>
          <p:nvPr/>
        </p:nvSpPr>
        <p:spPr>
          <a:xfrm>
            <a:off x="8022440" y="1963802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EAB6917-8FCB-2B97-259E-9776DC8EC161}"/>
              </a:ext>
            </a:extLst>
          </p:cNvPr>
          <p:cNvSpPr/>
          <p:nvPr/>
        </p:nvSpPr>
        <p:spPr>
          <a:xfrm>
            <a:off x="8191377" y="2115889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594BF7-BF4A-F5FC-EC21-1A69DD99B414}"/>
              </a:ext>
            </a:extLst>
          </p:cNvPr>
          <p:cNvSpPr txBox="1"/>
          <p:nvPr/>
        </p:nvSpPr>
        <p:spPr>
          <a:xfrm>
            <a:off x="8067365" y="3575502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987B188-2698-4E6E-451D-6B0FA2B49846}"/>
              </a:ext>
            </a:extLst>
          </p:cNvPr>
          <p:cNvSpPr/>
          <p:nvPr/>
        </p:nvSpPr>
        <p:spPr>
          <a:xfrm rot="16200000" flipV="1">
            <a:off x="4288451" y="1293217"/>
            <a:ext cx="85684" cy="7085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F97C387-D076-22B4-7D3C-E1BF0718182F}"/>
              </a:ext>
            </a:extLst>
          </p:cNvPr>
          <p:cNvSpPr/>
          <p:nvPr/>
        </p:nvSpPr>
        <p:spPr>
          <a:xfrm rot="16200000" flipV="1">
            <a:off x="3182194" y="2380647"/>
            <a:ext cx="98384" cy="6530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45E4C0A-ED58-E26D-15B1-E079C1E40D43}"/>
              </a:ext>
            </a:extLst>
          </p:cNvPr>
          <p:cNvGrpSpPr/>
          <p:nvPr/>
        </p:nvGrpSpPr>
        <p:grpSpPr>
          <a:xfrm rot="5400000">
            <a:off x="4592359" y="3693460"/>
            <a:ext cx="98795" cy="630586"/>
            <a:chOff x="4737853" y="4981175"/>
            <a:chExt cx="98795" cy="630586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3146ECC-F09B-C662-110E-BD28F4747231}"/>
                </a:ext>
              </a:extLst>
            </p:cNvPr>
            <p:cNvSpPr/>
            <p:nvPr/>
          </p:nvSpPr>
          <p:spPr>
            <a:xfrm>
              <a:off x="4737853" y="49811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FD576F9-C1C6-EA86-9901-1FEE38E6C01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41D201F-E8F1-FF6D-94B1-7F05EF2E4628}"/>
              </a:ext>
            </a:extLst>
          </p:cNvPr>
          <p:cNvSpPr txBox="1"/>
          <p:nvPr/>
        </p:nvSpPr>
        <p:spPr>
          <a:xfrm>
            <a:off x="9753595" y="213287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48A5A79-F0C5-B292-B484-7D5C47D17AA2}"/>
              </a:ext>
            </a:extLst>
          </p:cNvPr>
          <p:cNvGrpSpPr/>
          <p:nvPr/>
        </p:nvGrpSpPr>
        <p:grpSpPr>
          <a:xfrm>
            <a:off x="136384" y="91839"/>
            <a:ext cx="2166761" cy="738664"/>
            <a:chOff x="209306" y="114311"/>
            <a:chExt cx="2166761" cy="742666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72100462-F288-DE04-7149-87B596E1559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AC29F789-3805-59E7-656A-6072E20E0C2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82E33046-420C-E459-7D39-3C55B65E65E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TextBox 11">
              <a:extLst>
                <a:ext uri="{FF2B5EF4-FFF2-40B4-BE49-F238E27FC236}">
                  <a16:creationId xmlns:a16="http://schemas.microsoft.com/office/drawing/2014/main" id="{CBFBA682-D598-D93F-DC47-237E4CC44F8D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4B30AED-8FA0-E4B4-6A8A-B00D47AEBB06}"/>
              </a:ext>
            </a:extLst>
          </p:cNvPr>
          <p:cNvSpPr txBox="1"/>
          <p:nvPr/>
        </p:nvSpPr>
        <p:spPr>
          <a:xfrm>
            <a:off x="81885" y="121526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7C1FED4F-E89B-3C33-A6F7-9530CDAB9F71}"/>
              </a:ext>
            </a:extLst>
          </p:cNvPr>
          <p:cNvSpPr txBox="1"/>
          <p:nvPr/>
        </p:nvSpPr>
        <p:spPr>
          <a:xfrm>
            <a:off x="127325" y="72473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7C4A5A-A8B8-489F-16A1-F65DAA129C41}"/>
              </a:ext>
            </a:extLst>
          </p:cNvPr>
          <p:cNvSpPr txBox="1"/>
          <p:nvPr/>
        </p:nvSpPr>
        <p:spPr>
          <a:xfrm>
            <a:off x="9794068" y="1637156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584EB224-2260-0A4A-D64B-FF82939669BF}"/>
              </a:ext>
            </a:extLst>
          </p:cNvPr>
          <p:cNvGrpSpPr/>
          <p:nvPr/>
        </p:nvGrpSpPr>
        <p:grpSpPr>
          <a:xfrm>
            <a:off x="9581209" y="1979042"/>
            <a:ext cx="98905" cy="1397898"/>
            <a:chOff x="4737864" y="4695342"/>
            <a:chExt cx="98905" cy="139789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7046617-0B01-0284-E0CE-BBA5B0F7DE0F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097A1CAC-5C62-192B-FC29-14FB97B4EE86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0D95B0FB-D5F3-A956-A4D1-F418A54C4F0F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AC79BA9-A5D0-DA2A-D85B-18B4FAEBF567}"/>
              </a:ext>
            </a:extLst>
          </p:cNvPr>
          <p:cNvSpPr/>
          <p:nvPr/>
        </p:nvSpPr>
        <p:spPr>
          <a:xfrm flipV="1">
            <a:off x="1976558" y="3223114"/>
            <a:ext cx="98384" cy="8142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3F7E636-0128-4202-241C-144A4FD3F523}"/>
              </a:ext>
            </a:extLst>
          </p:cNvPr>
          <p:cNvCxnSpPr>
            <a:cxnSpLocks/>
          </p:cNvCxnSpPr>
          <p:nvPr/>
        </p:nvCxnSpPr>
        <p:spPr>
          <a:xfrm flipH="1">
            <a:off x="9261008" y="2250388"/>
            <a:ext cx="6118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662DF65-F4A6-DE17-6A10-441A8C37C1E7}"/>
              </a:ext>
            </a:extLst>
          </p:cNvPr>
          <p:cNvGrpSpPr/>
          <p:nvPr/>
        </p:nvGrpSpPr>
        <p:grpSpPr>
          <a:xfrm>
            <a:off x="7604888" y="1890811"/>
            <a:ext cx="98905" cy="1397898"/>
            <a:chOff x="4737864" y="4695342"/>
            <a:chExt cx="98905" cy="1397898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043B1B1E-FA05-F382-EE0A-FB5958B3CABD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86D04999-A7BE-CA1A-F71D-093AAB20A69D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582CF82C-F89F-E5C7-E9C2-572197D1697A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B12FED82-146C-EC4E-36A3-96C583928AAA}"/>
              </a:ext>
            </a:extLst>
          </p:cNvPr>
          <p:cNvCxnSpPr>
            <a:cxnSpLocks/>
          </p:cNvCxnSpPr>
          <p:nvPr/>
        </p:nvCxnSpPr>
        <p:spPr>
          <a:xfrm flipH="1">
            <a:off x="9664354" y="1934348"/>
            <a:ext cx="232121" cy="63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1556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CE1B8-686F-C0AD-630F-CA5A8A11C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FE3B78-2366-CB2F-E183-AED8014265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4350" y="1439422"/>
            <a:ext cx="8487960" cy="54300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3AD1FD-1039-BE94-C55C-D9809388C341}"/>
                  </a:ext>
                </a:extLst>
              </p:cNvPr>
              <p:cNvSpPr txBox="1"/>
              <p:nvPr/>
            </p:nvSpPr>
            <p:spPr>
              <a:xfrm>
                <a:off x="10171035" y="100248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116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3AD1FD-1039-BE94-C55C-D9809388C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0248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DB4AA2C-F578-87C0-CF88-F6BB6A40B83E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116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D7F4D8-2037-00F5-9358-562451C92C92}"/>
              </a:ext>
            </a:extLst>
          </p:cNvPr>
          <p:cNvSpPr/>
          <p:nvPr/>
        </p:nvSpPr>
        <p:spPr>
          <a:xfrm rot="10800000">
            <a:off x="6216969" y="1595875"/>
            <a:ext cx="90478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0EF35-A0F6-B659-CC95-1A079BD0FB06}"/>
              </a:ext>
            </a:extLst>
          </p:cNvPr>
          <p:cNvSpPr txBox="1"/>
          <p:nvPr/>
        </p:nvSpPr>
        <p:spPr>
          <a:xfrm>
            <a:off x="5864743" y="258993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E1182C-067D-B60D-4314-DCD189636A10}"/>
              </a:ext>
            </a:extLst>
          </p:cNvPr>
          <p:cNvSpPr/>
          <p:nvPr/>
        </p:nvSpPr>
        <p:spPr>
          <a:xfrm rot="5400000">
            <a:off x="8554366" y="788296"/>
            <a:ext cx="102820" cy="1735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1F741D-45DA-59D2-94C4-98204073BBBF}"/>
              </a:ext>
            </a:extLst>
          </p:cNvPr>
          <p:cNvSpPr/>
          <p:nvPr/>
        </p:nvSpPr>
        <p:spPr>
          <a:xfrm>
            <a:off x="8022440" y="1963802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A053749-8C00-40E9-888C-B6C9FA566DB9}"/>
              </a:ext>
            </a:extLst>
          </p:cNvPr>
          <p:cNvSpPr/>
          <p:nvPr/>
        </p:nvSpPr>
        <p:spPr>
          <a:xfrm>
            <a:off x="8191377" y="2115889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03136E-5029-DE25-C696-F319FF045FA1}"/>
              </a:ext>
            </a:extLst>
          </p:cNvPr>
          <p:cNvSpPr txBox="1"/>
          <p:nvPr/>
        </p:nvSpPr>
        <p:spPr>
          <a:xfrm>
            <a:off x="8067365" y="3575502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969330F-64A8-DFB0-CEAF-DD951281BB12}"/>
              </a:ext>
            </a:extLst>
          </p:cNvPr>
          <p:cNvGrpSpPr/>
          <p:nvPr/>
        </p:nvGrpSpPr>
        <p:grpSpPr>
          <a:xfrm rot="5400000">
            <a:off x="6624735" y="3006791"/>
            <a:ext cx="98785" cy="735446"/>
            <a:chOff x="4737863" y="4876315"/>
            <a:chExt cx="98785" cy="735446"/>
          </a:xfrm>
          <a:solidFill>
            <a:srgbClr val="00B0F0"/>
          </a:solidFill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021FC11-6BA2-D321-B9C9-166D7AFD9305}"/>
                </a:ext>
              </a:extLst>
            </p:cNvPr>
            <p:cNvSpPr/>
            <p:nvPr/>
          </p:nvSpPr>
          <p:spPr>
            <a:xfrm>
              <a:off x="4737863" y="487631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47212CD-CF1B-26E8-3190-F2478221BBF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CE48EFB-1CD0-4901-FDC6-35B4348C15E7}"/>
              </a:ext>
            </a:extLst>
          </p:cNvPr>
          <p:cNvGrpSpPr/>
          <p:nvPr/>
        </p:nvGrpSpPr>
        <p:grpSpPr>
          <a:xfrm rot="5400000">
            <a:off x="2064203" y="2636471"/>
            <a:ext cx="405306" cy="485841"/>
            <a:chOff x="9191246" y="3854248"/>
            <a:chExt cx="405306" cy="485841"/>
          </a:xfrm>
          <a:solidFill>
            <a:srgbClr val="CC0000"/>
          </a:solidFill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C387AB5E-D7C1-9FA5-DBC8-3D851DCEAD21}"/>
                </a:ext>
              </a:extLst>
            </p:cNvPr>
            <p:cNvGrpSpPr/>
            <p:nvPr/>
          </p:nvGrpSpPr>
          <p:grpSpPr>
            <a:xfrm>
              <a:off x="9497738" y="3857055"/>
              <a:ext cx="98814" cy="483034"/>
              <a:chOff x="4611627" y="4957277"/>
              <a:chExt cx="98814" cy="48303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29CD8BAA-EAA1-EEF8-0735-A10C6FC6089F}"/>
                  </a:ext>
                </a:extLst>
              </p:cNvPr>
              <p:cNvSpPr/>
              <p:nvPr/>
            </p:nvSpPr>
            <p:spPr>
              <a:xfrm>
                <a:off x="4611627" y="495727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0E26697C-910E-328A-5D37-2E0FBBF47E16}"/>
                  </a:ext>
                </a:extLst>
              </p:cNvPr>
              <p:cNvSpPr/>
              <p:nvPr/>
            </p:nvSpPr>
            <p:spPr>
              <a:xfrm>
                <a:off x="4612056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별: 꼭짓점 7개 17">
              <a:extLst>
                <a:ext uri="{FF2B5EF4-FFF2-40B4-BE49-F238E27FC236}">
                  <a16:creationId xmlns:a16="http://schemas.microsoft.com/office/drawing/2014/main" id="{1DABC7E0-7CF0-27F5-9F9B-24D724E879CE}"/>
                </a:ext>
              </a:extLst>
            </p:cNvPr>
            <p:cNvSpPr/>
            <p:nvPr/>
          </p:nvSpPr>
          <p:spPr>
            <a:xfrm rot="5400000">
              <a:off x="9269694" y="397662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AF66979-E774-ED85-2936-D2A1285642BB}"/>
                </a:ext>
              </a:extLst>
            </p:cNvPr>
            <p:cNvGrpSpPr/>
            <p:nvPr/>
          </p:nvGrpSpPr>
          <p:grpSpPr>
            <a:xfrm>
              <a:off x="9191246" y="3854248"/>
              <a:ext cx="98814" cy="483034"/>
              <a:chOff x="4737834" y="4957277"/>
              <a:chExt cx="98814" cy="48303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0C5CEA62-9DDF-CC84-E415-BBB047226206}"/>
                  </a:ext>
                </a:extLst>
              </p:cNvPr>
              <p:cNvSpPr/>
              <p:nvPr/>
            </p:nvSpPr>
            <p:spPr>
              <a:xfrm>
                <a:off x="4737834" y="495727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71F6624B-E813-3845-37FD-09081A43F52C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B6AAA29-F65E-7EC5-919E-E8610CE08F84}"/>
              </a:ext>
            </a:extLst>
          </p:cNvPr>
          <p:cNvSpPr/>
          <p:nvPr/>
        </p:nvSpPr>
        <p:spPr>
          <a:xfrm rot="16200000" flipV="1">
            <a:off x="4288451" y="1293217"/>
            <a:ext cx="85684" cy="7085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EE1A9AE-51AC-BD7F-AB64-DFAA35669711}"/>
              </a:ext>
            </a:extLst>
          </p:cNvPr>
          <p:cNvSpPr/>
          <p:nvPr/>
        </p:nvSpPr>
        <p:spPr>
          <a:xfrm rot="16200000" flipV="1">
            <a:off x="3182194" y="2380647"/>
            <a:ext cx="98384" cy="6530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8A45E9F-7F65-7689-16F6-D5FFFB887316}"/>
              </a:ext>
            </a:extLst>
          </p:cNvPr>
          <p:cNvGrpSpPr/>
          <p:nvPr/>
        </p:nvGrpSpPr>
        <p:grpSpPr>
          <a:xfrm rot="5400000">
            <a:off x="4592359" y="3693460"/>
            <a:ext cx="98795" cy="630586"/>
            <a:chOff x="4737853" y="4981175"/>
            <a:chExt cx="98795" cy="630586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069B7776-161D-0F3F-A2A6-AE8BD138B4D5}"/>
                </a:ext>
              </a:extLst>
            </p:cNvPr>
            <p:cNvSpPr/>
            <p:nvPr/>
          </p:nvSpPr>
          <p:spPr>
            <a:xfrm>
              <a:off x="4737853" y="49811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F9D91AE-320A-21D8-B136-7307ED2F29D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DF22162-EB5E-4098-8772-0981B74E17A1}"/>
              </a:ext>
            </a:extLst>
          </p:cNvPr>
          <p:cNvSpPr txBox="1"/>
          <p:nvPr/>
        </p:nvSpPr>
        <p:spPr>
          <a:xfrm>
            <a:off x="9753595" y="213287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557CE4C-3E73-5080-7E95-F6EAC3F54134}"/>
              </a:ext>
            </a:extLst>
          </p:cNvPr>
          <p:cNvGrpSpPr/>
          <p:nvPr/>
        </p:nvGrpSpPr>
        <p:grpSpPr>
          <a:xfrm>
            <a:off x="136384" y="91839"/>
            <a:ext cx="2166761" cy="738664"/>
            <a:chOff x="209306" y="114311"/>
            <a:chExt cx="2166761" cy="742666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BE37ABF2-9A20-3286-DD2C-2FEA006D38E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3A2F4B1D-51A3-2596-E6BB-5D8B29E80AF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3E7A7858-1B1E-4173-1AE7-252E72BE22A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TextBox 11">
              <a:extLst>
                <a:ext uri="{FF2B5EF4-FFF2-40B4-BE49-F238E27FC236}">
                  <a16:creationId xmlns:a16="http://schemas.microsoft.com/office/drawing/2014/main" id="{C826AB76-631A-3F5D-A68C-1882ECD5753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D672BB7-0619-0B91-3FDF-691FE93D32BB}"/>
              </a:ext>
            </a:extLst>
          </p:cNvPr>
          <p:cNvSpPr txBox="1"/>
          <p:nvPr/>
        </p:nvSpPr>
        <p:spPr>
          <a:xfrm>
            <a:off x="81885" y="121526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3FEB1609-8EC2-5EB8-F9F1-176A70F66E68}"/>
              </a:ext>
            </a:extLst>
          </p:cNvPr>
          <p:cNvSpPr txBox="1"/>
          <p:nvPr/>
        </p:nvSpPr>
        <p:spPr>
          <a:xfrm>
            <a:off x="127325" y="72473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9D656B-1C20-93D4-B072-E0BCD6D19C3B}"/>
              </a:ext>
            </a:extLst>
          </p:cNvPr>
          <p:cNvSpPr txBox="1"/>
          <p:nvPr/>
        </p:nvSpPr>
        <p:spPr>
          <a:xfrm>
            <a:off x="9794068" y="1637156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C579054-93D8-1631-70DA-6C63B01E1D63}"/>
              </a:ext>
            </a:extLst>
          </p:cNvPr>
          <p:cNvGrpSpPr/>
          <p:nvPr/>
        </p:nvGrpSpPr>
        <p:grpSpPr>
          <a:xfrm>
            <a:off x="9581209" y="1979042"/>
            <a:ext cx="98905" cy="1397898"/>
            <a:chOff x="4737864" y="4695342"/>
            <a:chExt cx="98905" cy="139789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B38B6D1-66ED-17FA-95F7-177D3F404C6D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B0F0A8D8-65DB-E33B-9B69-710D95B17D2C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3A3CB0C6-8DBE-A128-ACCD-799438ED34E8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84012FF-876F-6D58-BCF2-7E5EFDE90A5C}"/>
              </a:ext>
            </a:extLst>
          </p:cNvPr>
          <p:cNvSpPr/>
          <p:nvPr/>
        </p:nvSpPr>
        <p:spPr>
          <a:xfrm flipV="1">
            <a:off x="1976558" y="3223114"/>
            <a:ext cx="98384" cy="8142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B806E109-14F5-37E4-15AE-0A5E0FFF7DC8}"/>
              </a:ext>
            </a:extLst>
          </p:cNvPr>
          <p:cNvCxnSpPr>
            <a:cxnSpLocks/>
          </p:cNvCxnSpPr>
          <p:nvPr/>
        </p:nvCxnSpPr>
        <p:spPr>
          <a:xfrm flipH="1">
            <a:off x="9261008" y="2250388"/>
            <a:ext cx="6118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C9CBC90-B584-25FF-E0FE-6F929FAD28CF}"/>
              </a:ext>
            </a:extLst>
          </p:cNvPr>
          <p:cNvGrpSpPr/>
          <p:nvPr/>
        </p:nvGrpSpPr>
        <p:grpSpPr>
          <a:xfrm>
            <a:off x="7604888" y="1890811"/>
            <a:ext cx="98905" cy="1397898"/>
            <a:chOff x="4737864" y="4695342"/>
            <a:chExt cx="98905" cy="1397898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4CF4FA92-C223-06F3-2DDA-9B8809795EE5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D715A6DC-10D7-BC58-A28A-A80575BE437B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B99D1E7E-5F35-1759-B667-E0005BFF7766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AC30898-72D1-104D-CDAB-DC1B117D6E69}"/>
              </a:ext>
            </a:extLst>
          </p:cNvPr>
          <p:cNvCxnSpPr>
            <a:cxnSpLocks/>
          </p:cNvCxnSpPr>
          <p:nvPr/>
        </p:nvCxnSpPr>
        <p:spPr>
          <a:xfrm flipH="1">
            <a:off x="9664354" y="1934348"/>
            <a:ext cx="232121" cy="63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5018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71561-4E4A-7836-81D9-4B8AD12BC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356564D-60B2-8E57-3B03-5013EEE47D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4350" y="1439422"/>
            <a:ext cx="8487960" cy="54300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D22830-8118-4F25-C113-A85C1FC726FB}"/>
                  </a:ext>
                </a:extLst>
              </p:cNvPr>
              <p:cNvSpPr txBox="1"/>
              <p:nvPr/>
            </p:nvSpPr>
            <p:spPr>
              <a:xfrm>
                <a:off x="10171035" y="100248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116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D22830-8118-4F25-C113-A85C1FC72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0248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CDFABE4-4C11-4E98-6706-34648E3340F4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116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7BCE8C-BC9A-C7EF-613A-1BC8632EE72F}"/>
              </a:ext>
            </a:extLst>
          </p:cNvPr>
          <p:cNvSpPr/>
          <p:nvPr/>
        </p:nvSpPr>
        <p:spPr>
          <a:xfrm rot="10800000">
            <a:off x="6216969" y="1595875"/>
            <a:ext cx="90478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1275E-77C0-BEAC-EF89-BEDAEEE848AF}"/>
              </a:ext>
            </a:extLst>
          </p:cNvPr>
          <p:cNvSpPr txBox="1"/>
          <p:nvPr/>
        </p:nvSpPr>
        <p:spPr>
          <a:xfrm>
            <a:off x="5864743" y="258993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533AAF4-6EA4-DBDF-258C-E8A90B6B5601}"/>
              </a:ext>
            </a:extLst>
          </p:cNvPr>
          <p:cNvSpPr/>
          <p:nvPr/>
        </p:nvSpPr>
        <p:spPr>
          <a:xfrm rot="5400000">
            <a:off x="8554366" y="788296"/>
            <a:ext cx="102820" cy="1735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063076A-AC59-20AA-F2AC-696BE187B6AA}"/>
              </a:ext>
            </a:extLst>
          </p:cNvPr>
          <p:cNvSpPr/>
          <p:nvPr/>
        </p:nvSpPr>
        <p:spPr>
          <a:xfrm>
            <a:off x="8022440" y="1963802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B423A16-954F-F77A-A7C3-97D25BFC4C97}"/>
              </a:ext>
            </a:extLst>
          </p:cNvPr>
          <p:cNvSpPr/>
          <p:nvPr/>
        </p:nvSpPr>
        <p:spPr>
          <a:xfrm>
            <a:off x="8191377" y="2115889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9E1FC5-6167-8B8E-AF52-9F7449ABF96D}"/>
              </a:ext>
            </a:extLst>
          </p:cNvPr>
          <p:cNvSpPr txBox="1"/>
          <p:nvPr/>
        </p:nvSpPr>
        <p:spPr>
          <a:xfrm>
            <a:off x="8067365" y="3575502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7457EB69-3BF0-5235-B71B-6D1ED5E9FD36}"/>
              </a:ext>
            </a:extLst>
          </p:cNvPr>
          <p:cNvSpPr/>
          <p:nvPr/>
        </p:nvSpPr>
        <p:spPr>
          <a:xfrm>
            <a:off x="8370805" y="2299217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ABC85CD-0C0A-5E66-6F43-8D88E38E4877}"/>
              </a:ext>
            </a:extLst>
          </p:cNvPr>
          <p:cNvGrpSpPr/>
          <p:nvPr/>
        </p:nvGrpSpPr>
        <p:grpSpPr>
          <a:xfrm rot="5400000">
            <a:off x="6624735" y="3006791"/>
            <a:ext cx="98785" cy="735446"/>
            <a:chOff x="4737863" y="4876315"/>
            <a:chExt cx="98785" cy="735446"/>
          </a:xfrm>
          <a:solidFill>
            <a:srgbClr val="00B0F0"/>
          </a:solidFill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FAA45DF-FD76-3EC3-E241-9235B80B394B}"/>
                </a:ext>
              </a:extLst>
            </p:cNvPr>
            <p:cNvSpPr/>
            <p:nvPr/>
          </p:nvSpPr>
          <p:spPr>
            <a:xfrm>
              <a:off x="4737863" y="487631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763A548F-0CDB-C674-2FAD-F4EA748E005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1493CD0-22E5-5401-96FA-780BBC0B0E67}"/>
              </a:ext>
            </a:extLst>
          </p:cNvPr>
          <p:cNvGrpSpPr/>
          <p:nvPr/>
        </p:nvGrpSpPr>
        <p:grpSpPr>
          <a:xfrm rot="5400000">
            <a:off x="2064203" y="2636471"/>
            <a:ext cx="405306" cy="485841"/>
            <a:chOff x="9191246" y="3854248"/>
            <a:chExt cx="405306" cy="485841"/>
          </a:xfrm>
          <a:solidFill>
            <a:srgbClr val="CC0000"/>
          </a:solidFill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1DBAC7A9-8BA3-25BB-CA33-0E9B6299CD92}"/>
                </a:ext>
              </a:extLst>
            </p:cNvPr>
            <p:cNvGrpSpPr/>
            <p:nvPr/>
          </p:nvGrpSpPr>
          <p:grpSpPr>
            <a:xfrm>
              <a:off x="9497738" y="3857055"/>
              <a:ext cx="98814" cy="483034"/>
              <a:chOff x="4611627" y="4957277"/>
              <a:chExt cx="98814" cy="48303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5BE010CB-4852-7962-4A97-7060B18F13CA}"/>
                  </a:ext>
                </a:extLst>
              </p:cNvPr>
              <p:cNvSpPr/>
              <p:nvPr/>
            </p:nvSpPr>
            <p:spPr>
              <a:xfrm>
                <a:off x="4611627" y="495727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8E910A95-4BBC-5FDD-AE36-49FA396BD502}"/>
                  </a:ext>
                </a:extLst>
              </p:cNvPr>
              <p:cNvSpPr/>
              <p:nvPr/>
            </p:nvSpPr>
            <p:spPr>
              <a:xfrm>
                <a:off x="4612056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별: 꼭짓점 7개 17">
              <a:extLst>
                <a:ext uri="{FF2B5EF4-FFF2-40B4-BE49-F238E27FC236}">
                  <a16:creationId xmlns:a16="http://schemas.microsoft.com/office/drawing/2014/main" id="{B6A4904A-08B3-FF4D-1DD6-63C0E75FFCA9}"/>
                </a:ext>
              </a:extLst>
            </p:cNvPr>
            <p:cNvSpPr/>
            <p:nvPr/>
          </p:nvSpPr>
          <p:spPr>
            <a:xfrm rot="5400000">
              <a:off x="9269694" y="397662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E7BE354-B7B4-B738-E4B6-A7D35A89669D}"/>
                </a:ext>
              </a:extLst>
            </p:cNvPr>
            <p:cNvGrpSpPr/>
            <p:nvPr/>
          </p:nvGrpSpPr>
          <p:grpSpPr>
            <a:xfrm>
              <a:off x="9191246" y="3854248"/>
              <a:ext cx="98814" cy="483034"/>
              <a:chOff x="4737834" y="4957277"/>
              <a:chExt cx="98814" cy="48303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71C927AB-801D-5F64-0682-CA21054CF258}"/>
                  </a:ext>
                </a:extLst>
              </p:cNvPr>
              <p:cNvSpPr/>
              <p:nvPr/>
            </p:nvSpPr>
            <p:spPr>
              <a:xfrm>
                <a:off x="4737834" y="495727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032745E0-F43C-37EF-F4A1-CA44CD91E6A2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319445-BC92-0B52-8949-54F4E017CB8C}"/>
              </a:ext>
            </a:extLst>
          </p:cNvPr>
          <p:cNvSpPr/>
          <p:nvPr/>
        </p:nvSpPr>
        <p:spPr>
          <a:xfrm rot="16200000" flipV="1">
            <a:off x="4288451" y="1293217"/>
            <a:ext cx="85684" cy="7085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8C74609-933A-D36B-A76B-815C333471D1}"/>
              </a:ext>
            </a:extLst>
          </p:cNvPr>
          <p:cNvSpPr/>
          <p:nvPr/>
        </p:nvSpPr>
        <p:spPr>
          <a:xfrm rot="16200000" flipV="1">
            <a:off x="3182194" y="2380647"/>
            <a:ext cx="98384" cy="6530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E59962A-2671-88C8-B133-2A3E225393D4}"/>
              </a:ext>
            </a:extLst>
          </p:cNvPr>
          <p:cNvGrpSpPr/>
          <p:nvPr/>
        </p:nvGrpSpPr>
        <p:grpSpPr>
          <a:xfrm rot="5400000">
            <a:off x="4592359" y="3693460"/>
            <a:ext cx="98795" cy="630586"/>
            <a:chOff x="4737853" y="4981175"/>
            <a:chExt cx="98795" cy="630586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295D2AF-D012-223B-C784-53DFA454D338}"/>
                </a:ext>
              </a:extLst>
            </p:cNvPr>
            <p:cNvSpPr/>
            <p:nvPr/>
          </p:nvSpPr>
          <p:spPr>
            <a:xfrm>
              <a:off x="4737853" y="49811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C6915F0-E063-59C8-037B-3C4B8AF2E4C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3B0FD94-3B4B-BAE5-4A29-04CB291B116F}"/>
              </a:ext>
            </a:extLst>
          </p:cNvPr>
          <p:cNvSpPr txBox="1"/>
          <p:nvPr/>
        </p:nvSpPr>
        <p:spPr>
          <a:xfrm>
            <a:off x="9753595" y="213287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C9045D-3378-1C58-F290-294E7EF3803E}"/>
              </a:ext>
            </a:extLst>
          </p:cNvPr>
          <p:cNvSpPr txBox="1"/>
          <p:nvPr/>
        </p:nvSpPr>
        <p:spPr>
          <a:xfrm>
            <a:off x="9766000" y="27315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FC276D7-7F76-CE6F-11CB-89D63D616E68}"/>
              </a:ext>
            </a:extLst>
          </p:cNvPr>
          <p:cNvGrpSpPr/>
          <p:nvPr/>
        </p:nvGrpSpPr>
        <p:grpSpPr>
          <a:xfrm>
            <a:off x="136384" y="91839"/>
            <a:ext cx="2166761" cy="738664"/>
            <a:chOff x="209306" y="114311"/>
            <a:chExt cx="2166761" cy="742666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54A4BE6C-CA06-BE30-2790-24F3B7C8D22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D2C6A182-B7F3-8189-7D5E-965673F32CB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2B84FC8A-8EEF-1F5F-8B94-3C219EF459B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TextBox 11">
              <a:extLst>
                <a:ext uri="{FF2B5EF4-FFF2-40B4-BE49-F238E27FC236}">
                  <a16:creationId xmlns:a16="http://schemas.microsoft.com/office/drawing/2014/main" id="{ECD534AE-EE48-1476-11AE-482935BE1AA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A3E49DA-B8B4-AC83-C861-0E355AF81312}"/>
              </a:ext>
            </a:extLst>
          </p:cNvPr>
          <p:cNvSpPr txBox="1"/>
          <p:nvPr/>
        </p:nvSpPr>
        <p:spPr>
          <a:xfrm>
            <a:off x="81885" y="121526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C8BFD231-0F03-EC97-C3B9-D8B6343B22EA}"/>
              </a:ext>
            </a:extLst>
          </p:cNvPr>
          <p:cNvSpPr txBox="1"/>
          <p:nvPr/>
        </p:nvSpPr>
        <p:spPr>
          <a:xfrm>
            <a:off x="127325" y="72473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5A9C42-11B5-FE8D-12F0-4C2C446C4007}"/>
              </a:ext>
            </a:extLst>
          </p:cNvPr>
          <p:cNvSpPr txBox="1"/>
          <p:nvPr/>
        </p:nvSpPr>
        <p:spPr>
          <a:xfrm>
            <a:off x="9794068" y="1637156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26199E1-54AF-8550-3E03-B1E3E8210CD9}"/>
              </a:ext>
            </a:extLst>
          </p:cNvPr>
          <p:cNvGrpSpPr/>
          <p:nvPr/>
        </p:nvGrpSpPr>
        <p:grpSpPr>
          <a:xfrm>
            <a:off x="9581209" y="1979042"/>
            <a:ext cx="98905" cy="1397898"/>
            <a:chOff x="4737864" y="4695342"/>
            <a:chExt cx="98905" cy="139789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67904F2-462B-FEA2-DCAC-04A6F8740606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E2C962B-2073-3631-59F8-EA6FDD5BDD35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F59BE768-484D-2FA5-C663-8A4B080B1571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8A3EC61-9ACA-B36A-7669-9F4E39FF6D22}"/>
              </a:ext>
            </a:extLst>
          </p:cNvPr>
          <p:cNvSpPr/>
          <p:nvPr/>
        </p:nvSpPr>
        <p:spPr>
          <a:xfrm flipV="1">
            <a:off x="1976558" y="3223114"/>
            <a:ext cx="98384" cy="8142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4A1CA50-3A09-1B67-0713-850DD97C5A9F}"/>
              </a:ext>
            </a:extLst>
          </p:cNvPr>
          <p:cNvCxnSpPr>
            <a:cxnSpLocks/>
          </p:cNvCxnSpPr>
          <p:nvPr/>
        </p:nvCxnSpPr>
        <p:spPr>
          <a:xfrm flipH="1">
            <a:off x="9261008" y="2250388"/>
            <a:ext cx="6118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F9D022E-EB2B-61C1-DD3E-66601A858566}"/>
              </a:ext>
            </a:extLst>
          </p:cNvPr>
          <p:cNvGrpSpPr/>
          <p:nvPr/>
        </p:nvGrpSpPr>
        <p:grpSpPr>
          <a:xfrm>
            <a:off x="7604888" y="1890811"/>
            <a:ext cx="98905" cy="1397898"/>
            <a:chOff x="4737864" y="4695342"/>
            <a:chExt cx="98905" cy="1397898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0587D627-172F-6C62-9E32-0ECA9CC2062C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1A71F590-EEE8-FFC1-0A54-FE75D7FBF653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EDBC9E7C-781F-623D-35C0-3246303F31DA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361FD376-9F7B-58C4-FE6E-D7E715C70E65}"/>
              </a:ext>
            </a:extLst>
          </p:cNvPr>
          <p:cNvCxnSpPr>
            <a:cxnSpLocks/>
          </p:cNvCxnSpPr>
          <p:nvPr/>
        </p:nvCxnSpPr>
        <p:spPr>
          <a:xfrm flipH="1">
            <a:off x="9664354" y="1934348"/>
            <a:ext cx="232121" cy="63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2202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71561-4E4A-7836-81D9-4B8AD12BC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356564D-60B2-8E57-3B03-5013EEE47D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4350" y="1439422"/>
            <a:ext cx="8487960" cy="54300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D22830-8118-4F25-C113-A85C1FC726FB}"/>
                  </a:ext>
                </a:extLst>
              </p:cNvPr>
              <p:cNvSpPr txBox="1"/>
              <p:nvPr/>
            </p:nvSpPr>
            <p:spPr>
              <a:xfrm>
                <a:off x="10171035" y="100248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116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D22830-8118-4F25-C113-A85C1FC72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0248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CDFABE4-4C11-4E98-6706-34648E3340F4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116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7457EB69-3BF0-5235-B71B-6D1ED5E9FD36}"/>
              </a:ext>
            </a:extLst>
          </p:cNvPr>
          <p:cNvSpPr/>
          <p:nvPr/>
        </p:nvSpPr>
        <p:spPr>
          <a:xfrm>
            <a:off x="8370805" y="2299217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C9045D-3378-1C58-F290-294E7EF3803E}"/>
              </a:ext>
            </a:extLst>
          </p:cNvPr>
          <p:cNvSpPr txBox="1"/>
          <p:nvPr/>
        </p:nvSpPr>
        <p:spPr>
          <a:xfrm>
            <a:off x="9932310" y="2378778"/>
            <a:ext cx="1362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FC276D7-7F76-CE6F-11CB-89D63D616E68}"/>
              </a:ext>
            </a:extLst>
          </p:cNvPr>
          <p:cNvGrpSpPr/>
          <p:nvPr/>
        </p:nvGrpSpPr>
        <p:grpSpPr>
          <a:xfrm>
            <a:off x="136384" y="91839"/>
            <a:ext cx="2166761" cy="738664"/>
            <a:chOff x="209306" y="114311"/>
            <a:chExt cx="2166761" cy="742666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54A4BE6C-CA06-BE30-2790-24F3B7C8D22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D2C6A182-B7F3-8189-7D5E-965673F32CB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2B84FC8A-8EEF-1F5F-8B94-3C219EF459B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TextBox 11">
              <a:extLst>
                <a:ext uri="{FF2B5EF4-FFF2-40B4-BE49-F238E27FC236}">
                  <a16:creationId xmlns:a16="http://schemas.microsoft.com/office/drawing/2014/main" id="{ECD534AE-EE48-1476-11AE-482935BE1AA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A3E49DA-B8B4-AC83-C861-0E355AF81312}"/>
              </a:ext>
            </a:extLst>
          </p:cNvPr>
          <p:cNvSpPr txBox="1"/>
          <p:nvPr/>
        </p:nvSpPr>
        <p:spPr>
          <a:xfrm>
            <a:off x="81885" y="121526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C8BFD231-0F03-EC97-C3B9-D8B6343B22EA}"/>
              </a:ext>
            </a:extLst>
          </p:cNvPr>
          <p:cNvSpPr txBox="1"/>
          <p:nvPr/>
        </p:nvSpPr>
        <p:spPr>
          <a:xfrm>
            <a:off x="127325" y="72473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BA6A81F1-11AF-CA74-1000-5B3D65E5DA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888768" y="3696500"/>
            <a:ext cx="2236971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2675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71561-4E4A-7836-81D9-4B8AD12BC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356564D-60B2-8E57-3B03-5013EEE47D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4350" y="1439422"/>
            <a:ext cx="8487960" cy="54300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D22830-8118-4F25-C113-A85C1FC726FB}"/>
                  </a:ext>
                </a:extLst>
              </p:cNvPr>
              <p:cNvSpPr txBox="1"/>
              <p:nvPr/>
            </p:nvSpPr>
            <p:spPr>
              <a:xfrm>
                <a:off x="10171035" y="100248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:r>
                  <a:rPr lang="en-US" altLang="ko-KR" sz="2000" b="1" u="none" strike="noStrike">
                    <a:ln/>
                    <a:solidFill>
                      <a:schemeClr val="tx1"/>
                    </a:solidFill>
                  </a:rPr>
                  <a:t>116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D22830-8118-4F25-C113-A85C1FC72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0248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CDFABE4-4C11-4E98-6706-34648E3340F4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116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7457EB69-3BF0-5235-B71B-6D1ED5E9FD36}"/>
              </a:ext>
            </a:extLst>
          </p:cNvPr>
          <p:cNvSpPr/>
          <p:nvPr/>
        </p:nvSpPr>
        <p:spPr>
          <a:xfrm>
            <a:off x="8370805" y="2299217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C9045D-3378-1C58-F290-294E7EF3803E}"/>
              </a:ext>
            </a:extLst>
          </p:cNvPr>
          <p:cNvSpPr txBox="1"/>
          <p:nvPr/>
        </p:nvSpPr>
        <p:spPr>
          <a:xfrm>
            <a:off x="9932310" y="2378778"/>
            <a:ext cx="1762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FC276D7-7F76-CE6F-11CB-89D63D616E68}"/>
              </a:ext>
            </a:extLst>
          </p:cNvPr>
          <p:cNvGrpSpPr/>
          <p:nvPr/>
        </p:nvGrpSpPr>
        <p:grpSpPr>
          <a:xfrm>
            <a:off x="136384" y="91839"/>
            <a:ext cx="2166761" cy="738664"/>
            <a:chOff x="209306" y="114311"/>
            <a:chExt cx="2166761" cy="742666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54A4BE6C-CA06-BE30-2790-24F3B7C8D22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D2C6A182-B7F3-8189-7D5E-965673F32CB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2B84FC8A-8EEF-1F5F-8B94-3C219EF459B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TextBox 11">
              <a:extLst>
                <a:ext uri="{FF2B5EF4-FFF2-40B4-BE49-F238E27FC236}">
                  <a16:creationId xmlns:a16="http://schemas.microsoft.com/office/drawing/2014/main" id="{ECD534AE-EE48-1476-11AE-482935BE1AA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A3E49DA-B8B4-AC83-C861-0E355AF81312}"/>
              </a:ext>
            </a:extLst>
          </p:cNvPr>
          <p:cNvSpPr txBox="1"/>
          <p:nvPr/>
        </p:nvSpPr>
        <p:spPr>
          <a:xfrm>
            <a:off x="81885" y="121526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C8BFD231-0F03-EC97-C3B9-D8B6343B22EA}"/>
              </a:ext>
            </a:extLst>
          </p:cNvPr>
          <p:cNvSpPr txBox="1"/>
          <p:nvPr/>
        </p:nvSpPr>
        <p:spPr>
          <a:xfrm>
            <a:off x="127325" y="72473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BA6A81F1-11AF-CA74-1000-5B3D65E5DA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888768" y="4523814"/>
            <a:ext cx="2236971" cy="15544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8F38841C-AA9C-B628-2E30-33C4FFF8AE87}"/>
              </a:ext>
            </a:extLst>
          </p:cNvPr>
          <p:cNvGrpSpPr/>
          <p:nvPr/>
        </p:nvGrpSpPr>
        <p:grpSpPr>
          <a:xfrm>
            <a:off x="9924542" y="3238555"/>
            <a:ext cx="2153752" cy="1204197"/>
            <a:chOff x="149488" y="3169907"/>
            <a:chExt cx="2153752" cy="120419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32046E9-FC5E-8E64-AFF9-D7E73A10D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6C27742-3C4C-CF38-55F8-5D37BC338552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err="1"/>
                <a:t>코타라</a:t>
              </a:r>
              <a:endParaRPr lang="ko-KR" altLang="en-US" sz="1400" b="1"/>
            </a:p>
          </p:txBody>
        </p:sp>
      </p:grpSp>
    </p:spTree>
    <p:extLst>
      <p:ext uri="{BB962C8B-B14F-4D97-AF65-F5344CB8AC3E}">
        <p14:creationId xmlns:p14="http://schemas.microsoft.com/office/powerpoint/2010/main" val="5044246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55B-7D88-3794-406C-91BFCE0FD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BA90E11-0A79-D068-D37A-DD059FA7C8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9734" y="1155700"/>
            <a:ext cx="6999042" cy="56201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7E4680-08A1-A145-1647-E925707CA733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𝟏𝟒𝟐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7E4680-08A1-A145-1647-E925707CA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CB81F27-220D-3C54-5704-833BFC1AD613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142P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98501F-B661-3415-0C4D-089783C8AA0E}"/>
              </a:ext>
            </a:extLst>
          </p:cNvPr>
          <p:cNvSpPr/>
          <p:nvPr/>
        </p:nvSpPr>
        <p:spPr>
          <a:xfrm>
            <a:off x="5900170" y="5467476"/>
            <a:ext cx="98880" cy="1080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AC1ACB3-37D4-C769-CC40-1F17D96CA57E}"/>
              </a:ext>
            </a:extLst>
          </p:cNvPr>
          <p:cNvSpPr/>
          <p:nvPr/>
        </p:nvSpPr>
        <p:spPr>
          <a:xfrm>
            <a:off x="4918444" y="5561972"/>
            <a:ext cx="859681" cy="85698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5439C93-2157-1F66-783D-44BEB334B8C9}"/>
              </a:ext>
            </a:extLst>
          </p:cNvPr>
          <p:cNvSpPr/>
          <p:nvPr/>
        </p:nvSpPr>
        <p:spPr>
          <a:xfrm>
            <a:off x="5059537" y="5687277"/>
            <a:ext cx="596736" cy="61062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983A07-69E9-B860-0AB1-F20E6FA0B0B3}"/>
              </a:ext>
            </a:extLst>
          </p:cNvPr>
          <p:cNvSpPr txBox="1"/>
          <p:nvPr/>
        </p:nvSpPr>
        <p:spPr>
          <a:xfrm>
            <a:off x="3831557" y="5807669"/>
            <a:ext cx="1037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C048D4-2AD9-2353-ADA7-EB0C19E2590B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85B2435-FD8B-D1A0-C1B0-0DAD0EF87211}"/>
              </a:ext>
            </a:extLst>
          </p:cNvPr>
          <p:cNvGrpSpPr/>
          <p:nvPr/>
        </p:nvGrpSpPr>
        <p:grpSpPr>
          <a:xfrm rot="5400000">
            <a:off x="5183963" y="2258759"/>
            <a:ext cx="98792" cy="481917"/>
            <a:chOff x="4737856" y="5129844"/>
            <a:chExt cx="98792" cy="481917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82744151-5040-48AC-F002-8DE918082A1B}"/>
                </a:ext>
              </a:extLst>
            </p:cNvPr>
            <p:cNvSpPr/>
            <p:nvPr/>
          </p:nvSpPr>
          <p:spPr>
            <a:xfrm>
              <a:off x="4737856" y="51298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E0D102DE-D0BB-21DC-FC2B-86B8E5D04E4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87E4513-DB84-713F-4ADC-D10EF86C543E}"/>
              </a:ext>
            </a:extLst>
          </p:cNvPr>
          <p:cNvSpPr/>
          <p:nvPr/>
        </p:nvSpPr>
        <p:spPr>
          <a:xfrm flipV="1">
            <a:off x="5291811" y="1550166"/>
            <a:ext cx="98385" cy="5548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AB3021-67C3-F7FE-63F3-0D37E89DA864}"/>
              </a:ext>
            </a:extLst>
          </p:cNvPr>
          <p:cNvSpPr txBox="1"/>
          <p:nvPr/>
        </p:nvSpPr>
        <p:spPr>
          <a:xfrm>
            <a:off x="6099100" y="5598618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2B1BAFAB-B3DB-77D1-4511-3E1F8A7CBE5A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3FFEB38-994C-09C6-05B0-80CEADA8D79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0B02B57C-4EFF-74DD-C7CF-CBB4CCFE94E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C20A56B-AF9D-9C96-B75C-4EC0293B881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1774404B-EE6E-5D56-5C1F-9C3D02D055E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13404F0E-FCB4-A9DA-C510-7CBF9D2D2EC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12D2B36-150D-EFDE-1D12-9E91A661126F}"/>
              </a:ext>
            </a:extLst>
          </p:cNvPr>
          <p:cNvSpPr/>
          <p:nvPr/>
        </p:nvSpPr>
        <p:spPr>
          <a:xfrm rot="16200000" flipV="1">
            <a:off x="6707220" y="1511439"/>
            <a:ext cx="97678" cy="4791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A37D285-98E8-9093-867C-159B4F8F6978}"/>
              </a:ext>
            </a:extLst>
          </p:cNvPr>
          <p:cNvCxnSpPr>
            <a:cxnSpLocks/>
          </p:cNvCxnSpPr>
          <p:nvPr/>
        </p:nvCxnSpPr>
        <p:spPr>
          <a:xfrm flipH="1">
            <a:off x="5778304" y="5717757"/>
            <a:ext cx="441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78D5D6E-1C12-FBE2-5A24-B6B9C603A86B}"/>
              </a:ext>
            </a:extLst>
          </p:cNvPr>
          <p:cNvGrpSpPr/>
          <p:nvPr/>
        </p:nvGrpSpPr>
        <p:grpSpPr>
          <a:xfrm rot="5400000">
            <a:off x="5299520" y="4951693"/>
            <a:ext cx="98830" cy="861592"/>
            <a:chOff x="4737834" y="5049352"/>
            <a:chExt cx="98830" cy="861592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497545BC-9E7F-2116-BD35-EB7A5033641A}"/>
                </a:ext>
              </a:extLst>
            </p:cNvPr>
            <p:cNvSpPr/>
            <p:nvPr/>
          </p:nvSpPr>
          <p:spPr>
            <a:xfrm>
              <a:off x="4737834" y="50493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FBFCF331-2389-91D9-5A91-3F23D6E3446F}"/>
                </a:ext>
              </a:extLst>
            </p:cNvPr>
            <p:cNvSpPr/>
            <p:nvPr/>
          </p:nvSpPr>
          <p:spPr>
            <a:xfrm>
              <a:off x="4738279" y="543003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EE268025-AB02-129B-5475-F9C6950B044B}"/>
                </a:ext>
              </a:extLst>
            </p:cNvPr>
            <p:cNvSpPr/>
            <p:nvPr/>
          </p:nvSpPr>
          <p:spPr>
            <a:xfrm>
              <a:off x="4737834" y="581255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3EE4005-504F-D11D-9EC9-496A558334A6}"/>
              </a:ext>
            </a:extLst>
          </p:cNvPr>
          <p:cNvSpPr/>
          <p:nvPr/>
        </p:nvSpPr>
        <p:spPr>
          <a:xfrm rot="16200000" flipV="1">
            <a:off x="5030675" y="2424431"/>
            <a:ext cx="97678" cy="4842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33A13E-F5DC-949C-9D5B-53732ECC429A}"/>
              </a:ext>
            </a:extLst>
          </p:cNvPr>
          <p:cNvSpPr txBox="1"/>
          <p:nvPr/>
        </p:nvSpPr>
        <p:spPr>
          <a:xfrm>
            <a:off x="6069010" y="6594873"/>
            <a:ext cx="27879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커튼박스 조명으로 변경 가능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E9D5C19-DA30-5B63-A714-4E3CAB8C931D}"/>
              </a:ext>
            </a:extLst>
          </p:cNvPr>
          <p:cNvGrpSpPr/>
          <p:nvPr/>
        </p:nvGrpSpPr>
        <p:grpSpPr>
          <a:xfrm rot="5400000">
            <a:off x="5250327" y="6192345"/>
            <a:ext cx="98830" cy="861592"/>
            <a:chOff x="4737834" y="5049352"/>
            <a:chExt cx="98830" cy="86159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E443C950-4D52-1407-9F31-2A47EBA25436}"/>
                </a:ext>
              </a:extLst>
            </p:cNvPr>
            <p:cNvSpPr/>
            <p:nvPr/>
          </p:nvSpPr>
          <p:spPr>
            <a:xfrm>
              <a:off x="4737834" y="50493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741C30DD-CC04-FAA8-8E24-2C8D39819DAE}"/>
                </a:ext>
              </a:extLst>
            </p:cNvPr>
            <p:cNvSpPr/>
            <p:nvPr/>
          </p:nvSpPr>
          <p:spPr>
            <a:xfrm>
              <a:off x="4738279" y="543003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ABC97025-F69A-1B53-3D04-6CFE276FA1A4}"/>
                </a:ext>
              </a:extLst>
            </p:cNvPr>
            <p:cNvSpPr/>
            <p:nvPr/>
          </p:nvSpPr>
          <p:spPr>
            <a:xfrm>
              <a:off x="4737834" y="581255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B223D9E1-6EA3-116F-C8CF-39FA4BA253CA}"/>
              </a:ext>
            </a:extLst>
          </p:cNvPr>
          <p:cNvCxnSpPr>
            <a:cxnSpLocks/>
          </p:cNvCxnSpPr>
          <p:nvPr/>
        </p:nvCxnSpPr>
        <p:spPr>
          <a:xfrm flipH="1" flipV="1">
            <a:off x="5730538" y="6634303"/>
            <a:ext cx="433387" cy="113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0030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21852-ECA6-29C8-F527-278FA6442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D016DA8-FF16-5BC3-8DC8-3D7B0A351C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9734" y="1155700"/>
            <a:ext cx="6999042" cy="56201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8C5B07E-9D4E-8448-1A8A-051681B82088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𝟏𝟒𝟐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8C5B07E-9D4E-8448-1A8A-051681B82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7BA0BA3-50A0-1316-CF9A-E66DBA8C8179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142P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308ADC-E7DA-6BAD-61D4-737AC27BC4BC}"/>
              </a:ext>
            </a:extLst>
          </p:cNvPr>
          <p:cNvSpPr/>
          <p:nvPr/>
        </p:nvSpPr>
        <p:spPr>
          <a:xfrm>
            <a:off x="6559802" y="3609876"/>
            <a:ext cx="76174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DD3DB9-D504-F5E7-C725-417158DF1915}"/>
              </a:ext>
            </a:extLst>
          </p:cNvPr>
          <p:cNvSpPr txBox="1"/>
          <p:nvPr/>
        </p:nvSpPr>
        <p:spPr>
          <a:xfrm>
            <a:off x="6030005" y="300691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9C7F45-7B37-7772-0798-1EB2B6020F35}"/>
              </a:ext>
            </a:extLst>
          </p:cNvPr>
          <p:cNvSpPr/>
          <p:nvPr/>
        </p:nvSpPr>
        <p:spPr>
          <a:xfrm>
            <a:off x="5900170" y="5467476"/>
            <a:ext cx="98880" cy="1080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7198B4A-E89F-064D-8AAF-4FC324C3D004}"/>
              </a:ext>
            </a:extLst>
          </p:cNvPr>
          <p:cNvSpPr/>
          <p:nvPr/>
        </p:nvSpPr>
        <p:spPr>
          <a:xfrm>
            <a:off x="4918444" y="5561972"/>
            <a:ext cx="859681" cy="85698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D223696-D0E3-2CCB-204B-937F0BBF3F67}"/>
              </a:ext>
            </a:extLst>
          </p:cNvPr>
          <p:cNvSpPr/>
          <p:nvPr/>
        </p:nvSpPr>
        <p:spPr>
          <a:xfrm>
            <a:off x="5059537" y="5687277"/>
            <a:ext cx="596736" cy="61062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40CAF1-EEDE-F542-6E4B-D6962DB01C2C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1A86357-72D9-0AE9-47D5-12B45214E683}"/>
              </a:ext>
            </a:extLst>
          </p:cNvPr>
          <p:cNvGrpSpPr/>
          <p:nvPr/>
        </p:nvGrpSpPr>
        <p:grpSpPr>
          <a:xfrm>
            <a:off x="6073775" y="2850455"/>
            <a:ext cx="98807" cy="520878"/>
            <a:chOff x="4737841" y="5202802"/>
            <a:chExt cx="98807" cy="520878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78D8AF79-DBDE-7FF8-B59A-17D726794F9B}"/>
                </a:ext>
              </a:extLst>
            </p:cNvPr>
            <p:cNvSpPr/>
            <p:nvPr/>
          </p:nvSpPr>
          <p:spPr>
            <a:xfrm>
              <a:off x="4737841" y="520280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E7B53F6-92EB-EC19-8F09-3563295227AF}"/>
                </a:ext>
              </a:extLst>
            </p:cNvPr>
            <p:cNvSpPr/>
            <p:nvPr/>
          </p:nvSpPr>
          <p:spPr>
            <a:xfrm>
              <a:off x="4738263" y="562529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23B066C-4E75-BBDA-2A36-BEA9B74F0EF6}"/>
              </a:ext>
            </a:extLst>
          </p:cNvPr>
          <p:cNvGrpSpPr/>
          <p:nvPr/>
        </p:nvGrpSpPr>
        <p:grpSpPr>
          <a:xfrm>
            <a:off x="4944886" y="1619552"/>
            <a:ext cx="308465" cy="438214"/>
            <a:chOff x="9267448" y="3797098"/>
            <a:chExt cx="308465" cy="438214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F0D37007-222A-8D25-A95A-DDC8E5907E4A}"/>
                </a:ext>
              </a:extLst>
            </p:cNvPr>
            <p:cNvGrpSpPr/>
            <p:nvPr/>
          </p:nvGrpSpPr>
          <p:grpSpPr>
            <a:xfrm>
              <a:off x="9477099" y="3799905"/>
              <a:ext cx="98814" cy="435407"/>
              <a:chOff x="4590988" y="4900127"/>
              <a:chExt cx="98814" cy="435407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60ADDD9E-ABE5-DD61-BBCA-908840CE4B7C}"/>
                  </a:ext>
                </a:extLst>
              </p:cNvPr>
              <p:cNvSpPr/>
              <p:nvPr/>
            </p:nvSpPr>
            <p:spPr>
              <a:xfrm>
                <a:off x="4590988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581A61B-91B6-0936-3AC9-CD9DFD4DED39}"/>
                  </a:ext>
                </a:extLst>
              </p:cNvPr>
              <p:cNvSpPr/>
              <p:nvPr/>
            </p:nvSpPr>
            <p:spPr>
              <a:xfrm>
                <a:off x="4591417" y="5237149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76FDA1D0-6681-992F-19B1-95FEB323CAE4}"/>
                </a:ext>
              </a:extLst>
            </p:cNvPr>
            <p:cNvSpPr/>
            <p:nvPr/>
          </p:nvSpPr>
          <p:spPr>
            <a:xfrm rot="5400000">
              <a:off x="9298269" y="3896451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0F39FF1-7E94-A816-AC1B-042D1BBEBC97}"/>
                </a:ext>
              </a:extLst>
            </p:cNvPr>
            <p:cNvGrpSpPr/>
            <p:nvPr/>
          </p:nvGrpSpPr>
          <p:grpSpPr>
            <a:xfrm>
              <a:off x="9267448" y="3797098"/>
              <a:ext cx="98814" cy="435407"/>
              <a:chOff x="4814036" y="4900127"/>
              <a:chExt cx="98814" cy="435407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EF9A8C47-9F42-25C2-1C6E-1E4901ED2D98}"/>
                  </a:ext>
                </a:extLst>
              </p:cNvPr>
              <p:cNvSpPr/>
              <p:nvPr/>
            </p:nvSpPr>
            <p:spPr>
              <a:xfrm>
                <a:off x="4814036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CBAB9F2C-4B37-B166-1A21-873F42063CF7}"/>
                  </a:ext>
                </a:extLst>
              </p:cNvPr>
              <p:cNvSpPr/>
              <p:nvPr/>
            </p:nvSpPr>
            <p:spPr>
              <a:xfrm>
                <a:off x="4814465" y="5237149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69B13F0-AA45-308B-009E-11F070DA63C6}"/>
              </a:ext>
            </a:extLst>
          </p:cNvPr>
          <p:cNvGrpSpPr/>
          <p:nvPr/>
        </p:nvGrpSpPr>
        <p:grpSpPr>
          <a:xfrm rot="5400000">
            <a:off x="5183963" y="2258759"/>
            <a:ext cx="98792" cy="481917"/>
            <a:chOff x="4737856" y="5129844"/>
            <a:chExt cx="98792" cy="481917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08692C6A-7DE9-C39B-89DB-0C852758C0B7}"/>
                </a:ext>
              </a:extLst>
            </p:cNvPr>
            <p:cNvSpPr/>
            <p:nvPr/>
          </p:nvSpPr>
          <p:spPr>
            <a:xfrm>
              <a:off x="4737856" y="51298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BA37358D-F562-9EEE-3B0A-E9D71882FB6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991C227-B54E-4BDE-597B-9BFA02A4568F}"/>
              </a:ext>
            </a:extLst>
          </p:cNvPr>
          <p:cNvSpPr/>
          <p:nvPr/>
        </p:nvSpPr>
        <p:spPr>
          <a:xfrm flipV="1">
            <a:off x="5291811" y="1550166"/>
            <a:ext cx="98385" cy="5548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74A620-4CEF-DAF0-6547-3B3537A34672}"/>
              </a:ext>
            </a:extLst>
          </p:cNvPr>
          <p:cNvSpPr txBox="1"/>
          <p:nvPr/>
        </p:nvSpPr>
        <p:spPr>
          <a:xfrm>
            <a:off x="6099100" y="5598618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3CDAA4DA-1633-7E61-2AEB-4979026844DE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E1B4452-2DDD-4EB1-F490-AE20A348A24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16CE574A-C26A-BBB7-F875-46F477A1230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CF8A0BC9-F0C9-50FB-F6A1-2F423DD0B59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35EBAB28-B7AF-4FF8-9463-C40CCE48720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211AFB4D-98E4-5BA4-9727-E2E01E05DA3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AA57FF3-9A86-B709-5B55-DD07D41E574D}"/>
              </a:ext>
            </a:extLst>
          </p:cNvPr>
          <p:cNvSpPr/>
          <p:nvPr/>
        </p:nvSpPr>
        <p:spPr>
          <a:xfrm rot="16200000" flipV="1">
            <a:off x="6707220" y="1511439"/>
            <a:ext cx="97678" cy="4791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7B94313-2B17-65F4-C308-D53EA09DB441}"/>
              </a:ext>
            </a:extLst>
          </p:cNvPr>
          <p:cNvCxnSpPr>
            <a:cxnSpLocks/>
          </p:cNvCxnSpPr>
          <p:nvPr/>
        </p:nvCxnSpPr>
        <p:spPr>
          <a:xfrm flipH="1">
            <a:off x="5778304" y="5717757"/>
            <a:ext cx="441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5070FB7-D7A3-955D-D87B-B55B011C1160}"/>
              </a:ext>
            </a:extLst>
          </p:cNvPr>
          <p:cNvGrpSpPr/>
          <p:nvPr/>
        </p:nvGrpSpPr>
        <p:grpSpPr>
          <a:xfrm rot="5400000">
            <a:off x="5299520" y="4951693"/>
            <a:ext cx="98830" cy="861592"/>
            <a:chOff x="4737834" y="5049352"/>
            <a:chExt cx="98830" cy="861592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E2D768B-4909-3F9E-8C67-EC495B568123}"/>
                </a:ext>
              </a:extLst>
            </p:cNvPr>
            <p:cNvSpPr/>
            <p:nvPr/>
          </p:nvSpPr>
          <p:spPr>
            <a:xfrm>
              <a:off x="4737834" y="50493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BBD0A08-7C32-A237-B6D3-DBED12DB22EF}"/>
                </a:ext>
              </a:extLst>
            </p:cNvPr>
            <p:cNvSpPr/>
            <p:nvPr/>
          </p:nvSpPr>
          <p:spPr>
            <a:xfrm>
              <a:off x="4738279" y="543003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1EBC69E2-0F91-B572-FD3B-6CA0F08990A9}"/>
                </a:ext>
              </a:extLst>
            </p:cNvPr>
            <p:cNvSpPr/>
            <p:nvPr/>
          </p:nvSpPr>
          <p:spPr>
            <a:xfrm>
              <a:off x="4737834" y="581255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F942F74-180C-72FC-E0EF-287E9BDB72AB}"/>
              </a:ext>
            </a:extLst>
          </p:cNvPr>
          <p:cNvSpPr/>
          <p:nvPr/>
        </p:nvSpPr>
        <p:spPr>
          <a:xfrm rot="16200000" flipV="1">
            <a:off x="5030675" y="2424431"/>
            <a:ext cx="97678" cy="4842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236271-8647-2C87-7821-FB340D1793B4}"/>
              </a:ext>
            </a:extLst>
          </p:cNvPr>
          <p:cNvSpPr txBox="1"/>
          <p:nvPr/>
        </p:nvSpPr>
        <p:spPr>
          <a:xfrm>
            <a:off x="6069010" y="6594873"/>
            <a:ext cx="27879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커튼박스 조명으로 변경 가능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5B8BA202-A945-BA8F-DC70-AAC258F71306}"/>
              </a:ext>
            </a:extLst>
          </p:cNvPr>
          <p:cNvGrpSpPr/>
          <p:nvPr/>
        </p:nvGrpSpPr>
        <p:grpSpPr>
          <a:xfrm rot="5400000">
            <a:off x="5250327" y="6192345"/>
            <a:ext cx="98830" cy="861592"/>
            <a:chOff x="4737834" y="5049352"/>
            <a:chExt cx="98830" cy="86159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FA4629CC-44DD-661B-AD7C-7C156110BE6A}"/>
                </a:ext>
              </a:extLst>
            </p:cNvPr>
            <p:cNvSpPr/>
            <p:nvPr/>
          </p:nvSpPr>
          <p:spPr>
            <a:xfrm>
              <a:off x="4737834" y="50493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09AF32E5-40FA-EC70-61C8-38022E2F15FE}"/>
                </a:ext>
              </a:extLst>
            </p:cNvPr>
            <p:cNvSpPr/>
            <p:nvPr/>
          </p:nvSpPr>
          <p:spPr>
            <a:xfrm>
              <a:off x="4738279" y="543003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CCEEC684-DC35-4795-7C16-FB003BFF8E71}"/>
                </a:ext>
              </a:extLst>
            </p:cNvPr>
            <p:cNvSpPr/>
            <p:nvPr/>
          </p:nvSpPr>
          <p:spPr>
            <a:xfrm>
              <a:off x="4737834" y="581255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4CF9A1A4-F02C-00A7-8796-CDF6B7DB54F5}"/>
              </a:ext>
            </a:extLst>
          </p:cNvPr>
          <p:cNvCxnSpPr>
            <a:cxnSpLocks/>
          </p:cNvCxnSpPr>
          <p:nvPr/>
        </p:nvCxnSpPr>
        <p:spPr>
          <a:xfrm flipH="1" flipV="1">
            <a:off x="5730538" y="6634303"/>
            <a:ext cx="433387" cy="113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E190386-6E3B-98B4-1C9A-42389206596E}"/>
              </a:ext>
            </a:extLst>
          </p:cNvPr>
          <p:cNvSpPr txBox="1"/>
          <p:nvPr/>
        </p:nvSpPr>
        <p:spPr>
          <a:xfrm>
            <a:off x="3831557" y="5807669"/>
            <a:ext cx="1037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</p:spTree>
    <p:extLst>
      <p:ext uri="{BB962C8B-B14F-4D97-AF65-F5344CB8AC3E}">
        <p14:creationId xmlns:p14="http://schemas.microsoft.com/office/powerpoint/2010/main" val="32508534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35D8A-A830-98BA-1E7F-997422F67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1B7F96A-5868-570D-017C-0C623A8DBD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9734" y="1155700"/>
            <a:ext cx="6999042" cy="56201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90A842-5B9B-5A52-E465-13747BCA0711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𝟏𝟒𝟐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90A842-5B9B-5A52-E465-13747BCA0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A1A81A2-0D3B-1190-9794-5D00139F02DD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142P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A3AFC6-56AD-DFDA-6D1D-F6EA8BD6A7EC}"/>
              </a:ext>
            </a:extLst>
          </p:cNvPr>
          <p:cNvSpPr/>
          <p:nvPr/>
        </p:nvSpPr>
        <p:spPr>
          <a:xfrm>
            <a:off x="6559802" y="3609876"/>
            <a:ext cx="76174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E4D7C-DC5A-B1F2-9761-EA5A8DE02A3C}"/>
              </a:ext>
            </a:extLst>
          </p:cNvPr>
          <p:cNvSpPr txBox="1"/>
          <p:nvPr/>
        </p:nvSpPr>
        <p:spPr>
          <a:xfrm>
            <a:off x="6030005" y="300691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8B125B8-E2F3-20ED-B7D8-3E67BCEA9D02}"/>
              </a:ext>
            </a:extLst>
          </p:cNvPr>
          <p:cNvSpPr/>
          <p:nvPr/>
        </p:nvSpPr>
        <p:spPr>
          <a:xfrm>
            <a:off x="5900170" y="5467476"/>
            <a:ext cx="98880" cy="1080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6EC2E3A-1599-1307-A01D-40741588346F}"/>
              </a:ext>
            </a:extLst>
          </p:cNvPr>
          <p:cNvSpPr/>
          <p:nvPr/>
        </p:nvSpPr>
        <p:spPr>
          <a:xfrm>
            <a:off x="4918444" y="5561972"/>
            <a:ext cx="859681" cy="85698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0F11F85-FECA-4C1A-12AE-18816BD288B7}"/>
              </a:ext>
            </a:extLst>
          </p:cNvPr>
          <p:cNvSpPr/>
          <p:nvPr/>
        </p:nvSpPr>
        <p:spPr>
          <a:xfrm>
            <a:off x="5059537" y="5687277"/>
            <a:ext cx="596736" cy="61062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B2F293-5B71-5E4A-AC61-A93548A63B5F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2235307F-ED6E-FD75-FC66-F91CCEE27EEA}"/>
              </a:ext>
            </a:extLst>
          </p:cNvPr>
          <p:cNvSpPr/>
          <p:nvPr/>
        </p:nvSpPr>
        <p:spPr>
          <a:xfrm>
            <a:off x="5178818" y="5815158"/>
            <a:ext cx="358174" cy="359407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2703BE2-7758-576D-87A9-6C3E40447050}"/>
              </a:ext>
            </a:extLst>
          </p:cNvPr>
          <p:cNvGrpSpPr/>
          <p:nvPr/>
        </p:nvGrpSpPr>
        <p:grpSpPr>
          <a:xfrm>
            <a:off x="6073775" y="2850455"/>
            <a:ext cx="98807" cy="520878"/>
            <a:chOff x="4737841" y="5202802"/>
            <a:chExt cx="98807" cy="520878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75AA701D-8DED-4CE4-D1DA-491848E56EF5}"/>
                </a:ext>
              </a:extLst>
            </p:cNvPr>
            <p:cNvSpPr/>
            <p:nvPr/>
          </p:nvSpPr>
          <p:spPr>
            <a:xfrm>
              <a:off x="4737841" y="520280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7A2A45CD-D3AA-0CC0-8507-0D8C9773BDAD}"/>
                </a:ext>
              </a:extLst>
            </p:cNvPr>
            <p:cNvSpPr/>
            <p:nvPr/>
          </p:nvSpPr>
          <p:spPr>
            <a:xfrm>
              <a:off x="4738263" y="562529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55CCF78-368D-51E6-AF93-296E7C3079C1}"/>
              </a:ext>
            </a:extLst>
          </p:cNvPr>
          <p:cNvGrpSpPr/>
          <p:nvPr/>
        </p:nvGrpSpPr>
        <p:grpSpPr>
          <a:xfrm>
            <a:off x="4944886" y="1619552"/>
            <a:ext cx="308465" cy="438214"/>
            <a:chOff x="9267448" y="3797098"/>
            <a:chExt cx="308465" cy="438214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C93FA451-F552-9459-9636-4442D1664E80}"/>
                </a:ext>
              </a:extLst>
            </p:cNvPr>
            <p:cNvGrpSpPr/>
            <p:nvPr/>
          </p:nvGrpSpPr>
          <p:grpSpPr>
            <a:xfrm>
              <a:off x="9477099" y="3799905"/>
              <a:ext cx="98814" cy="435407"/>
              <a:chOff x="4590988" y="4900127"/>
              <a:chExt cx="98814" cy="435407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1D4D708C-22A9-13A5-93D3-78150C2EAE1B}"/>
                  </a:ext>
                </a:extLst>
              </p:cNvPr>
              <p:cNvSpPr/>
              <p:nvPr/>
            </p:nvSpPr>
            <p:spPr>
              <a:xfrm>
                <a:off x="4590988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7E7EE675-80FE-CD80-F37F-F822A4C94A5A}"/>
                  </a:ext>
                </a:extLst>
              </p:cNvPr>
              <p:cNvSpPr/>
              <p:nvPr/>
            </p:nvSpPr>
            <p:spPr>
              <a:xfrm>
                <a:off x="4591417" y="5237149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BC278606-3953-2483-C587-5A1D0119939F}"/>
                </a:ext>
              </a:extLst>
            </p:cNvPr>
            <p:cNvSpPr/>
            <p:nvPr/>
          </p:nvSpPr>
          <p:spPr>
            <a:xfrm rot="5400000">
              <a:off x="9298269" y="3896451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C8A4BB8-FC8D-9AEB-EB76-5D42BD718696}"/>
                </a:ext>
              </a:extLst>
            </p:cNvPr>
            <p:cNvGrpSpPr/>
            <p:nvPr/>
          </p:nvGrpSpPr>
          <p:grpSpPr>
            <a:xfrm>
              <a:off x="9267448" y="3797098"/>
              <a:ext cx="98814" cy="435407"/>
              <a:chOff x="4814036" y="4900127"/>
              <a:chExt cx="98814" cy="435407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EB8AEF9B-7DCB-AFCD-2992-008E7BC4E6AD}"/>
                  </a:ext>
                </a:extLst>
              </p:cNvPr>
              <p:cNvSpPr/>
              <p:nvPr/>
            </p:nvSpPr>
            <p:spPr>
              <a:xfrm>
                <a:off x="4814036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3543B5ED-7F0A-71E0-05F3-EF2D6943AAF1}"/>
                  </a:ext>
                </a:extLst>
              </p:cNvPr>
              <p:cNvSpPr/>
              <p:nvPr/>
            </p:nvSpPr>
            <p:spPr>
              <a:xfrm>
                <a:off x="4814465" y="5237149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A7AE7DD-1890-F5C2-A4A8-C885FB71F813}"/>
              </a:ext>
            </a:extLst>
          </p:cNvPr>
          <p:cNvGrpSpPr/>
          <p:nvPr/>
        </p:nvGrpSpPr>
        <p:grpSpPr>
          <a:xfrm rot="5400000">
            <a:off x="5183963" y="2258759"/>
            <a:ext cx="98792" cy="481917"/>
            <a:chOff x="4737856" y="5129844"/>
            <a:chExt cx="98792" cy="481917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75EA0CB4-DE42-C49B-10F1-FA9376EE591A}"/>
                </a:ext>
              </a:extLst>
            </p:cNvPr>
            <p:cNvSpPr/>
            <p:nvPr/>
          </p:nvSpPr>
          <p:spPr>
            <a:xfrm>
              <a:off x="4737856" y="51298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B902B0E-CB38-727C-C049-C6A2EE286A1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69D41ED-A6DF-C02F-9335-F4C14C8E9464}"/>
              </a:ext>
            </a:extLst>
          </p:cNvPr>
          <p:cNvSpPr/>
          <p:nvPr/>
        </p:nvSpPr>
        <p:spPr>
          <a:xfrm flipV="1">
            <a:off x="5291811" y="1550166"/>
            <a:ext cx="98385" cy="5548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A750BD-D0D7-A6B2-0A31-8EBBF9034DC0}"/>
              </a:ext>
            </a:extLst>
          </p:cNvPr>
          <p:cNvSpPr txBox="1"/>
          <p:nvPr/>
        </p:nvSpPr>
        <p:spPr>
          <a:xfrm>
            <a:off x="6099100" y="5598618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04F13B-C791-17C6-7606-447EF94A7CBE}"/>
              </a:ext>
            </a:extLst>
          </p:cNvPr>
          <p:cNvSpPr txBox="1"/>
          <p:nvPr/>
        </p:nvSpPr>
        <p:spPr>
          <a:xfrm>
            <a:off x="6073775" y="6021825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65C249ED-74BA-E846-7351-A4FFD53EA5D6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659D23E-9A11-337A-066E-351E7232008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A67B35FE-8BDE-F721-D270-34776596E1E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645F0B2E-2E43-A014-FBA2-704D3AD0CEA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A20E89F7-D6FA-29E1-58AC-9616F738071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133AEF9C-E6C0-37B5-CEB9-7F6D88FD81D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935099B-DE78-0B8A-C475-3D0A7C116A96}"/>
              </a:ext>
            </a:extLst>
          </p:cNvPr>
          <p:cNvSpPr/>
          <p:nvPr/>
        </p:nvSpPr>
        <p:spPr>
          <a:xfrm rot="16200000" flipV="1">
            <a:off x="6707220" y="1511439"/>
            <a:ext cx="97678" cy="4791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E0BFD17-5910-E9FA-0EBE-484A5AA754B7}"/>
              </a:ext>
            </a:extLst>
          </p:cNvPr>
          <p:cNvCxnSpPr>
            <a:cxnSpLocks/>
          </p:cNvCxnSpPr>
          <p:nvPr/>
        </p:nvCxnSpPr>
        <p:spPr>
          <a:xfrm flipH="1">
            <a:off x="5778304" y="5717757"/>
            <a:ext cx="441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73E9DA8-D819-8BC7-6FD1-8200AF9CAC9E}"/>
              </a:ext>
            </a:extLst>
          </p:cNvPr>
          <p:cNvGrpSpPr/>
          <p:nvPr/>
        </p:nvGrpSpPr>
        <p:grpSpPr>
          <a:xfrm rot="5400000">
            <a:off x="5299520" y="4951693"/>
            <a:ext cx="98830" cy="861592"/>
            <a:chOff x="4737834" y="5049352"/>
            <a:chExt cx="98830" cy="861592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BD95D49-9EE8-9750-EB41-3F23C6EDB510}"/>
                </a:ext>
              </a:extLst>
            </p:cNvPr>
            <p:cNvSpPr/>
            <p:nvPr/>
          </p:nvSpPr>
          <p:spPr>
            <a:xfrm>
              <a:off x="4737834" y="50493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D6295A73-D6A9-E587-AE13-1EC70A4CC23E}"/>
                </a:ext>
              </a:extLst>
            </p:cNvPr>
            <p:cNvSpPr/>
            <p:nvPr/>
          </p:nvSpPr>
          <p:spPr>
            <a:xfrm>
              <a:off x="4738279" y="543003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1A1E5EEA-90C8-7EEB-4CD1-BB3AEC4DA6EC}"/>
                </a:ext>
              </a:extLst>
            </p:cNvPr>
            <p:cNvSpPr/>
            <p:nvPr/>
          </p:nvSpPr>
          <p:spPr>
            <a:xfrm>
              <a:off x="4737834" y="581255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328A332-E5FC-2087-E803-06499BAA35C6}"/>
              </a:ext>
            </a:extLst>
          </p:cNvPr>
          <p:cNvSpPr/>
          <p:nvPr/>
        </p:nvSpPr>
        <p:spPr>
          <a:xfrm rot="16200000" flipV="1">
            <a:off x="5030675" y="2424431"/>
            <a:ext cx="97678" cy="4842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476623-21F9-2F72-6C3A-3E10925F510B}"/>
              </a:ext>
            </a:extLst>
          </p:cNvPr>
          <p:cNvSpPr txBox="1"/>
          <p:nvPr/>
        </p:nvSpPr>
        <p:spPr>
          <a:xfrm>
            <a:off x="6069010" y="6594873"/>
            <a:ext cx="27879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커튼박스 조명으로 변경 가능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711F796-869E-1236-497C-D5C7E0DC1327}"/>
              </a:ext>
            </a:extLst>
          </p:cNvPr>
          <p:cNvGrpSpPr/>
          <p:nvPr/>
        </p:nvGrpSpPr>
        <p:grpSpPr>
          <a:xfrm rot="5400000">
            <a:off x="5250327" y="6192345"/>
            <a:ext cx="98830" cy="861592"/>
            <a:chOff x="4737834" y="5049352"/>
            <a:chExt cx="98830" cy="86159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770E11FD-6FCB-958E-0440-8C7718F39200}"/>
                </a:ext>
              </a:extLst>
            </p:cNvPr>
            <p:cNvSpPr/>
            <p:nvPr/>
          </p:nvSpPr>
          <p:spPr>
            <a:xfrm>
              <a:off x="4737834" y="50493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39B4A4B4-EE35-E702-09EE-175456987B22}"/>
                </a:ext>
              </a:extLst>
            </p:cNvPr>
            <p:cNvSpPr/>
            <p:nvPr/>
          </p:nvSpPr>
          <p:spPr>
            <a:xfrm>
              <a:off x="4738279" y="543003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FEE9F937-B9E5-8D2A-B802-56D9798517FE}"/>
                </a:ext>
              </a:extLst>
            </p:cNvPr>
            <p:cNvSpPr/>
            <p:nvPr/>
          </p:nvSpPr>
          <p:spPr>
            <a:xfrm>
              <a:off x="4737834" y="581255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6293110C-6DC8-4BA1-CFD7-2901DCB81C67}"/>
              </a:ext>
            </a:extLst>
          </p:cNvPr>
          <p:cNvCxnSpPr>
            <a:cxnSpLocks/>
          </p:cNvCxnSpPr>
          <p:nvPr/>
        </p:nvCxnSpPr>
        <p:spPr>
          <a:xfrm flipH="1" flipV="1">
            <a:off x="5730538" y="6634303"/>
            <a:ext cx="433387" cy="113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A9D9A63-680C-A44C-832D-1B6927644609}"/>
              </a:ext>
            </a:extLst>
          </p:cNvPr>
          <p:cNvSpPr txBox="1"/>
          <p:nvPr/>
        </p:nvSpPr>
        <p:spPr>
          <a:xfrm>
            <a:off x="3831557" y="5807669"/>
            <a:ext cx="1037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</p:spTree>
    <p:extLst>
      <p:ext uri="{BB962C8B-B14F-4D97-AF65-F5344CB8AC3E}">
        <p14:creationId xmlns:p14="http://schemas.microsoft.com/office/powerpoint/2010/main" val="2451744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46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lastModifiedBy>변경순</cp:lastModifiedBy>
  <cp:revision>1</cp:revision>
  <dcterms:created xsi:type="dcterms:W3CDTF">2026-06-25T02:40:41Z</dcterms:created>
  <dcterms:modified xsi:type="dcterms:W3CDTF">2026-09-02T06:22:30Z</dcterms:modified>
</cp:coreProperties>
</file>