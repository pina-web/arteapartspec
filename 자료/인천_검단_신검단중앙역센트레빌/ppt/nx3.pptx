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57" r:id="rId11"/>
    <p:sldId id="661" r:id="rId12"/>
    <p:sldId id="660" r:id="rId13"/>
    <p:sldId id="658" r:id="rId14"/>
    <p:sldId id="663" r:id="rId15"/>
    <p:sldId id="662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74A" id="{DE3F76F6-C96B-4084-A5F3-4CCF44EFB362}">
          <p14:sldIdLst>
            <p14:sldId id="657"/>
            <p14:sldId id="661"/>
            <p14:sldId id="660"/>
          </p14:sldIdLst>
        </p14:section>
        <p14:section name="84A" id="{EB7522C1-4701-4591-9134-D3E023FDD528}">
          <p14:sldIdLst>
            <p14:sldId id="658"/>
            <p14:sldId id="663"/>
            <p14:sldId id="6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825E4B-EE96-4768-9E84-6A1C723A8625}" v="2" dt="2026-09-29T00:22:57.171"/>
    <p1510:client id="{4C97D49F-9027-4F41-9E1F-AAB8E09081C0}" v="1" dt="2026-09-28T02:51:21.7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4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영동" userId="924128bb-941b-4e87-89b6-ce74a663e016" providerId="ADAL" clId="{44C89500-CD04-441F-A71A-04FCA58E8149}"/>
    <pc:docChg chg="custSel addSld modSld modSection">
      <pc:chgData name="김영동" userId="924128bb-941b-4e87-89b6-ce74a663e016" providerId="ADAL" clId="{44C89500-CD04-441F-A71A-04FCA58E8149}" dt="2026-09-28T02:51:26.687" v="27" actId="20577"/>
      <pc:docMkLst>
        <pc:docMk/>
      </pc:docMkLst>
      <pc:sldChg chg="addSp delSp modSp new mod">
        <pc:chgData name="김영동" userId="924128bb-941b-4e87-89b6-ce74a663e016" providerId="ADAL" clId="{44C89500-CD04-441F-A71A-04FCA58E8149}" dt="2026-09-28T02:51:26.687" v="27" actId="20577"/>
        <pc:sldMkLst>
          <pc:docMk/>
          <pc:sldMk cId="603494159" sldId="668"/>
        </pc:sldMkLst>
        <pc:spChg chg="del">
          <ac:chgData name="김영동" userId="924128bb-941b-4e87-89b6-ce74a663e016" providerId="ADAL" clId="{44C89500-CD04-441F-A71A-04FCA58E8149}" dt="2026-09-28T02:50:44.435" v="1" actId="478"/>
          <ac:spMkLst>
            <pc:docMk/>
            <pc:sldMk cId="603494159" sldId="668"/>
            <ac:spMk id="2" creationId="{4D96D2D5-11DE-6C12-054B-EB032D409808}"/>
          </ac:spMkLst>
        </pc:spChg>
        <pc:spChg chg="del">
          <ac:chgData name="김영동" userId="924128bb-941b-4e87-89b6-ce74a663e016" providerId="ADAL" clId="{44C89500-CD04-441F-A71A-04FCA58E8149}" dt="2026-09-28T02:50:44.435" v="1" actId="478"/>
          <ac:spMkLst>
            <pc:docMk/>
            <pc:sldMk cId="603494159" sldId="668"/>
            <ac:spMk id="3" creationId="{61A7D1B7-024D-FD92-C98F-701B1579F2B1}"/>
          </ac:spMkLst>
        </pc:spChg>
        <pc:spChg chg="add mod">
          <ac:chgData name="김영동" userId="924128bb-941b-4e87-89b6-ce74a663e016" providerId="ADAL" clId="{44C89500-CD04-441F-A71A-04FCA58E8149}" dt="2026-09-28T02:51:26.687" v="27" actId="20577"/>
          <ac:spMkLst>
            <pc:docMk/>
            <pc:sldMk cId="603494159" sldId="668"/>
            <ac:spMk id="6" creationId="{56D84FFC-70D3-DAFF-F99D-FDF9FC94D0EE}"/>
          </ac:spMkLst>
        </pc:spChg>
        <pc:picChg chg="add mod">
          <ac:chgData name="김영동" userId="924128bb-941b-4e87-89b6-ce74a663e016" providerId="ADAL" clId="{44C89500-CD04-441F-A71A-04FCA58E8149}" dt="2026-09-28T02:50:55.052" v="5" actId="1076"/>
          <ac:picMkLst>
            <pc:docMk/>
            <pc:sldMk cId="603494159" sldId="668"/>
            <ac:picMk id="5" creationId="{E9D5BFC4-A162-D92A-20EA-E4689B833E69}"/>
          </ac:picMkLst>
        </pc:picChg>
      </pc:sldChg>
    </pc:docChg>
  </pc:docChgLst>
  <pc:docChgLst>
    <pc:chgData name="진옥화" userId="20b55f0b-5a9b-4958-9543-f5cbd24a6a07" providerId="ADAL" clId="{96675D79-D1A2-4548-BA94-5CE229F3E756}"/>
    <pc:docChg chg="undo custSel addSld delSld modSld sldOrd addSection modSection">
      <pc:chgData name="진옥화" userId="20b55f0b-5a9b-4958-9543-f5cbd24a6a07" providerId="ADAL" clId="{96675D79-D1A2-4548-BA94-5CE229F3E756}" dt="2026-09-29T00:23:11.342" v="599" actId="1076"/>
      <pc:docMkLst>
        <pc:docMk/>
      </pc:docMkLst>
      <pc:sldChg chg="addSp modSp add mod">
        <pc:chgData name="진옥화" userId="20b55f0b-5a9b-4958-9543-f5cbd24a6a07" providerId="ADAL" clId="{96675D79-D1A2-4548-BA94-5CE229F3E756}" dt="2026-09-16T01:08:46.877" v="542" actId="1076"/>
        <pc:sldMkLst>
          <pc:docMk/>
          <pc:sldMk cId="255795989" sldId="380"/>
        </pc:sldMkLst>
        <pc:spChg chg="mod">
          <ac:chgData name="진옥화" userId="20b55f0b-5a9b-4958-9543-f5cbd24a6a07" providerId="ADAL" clId="{96675D79-D1A2-4548-BA94-5CE229F3E756}" dt="2026-09-16T01:07:26.401" v="539" actId="1076"/>
          <ac:spMkLst>
            <pc:docMk/>
            <pc:sldMk cId="255795989" sldId="380"/>
            <ac:spMk id="4" creationId="{CF7D312A-9D2F-3FD6-F80E-E3CFF550EB75}"/>
          </ac:spMkLst>
        </pc:spChg>
        <pc:picChg chg="add mod ord">
          <ac:chgData name="진옥화" userId="20b55f0b-5a9b-4958-9543-f5cbd24a6a07" providerId="ADAL" clId="{96675D79-D1A2-4548-BA94-5CE229F3E756}" dt="2026-09-16T01:08:46.877" v="542" actId="1076"/>
          <ac:picMkLst>
            <pc:docMk/>
            <pc:sldMk cId="255795989" sldId="380"/>
            <ac:picMk id="3" creationId="{983480CA-1156-BF2A-0EE4-3C845036327E}"/>
          </ac:picMkLst>
        </pc:picChg>
        <pc:picChg chg="add mod">
          <ac:chgData name="진옥화" userId="20b55f0b-5a9b-4958-9543-f5cbd24a6a07" providerId="ADAL" clId="{96675D79-D1A2-4548-BA94-5CE229F3E756}" dt="2026-09-16T01:07:18.702" v="537" actId="14100"/>
          <ac:picMkLst>
            <pc:docMk/>
            <pc:sldMk cId="255795989" sldId="380"/>
            <ac:picMk id="6" creationId="{AC4EF415-33FF-3E12-B136-BBE232360021}"/>
          </ac:picMkLst>
        </pc:picChg>
      </pc:sldChg>
      <pc:sldChg chg="add">
        <pc:chgData name="진옥화" userId="20b55f0b-5a9b-4958-9543-f5cbd24a6a07" providerId="ADAL" clId="{96675D79-D1A2-4548-BA94-5CE229F3E756}" dt="2026-09-07T03:52:41.029" v="1"/>
        <pc:sldMkLst>
          <pc:docMk/>
          <pc:sldMk cId="2986644894" sldId="423"/>
        </pc:sldMkLst>
      </pc:sldChg>
      <pc:sldChg chg="add">
        <pc:chgData name="진옥화" userId="20b55f0b-5a9b-4958-9543-f5cbd24a6a07" providerId="ADAL" clId="{96675D79-D1A2-4548-BA94-5CE229F3E756}" dt="2026-09-07T03:52:41.029" v="1"/>
        <pc:sldMkLst>
          <pc:docMk/>
          <pc:sldMk cId="3780629750" sldId="424"/>
        </pc:sldMkLst>
      </pc:sldChg>
      <pc:sldChg chg="add">
        <pc:chgData name="진옥화" userId="20b55f0b-5a9b-4958-9543-f5cbd24a6a07" providerId="ADAL" clId="{96675D79-D1A2-4548-BA94-5CE229F3E756}" dt="2026-09-07T03:52:41.029" v="1"/>
        <pc:sldMkLst>
          <pc:docMk/>
          <pc:sldMk cId="4121366713" sldId="453"/>
        </pc:sldMkLst>
      </pc:sldChg>
      <pc:sldChg chg="addSp add mod ord">
        <pc:chgData name="진옥화" userId="20b55f0b-5a9b-4958-9543-f5cbd24a6a07" providerId="ADAL" clId="{96675D79-D1A2-4548-BA94-5CE229F3E756}" dt="2026-09-08T01:39:15.232" v="525"/>
        <pc:sldMkLst>
          <pc:docMk/>
          <pc:sldMk cId="2709088123" sldId="505"/>
        </pc:sldMkLst>
        <pc:picChg chg="add">
          <ac:chgData name="진옥화" userId="20b55f0b-5a9b-4958-9543-f5cbd24a6a07" providerId="ADAL" clId="{96675D79-D1A2-4548-BA94-5CE229F3E756}" dt="2026-09-07T03:57:46.261" v="17" actId="22"/>
          <ac:picMkLst>
            <pc:docMk/>
            <pc:sldMk cId="2709088123" sldId="505"/>
            <ac:picMk id="3" creationId="{3C484E26-A39E-41DF-04B9-7B2A1C6057A6}"/>
          </ac:picMkLst>
        </pc:picChg>
      </pc:sldChg>
      <pc:sldChg chg="addSp delSp add mod">
        <pc:chgData name="진옥화" userId="20b55f0b-5a9b-4958-9543-f5cbd24a6a07" providerId="ADAL" clId="{96675D79-D1A2-4548-BA94-5CE229F3E756}" dt="2026-09-07T03:54:43.542" v="15" actId="22"/>
        <pc:sldMkLst>
          <pc:docMk/>
          <pc:sldMk cId="1864480258" sldId="655"/>
        </pc:sldMkLst>
      </pc:sldChg>
      <pc:sldChg chg="addSp add mod ord">
        <pc:chgData name="진옥화" userId="20b55f0b-5a9b-4958-9543-f5cbd24a6a07" providerId="ADAL" clId="{96675D79-D1A2-4548-BA94-5CE229F3E756}" dt="2026-09-07T03:58:45.832" v="22"/>
        <pc:sldMkLst>
          <pc:docMk/>
          <pc:sldMk cId="1453392511" sldId="656"/>
        </pc:sldMkLst>
        <pc:picChg chg="add">
          <ac:chgData name="진옥화" userId="20b55f0b-5a9b-4958-9543-f5cbd24a6a07" providerId="ADAL" clId="{96675D79-D1A2-4548-BA94-5CE229F3E756}" dt="2026-09-07T03:58:44.293" v="20" actId="22"/>
          <ac:picMkLst>
            <pc:docMk/>
            <pc:sldMk cId="1453392511" sldId="656"/>
            <ac:picMk id="3" creationId="{76E80381-3196-79AB-C5E2-A8F15B729031}"/>
          </ac:picMkLst>
        </pc:picChg>
      </pc:sldChg>
      <pc:sldChg chg="addSp delSp modSp add mod">
        <pc:chgData name="진옥화" userId="20b55f0b-5a9b-4958-9543-f5cbd24a6a07" providerId="ADAL" clId="{96675D79-D1A2-4548-BA94-5CE229F3E756}" dt="2026-09-29T00:22:11.020" v="595" actId="1076"/>
        <pc:sldMkLst>
          <pc:docMk/>
          <pc:sldMk cId="1377738306" sldId="657"/>
        </pc:sldMkLst>
        <pc:spChg chg="add mod">
          <ac:chgData name="진옥화" userId="20b55f0b-5a9b-4958-9543-f5cbd24a6a07" providerId="ADAL" clId="{96675D79-D1A2-4548-BA94-5CE229F3E756}" dt="2026-09-08T01:29:25.818" v="116" actId="20577"/>
          <ac:spMkLst>
            <pc:docMk/>
            <pc:sldMk cId="1377738306" sldId="657"/>
            <ac:spMk id="2" creationId="{A3FCDB45-5CA4-B1EC-CD42-A0FF513103E2}"/>
          </ac:spMkLst>
        </pc:spChg>
        <pc:spChg chg="mod">
          <ac:chgData name="진옥화" userId="20b55f0b-5a9b-4958-9543-f5cbd24a6a07" providerId="ADAL" clId="{96675D79-D1A2-4548-BA94-5CE229F3E756}" dt="2026-09-08T01:32:01.560" v="296"/>
          <ac:spMkLst>
            <pc:docMk/>
            <pc:sldMk cId="1377738306" sldId="657"/>
            <ac:spMk id="4" creationId="{1425DB53-EDD1-6DE6-B9B5-B11637A71950}"/>
          </ac:spMkLst>
        </pc:spChg>
        <pc:spChg chg="add mod">
          <ac:chgData name="진옥화" userId="20b55f0b-5a9b-4958-9543-f5cbd24a6a07" providerId="ADAL" clId="{96675D79-D1A2-4548-BA94-5CE229F3E756}" dt="2026-09-29T00:22:08.033" v="594" actId="1076"/>
          <ac:spMkLst>
            <pc:docMk/>
            <pc:sldMk cId="1377738306" sldId="657"/>
            <ac:spMk id="6" creationId="{371009F8-E302-29F0-1F5D-7A23B43B2775}"/>
          </ac:spMkLst>
        </pc:spChg>
        <pc:spChg chg="mod">
          <ac:chgData name="진옥화" userId="20b55f0b-5a9b-4958-9543-f5cbd24a6a07" providerId="ADAL" clId="{96675D79-D1A2-4548-BA94-5CE229F3E756}" dt="2026-09-08T01:31:20.993" v="245" actId="1036"/>
          <ac:spMkLst>
            <pc:docMk/>
            <pc:sldMk cId="1377738306" sldId="657"/>
            <ac:spMk id="7" creationId="{A07C132E-18D3-735E-316B-1FB8E5B6DFC8}"/>
          </ac:spMkLst>
        </pc:spChg>
        <pc:spChg chg="mod">
          <ac:chgData name="진옥화" userId="20b55f0b-5a9b-4958-9543-f5cbd24a6a07" providerId="ADAL" clId="{96675D79-D1A2-4548-BA94-5CE229F3E756}" dt="2026-09-08T01:31:29.836" v="248" actId="1037"/>
          <ac:spMkLst>
            <pc:docMk/>
            <pc:sldMk cId="1377738306" sldId="657"/>
            <ac:spMk id="8" creationId="{D92C2BD7-231E-F823-B3AA-382B8B72DC86}"/>
          </ac:spMkLst>
        </pc:spChg>
        <pc:spChg chg="mod">
          <ac:chgData name="진옥화" userId="20b55f0b-5a9b-4958-9543-f5cbd24a6a07" providerId="ADAL" clId="{96675D79-D1A2-4548-BA94-5CE229F3E756}" dt="2026-09-08T01:31:29.836" v="248" actId="1037"/>
          <ac:spMkLst>
            <pc:docMk/>
            <pc:sldMk cId="1377738306" sldId="657"/>
            <ac:spMk id="9" creationId="{5C0CA18A-EBE8-1BC2-77CC-C833B479CD9E}"/>
          </ac:spMkLst>
        </pc:spChg>
        <pc:spChg chg="add mod">
          <ac:chgData name="진옥화" userId="20b55f0b-5a9b-4958-9543-f5cbd24a6a07" providerId="ADAL" clId="{96675D79-D1A2-4548-BA94-5CE229F3E756}" dt="2026-09-08T01:30:58.376" v="232" actId="1038"/>
          <ac:spMkLst>
            <pc:docMk/>
            <pc:sldMk cId="1377738306" sldId="657"/>
            <ac:spMk id="10" creationId="{DD105154-4F70-A178-948B-00020C4F248A}"/>
          </ac:spMkLst>
        </pc:spChg>
        <pc:spChg chg="add del mod">
          <ac:chgData name="진옥화" userId="20b55f0b-5a9b-4958-9543-f5cbd24a6a07" providerId="ADAL" clId="{96675D79-D1A2-4548-BA94-5CE229F3E756}" dt="2026-09-29T00:21:37.606" v="584" actId="478"/>
          <ac:spMkLst>
            <pc:docMk/>
            <pc:sldMk cId="1377738306" sldId="657"/>
            <ac:spMk id="16" creationId="{E39580AC-2AF1-B23C-24FF-189F9FB3998F}"/>
          </ac:spMkLst>
        </pc:spChg>
        <pc:spChg chg="add mod">
          <ac:chgData name="진옥화" userId="20b55f0b-5a9b-4958-9543-f5cbd24a6a07" providerId="ADAL" clId="{96675D79-D1A2-4548-BA94-5CE229F3E756}" dt="2026-09-29T00:20:56.028" v="573" actId="1076"/>
          <ac:spMkLst>
            <pc:docMk/>
            <pc:sldMk cId="1377738306" sldId="657"/>
            <ac:spMk id="18" creationId="{D8A3AE97-F451-D911-865B-2AAACA060DA2}"/>
          </ac:spMkLst>
        </pc:spChg>
        <pc:spChg chg="mod">
          <ac:chgData name="진옥화" userId="20b55f0b-5a9b-4958-9543-f5cbd24a6a07" providerId="ADAL" clId="{96675D79-D1A2-4548-BA94-5CE229F3E756}" dt="2026-09-29T00:20:41.554" v="557" actId="1076"/>
          <ac:spMkLst>
            <pc:docMk/>
            <pc:sldMk cId="1377738306" sldId="657"/>
            <ac:spMk id="20" creationId="{B3813205-446A-89D5-403D-45CB660BB7CF}"/>
          </ac:spMkLst>
        </pc:spChg>
        <pc:spChg chg="add mod">
          <ac:chgData name="진옥화" userId="20b55f0b-5a9b-4958-9543-f5cbd24a6a07" providerId="ADAL" clId="{96675D79-D1A2-4548-BA94-5CE229F3E756}" dt="2026-09-29T00:20:45.142" v="558" actId="1076"/>
          <ac:spMkLst>
            <pc:docMk/>
            <pc:sldMk cId="1377738306" sldId="657"/>
            <ac:spMk id="22" creationId="{50B11A89-DB03-3D20-1D9C-8AE6B35CCDFE}"/>
          </ac:spMkLst>
        </pc:spChg>
        <pc:spChg chg="add mod">
          <ac:chgData name="진옥화" userId="20b55f0b-5a9b-4958-9543-f5cbd24a6a07" providerId="ADAL" clId="{96675D79-D1A2-4548-BA94-5CE229F3E756}" dt="2026-09-29T00:21:03.170" v="574" actId="1076"/>
          <ac:spMkLst>
            <pc:docMk/>
            <pc:sldMk cId="1377738306" sldId="657"/>
            <ac:spMk id="24" creationId="{84390B0A-67EC-DE31-F0CA-91D76402274F}"/>
          </ac:spMkLst>
        </pc:spChg>
        <pc:spChg chg="add mod">
          <ac:chgData name="진옥화" userId="20b55f0b-5a9b-4958-9543-f5cbd24a6a07" providerId="ADAL" clId="{96675D79-D1A2-4548-BA94-5CE229F3E756}" dt="2026-09-29T00:21:09.779" v="575" actId="1076"/>
          <ac:spMkLst>
            <pc:docMk/>
            <pc:sldMk cId="1377738306" sldId="657"/>
            <ac:spMk id="26" creationId="{F1076100-0AEC-2C28-60AE-0196A51C9B26}"/>
          </ac:spMkLst>
        </pc:spChg>
        <pc:spChg chg="mod">
          <ac:chgData name="진옥화" userId="20b55f0b-5a9b-4958-9543-f5cbd24a6a07" providerId="ADAL" clId="{96675D79-D1A2-4548-BA94-5CE229F3E756}" dt="2026-09-08T01:29:57.508" v="140" actId="1035"/>
          <ac:spMkLst>
            <pc:docMk/>
            <pc:sldMk cId="1377738306" sldId="657"/>
            <ac:spMk id="30" creationId="{8DA1C68A-A6A7-8D58-2C9D-5510688EA0DA}"/>
          </ac:spMkLst>
        </pc:spChg>
        <pc:spChg chg="mod">
          <ac:chgData name="진옥화" userId="20b55f0b-5a9b-4958-9543-f5cbd24a6a07" providerId="ADAL" clId="{96675D79-D1A2-4548-BA94-5CE229F3E756}" dt="2026-09-08T01:31:49.621" v="291" actId="1037"/>
          <ac:spMkLst>
            <pc:docMk/>
            <pc:sldMk cId="1377738306" sldId="657"/>
            <ac:spMk id="31" creationId="{9E399AAF-12AC-CB4B-7EB6-F5AF070A8091}"/>
          </ac:spMkLst>
        </pc:spChg>
        <pc:spChg chg="mod">
          <ac:chgData name="진옥화" userId="20b55f0b-5a9b-4958-9543-f5cbd24a6a07" providerId="ADAL" clId="{96675D79-D1A2-4548-BA94-5CE229F3E756}" dt="2026-09-08T01:27:57.338" v="99"/>
          <ac:spMkLst>
            <pc:docMk/>
            <pc:sldMk cId="1377738306" sldId="657"/>
            <ac:spMk id="37" creationId="{8F54A3D9-E3A7-EEE8-A5BD-F9D0C1687355}"/>
          </ac:spMkLst>
        </pc:spChg>
        <pc:spChg chg="mod">
          <ac:chgData name="진옥화" userId="20b55f0b-5a9b-4958-9543-f5cbd24a6a07" providerId="ADAL" clId="{96675D79-D1A2-4548-BA94-5CE229F3E756}" dt="2026-09-08T01:27:57.338" v="99"/>
          <ac:spMkLst>
            <pc:docMk/>
            <pc:sldMk cId="1377738306" sldId="657"/>
            <ac:spMk id="38" creationId="{47809792-D18A-F467-940D-2F7B8450BC6E}"/>
          </ac:spMkLst>
        </pc:spChg>
        <pc:spChg chg="mod">
          <ac:chgData name="진옥화" userId="20b55f0b-5a9b-4958-9543-f5cbd24a6a07" providerId="ADAL" clId="{96675D79-D1A2-4548-BA94-5CE229F3E756}" dt="2026-09-08T01:30:15.391" v="180" actId="14100"/>
          <ac:spMkLst>
            <pc:docMk/>
            <pc:sldMk cId="1377738306" sldId="657"/>
            <ac:spMk id="39" creationId="{D27B9E5C-882C-BF6D-46C2-B29C3535F159}"/>
          </ac:spMkLst>
        </pc:spChg>
        <pc:spChg chg="add mod">
          <ac:chgData name="진옥화" userId="20b55f0b-5a9b-4958-9543-f5cbd24a6a07" providerId="ADAL" clId="{96675D79-D1A2-4548-BA94-5CE229F3E756}" dt="2026-09-29T00:21:13.183" v="576" actId="1076"/>
          <ac:spMkLst>
            <pc:docMk/>
            <pc:sldMk cId="1377738306" sldId="657"/>
            <ac:spMk id="40" creationId="{CC99285B-9069-061A-A138-FBBB12C864C5}"/>
          </ac:spMkLst>
        </pc:spChg>
        <pc:spChg chg="add mod">
          <ac:chgData name="진옥화" userId="20b55f0b-5a9b-4958-9543-f5cbd24a6a07" providerId="ADAL" clId="{96675D79-D1A2-4548-BA94-5CE229F3E756}" dt="2026-09-29T00:20:38.403" v="556" actId="1076"/>
          <ac:spMkLst>
            <pc:docMk/>
            <pc:sldMk cId="1377738306" sldId="657"/>
            <ac:spMk id="42" creationId="{BCA34706-6E92-3534-8A23-0420DC9F181B}"/>
          </ac:spMkLst>
        </pc:spChg>
        <pc:spChg chg="mod">
          <ac:chgData name="진옥화" userId="20b55f0b-5a9b-4958-9543-f5cbd24a6a07" providerId="ADAL" clId="{96675D79-D1A2-4548-BA94-5CE229F3E756}" dt="2026-09-08T01:29:47.909" v="132" actId="1038"/>
          <ac:spMkLst>
            <pc:docMk/>
            <pc:sldMk cId="1377738306" sldId="657"/>
            <ac:spMk id="44" creationId="{3EF764D5-8112-7B1A-9A39-11C25C3854C8}"/>
          </ac:spMkLst>
        </pc:spChg>
        <pc:spChg chg="add mod">
          <ac:chgData name="진옥화" userId="20b55f0b-5a9b-4958-9543-f5cbd24a6a07" providerId="ADAL" clId="{96675D79-D1A2-4548-BA94-5CE229F3E756}" dt="2026-09-29T00:20:35.186" v="555" actId="1076"/>
          <ac:spMkLst>
            <pc:docMk/>
            <pc:sldMk cId="1377738306" sldId="657"/>
            <ac:spMk id="46" creationId="{AB5BAE77-CED8-6198-44D9-B440D46CF973}"/>
          </ac:spMkLst>
        </pc:spChg>
        <pc:spChg chg="mod">
          <ac:chgData name="진옥화" userId="20b55f0b-5a9b-4958-9543-f5cbd24a6a07" providerId="ADAL" clId="{96675D79-D1A2-4548-BA94-5CE229F3E756}" dt="2026-09-08T01:34:54.147" v="454"/>
          <ac:spMkLst>
            <pc:docMk/>
            <pc:sldMk cId="1377738306" sldId="657"/>
            <ac:spMk id="48" creationId="{895F7020-24BA-6BD9-FC9B-D8CC5FC06828}"/>
          </ac:spMkLst>
        </pc:spChg>
        <pc:spChg chg="mod">
          <ac:chgData name="진옥화" userId="20b55f0b-5a9b-4958-9543-f5cbd24a6a07" providerId="ADAL" clId="{96675D79-D1A2-4548-BA94-5CE229F3E756}" dt="2026-09-08T01:34:54.147" v="454"/>
          <ac:spMkLst>
            <pc:docMk/>
            <pc:sldMk cId="1377738306" sldId="657"/>
            <ac:spMk id="49" creationId="{4AC0D14D-311D-AFAA-1BF4-696501AA3F04}"/>
          </ac:spMkLst>
        </pc:spChg>
        <pc:spChg chg="mod">
          <ac:chgData name="진옥화" userId="20b55f0b-5a9b-4958-9543-f5cbd24a6a07" providerId="ADAL" clId="{96675D79-D1A2-4548-BA94-5CE229F3E756}" dt="2026-09-08T01:34:54.147" v="454"/>
          <ac:spMkLst>
            <pc:docMk/>
            <pc:sldMk cId="1377738306" sldId="657"/>
            <ac:spMk id="50" creationId="{43FC2CB1-947B-C531-DFD0-DF4220BE3063}"/>
          </ac:spMkLst>
        </pc:spChg>
        <pc:spChg chg="mod">
          <ac:chgData name="진옥화" userId="20b55f0b-5a9b-4958-9543-f5cbd24a6a07" providerId="ADAL" clId="{96675D79-D1A2-4548-BA94-5CE229F3E756}" dt="2026-09-29T00:20:32.269" v="554" actId="1076"/>
          <ac:spMkLst>
            <pc:docMk/>
            <pc:sldMk cId="1377738306" sldId="657"/>
            <ac:spMk id="52" creationId="{9304DE79-B179-3431-467E-F8119CE924AC}"/>
          </ac:spMkLst>
        </pc:spChg>
        <pc:spChg chg="mod">
          <ac:chgData name="진옥화" userId="20b55f0b-5a9b-4958-9543-f5cbd24a6a07" providerId="ADAL" clId="{96675D79-D1A2-4548-BA94-5CE229F3E756}" dt="2026-09-29T00:21:32.870" v="583" actId="1037"/>
          <ac:spMkLst>
            <pc:docMk/>
            <pc:sldMk cId="1377738306" sldId="657"/>
            <ac:spMk id="54" creationId="{12752B64-6C45-5A9E-9641-9D90CF14A774}"/>
          </ac:spMkLst>
        </pc:spChg>
        <pc:spChg chg="mod">
          <ac:chgData name="진옥화" userId="20b55f0b-5a9b-4958-9543-f5cbd24a6a07" providerId="ADAL" clId="{96675D79-D1A2-4548-BA94-5CE229F3E756}" dt="2026-09-29T00:21:17.021" v="577" actId="14100"/>
          <ac:spMkLst>
            <pc:docMk/>
            <pc:sldMk cId="1377738306" sldId="657"/>
            <ac:spMk id="56" creationId="{37376DA5-138C-DF60-7828-E7ACB3B5916F}"/>
          </ac:spMkLst>
        </pc:spChg>
        <pc:spChg chg="add mod">
          <ac:chgData name="진옥화" userId="20b55f0b-5a9b-4958-9543-f5cbd24a6a07" providerId="ADAL" clId="{96675D79-D1A2-4548-BA94-5CE229F3E756}" dt="2026-09-29T00:21:26.975" v="579" actId="1076"/>
          <ac:spMkLst>
            <pc:docMk/>
            <pc:sldMk cId="1377738306" sldId="657"/>
            <ac:spMk id="58" creationId="{621C5EB1-B5E9-B3D2-69F4-2A334EDC360E}"/>
          </ac:spMkLst>
        </pc:spChg>
        <pc:spChg chg="add mod">
          <ac:chgData name="진옥화" userId="20b55f0b-5a9b-4958-9543-f5cbd24a6a07" providerId="ADAL" clId="{96675D79-D1A2-4548-BA94-5CE229F3E756}" dt="2026-09-29T00:22:11.020" v="595" actId="1076"/>
          <ac:spMkLst>
            <pc:docMk/>
            <pc:sldMk cId="1377738306" sldId="657"/>
            <ac:spMk id="60" creationId="{00C2DCB0-E7C6-0B41-A51A-9806EC7DF3F5}"/>
          </ac:spMkLst>
        </pc:spChg>
        <pc:grpChg chg="mod">
          <ac:chgData name="진옥화" userId="20b55f0b-5a9b-4958-9543-f5cbd24a6a07" providerId="ADAL" clId="{96675D79-D1A2-4548-BA94-5CE229F3E756}" dt="2026-09-08T01:30:25.133" v="183" actId="1076"/>
          <ac:grpSpMkLst>
            <pc:docMk/>
            <pc:sldMk cId="1377738306" sldId="657"/>
            <ac:grpSpMk id="12" creationId="{E4204E78-B30C-5859-E3ED-5895E5060000}"/>
          </ac:grpSpMkLst>
        </pc:grpChg>
        <pc:grpChg chg="mod">
          <ac:chgData name="진옥화" userId="20b55f0b-5a9b-4958-9543-f5cbd24a6a07" providerId="ADAL" clId="{96675D79-D1A2-4548-BA94-5CE229F3E756}" dt="2026-09-08T01:30:21.928" v="182" actId="1038"/>
          <ac:grpSpMkLst>
            <pc:docMk/>
            <pc:sldMk cId="1377738306" sldId="657"/>
            <ac:grpSpMk id="27" creationId="{35BAFC9D-173E-205E-B58D-2F1E70372C21}"/>
          </ac:grpSpMkLst>
        </pc:grpChg>
        <pc:grpChg chg="add mod">
          <ac:chgData name="진옥화" userId="20b55f0b-5a9b-4958-9543-f5cbd24a6a07" providerId="ADAL" clId="{96675D79-D1A2-4548-BA94-5CE229F3E756}" dt="2026-09-08T01:34:54.147" v="454"/>
          <ac:grpSpMkLst>
            <pc:docMk/>
            <pc:sldMk cId="1377738306" sldId="657"/>
            <ac:grpSpMk id="47" creationId="{A6D1E4D1-47AD-4368-A699-CA81B7949C6C}"/>
          </ac:grpSpMkLst>
        </pc:grpChg>
        <pc:picChg chg="add mod">
          <ac:chgData name="진옥화" userId="20b55f0b-5a9b-4958-9543-f5cbd24a6a07" providerId="ADAL" clId="{96675D79-D1A2-4548-BA94-5CE229F3E756}" dt="2026-09-08T01:27:15.007" v="63" actId="34135"/>
          <ac:picMkLst>
            <pc:docMk/>
            <pc:sldMk cId="1377738306" sldId="657"/>
            <ac:picMk id="3" creationId="{363CB76B-D331-7AF2-AB7A-D75E3B5666CD}"/>
          </ac:picMkLst>
        </pc:picChg>
        <pc:cxnChg chg="mod">
          <ac:chgData name="진옥화" userId="20b55f0b-5a9b-4958-9543-f5cbd24a6a07" providerId="ADAL" clId="{96675D79-D1A2-4548-BA94-5CE229F3E756}" dt="2026-09-08T01:31:39.626" v="256" actId="14100"/>
          <ac:cxnSpMkLst>
            <pc:docMk/>
            <pc:sldMk cId="1377738306" sldId="657"/>
            <ac:cxnSpMk id="32" creationId="{22588F74-25FD-8E10-15CA-ED662972260E}"/>
          </ac:cxnSpMkLst>
        </pc:cxnChg>
      </pc:sldChg>
      <pc:sldChg chg="addSp delSp modSp add mod">
        <pc:chgData name="진옥화" userId="20b55f0b-5a9b-4958-9543-f5cbd24a6a07" providerId="ADAL" clId="{96675D79-D1A2-4548-BA94-5CE229F3E756}" dt="2026-09-08T01:35:36.250" v="513"/>
        <pc:sldMkLst>
          <pc:docMk/>
          <pc:sldMk cId="2562002288" sldId="658"/>
        </pc:sldMkLst>
        <pc:spChg chg="mod">
          <ac:chgData name="진옥화" userId="20b55f0b-5a9b-4958-9543-f5cbd24a6a07" providerId="ADAL" clId="{96675D79-D1A2-4548-BA94-5CE229F3E756}" dt="2026-09-08T01:32:09.420" v="302" actId="20577"/>
          <ac:spMkLst>
            <pc:docMk/>
            <pc:sldMk cId="2562002288" sldId="658"/>
            <ac:spMk id="2" creationId="{045BC4B3-04D3-B23F-1463-81BDF599B6FD}"/>
          </ac:spMkLst>
        </pc:spChg>
        <pc:spChg chg="mod">
          <ac:chgData name="진옥화" userId="20b55f0b-5a9b-4958-9543-f5cbd24a6a07" providerId="ADAL" clId="{96675D79-D1A2-4548-BA94-5CE229F3E756}" dt="2026-09-08T01:35:36.250" v="513"/>
          <ac:spMkLst>
            <pc:docMk/>
            <pc:sldMk cId="2562002288" sldId="658"/>
            <ac:spMk id="4" creationId="{C7C81700-2A7E-9E24-8C71-49C470A38C18}"/>
          </ac:spMkLst>
        </pc:spChg>
        <pc:spChg chg="add mod">
          <ac:chgData name="진옥화" userId="20b55f0b-5a9b-4958-9543-f5cbd24a6a07" providerId="ADAL" clId="{96675D79-D1A2-4548-BA94-5CE229F3E756}" dt="2026-09-08T01:34:34.275" v="451" actId="1036"/>
          <ac:spMkLst>
            <pc:docMk/>
            <pc:sldMk cId="2562002288" sldId="658"/>
            <ac:spMk id="7" creationId="{ADA4AB8B-7D67-7781-6A9D-42C97BE2261B}"/>
          </ac:spMkLst>
        </pc:spChg>
        <pc:spChg chg="add mod">
          <ac:chgData name="진옥화" userId="20b55f0b-5a9b-4958-9543-f5cbd24a6a07" providerId="ADAL" clId="{96675D79-D1A2-4548-BA94-5CE229F3E756}" dt="2026-09-08T01:28:06.032" v="100"/>
          <ac:spMkLst>
            <pc:docMk/>
            <pc:sldMk cId="2562002288" sldId="658"/>
            <ac:spMk id="10" creationId="{DF5C486F-D908-9B14-B83F-EA98F81CEBB8}"/>
          </ac:spMkLst>
        </pc:spChg>
        <pc:spChg chg="mod">
          <ac:chgData name="진옥화" userId="20b55f0b-5a9b-4958-9543-f5cbd24a6a07" providerId="ADAL" clId="{96675D79-D1A2-4548-BA94-5CE229F3E756}" dt="2026-09-08T01:28:06.032" v="100"/>
          <ac:spMkLst>
            <pc:docMk/>
            <pc:sldMk cId="2562002288" sldId="658"/>
            <ac:spMk id="13" creationId="{53EC6020-B7CD-4771-8AF8-E6CCDFA69A21}"/>
          </ac:spMkLst>
        </pc:spChg>
        <pc:spChg chg="mod">
          <ac:chgData name="진옥화" userId="20b55f0b-5a9b-4958-9543-f5cbd24a6a07" providerId="ADAL" clId="{96675D79-D1A2-4548-BA94-5CE229F3E756}" dt="2026-09-08T01:28:06.032" v="100"/>
          <ac:spMkLst>
            <pc:docMk/>
            <pc:sldMk cId="2562002288" sldId="658"/>
            <ac:spMk id="15" creationId="{5BC3C878-3D05-7608-ACF9-F5A0CB459C77}"/>
          </ac:spMkLst>
        </pc:spChg>
        <pc:spChg chg="mod">
          <ac:chgData name="진옥화" userId="20b55f0b-5a9b-4958-9543-f5cbd24a6a07" providerId="ADAL" clId="{96675D79-D1A2-4548-BA94-5CE229F3E756}" dt="2026-09-08T01:28:06.032" v="100"/>
          <ac:spMkLst>
            <pc:docMk/>
            <pc:sldMk cId="2562002288" sldId="658"/>
            <ac:spMk id="28" creationId="{A7ACEF48-F0EE-3494-E44C-5EC4954964EF}"/>
          </ac:spMkLst>
        </pc:spChg>
        <pc:spChg chg="add mod">
          <ac:chgData name="진옥화" userId="20b55f0b-5a9b-4958-9543-f5cbd24a6a07" providerId="ADAL" clId="{96675D79-D1A2-4548-BA94-5CE229F3E756}" dt="2026-09-08T01:33:32.189" v="343" actId="14100"/>
          <ac:spMkLst>
            <pc:docMk/>
            <pc:sldMk cId="2562002288" sldId="658"/>
            <ac:spMk id="30" creationId="{0FD71A7C-AF04-DB62-3E90-5B2AE42E47A6}"/>
          </ac:spMkLst>
        </pc:spChg>
        <pc:spChg chg="mod">
          <ac:chgData name="진옥화" userId="20b55f0b-5a9b-4958-9543-f5cbd24a6a07" providerId="ADAL" clId="{96675D79-D1A2-4548-BA94-5CE229F3E756}" dt="2026-09-08T01:35:25.324" v="508" actId="1038"/>
          <ac:spMkLst>
            <pc:docMk/>
            <pc:sldMk cId="2562002288" sldId="658"/>
            <ac:spMk id="31" creationId="{4D4A42E0-5891-69E9-61F0-FC91BC4F3001}"/>
          </ac:spMkLst>
        </pc:spChg>
        <pc:spChg chg="mod">
          <ac:chgData name="진옥화" userId="20b55f0b-5a9b-4958-9543-f5cbd24a6a07" providerId="ADAL" clId="{96675D79-D1A2-4548-BA94-5CE229F3E756}" dt="2026-09-08T01:33:24.105" v="333" actId="1038"/>
          <ac:spMkLst>
            <pc:docMk/>
            <pc:sldMk cId="2562002288" sldId="658"/>
            <ac:spMk id="39" creationId="{6F5321F4-5F7C-294A-5A80-5795CF17A1C7}"/>
          </ac:spMkLst>
        </pc:spChg>
        <pc:spChg chg="mod">
          <ac:chgData name="진옥화" userId="20b55f0b-5a9b-4958-9543-f5cbd24a6a07" providerId="ADAL" clId="{96675D79-D1A2-4548-BA94-5CE229F3E756}" dt="2026-09-08T01:28:06.032" v="100"/>
          <ac:spMkLst>
            <pc:docMk/>
            <pc:sldMk cId="2562002288" sldId="658"/>
            <ac:spMk id="42" creationId="{89D6FFC6-2495-1DC9-7423-323D31855D74}"/>
          </ac:spMkLst>
        </pc:spChg>
        <pc:spChg chg="mod">
          <ac:chgData name="진옥화" userId="20b55f0b-5a9b-4958-9543-f5cbd24a6a07" providerId="ADAL" clId="{96675D79-D1A2-4548-BA94-5CE229F3E756}" dt="2026-09-08T01:33:06.440" v="316" actId="1038"/>
          <ac:spMkLst>
            <pc:docMk/>
            <pc:sldMk cId="2562002288" sldId="658"/>
            <ac:spMk id="44" creationId="{6EBD7996-82F2-1306-80C0-DE6792F201B4}"/>
          </ac:spMkLst>
        </pc:spChg>
        <pc:grpChg chg="mod">
          <ac:chgData name="진옥화" userId="20b55f0b-5a9b-4958-9543-f5cbd24a6a07" providerId="ADAL" clId="{96675D79-D1A2-4548-BA94-5CE229F3E756}" dt="2026-09-08T01:35:08.946" v="461" actId="1038"/>
          <ac:grpSpMkLst>
            <pc:docMk/>
            <pc:sldMk cId="2562002288" sldId="658"/>
            <ac:grpSpMk id="12" creationId="{55780CDD-CA77-587D-33D0-5E38F45D0C88}"/>
          </ac:grpSpMkLst>
        </pc:grpChg>
        <pc:grpChg chg="mod">
          <ac:chgData name="진옥화" userId="20b55f0b-5a9b-4958-9543-f5cbd24a6a07" providerId="ADAL" clId="{96675D79-D1A2-4548-BA94-5CE229F3E756}" dt="2026-09-08T01:33:50.292" v="375" actId="1037"/>
          <ac:grpSpMkLst>
            <pc:docMk/>
            <pc:sldMk cId="2562002288" sldId="658"/>
            <ac:grpSpMk id="27" creationId="{9E7EBEE4-1832-FBFB-E8D8-06B6FED0B691}"/>
          </ac:grpSpMkLst>
        </pc:grpChg>
        <pc:grpChg chg="mod">
          <ac:chgData name="진옥화" userId="20b55f0b-5a9b-4958-9543-f5cbd24a6a07" providerId="ADAL" clId="{96675D79-D1A2-4548-BA94-5CE229F3E756}" dt="2026-09-08T01:35:05.254" v="459" actId="1037"/>
          <ac:grpSpMkLst>
            <pc:docMk/>
            <pc:sldMk cId="2562002288" sldId="658"/>
            <ac:grpSpMk id="40" creationId="{B6874559-C3CE-8681-DCF0-CCBEBF9262D4}"/>
          </ac:grpSpMkLst>
        </pc:grpChg>
        <pc:picChg chg="add mod">
          <ac:chgData name="진옥화" userId="20b55f0b-5a9b-4958-9543-f5cbd24a6a07" providerId="ADAL" clId="{96675D79-D1A2-4548-BA94-5CE229F3E756}" dt="2026-09-08T01:27:39.603" v="98" actId="34135"/>
          <ac:picMkLst>
            <pc:docMk/>
            <pc:sldMk cId="2562002288" sldId="658"/>
            <ac:picMk id="3" creationId="{3D1E5693-B918-A20A-E312-2FEB885C6E3E}"/>
          </ac:picMkLst>
        </pc:picChg>
      </pc:sldChg>
      <pc:sldChg chg="addSp delSp modSp add mod">
        <pc:chgData name="진옥화" userId="20b55f0b-5a9b-4958-9543-f5cbd24a6a07" providerId="ADAL" clId="{96675D79-D1A2-4548-BA94-5CE229F3E756}" dt="2026-09-29T00:23:06.834" v="598" actId="1076"/>
        <pc:sldMkLst>
          <pc:docMk/>
          <pc:sldMk cId="1933923227" sldId="660"/>
        </pc:sldMkLst>
        <pc:spChg chg="add mod">
          <ac:chgData name="진옥화" userId="20b55f0b-5a9b-4958-9543-f5cbd24a6a07" providerId="ADAL" clId="{96675D79-D1A2-4548-BA94-5CE229F3E756}" dt="2026-09-29T00:22:57.171" v="597"/>
          <ac:spMkLst>
            <pc:docMk/>
            <pc:sldMk cId="1933923227" sldId="660"/>
            <ac:spMk id="41" creationId="{5DC51EC9-D486-934E-83AC-11DAB66F3A82}"/>
          </ac:spMkLst>
        </pc:spChg>
        <pc:spChg chg="add mod">
          <ac:chgData name="진옥화" userId="20b55f0b-5a9b-4958-9543-f5cbd24a6a07" providerId="ADAL" clId="{96675D79-D1A2-4548-BA94-5CE229F3E756}" dt="2026-09-29T00:22:57.171" v="597"/>
          <ac:spMkLst>
            <pc:docMk/>
            <pc:sldMk cId="1933923227" sldId="660"/>
            <ac:spMk id="42" creationId="{EC01B37D-DB5A-BBB2-8EB8-AF73018D2FF5}"/>
          </ac:spMkLst>
        </pc:spChg>
        <pc:spChg chg="mod">
          <ac:chgData name="진옥화" userId="20b55f0b-5a9b-4958-9543-f5cbd24a6a07" providerId="ADAL" clId="{96675D79-D1A2-4548-BA94-5CE229F3E756}" dt="2026-09-08T01:34:58.003" v="456"/>
          <ac:spMkLst>
            <pc:docMk/>
            <pc:sldMk cId="1933923227" sldId="660"/>
            <ac:spMk id="47" creationId="{521C8B8D-6624-B5F9-B724-6DA784A03C12}"/>
          </ac:spMkLst>
        </pc:spChg>
        <pc:spChg chg="mod">
          <ac:chgData name="진옥화" userId="20b55f0b-5a9b-4958-9543-f5cbd24a6a07" providerId="ADAL" clId="{96675D79-D1A2-4548-BA94-5CE229F3E756}" dt="2026-09-08T01:34:58.003" v="456"/>
          <ac:spMkLst>
            <pc:docMk/>
            <pc:sldMk cId="1933923227" sldId="660"/>
            <ac:spMk id="48" creationId="{F9A76B6D-BB9C-13F9-6D27-AC6BE30BC3CC}"/>
          </ac:spMkLst>
        </pc:spChg>
        <pc:spChg chg="mod">
          <ac:chgData name="진옥화" userId="20b55f0b-5a9b-4958-9543-f5cbd24a6a07" providerId="ADAL" clId="{96675D79-D1A2-4548-BA94-5CE229F3E756}" dt="2026-09-08T01:34:58.003" v="456"/>
          <ac:spMkLst>
            <pc:docMk/>
            <pc:sldMk cId="1933923227" sldId="660"/>
            <ac:spMk id="49" creationId="{D323D331-8D8F-ED27-3EE2-CE32F293EC2E}"/>
          </ac:spMkLst>
        </pc:spChg>
        <pc:spChg chg="add mod">
          <ac:chgData name="진옥화" userId="20b55f0b-5a9b-4958-9543-f5cbd24a6a07" providerId="ADAL" clId="{96675D79-D1A2-4548-BA94-5CE229F3E756}" dt="2026-09-29T00:22:57.171" v="597"/>
          <ac:spMkLst>
            <pc:docMk/>
            <pc:sldMk cId="1933923227" sldId="660"/>
            <ac:spMk id="52" creationId="{0A32AED4-272D-956D-17A7-EFA3A0F6DFF6}"/>
          </ac:spMkLst>
        </pc:spChg>
        <pc:spChg chg="add mod">
          <ac:chgData name="진옥화" userId="20b55f0b-5a9b-4958-9543-f5cbd24a6a07" providerId="ADAL" clId="{96675D79-D1A2-4548-BA94-5CE229F3E756}" dt="2026-09-29T00:22:57.171" v="597"/>
          <ac:spMkLst>
            <pc:docMk/>
            <pc:sldMk cId="1933923227" sldId="660"/>
            <ac:spMk id="53" creationId="{6A7DD832-5391-A094-7EA3-087CEF6477DA}"/>
          </ac:spMkLst>
        </pc:spChg>
        <pc:spChg chg="add mod">
          <ac:chgData name="진옥화" userId="20b55f0b-5a9b-4958-9543-f5cbd24a6a07" providerId="ADAL" clId="{96675D79-D1A2-4548-BA94-5CE229F3E756}" dt="2026-09-29T00:22:57.171" v="597"/>
          <ac:spMkLst>
            <pc:docMk/>
            <pc:sldMk cId="1933923227" sldId="660"/>
            <ac:spMk id="54" creationId="{5CC46FFF-988E-C64D-79F0-8526900FAC2A}"/>
          </ac:spMkLst>
        </pc:spChg>
        <pc:spChg chg="add mod">
          <ac:chgData name="진옥화" userId="20b55f0b-5a9b-4958-9543-f5cbd24a6a07" providerId="ADAL" clId="{96675D79-D1A2-4548-BA94-5CE229F3E756}" dt="2026-09-29T00:22:57.171" v="597"/>
          <ac:spMkLst>
            <pc:docMk/>
            <pc:sldMk cId="1933923227" sldId="660"/>
            <ac:spMk id="55" creationId="{E5525C3C-3ADA-DA9C-7278-B127353595AF}"/>
          </ac:spMkLst>
        </pc:spChg>
        <pc:spChg chg="add mod">
          <ac:chgData name="진옥화" userId="20b55f0b-5a9b-4958-9543-f5cbd24a6a07" providerId="ADAL" clId="{96675D79-D1A2-4548-BA94-5CE229F3E756}" dt="2026-09-29T00:22:57.171" v="597"/>
          <ac:spMkLst>
            <pc:docMk/>
            <pc:sldMk cId="1933923227" sldId="660"/>
            <ac:spMk id="56" creationId="{0736494A-72F9-5D7A-CC8D-34DF766B852B}"/>
          </ac:spMkLst>
        </pc:spChg>
        <pc:spChg chg="add mod">
          <ac:chgData name="진옥화" userId="20b55f0b-5a9b-4958-9543-f5cbd24a6a07" providerId="ADAL" clId="{96675D79-D1A2-4548-BA94-5CE229F3E756}" dt="2026-09-29T00:22:57.171" v="597"/>
          <ac:spMkLst>
            <pc:docMk/>
            <pc:sldMk cId="1933923227" sldId="660"/>
            <ac:spMk id="57" creationId="{082FB8A0-D691-5F08-C615-1C221C0A1FC9}"/>
          </ac:spMkLst>
        </pc:spChg>
        <pc:spChg chg="add mod">
          <ac:chgData name="진옥화" userId="20b55f0b-5a9b-4958-9543-f5cbd24a6a07" providerId="ADAL" clId="{96675D79-D1A2-4548-BA94-5CE229F3E756}" dt="2026-09-29T00:23:06.834" v="598" actId="1076"/>
          <ac:spMkLst>
            <pc:docMk/>
            <pc:sldMk cId="1933923227" sldId="660"/>
            <ac:spMk id="59" creationId="{DF2D2764-7564-7643-8746-AA5CC773E111}"/>
          </ac:spMkLst>
        </pc:spChg>
        <pc:spChg chg="add mod">
          <ac:chgData name="진옥화" userId="20b55f0b-5a9b-4958-9543-f5cbd24a6a07" providerId="ADAL" clId="{96675D79-D1A2-4548-BA94-5CE229F3E756}" dt="2026-09-29T00:22:57.171" v="597"/>
          <ac:spMkLst>
            <pc:docMk/>
            <pc:sldMk cId="1933923227" sldId="660"/>
            <ac:spMk id="60" creationId="{D93944C7-6F29-603B-D340-1EBF898BF570}"/>
          </ac:spMkLst>
        </pc:spChg>
        <pc:grpChg chg="add mod">
          <ac:chgData name="진옥화" userId="20b55f0b-5a9b-4958-9543-f5cbd24a6a07" providerId="ADAL" clId="{96675D79-D1A2-4548-BA94-5CE229F3E756}" dt="2026-09-08T01:34:58.003" v="456"/>
          <ac:grpSpMkLst>
            <pc:docMk/>
            <pc:sldMk cId="1933923227" sldId="660"/>
            <ac:grpSpMk id="46" creationId="{585B6A03-9215-29C9-0A46-9500C739C67D}"/>
          </ac:grpSpMkLst>
        </pc:grpChg>
      </pc:sldChg>
      <pc:sldChg chg="addSp modSp add mod">
        <pc:chgData name="진옥화" userId="20b55f0b-5a9b-4958-9543-f5cbd24a6a07" providerId="ADAL" clId="{96675D79-D1A2-4548-BA94-5CE229F3E756}" dt="2026-09-29T00:23:11.342" v="599" actId="1076"/>
        <pc:sldMkLst>
          <pc:docMk/>
          <pc:sldMk cId="180148902" sldId="661"/>
        </pc:sldMkLst>
        <pc:spChg chg="add mod">
          <ac:chgData name="진옥화" userId="20b55f0b-5a9b-4958-9543-f5cbd24a6a07" providerId="ADAL" clId="{96675D79-D1A2-4548-BA94-5CE229F3E756}" dt="2026-09-29T00:22:50.984" v="596"/>
          <ac:spMkLst>
            <pc:docMk/>
            <pc:sldMk cId="180148902" sldId="661"/>
            <ac:spMk id="47" creationId="{435E2B24-0B1A-1BEA-C1DA-6A8A560751AD}"/>
          </ac:spMkLst>
        </pc:spChg>
        <pc:spChg chg="add mod">
          <ac:chgData name="진옥화" userId="20b55f0b-5a9b-4958-9543-f5cbd24a6a07" providerId="ADAL" clId="{96675D79-D1A2-4548-BA94-5CE229F3E756}" dt="2026-09-29T00:22:50.984" v="596"/>
          <ac:spMkLst>
            <pc:docMk/>
            <pc:sldMk cId="180148902" sldId="661"/>
            <ac:spMk id="48" creationId="{4E12146A-5375-6C04-6CC5-E7D2DADC0773}"/>
          </ac:spMkLst>
        </pc:spChg>
        <pc:spChg chg="add mod">
          <ac:chgData name="진옥화" userId="20b55f0b-5a9b-4958-9543-f5cbd24a6a07" providerId="ADAL" clId="{96675D79-D1A2-4548-BA94-5CE229F3E756}" dt="2026-09-29T00:22:50.984" v="596"/>
          <ac:spMkLst>
            <pc:docMk/>
            <pc:sldMk cId="180148902" sldId="661"/>
            <ac:spMk id="49" creationId="{03F8D47C-19BC-45CA-225B-96B84563D452}"/>
          </ac:spMkLst>
        </pc:spChg>
        <pc:spChg chg="add mod">
          <ac:chgData name="진옥화" userId="20b55f0b-5a9b-4958-9543-f5cbd24a6a07" providerId="ADAL" clId="{96675D79-D1A2-4548-BA94-5CE229F3E756}" dt="2026-09-29T00:22:50.984" v="596"/>
          <ac:spMkLst>
            <pc:docMk/>
            <pc:sldMk cId="180148902" sldId="661"/>
            <ac:spMk id="50" creationId="{10AFC4AE-FE5A-A24C-3C5B-E679749AF33B}"/>
          </ac:spMkLst>
        </pc:spChg>
        <pc:spChg chg="add mod">
          <ac:chgData name="진옥화" userId="20b55f0b-5a9b-4958-9543-f5cbd24a6a07" providerId="ADAL" clId="{96675D79-D1A2-4548-BA94-5CE229F3E756}" dt="2026-09-29T00:22:50.984" v="596"/>
          <ac:spMkLst>
            <pc:docMk/>
            <pc:sldMk cId="180148902" sldId="661"/>
            <ac:spMk id="51" creationId="{739E87B7-81E3-55DB-04E7-206A5B7AFDDC}"/>
          </ac:spMkLst>
        </pc:spChg>
        <pc:spChg chg="add mod">
          <ac:chgData name="진옥화" userId="20b55f0b-5a9b-4958-9543-f5cbd24a6a07" providerId="ADAL" clId="{96675D79-D1A2-4548-BA94-5CE229F3E756}" dt="2026-09-29T00:22:50.984" v="596"/>
          <ac:spMkLst>
            <pc:docMk/>
            <pc:sldMk cId="180148902" sldId="661"/>
            <ac:spMk id="52" creationId="{4571FFA5-3C61-90A5-1EB4-A052439221F1}"/>
          </ac:spMkLst>
        </pc:spChg>
        <pc:spChg chg="add mod">
          <ac:chgData name="진옥화" userId="20b55f0b-5a9b-4958-9543-f5cbd24a6a07" providerId="ADAL" clId="{96675D79-D1A2-4548-BA94-5CE229F3E756}" dt="2026-09-29T00:22:50.984" v="596"/>
          <ac:spMkLst>
            <pc:docMk/>
            <pc:sldMk cId="180148902" sldId="661"/>
            <ac:spMk id="55" creationId="{20472969-AC72-C49E-A9B8-D73F104748A4}"/>
          </ac:spMkLst>
        </pc:spChg>
        <pc:spChg chg="add mod">
          <ac:chgData name="진옥화" userId="20b55f0b-5a9b-4958-9543-f5cbd24a6a07" providerId="ADAL" clId="{96675D79-D1A2-4548-BA94-5CE229F3E756}" dt="2026-09-29T00:22:50.984" v="596"/>
          <ac:spMkLst>
            <pc:docMk/>
            <pc:sldMk cId="180148902" sldId="661"/>
            <ac:spMk id="56" creationId="{2FB03F3E-5329-D2FE-84C9-9B1DFD21100D}"/>
          </ac:spMkLst>
        </pc:spChg>
        <pc:spChg chg="add mod">
          <ac:chgData name="진옥화" userId="20b55f0b-5a9b-4958-9543-f5cbd24a6a07" providerId="ADAL" clId="{96675D79-D1A2-4548-BA94-5CE229F3E756}" dt="2026-09-29T00:23:11.342" v="599" actId="1076"/>
          <ac:spMkLst>
            <pc:docMk/>
            <pc:sldMk cId="180148902" sldId="661"/>
            <ac:spMk id="57" creationId="{6FB7EFAA-2BEF-3523-8E98-C870C02EE985}"/>
          </ac:spMkLst>
        </pc:spChg>
        <pc:spChg chg="add mod">
          <ac:chgData name="진옥화" userId="20b55f0b-5a9b-4958-9543-f5cbd24a6a07" providerId="ADAL" clId="{96675D79-D1A2-4548-BA94-5CE229F3E756}" dt="2026-09-29T00:22:50.984" v="596"/>
          <ac:spMkLst>
            <pc:docMk/>
            <pc:sldMk cId="180148902" sldId="661"/>
            <ac:spMk id="58" creationId="{ABAA56BC-1AE4-E877-5BDE-1CFEBBB81EA4}"/>
          </ac:spMkLst>
        </pc:spChg>
        <pc:grpChg chg="mod">
          <ac:chgData name="진옥화" userId="20b55f0b-5a9b-4958-9543-f5cbd24a6a07" providerId="ADAL" clId="{96675D79-D1A2-4548-BA94-5CE229F3E756}" dt="2026-09-08T01:34:43.213" v="452" actId="1076"/>
          <ac:grpSpMkLst>
            <pc:docMk/>
            <pc:sldMk cId="180148902" sldId="661"/>
            <ac:grpSpMk id="40" creationId="{E0DC9A82-3EDF-2B4A-140B-61F20F24A77C}"/>
          </ac:grpSpMkLst>
        </pc:grpChg>
      </pc:sldChg>
      <pc:sldChg chg="add">
        <pc:chgData name="진옥화" userId="20b55f0b-5a9b-4958-9543-f5cbd24a6a07" providerId="ADAL" clId="{96675D79-D1A2-4548-BA94-5CE229F3E756}" dt="2026-09-08T01:35:18.566" v="462"/>
        <pc:sldMkLst>
          <pc:docMk/>
          <pc:sldMk cId="840992377" sldId="662"/>
        </pc:sldMkLst>
      </pc:sldChg>
      <pc:sldChg chg="add">
        <pc:chgData name="진옥화" userId="20b55f0b-5a9b-4958-9543-f5cbd24a6a07" providerId="ADAL" clId="{96675D79-D1A2-4548-BA94-5CE229F3E756}" dt="2026-09-08T01:35:28.200" v="510"/>
        <pc:sldMkLst>
          <pc:docMk/>
          <pc:sldMk cId="2893890232" sldId="663"/>
        </pc:sldMkLst>
      </pc:sldChg>
      <pc:sldChg chg="addSp delSp modSp add mod ord">
        <pc:chgData name="진옥화" userId="20b55f0b-5a9b-4958-9543-f5cbd24a6a07" providerId="ADAL" clId="{96675D79-D1A2-4548-BA94-5CE229F3E756}" dt="2026-09-08T01:39:08.448" v="523"/>
        <pc:sldMkLst>
          <pc:docMk/>
          <pc:sldMk cId="3489511540" sldId="667"/>
        </pc:sldMkLst>
        <pc:picChg chg="add">
          <ac:chgData name="진옥화" userId="20b55f0b-5a9b-4958-9543-f5cbd24a6a07" providerId="ADAL" clId="{96675D79-D1A2-4548-BA94-5CE229F3E756}" dt="2026-09-08T01:39:07.594" v="521" actId="22"/>
          <ac:picMkLst>
            <pc:docMk/>
            <pc:sldMk cId="3489511540" sldId="667"/>
            <ac:picMk id="4" creationId="{42D290BD-A893-DBBB-51FB-C44D1E930D22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7DD32F-D11E-0C30-B5D5-FB4B32735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A60E47F-DF9B-B207-7931-F8F5145B62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1EA30C-D904-7B1A-78D1-8A83D5021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210AA-F0AE-48B5-8ADA-767F29D8BB3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06783D-C729-B046-7805-2D699D16B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D704E3-7665-7634-86D9-D9FF9C0F3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3BCF5-190F-4470-8514-9236AA4438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558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2D7A90-AEFF-4291-7816-E1C76204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4E41BA-1FDA-5539-1D3C-9D978F341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3A6170-DDD2-70C2-2052-01F9D82FD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210AA-F0AE-48B5-8ADA-767F29D8BB3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617CE6-80DB-AD82-3F74-6E8AC1B5A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D872EC-86A1-A421-E04B-0690733F2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3BCF5-190F-4470-8514-9236AA4438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456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6DDB42-6852-44D0-7D9F-A98F15A8C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607268-6CE8-AE1A-CF37-DB3564A15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1A1E7D-CB08-2EB6-B41B-8A5D171B0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210AA-F0AE-48B5-8ADA-767F29D8BB3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062703-EA49-6FC5-FEB6-8CFC34B0E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828E4A-E417-4FCF-2775-A0B21F442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3BCF5-190F-4470-8514-9236AA4438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713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6C0932-523D-6637-7309-DEC3C7626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3BB635-5A69-F696-AD73-B8F8791FC2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287323-445B-65EE-DBAE-80A9CAE04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4C2063-E69F-F812-9BA7-7142D6231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210AA-F0AE-48B5-8ADA-767F29D8BB3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94A549-15C1-488A-E53E-9952761F8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B1DDA9-CDA3-A57B-DD10-8422F8CB3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3BCF5-190F-4470-8514-9236AA4438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718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56A14E-ACFA-2C9D-1C68-331DF0597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DA0EB1-36C9-3860-0705-D83553B39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4A1AEB-E76C-963B-7531-022438E11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5886E5C-64A0-7ED1-023F-F33F40714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BB79C2-E527-E31D-CDBA-98B796D557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A9F7973-01C0-B05A-33AC-E58BBB458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210AA-F0AE-48B5-8ADA-767F29D8BB3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72DE4A7-4631-E3BB-2D1E-8570F075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F2C688A-0F3A-0170-9630-4519649F4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3BCF5-190F-4470-8514-9236AA4438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7752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FCEAC9-E584-643A-2847-C00C8FB12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B66487D-C43F-5AC5-EF70-41BDC1BBD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210AA-F0AE-48B5-8ADA-767F29D8BB3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464AE6-6EE0-D8ED-FFD5-4A79D8270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B98C09-948D-433F-8485-65C76C3C9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3BCF5-190F-4470-8514-9236AA4438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60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3837E32-D9B3-6A55-1C76-4B41C34C0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210AA-F0AE-48B5-8ADA-767F29D8BB3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A0D25F2-1ED3-C125-5EE8-E306B30E6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2C9BAB-752C-52BF-6246-B2342628C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3BCF5-190F-4470-8514-9236AA4438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42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E50506-00DB-AE8B-E2C0-8CCC6C9B6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3307F6-CD80-EDED-7292-461376667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AEFD07-5607-F87B-C0C5-9E1C391E0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267D9A-7507-8088-7460-3A44BF83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210AA-F0AE-48B5-8ADA-767F29D8BB3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D04BF7-0032-E40A-50DB-708B1BF65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3A68D6-9C5D-14D5-ED23-8A904863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3BCF5-190F-4470-8514-9236AA4438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241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1C9BA-16FE-7E0F-BC58-5051F0FB2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597642-798F-BB98-7D76-2694077212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E7DAA9-54D9-B28B-1775-1FD40B137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3A54BA-BA74-AEDD-DBDC-83E5F55A8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210AA-F0AE-48B5-8ADA-767F29D8BB3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FCD4CA-38D6-7572-2B1D-D0BF4FC63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8351F-5224-AB61-7788-724F8D0B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3BCF5-190F-4470-8514-9236AA4438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549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8CD6D0-B27B-96C9-CCC3-73F99D226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3FEEDF-8A14-ABED-106F-0EAAA3798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755B2D-AB9C-5B1B-B08E-BD11A0FAF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210AA-F0AE-48B5-8ADA-767F29D8BB3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C91FA1-EC35-644B-5F2A-523E14533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908F1E-9DB6-27EF-91FF-4107866A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3BCF5-190F-4470-8514-9236AA4438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942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532E517-1F16-415B-8C23-8B48FA1B25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AE6717-063E-C1CF-DA59-33AEE1722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BF6156-DD4A-FE99-1337-27D68FEA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210AA-F0AE-48B5-8ADA-767F29D8BB3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1DE5BA-8D39-D265-AC68-2D55A58F0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5FE838-6C4D-ECB1-7F62-4704C497E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3BCF5-190F-4470-8514-9236AA4438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4167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F924C27-567D-A7BD-E317-BE0B27631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1276A2-4759-4809-C1A8-84541C0B8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33644F-14FB-3BBA-EF0E-554319F00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210AA-F0AE-48B5-8ADA-767F29D8BB3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AD2747-81B5-A99E-9026-9907AD316C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9405EB-340E-669A-8719-1F93C6E2A6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03BCF5-190F-4470-8514-9236AA4438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559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microsoft.com/office/2007/relationships/hdphoto" Target="../media/hdphoto1.wdp"/><Relationship Id="rId4" Type="http://schemas.openxmlformats.org/officeDocument/2006/relationships/image" Target="../media/image17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microsoft.com/office/2007/relationships/hdphoto" Target="../media/hdphoto1.wdp"/><Relationship Id="rId4" Type="http://schemas.openxmlformats.org/officeDocument/2006/relationships/image" Target="../media/image17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microsoft.com/office/2007/relationships/hdphoto" Target="../media/hdphoto1.wdp"/><Relationship Id="rId4" Type="http://schemas.openxmlformats.org/officeDocument/2006/relationships/image" Target="../media/image17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microsoft.com/office/2007/relationships/hdphoto" Target="../media/hdphoto2.wdp"/><Relationship Id="rId4" Type="http://schemas.openxmlformats.org/officeDocument/2006/relationships/image" Target="../media/image19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microsoft.com/office/2007/relationships/hdphoto" Target="../media/hdphoto2.wdp"/><Relationship Id="rId4" Type="http://schemas.openxmlformats.org/officeDocument/2006/relationships/image" Target="../media/image19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microsoft.com/office/2007/relationships/hdphoto" Target="../media/hdphoto2.wdp"/><Relationship Id="rId4" Type="http://schemas.openxmlformats.org/officeDocument/2006/relationships/image" Target="../media/image190.png"/></Relationships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0301C-BCF0-C16E-3FBC-8B6CDFB2C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63CB76B-D331-7AF2-AB7A-D75E3B5666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25676" y="973384"/>
            <a:ext cx="7743513" cy="56281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3FCDB45-5CA4-B1EC-CD42-A0FF513103E2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3FCDB45-5CA4-B1EC-CD42-A0FF51310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425DB53-EDD1-6DE6-B9B5-B11637A71950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74A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7C132E-18D3-735E-316B-1FB8E5B6DFC8}"/>
              </a:ext>
            </a:extLst>
          </p:cNvPr>
          <p:cNvSpPr/>
          <p:nvPr/>
        </p:nvSpPr>
        <p:spPr>
          <a:xfrm rot="5400000">
            <a:off x="5622271" y="5251204"/>
            <a:ext cx="102820" cy="18213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92C2BD7-231E-F823-B3AA-382B8B72DC86}"/>
              </a:ext>
            </a:extLst>
          </p:cNvPr>
          <p:cNvSpPr/>
          <p:nvPr/>
        </p:nvSpPr>
        <p:spPr>
          <a:xfrm>
            <a:off x="5060636" y="4623472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C0CA18A-EBE8-1BC2-77CC-C833B479CD9E}"/>
              </a:ext>
            </a:extLst>
          </p:cNvPr>
          <p:cNvSpPr/>
          <p:nvPr/>
        </p:nvSpPr>
        <p:spPr>
          <a:xfrm>
            <a:off x="5229573" y="4775559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105154-4F70-A178-948B-00020C4F248A}"/>
              </a:ext>
            </a:extLst>
          </p:cNvPr>
          <p:cNvSpPr txBox="1"/>
          <p:nvPr/>
        </p:nvSpPr>
        <p:spPr>
          <a:xfrm>
            <a:off x="4710983" y="393459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4204E78-B30C-5859-E3ED-5895E5060000}"/>
              </a:ext>
            </a:extLst>
          </p:cNvPr>
          <p:cNvGrpSpPr/>
          <p:nvPr/>
        </p:nvGrpSpPr>
        <p:grpSpPr>
          <a:xfrm>
            <a:off x="4667013" y="4558931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37F7760C-F749-520A-3A79-2D4CB5E575C8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2F049DF3-FE8F-9D0E-26E0-E6FAE2A5486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9F3B5F88-D2A6-0C64-8E3C-AB542054621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35BAFC9D-173E-205E-B58D-2F1E70372C21}"/>
              </a:ext>
            </a:extLst>
          </p:cNvPr>
          <p:cNvGrpSpPr/>
          <p:nvPr/>
        </p:nvGrpSpPr>
        <p:grpSpPr>
          <a:xfrm rot="5400000">
            <a:off x="7658369" y="3947574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83D1F405-7DBD-0333-C016-5903E763EBAC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75BF6C8F-0A66-A11F-F1F2-BB7939AC630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A1C68A-A6A7-8D58-2C9D-5510688EA0DA}"/>
              </a:ext>
            </a:extLst>
          </p:cNvPr>
          <p:cNvSpPr/>
          <p:nvPr/>
        </p:nvSpPr>
        <p:spPr>
          <a:xfrm flipV="1">
            <a:off x="8548023" y="2829530"/>
            <a:ext cx="98385" cy="7671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399AAF-12AC-CB4B-7EB6-F5AF070A8091}"/>
              </a:ext>
            </a:extLst>
          </p:cNvPr>
          <p:cNvSpPr txBox="1"/>
          <p:nvPr/>
        </p:nvSpPr>
        <p:spPr>
          <a:xfrm>
            <a:off x="4599677" y="6527006"/>
            <a:ext cx="2444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22588F74-25FD-8E10-15CA-ED662972260E}"/>
              </a:ext>
            </a:extLst>
          </p:cNvPr>
          <p:cNvCxnSpPr>
            <a:cxnSpLocks/>
          </p:cNvCxnSpPr>
          <p:nvPr/>
        </p:nvCxnSpPr>
        <p:spPr>
          <a:xfrm flipV="1">
            <a:off x="6091237" y="5874372"/>
            <a:ext cx="0" cy="703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D1D7F1D-A37F-0142-D51A-8C2F2DDDF560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2077121C-5FC9-7B90-A67D-E1584D6F1E2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F0828DF9-3324-538F-8A69-ECF3D932FCAE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8F54A3D9-E3A7-EEE8-A5BD-F9D0C168735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47809792-D18A-F467-940D-2F7B8450BC6E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27B9E5C-882C-BF6D-46C2-B29C3535F159}"/>
              </a:ext>
            </a:extLst>
          </p:cNvPr>
          <p:cNvSpPr/>
          <p:nvPr/>
        </p:nvSpPr>
        <p:spPr>
          <a:xfrm rot="10800000" flipV="1">
            <a:off x="9470481" y="3550445"/>
            <a:ext cx="98385" cy="7884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EF764D5-8112-7B1A-9A39-11C25C3854C8}"/>
              </a:ext>
            </a:extLst>
          </p:cNvPr>
          <p:cNvSpPr/>
          <p:nvPr/>
        </p:nvSpPr>
        <p:spPr>
          <a:xfrm rot="16200000" flipV="1">
            <a:off x="3909939" y="2412740"/>
            <a:ext cx="98385" cy="7399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618C4DB-87C8-BA17-8900-ABFE5E6EEFEF}"/>
              </a:ext>
            </a:extLst>
          </p:cNvPr>
          <p:cNvSpPr txBox="1"/>
          <p:nvPr/>
        </p:nvSpPr>
        <p:spPr>
          <a:xfrm>
            <a:off x="114314" y="753363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6D1E4D1-47AD-4368-A699-CA81B7949C6C}"/>
              </a:ext>
            </a:extLst>
          </p:cNvPr>
          <p:cNvGrpSpPr/>
          <p:nvPr/>
        </p:nvGrpSpPr>
        <p:grpSpPr>
          <a:xfrm>
            <a:off x="6600135" y="4583305"/>
            <a:ext cx="98891" cy="1331233"/>
            <a:chOff x="4737834" y="4900127"/>
            <a:chExt cx="98891" cy="1331233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895F7020-24BA-6BD9-FC9B-D8CC5FC06828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4AC0D14D-311D-AFAA-1BF4-696501AA3F0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43FC2CB1-947B-C531-DFD0-DF4220BE306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71009F8-E302-29F0-1F5D-7A23B43B2775}"/>
              </a:ext>
            </a:extLst>
          </p:cNvPr>
          <p:cNvSpPr txBox="1"/>
          <p:nvPr/>
        </p:nvSpPr>
        <p:spPr>
          <a:xfrm>
            <a:off x="4920090" y="5033329"/>
            <a:ext cx="9055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2310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A3AE97-F451-D911-865B-2AAACA060DA2}"/>
              </a:ext>
            </a:extLst>
          </p:cNvPr>
          <p:cNvSpPr txBox="1"/>
          <p:nvPr/>
        </p:nvSpPr>
        <p:spPr>
          <a:xfrm>
            <a:off x="3029486" y="1114898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838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813205-446A-89D5-403D-45CB660BB7CF}"/>
              </a:ext>
            </a:extLst>
          </p:cNvPr>
          <p:cNvSpPr txBox="1"/>
          <p:nvPr/>
        </p:nvSpPr>
        <p:spPr>
          <a:xfrm>
            <a:off x="3795344" y="5444290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2103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B11A89-DB03-3D20-1D9C-8AE6B35CCDFE}"/>
              </a:ext>
            </a:extLst>
          </p:cNvPr>
          <p:cNvSpPr txBox="1"/>
          <p:nvPr/>
        </p:nvSpPr>
        <p:spPr>
          <a:xfrm>
            <a:off x="3556964" y="2816422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1431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390B0A-67EC-DE31-F0CA-91D76402274F}"/>
              </a:ext>
            </a:extLst>
          </p:cNvPr>
          <p:cNvSpPr txBox="1"/>
          <p:nvPr/>
        </p:nvSpPr>
        <p:spPr>
          <a:xfrm>
            <a:off x="5304146" y="1132000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1233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076100-0AEC-2C28-60AE-0196A51C9B26}"/>
              </a:ext>
            </a:extLst>
          </p:cNvPr>
          <p:cNvSpPr txBox="1"/>
          <p:nvPr/>
        </p:nvSpPr>
        <p:spPr>
          <a:xfrm>
            <a:off x="5293530" y="1639868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1600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99285B-9069-061A-A138-FBBB12C864C5}"/>
              </a:ext>
            </a:extLst>
          </p:cNvPr>
          <p:cNvSpPr txBox="1"/>
          <p:nvPr/>
        </p:nvSpPr>
        <p:spPr>
          <a:xfrm>
            <a:off x="5644747" y="2314543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1575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A34706-6E92-3534-8A23-0420DC9F181B}"/>
              </a:ext>
            </a:extLst>
          </p:cNvPr>
          <p:cNvSpPr txBox="1"/>
          <p:nvPr/>
        </p:nvSpPr>
        <p:spPr>
          <a:xfrm>
            <a:off x="5452060" y="6226039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4214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5BAE77-CED8-6198-44D9-B440D46CF973}"/>
              </a:ext>
            </a:extLst>
          </p:cNvPr>
          <p:cNvSpPr txBox="1"/>
          <p:nvPr/>
        </p:nvSpPr>
        <p:spPr>
          <a:xfrm>
            <a:off x="7225880" y="6226039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2718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04DE79-B179-3431-467E-F8119CE924AC}"/>
              </a:ext>
            </a:extLst>
          </p:cNvPr>
          <p:cNvSpPr txBox="1"/>
          <p:nvPr/>
        </p:nvSpPr>
        <p:spPr>
          <a:xfrm>
            <a:off x="8676177" y="6245677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2716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752B64-6C45-5A9E-9641-9D90CF14A774}"/>
              </a:ext>
            </a:extLst>
          </p:cNvPr>
          <p:cNvSpPr txBox="1"/>
          <p:nvPr/>
        </p:nvSpPr>
        <p:spPr>
          <a:xfrm>
            <a:off x="9038818" y="3985831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1417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376DA5-138C-DF60-7828-E7ACB3B5916F}"/>
              </a:ext>
            </a:extLst>
          </p:cNvPr>
          <p:cNvSpPr txBox="1"/>
          <p:nvPr/>
        </p:nvSpPr>
        <p:spPr>
          <a:xfrm>
            <a:off x="6554018" y="1114898"/>
            <a:ext cx="8408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1820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21C5EB1-B5E9-B3D2-69F4-2A334EDC360E}"/>
              </a:ext>
            </a:extLst>
          </p:cNvPr>
          <p:cNvSpPr txBox="1"/>
          <p:nvPr/>
        </p:nvSpPr>
        <p:spPr>
          <a:xfrm>
            <a:off x="8079678" y="3293657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1246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C2DCB0-E7C6-0B41-A51A-9806EC7DF3F5}"/>
              </a:ext>
            </a:extLst>
          </p:cNvPr>
          <p:cNvSpPr txBox="1"/>
          <p:nvPr/>
        </p:nvSpPr>
        <p:spPr>
          <a:xfrm>
            <a:off x="5487729" y="4588797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2820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738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FE00D-D2C2-661A-0611-EAA49B815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BA9BFEF-2AE2-2C84-F812-04B8B0F845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25676" y="973384"/>
            <a:ext cx="7743513" cy="56281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890A16C-B4E6-BE14-75E6-78CD8D955586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890A16C-B4E6-BE14-75E6-78CD8D955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81A1CFC-4E92-F1F2-E66A-8E0D7F1CF876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74A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0DEC911-D611-DC13-B95C-EC35236A576B}"/>
              </a:ext>
            </a:extLst>
          </p:cNvPr>
          <p:cNvSpPr/>
          <p:nvPr/>
        </p:nvSpPr>
        <p:spPr>
          <a:xfrm>
            <a:off x="3567112" y="5344759"/>
            <a:ext cx="952680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367494-DC22-6A65-C0CF-C3326E54F348}"/>
              </a:ext>
            </a:extLst>
          </p:cNvPr>
          <p:cNvSpPr txBox="1"/>
          <p:nvPr/>
        </p:nvSpPr>
        <p:spPr>
          <a:xfrm>
            <a:off x="2995670" y="4504133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E71F5A-0D0D-5A40-1700-8E7DF6D75338}"/>
              </a:ext>
            </a:extLst>
          </p:cNvPr>
          <p:cNvSpPr/>
          <p:nvPr/>
        </p:nvSpPr>
        <p:spPr>
          <a:xfrm rot="5400000">
            <a:off x="5622271" y="5251204"/>
            <a:ext cx="102820" cy="18213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62B04D8-009E-6C88-79E8-92746E36162F}"/>
              </a:ext>
            </a:extLst>
          </p:cNvPr>
          <p:cNvSpPr/>
          <p:nvPr/>
        </p:nvSpPr>
        <p:spPr>
          <a:xfrm>
            <a:off x="5060636" y="4623472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682484F-DD85-9D6C-7A8F-99E4114DF4FA}"/>
              </a:ext>
            </a:extLst>
          </p:cNvPr>
          <p:cNvSpPr/>
          <p:nvPr/>
        </p:nvSpPr>
        <p:spPr>
          <a:xfrm>
            <a:off x="5229573" y="4775559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264014-A7A2-29FD-6E19-7AA6FD073C78}"/>
              </a:ext>
            </a:extLst>
          </p:cNvPr>
          <p:cNvSpPr txBox="1"/>
          <p:nvPr/>
        </p:nvSpPr>
        <p:spPr>
          <a:xfrm>
            <a:off x="4710983" y="393459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8320D3C-1D85-17B3-C1C3-7AC45C4D3B2B}"/>
              </a:ext>
            </a:extLst>
          </p:cNvPr>
          <p:cNvGrpSpPr/>
          <p:nvPr/>
        </p:nvGrpSpPr>
        <p:grpSpPr>
          <a:xfrm>
            <a:off x="4667013" y="4558931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94D4CCC6-27C1-ECFD-3C0D-05CF1B09116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E68C03C-2BFA-481C-F0FD-88B46BC6460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ACE7CBA-4895-82A5-401A-4F6C1C9708D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E0A9C90-588A-03A5-CBFD-1D46D1561EB0}"/>
              </a:ext>
            </a:extLst>
          </p:cNvPr>
          <p:cNvGrpSpPr/>
          <p:nvPr/>
        </p:nvGrpSpPr>
        <p:grpSpPr>
          <a:xfrm>
            <a:off x="4408649" y="4338853"/>
            <a:ext cx="98814" cy="614797"/>
            <a:chOff x="4737834" y="5000139"/>
            <a:chExt cx="98814" cy="614797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1B2D31CA-8ECB-84FB-AFE5-2C01D2A9CDFB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FEF5371E-90E6-689F-C907-9D48810A4A36}"/>
                </a:ext>
              </a:extLst>
            </p:cNvPr>
            <p:cNvSpPr/>
            <p:nvPr/>
          </p:nvSpPr>
          <p:spPr>
            <a:xfrm>
              <a:off x="4738263" y="551655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44624A5-5078-4679-8040-BB6482E6EFBE}"/>
              </a:ext>
            </a:extLst>
          </p:cNvPr>
          <p:cNvGrpSpPr/>
          <p:nvPr/>
        </p:nvGrpSpPr>
        <p:grpSpPr>
          <a:xfrm>
            <a:off x="8014381" y="2978632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6B74FDC8-EB8B-EDBA-3DF4-2DD1A8094524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677AAB7C-EFCF-B14A-06EE-6DC6EA099F73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76673E3A-C89E-31A0-9C15-0D52E6D14FEE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A674E822-2D6E-0736-A0BE-A250CE4B5194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511BEFA-0AAD-84B1-E8BA-258FBFB3D4E9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2C9158E1-0AB8-D638-9B29-450D5D488510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6EB05DC8-5572-15E7-8C54-E434B1063A0E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42D829E3-4932-1069-E9B2-4CD5C8DEAF18}"/>
              </a:ext>
            </a:extLst>
          </p:cNvPr>
          <p:cNvGrpSpPr/>
          <p:nvPr/>
        </p:nvGrpSpPr>
        <p:grpSpPr>
          <a:xfrm rot="5400000">
            <a:off x="7658369" y="3947574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09AD6469-C49B-81A0-9F24-22EB5BBBC808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188E5422-0651-7B12-F7FD-D7A1C6E9FD6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0DC3FB0-CF1E-83A3-89BF-B2DD2D9873FA}"/>
              </a:ext>
            </a:extLst>
          </p:cNvPr>
          <p:cNvSpPr/>
          <p:nvPr/>
        </p:nvSpPr>
        <p:spPr>
          <a:xfrm flipV="1">
            <a:off x="8548023" y="2829530"/>
            <a:ext cx="98385" cy="7671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465EC3-9F8A-0369-0167-1FE4695566D8}"/>
              </a:ext>
            </a:extLst>
          </p:cNvPr>
          <p:cNvSpPr txBox="1"/>
          <p:nvPr/>
        </p:nvSpPr>
        <p:spPr>
          <a:xfrm>
            <a:off x="4599677" y="6527006"/>
            <a:ext cx="2444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F5767A37-D8BD-AFB1-047D-276814B8C661}"/>
              </a:ext>
            </a:extLst>
          </p:cNvPr>
          <p:cNvCxnSpPr>
            <a:cxnSpLocks/>
          </p:cNvCxnSpPr>
          <p:nvPr/>
        </p:nvCxnSpPr>
        <p:spPr>
          <a:xfrm flipV="1">
            <a:off x="6091237" y="5874372"/>
            <a:ext cx="0" cy="703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2797D8F-9FD9-B059-9616-412A98594F5B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664E9F6B-534D-465B-3EC5-48538D503681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1DA093E2-65BD-275C-8560-FCA86B01A8B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5F529C6-2E51-3C40-163B-D2CC740DE70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C4F1BE50-7F6C-87EE-CD0D-636342BC3C4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6A2360C-93D9-50CE-159C-C5AD37A591BE}"/>
              </a:ext>
            </a:extLst>
          </p:cNvPr>
          <p:cNvSpPr/>
          <p:nvPr/>
        </p:nvSpPr>
        <p:spPr>
          <a:xfrm rot="10800000" flipV="1">
            <a:off x="9470481" y="3550445"/>
            <a:ext cx="98385" cy="7884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E0DC9A82-3EDF-2B4A-140B-61F20F24A77C}"/>
              </a:ext>
            </a:extLst>
          </p:cNvPr>
          <p:cNvGrpSpPr/>
          <p:nvPr/>
        </p:nvGrpSpPr>
        <p:grpSpPr>
          <a:xfrm>
            <a:off x="6600135" y="4583305"/>
            <a:ext cx="98891" cy="1331233"/>
            <a:chOff x="4737834" y="4900127"/>
            <a:chExt cx="98891" cy="13312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D00217E9-F851-9C82-916E-71BF2E6B7BA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9FFE60D-8E54-2899-AE2C-8292F949EF2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F0EE7493-8409-B3F7-A0BC-AEA56790955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74E59B2-6E18-9562-C559-DA28D219F9B2}"/>
              </a:ext>
            </a:extLst>
          </p:cNvPr>
          <p:cNvSpPr/>
          <p:nvPr/>
        </p:nvSpPr>
        <p:spPr>
          <a:xfrm rot="16200000" flipV="1">
            <a:off x="3909939" y="2412740"/>
            <a:ext cx="98385" cy="7399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0CF71F-0600-16B7-86C2-F48E76C5F1D2}"/>
              </a:ext>
            </a:extLst>
          </p:cNvPr>
          <p:cNvSpPr txBox="1"/>
          <p:nvPr/>
        </p:nvSpPr>
        <p:spPr>
          <a:xfrm>
            <a:off x="114314" y="753363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6348261-82A2-5B44-9E9A-394660763E5C}"/>
              </a:ext>
            </a:extLst>
          </p:cNvPr>
          <p:cNvCxnSpPr>
            <a:cxnSpLocks/>
          </p:cNvCxnSpPr>
          <p:nvPr/>
        </p:nvCxnSpPr>
        <p:spPr>
          <a:xfrm flipV="1">
            <a:off x="6091237" y="5874372"/>
            <a:ext cx="0" cy="703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BFBDD85-65E0-FDF9-3924-5918D1D28B9D}"/>
              </a:ext>
            </a:extLst>
          </p:cNvPr>
          <p:cNvSpPr txBox="1"/>
          <p:nvPr/>
        </p:nvSpPr>
        <p:spPr>
          <a:xfrm>
            <a:off x="4920090" y="5033329"/>
            <a:ext cx="9055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2310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FCAC5ED-1028-2903-D9D2-62EC2902AE90}"/>
              </a:ext>
            </a:extLst>
          </p:cNvPr>
          <p:cNvSpPr txBox="1"/>
          <p:nvPr/>
        </p:nvSpPr>
        <p:spPr>
          <a:xfrm>
            <a:off x="3029486" y="1114898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838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5E2B24-0B1A-1BEA-C1DA-6A8A560751AD}"/>
              </a:ext>
            </a:extLst>
          </p:cNvPr>
          <p:cNvSpPr txBox="1"/>
          <p:nvPr/>
        </p:nvSpPr>
        <p:spPr>
          <a:xfrm>
            <a:off x="3795344" y="5444290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2103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E12146A-5375-6C04-6CC5-E7D2DADC0773}"/>
              </a:ext>
            </a:extLst>
          </p:cNvPr>
          <p:cNvSpPr txBox="1"/>
          <p:nvPr/>
        </p:nvSpPr>
        <p:spPr>
          <a:xfrm>
            <a:off x="3556964" y="2816422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1431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F8D47C-19BC-45CA-225B-96B84563D452}"/>
              </a:ext>
            </a:extLst>
          </p:cNvPr>
          <p:cNvSpPr txBox="1"/>
          <p:nvPr/>
        </p:nvSpPr>
        <p:spPr>
          <a:xfrm>
            <a:off x="5304146" y="1132000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1233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AFC4AE-FE5A-A24C-3C5B-E679749AF33B}"/>
              </a:ext>
            </a:extLst>
          </p:cNvPr>
          <p:cNvSpPr txBox="1"/>
          <p:nvPr/>
        </p:nvSpPr>
        <p:spPr>
          <a:xfrm>
            <a:off x="5293530" y="1639868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1600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39E87B7-81E3-55DB-04E7-206A5B7AFDDC}"/>
              </a:ext>
            </a:extLst>
          </p:cNvPr>
          <p:cNvSpPr txBox="1"/>
          <p:nvPr/>
        </p:nvSpPr>
        <p:spPr>
          <a:xfrm>
            <a:off x="5644747" y="2314543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1575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71FFA5-3C61-90A5-1EB4-A052439221F1}"/>
              </a:ext>
            </a:extLst>
          </p:cNvPr>
          <p:cNvSpPr txBox="1"/>
          <p:nvPr/>
        </p:nvSpPr>
        <p:spPr>
          <a:xfrm>
            <a:off x="5452060" y="6226039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4214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621E3A-D714-647D-A357-936D6225ACD7}"/>
              </a:ext>
            </a:extLst>
          </p:cNvPr>
          <p:cNvSpPr txBox="1"/>
          <p:nvPr/>
        </p:nvSpPr>
        <p:spPr>
          <a:xfrm>
            <a:off x="7225880" y="6226039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2718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22F421-240D-B4C1-BD59-333A3B506823}"/>
              </a:ext>
            </a:extLst>
          </p:cNvPr>
          <p:cNvSpPr txBox="1"/>
          <p:nvPr/>
        </p:nvSpPr>
        <p:spPr>
          <a:xfrm>
            <a:off x="8676177" y="6245677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2716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0472969-AC72-C49E-A9B8-D73F104748A4}"/>
              </a:ext>
            </a:extLst>
          </p:cNvPr>
          <p:cNvSpPr txBox="1"/>
          <p:nvPr/>
        </p:nvSpPr>
        <p:spPr>
          <a:xfrm>
            <a:off x="9038818" y="3985831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1417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FB03F3E-5329-D2FE-84C9-9B1DFD21100D}"/>
              </a:ext>
            </a:extLst>
          </p:cNvPr>
          <p:cNvSpPr txBox="1"/>
          <p:nvPr/>
        </p:nvSpPr>
        <p:spPr>
          <a:xfrm>
            <a:off x="6554018" y="1114898"/>
            <a:ext cx="8408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1820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B7EFAA-2BEF-3523-8E98-C870C02EE985}"/>
              </a:ext>
            </a:extLst>
          </p:cNvPr>
          <p:cNvSpPr txBox="1"/>
          <p:nvPr/>
        </p:nvSpPr>
        <p:spPr>
          <a:xfrm>
            <a:off x="8102298" y="2795330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1246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AA56BC-1AE4-E877-5BDE-1CFEBBB81EA4}"/>
              </a:ext>
            </a:extLst>
          </p:cNvPr>
          <p:cNvSpPr txBox="1"/>
          <p:nvPr/>
        </p:nvSpPr>
        <p:spPr>
          <a:xfrm>
            <a:off x="5487729" y="4588797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2820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48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6E313-FC3F-18C3-776E-260E1F432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5110751-5056-3FBA-6430-F879187BB8B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25676" y="973384"/>
            <a:ext cx="7743513" cy="56281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9C82D7-9804-F721-C95E-B388F6A57EBF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9C82D7-9804-F721-C95E-B388F6A57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ABA447A-3898-61DB-6FC9-CB99C866F0E4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74A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B895AC-2F6B-61F7-DC05-FC8952A45ACB}"/>
              </a:ext>
            </a:extLst>
          </p:cNvPr>
          <p:cNvSpPr/>
          <p:nvPr/>
        </p:nvSpPr>
        <p:spPr>
          <a:xfrm>
            <a:off x="3567112" y="5344759"/>
            <a:ext cx="952680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B8D06F-3D91-510A-445B-820A6F7BE16C}"/>
              </a:ext>
            </a:extLst>
          </p:cNvPr>
          <p:cNvSpPr txBox="1"/>
          <p:nvPr/>
        </p:nvSpPr>
        <p:spPr>
          <a:xfrm>
            <a:off x="2995670" y="4504133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58D195-F3C1-CDC9-3B71-62959FD30EAA}"/>
              </a:ext>
            </a:extLst>
          </p:cNvPr>
          <p:cNvSpPr/>
          <p:nvPr/>
        </p:nvSpPr>
        <p:spPr>
          <a:xfrm rot="5400000">
            <a:off x="5622271" y="5251204"/>
            <a:ext cx="102820" cy="18213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06A1251-EA6A-8FB2-47B6-D4155BA344D6}"/>
              </a:ext>
            </a:extLst>
          </p:cNvPr>
          <p:cNvSpPr/>
          <p:nvPr/>
        </p:nvSpPr>
        <p:spPr>
          <a:xfrm>
            <a:off x="5060636" y="4623472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3A02436-5EC7-B667-8659-8279FBBCB24C}"/>
              </a:ext>
            </a:extLst>
          </p:cNvPr>
          <p:cNvSpPr/>
          <p:nvPr/>
        </p:nvSpPr>
        <p:spPr>
          <a:xfrm>
            <a:off x="5229573" y="4775559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F8F9B7-A0A3-A47C-C8FA-93EA3AAB47CF}"/>
              </a:ext>
            </a:extLst>
          </p:cNvPr>
          <p:cNvSpPr txBox="1"/>
          <p:nvPr/>
        </p:nvSpPr>
        <p:spPr>
          <a:xfrm>
            <a:off x="4710983" y="393459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B396770E-B8D1-BB94-024F-6F36B03B9553}"/>
              </a:ext>
            </a:extLst>
          </p:cNvPr>
          <p:cNvSpPr/>
          <p:nvPr/>
        </p:nvSpPr>
        <p:spPr>
          <a:xfrm>
            <a:off x="5409001" y="4958887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9063D04-73C1-D452-09FF-8AA6CD5BFEFD}"/>
              </a:ext>
            </a:extLst>
          </p:cNvPr>
          <p:cNvGrpSpPr/>
          <p:nvPr/>
        </p:nvGrpSpPr>
        <p:grpSpPr>
          <a:xfrm>
            <a:off x="4667013" y="4558931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74CF800-CC72-FEF7-02B5-9ED55BD7124F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E9A3486-6988-5CD6-4ABF-AA0AADC6FC4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A7F3F69-10BE-C94C-D0B1-EADAD7D9AB1A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0C04F0B-2CFA-77D0-4371-187D68F96E38}"/>
              </a:ext>
            </a:extLst>
          </p:cNvPr>
          <p:cNvGrpSpPr/>
          <p:nvPr/>
        </p:nvGrpSpPr>
        <p:grpSpPr>
          <a:xfrm>
            <a:off x="4408649" y="4338853"/>
            <a:ext cx="98814" cy="614797"/>
            <a:chOff x="4737834" y="5000139"/>
            <a:chExt cx="98814" cy="614797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E1B861F4-98A0-8BB2-3DBB-EC0999000723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8D8ACFDC-431F-3DFE-FA68-6CCF89DA5894}"/>
                </a:ext>
              </a:extLst>
            </p:cNvPr>
            <p:cNvSpPr/>
            <p:nvPr/>
          </p:nvSpPr>
          <p:spPr>
            <a:xfrm>
              <a:off x="4738263" y="551655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787504BB-B795-6FCA-5C38-8BA3D6B0AEAF}"/>
              </a:ext>
            </a:extLst>
          </p:cNvPr>
          <p:cNvGrpSpPr/>
          <p:nvPr/>
        </p:nvGrpSpPr>
        <p:grpSpPr>
          <a:xfrm>
            <a:off x="8014381" y="2978632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DD8103A-02E2-AC3C-1B1A-0480C11EB0DC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50F8D499-1E95-62EF-6E85-C5F3D260F7F9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985A6FAE-7DEC-F8E5-8B0C-B8D88E39152B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E4032F88-D416-FC63-FA17-2202FC07E88B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D4FCED9C-C13D-1B31-D4A1-81CF20BEB08B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F7A8A574-D6BF-BCDB-59B7-43646880B214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E1286F71-A809-86F7-B17E-4B46CC218042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7AA5033-1CA0-EFC4-7780-A5F3241CD632}"/>
              </a:ext>
            </a:extLst>
          </p:cNvPr>
          <p:cNvGrpSpPr/>
          <p:nvPr/>
        </p:nvGrpSpPr>
        <p:grpSpPr>
          <a:xfrm rot="5400000">
            <a:off x="7658369" y="3947574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4FF42569-3AC3-30C6-E746-7296A1DB756A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2BA57953-E47B-56C4-D0B5-428C2AE8D61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93818F9-3B67-0708-F340-289F5CB95224}"/>
              </a:ext>
            </a:extLst>
          </p:cNvPr>
          <p:cNvSpPr/>
          <p:nvPr/>
        </p:nvSpPr>
        <p:spPr>
          <a:xfrm flipV="1">
            <a:off x="8548023" y="2829530"/>
            <a:ext cx="98385" cy="7671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5D36DB-81D9-8EEC-B9FF-F76B1583C04C}"/>
              </a:ext>
            </a:extLst>
          </p:cNvPr>
          <p:cNvSpPr txBox="1"/>
          <p:nvPr/>
        </p:nvSpPr>
        <p:spPr>
          <a:xfrm>
            <a:off x="5933177" y="6527006"/>
            <a:ext cx="2444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43F8AA6-50D5-B28B-1413-ED0B0D83475A}"/>
              </a:ext>
            </a:extLst>
          </p:cNvPr>
          <p:cNvCxnSpPr>
            <a:cxnSpLocks/>
          </p:cNvCxnSpPr>
          <p:nvPr/>
        </p:nvCxnSpPr>
        <p:spPr>
          <a:xfrm flipV="1">
            <a:off x="6091237" y="5874372"/>
            <a:ext cx="0" cy="703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CB0A2E8-6614-7DDB-E2CF-3CFC087A8293}"/>
              </a:ext>
            </a:extLst>
          </p:cNvPr>
          <p:cNvSpPr txBox="1"/>
          <p:nvPr/>
        </p:nvSpPr>
        <p:spPr>
          <a:xfrm>
            <a:off x="3762810" y="6341033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43A3FA2-524B-581A-7BFE-8EA408EEED54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F40E3C71-2A74-222B-3DB7-3DA22AD41DE1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26EC7FF0-90D8-60EF-4770-5329475AC16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50558FB-3742-4295-5C76-E9700355B9B8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03C23E55-360D-2B6C-AF9F-40D81C3DBEE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06564A1-9D76-7D6F-3384-9CD01D7616FB}"/>
              </a:ext>
            </a:extLst>
          </p:cNvPr>
          <p:cNvSpPr/>
          <p:nvPr/>
        </p:nvSpPr>
        <p:spPr>
          <a:xfrm rot="10800000" flipV="1">
            <a:off x="9470481" y="3550445"/>
            <a:ext cx="98385" cy="7884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E0D2FA1-A5D0-808A-1621-8776476B8B7F}"/>
              </a:ext>
            </a:extLst>
          </p:cNvPr>
          <p:cNvSpPr/>
          <p:nvPr/>
        </p:nvSpPr>
        <p:spPr>
          <a:xfrm rot="16200000" flipV="1">
            <a:off x="3909939" y="2412740"/>
            <a:ext cx="98385" cy="7399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5F739E-5907-8A78-7360-C5576DD2EF9C}"/>
              </a:ext>
            </a:extLst>
          </p:cNvPr>
          <p:cNvSpPr txBox="1"/>
          <p:nvPr/>
        </p:nvSpPr>
        <p:spPr>
          <a:xfrm>
            <a:off x="114314" y="753363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85B6A03-9215-29C9-0A46-9500C739C67D}"/>
              </a:ext>
            </a:extLst>
          </p:cNvPr>
          <p:cNvGrpSpPr/>
          <p:nvPr/>
        </p:nvGrpSpPr>
        <p:grpSpPr>
          <a:xfrm>
            <a:off x="6600135" y="4583305"/>
            <a:ext cx="98891" cy="1331233"/>
            <a:chOff x="4737834" y="4900127"/>
            <a:chExt cx="98891" cy="1331233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521C8B8D-6624-B5F9-B724-6DA784A03C1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F9A76B6D-BB9C-13F9-6D27-AC6BE30BC3C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D323D331-8D8F-ED27-3EE2-CE32F293EC2E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F2310967-5C33-D6E2-649F-59C8DA30CBEF}"/>
              </a:ext>
            </a:extLst>
          </p:cNvPr>
          <p:cNvCxnSpPr>
            <a:cxnSpLocks/>
          </p:cNvCxnSpPr>
          <p:nvPr/>
        </p:nvCxnSpPr>
        <p:spPr>
          <a:xfrm flipV="1">
            <a:off x="6091237" y="5874372"/>
            <a:ext cx="0" cy="703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DC51EC9-D486-934E-83AC-11DAB66F3A82}"/>
              </a:ext>
            </a:extLst>
          </p:cNvPr>
          <p:cNvSpPr txBox="1"/>
          <p:nvPr/>
        </p:nvSpPr>
        <p:spPr>
          <a:xfrm>
            <a:off x="4920090" y="5033329"/>
            <a:ext cx="9055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2310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01B37D-DB5A-BBB2-8EB8-AF73018D2FF5}"/>
              </a:ext>
            </a:extLst>
          </p:cNvPr>
          <p:cNvSpPr txBox="1"/>
          <p:nvPr/>
        </p:nvSpPr>
        <p:spPr>
          <a:xfrm>
            <a:off x="3029486" y="1114898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838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E375E8-E4A1-2A19-996B-8EF83CF879E5}"/>
              </a:ext>
            </a:extLst>
          </p:cNvPr>
          <p:cNvSpPr txBox="1"/>
          <p:nvPr/>
        </p:nvSpPr>
        <p:spPr>
          <a:xfrm>
            <a:off x="3795344" y="5444290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2103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0B3CD4-EEC5-A119-63BC-610185AD778D}"/>
              </a:ext>
            </a:extLst>
          </p:cNvPr>
          <p:cNvSpPr txBox="1"/>
          <p:nvPr/>
        </p:nvSpPr>
        <p:spPr>
          <a:xfrm>
            <a:off x="3556964" y="2816422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1431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A20CD0-68DA-87F6-018A-538701AF8235}"/>
              </a:ext>
            </a:extLst>
          </p:cNvPr>
          <p:cNvSpPr txBox="1"/>
          <p:nvPr/>
        </p:nvSpPr>
        <p:spPr>
          <a:xfrm>
            <a:off x="5304146" y="1132000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1233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A32AED4-272D-956D-17A7-EFA3A0F6DFF6}"/>
              </a:ext>
            </a:extLst>
          </p:cNvPr>
          <p:cNvSpPr txBox="1"/>
          <p:nvPr/>
        </p:nvSpPr>
        <p:spPr>
          <a:xfrm>
            <a:off x="5293530" y="1639868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1600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A7DD832-5391-A094-7EA3-087CEF6477DA}"/>
              </a:ext>
            </a:extLst>
          </p:cNvPr>
          <p:cNvSpPr txBox="1"/>
          <p:nvPr/>
        </p:nvSpPr>
        <p:spPr>
          <a:xfrm>
            <a:off x="5644747" y="2314543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1575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C46FFF-988E-C64D-79F0-8526900FAC2A}"/>
              </a:ext>
            </a:extLst>
          </p:cNvPr>
          <p:cNvSpPr txBox="1"/>
          <p:nvPr/>
        </p:nvSpPr>
        <p:spPr>
          <a:xfrm>
            <a:off x="5452060" y="6226039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4214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525C3C-3ADA-DA9C-7278-B127353595AF}"/>
              </a:ext>
            </a:extLst>
          </p:cNvPr>
          <p:cNvSpPr txBox="1"/>
          <p:nvPr/>
        </p:nvSpPr>
        <p:spPr>
          <a:xfrm>
            <a:off x="7225880" y="6226039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2718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36494A-72F9-5D7A-CC8D-34DF766B852B}"/>
              </a:ext>
            </a:extLst>
          </p:cNvPr>
          <p:cNvSpPr txBox="1"/>
          <p:nvPr/>
        </p:nvSpPr>
        <p:spPr>
          <a:xfrm>
            <a:off x="8676177" y="6245677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2716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82FB8A0-D691-5F08-C615-1C221C0A1FC9}"/>
              </a:ext>
            </a:extLst>
          </p:cNvPr>
          <p:cNvSpPr txBox="1"/>
          <p:nvPr/>
        </p:nvSpPr>
        <p:spPr>
          <a:xfrm>
            <a:off x="9038818" y="3985831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1417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2D2F5E5-4D92-C00A-6F9E-8BE7BAE397D5}"/>
              </a:ext>
            </a:extLst>
          </p:cNvPr>
          <p:cNvSpPr txBox="1"/>
          <p:nvPr/>
        </p:nvSpPr>
        <p:spPr>
          <a:xfrm>
            <a:off x="6554018" y="1114898"/>
            <a:ext cx="8408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1820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F2D2764-7564-7643-8746-AA5CC773E111}"/>
              </a:ext>
            </a:extLst>
          </p:cNvPr>
          <p:cNvSpPr txBox="1"/>
          <p:nvPr/>
        </p:nvSpPr>
        <p:spPr>
          <a:xfrm>
            <a:off x="8079798" y="2797370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1246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93944C7-6F29-603B-D340-1EBF898BF570}"/>
              </a:ext>
            </a:extLst>
          </p:cNvPr>
          <p:cNvSpPr txBox="1"/>
          <p:nvPr/>
        </p:nvSpPr>
        <p:spPr>
          <a:xfrm>
            <a:off x="5487729" y="4588797"/>
            <a:ext cx="804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2820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923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C5C6C-1462-41D3-4EA9-17CA725B3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D1E5693-B918-A20A-E312-2FEB885C6E3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11202" y="1217417"/>
            <a:ext cx="7390716" cy="51312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45BC4B3-04D3-B23F-1463-81BDF599B6FD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45BC4B3-04D3-B23F-1463-81BDF599B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7C81700-2A7E-9E24-8C71-49C470A38C18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A4AB8B-7D67-7781-6A9D-42C97BE2261B}"/>
              </a:ext>
            </a:extLst>
          </p:cNvPr>
          <p:cNvSpPr/>
          <p:nvPr/>
        </p:nvSpPr>
        <p:spPr>
          <a:xfrm rot="5400000">
            <a:off x="5569733" y="5154590"/>
            <a:ext cx="102820" cy="202643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E081AA7-139C-2D4C-2A80-9E5A2C25C0AB}"/>
              </a:ext>
            </a:extLst>
          </p:cNvPr>
          <p:cNvSpPr/>
          <p:nvPr/>
        </p:nvSpPr>
        <p:spPr>
          <a:xfrm>
            <a:off x="5043056" y="460641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94333C0-DBFF-2D5B-961C-DE1B6445497C}"/>
              </a:ext>
            </a:extLst>
          </p:cNvPr>
          <p:cNvSpPr/>
          <p:nvPr/>
        </p:nvSpPr>
        <p:spPr>
          <a:xfrm>
            <a:off x="5211993" y="4758502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5C486F-D908-9B14-B83F-EA98F81CEBB8}"/>
              </a:ext>
            </a:extLst>
          </p:cNvPr>
          <p:cNvSpPr txBox="1"/>
          <p:nvPr/>
        </p:nvSpPr>
        <p:spPr>
          <a:xfrm>
            <a:off x="4663354" y="393459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5780CDD-CA77-587D-33D0-5E38F45D0C88}"/>
              </a:ext>
            </a:extLst>
          </p:cNvPr>
          <p:cNvGrpSpPr/>
          <p:nvPr/>
        </p:nvGrpSpPr>
        <p:grpSpPr>
          <a:xfrm>
            <a:off x="4516684" y="4576868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53EC6020-B7CD-4771-8AF8-E6CCDFA69A2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E7EE832-7492-4C1F-AB56-82D3665E8AF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BC3C878-3D05-7608-ACF9-F5A0CB459C7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E7EBEE4-1832-FBFB-E8D8-06B6FED0B691}"/>
              </a:ext>
            </a:extLst>
          </p:cNvPr>
          <p:cNvGrpSpPr/>
          <p:nvPr/>
        </p:nvGrpSpPr>
        <p:grpSpPr>
          <a:xfrm rot="5400000">
            <a:off x="7713258" y="3892805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A7ACEF48-F0EE-3494-E44C-5EC4954964EF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A617CD0E-1F3B-BFF3-7C80-E57B2458C68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FD71A7C-AF04-DB62-3E90-5B2AE42E47A6}"/>
              </a:ext>
            </a:extLst>
          </p:cNvPr>
          <p:cNvSpPr/>
          <p:nvPr/>
        </p:nvSpPr>
        <p:spPr>
          <a:xfrm flipV="1">
            <a:off x="8660719" y="2863301"/>
            <a:ext cx="98385" cy="7228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4A42E0-5891-69E9-61F0-FC91BC4F3001}"/>
              </a:ext>
            </a:extLst>
          </p:cNvPr>
          <p:cNvSpPr txBox="1"/>
          <p:nvPr/>
        </p:nvSpPr>
        <p:spPr>
          <a:xfrm>
            <a:off x="4391969" y="6441664"/>
            <a:ext cx="2444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E9825D82-EA3C-E520-37FD-4B7FB5C24B69}"/>
              </a:ext>
            </a:extLst>
          </p:cNvPr>
          <p:cNvCxnSpPr>
            <a:cxnSpLocks/>
          </p:cNvCxnSpPr>
          <p:nvPr/>
        </p:nvCxnSpPr>
        <p:spPr>
          <a:xfrm flipV="1">
            <a:off x="6027561" y="5865258"/>
            <a:ext cx="0" cy="607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C3CAB6B-A2E5-11EA-4156-82EE0C2C539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20D7A3DC-217B-6D36-98B7-C02B0F62F32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74529F43-B93C-AA9A-18FF-4FE462493701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9B77EC35-E71A-EF31-C656-9A157D0998A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BAC72E2B-BAAD-619D-CB3F-5E41A64396A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F5321F4-5F7C-294A-5A80-5795CF17A1C7}"/>
              </a:ext>
            </a:extLst>
          </p:cNvPr>
          <p:cNvSpPr/>
          <p:nvPr/>
        </p:nvSpPr>
        <p:spPr>
          <a:xfrm rot="10800000" flipV="1">
            <a:off x="9574392" y="3536156"/>
            <a:ext cx="98385" cy="7485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6874559-C3CE-8681-DCF0-CCBEBF9262D4}"/>
              </a:ext>
            </a:extLst>
          </p:cNvPr>
          <p:cNvGrpSpPr/>
          <p:nvPr/>
        </p:nvGrpSpPr>
        <p:grpSpPr>
          <a:xfrm>
            <a:off x="6617281" y="4573692"/>
            <a:ext cx="98891" cy="1331233"/>
            <a:chOff x="4737834" y="4900127"/>
            <a:chExt cx="98891" cy="13312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DCE2F97D-A339-5FD4-D19B-4DED5A13195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9D6FFC6-2495-1DC9-7423-323D31855D7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A0CC62F1-B47A-8035-FE69-4E312A776A2A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EBD7996-82F2-1306-80C0-DE6792F201B4}"/>
              </a:ext>
            </a:extLst>
          </p:cNvPr>
          <p:cNvSpPr/>
          <p:nvPr/>
        </p:nvSpPr>
        <p:spPr>
          <a:xfrm rot="16200000" flipV="1">
            <a:off x="3779909" y="2449829"/>
            <a:ext cx="98385" cy="7428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7CC9C5-0C24-43DC-3488-718D78D2EC73}"/>
              </a:ext>
            </a:extLst>
          </p:cNvPr>
          <p:cNvSpPr txBox="1"/>
          <p:nvPr/>
        </p:nvSpPr>
        <p:spPr>
          <a:xfrm>
            <a:off x="114314" y="753363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2002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76EFD-7509-9629-512A-DACE938C9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6596278-92F8-6CF1-5B79-C06EE7AAEF7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11202" y="1217417"/>
            <a:ext cx="7390716" cy="51312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796F0C8-B44F-518D-18F1-4C6BD8F01BF4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796F0C8-B44F-518D-18F1-4C6BD8F01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4BC3299-118C-F83C-FED1-DC19D67C9B64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F04E2C-F432-D9B6-AAE3-03E63A5EDE1B}"/>
              </a:ext>
            </a:extLst>
          </p:cNvPr>
          <p:cNvSpPr/>
          <p:nvPr/>
        </p:nvSpPr>
        <p:spPr>
          <a:xfrm>
            <a:off x="3412101" y="5388154"/>
            <a:ext cx="908683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233904-1C21-4420-8EC7-73C76394E51D}"/>
              </a:ext>
            </a:extLst>
          </p:cNvPr>
          <p:cNvSpPr txBox="1"/>
          <p:nvPr/>
        </p:nvSpPr>
        <p:spPr>
          <a:xfrm>
            <a:off x="2804207" y="4593598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85AD978-2F5C-FA2B-7D8D-0C35CA43ECBF}"/>
              </a:ext>
            </a:extLst>
          </p:cNvPr>
          <p:cNvSpPr/>
          <p:nvPr/>
        </p:nvSpPr>
        <p:spPr>
          <a:xfrm rot="5400000">
            <a:off x="5569733" y="5154590"/>
            <a:ext cx="102820" cy="202643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74E7FEC-7870-3635-E0CE-BCEC04F29416}"/>
              </a:ext>
            </a:extLst>
          </p:cNvPr>
          <p:cNvSpPr/>
          <p:nvPr/>
        </p:nvSpPr>
        <p:spPr>
          <a:xfrm>
            <a:off x="5043056" y="460641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BC73ABE-36AB-26F7-EB91-06B8ADA8F277}"/>
              </a:ext>
            </a:extLst>
          </p:cNvPr>
          <p:cNvSpPr/>
          <p:nvPr/>
        </p:nvSpPr>
        <p:spPr>
          <a:xfrm>
            <a:off x="5211993" y="4758502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B92C26-5F3B-A0C2-BDD1-84E0288D3614}"/>
              </a:ext>
            </a:extLst>
          </p:cNvPr>
          <p:cNvSpPr txBox="1"/>
          <p:nvPr/>
        </p:nvSpPr>
        <p:spPr>
          <a:xfrm>
            <a:off x="4663354" y="393459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8A5DD69-152F-B9AD-3777-AB4748B2D4FB}"/>
              </a:ext>
            </a:extLst>
          </p:cNvPr>
          <p:cNvGrpSpPr/>
          <p:nvPr/>
        </p:nvGrpSpPr>
        <p:grpSpPr>
          <a:xfrm>
            <a:off x="4516684" y="4576868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D7224FF6-B7B4-FDAF-BC5A-A0B78220DCE8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F90AEDF-BC89-6998-D3BD-E26AE80458E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9DCF01EB-3D22-059D-6F93-A9D6EC42955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D02799-413E-18C6-16DD-1395B19A9B38}"/>
              </a:ext>
            </a:extLst>
          </p:cNvPr>
          <p:cNvGrpSpPr/>
          <p:nvPr/>
        </p:nvGrpSpPr>
        <p:grpSpPr>
          <a:xfrm>
            <a:off x="4282381" y="4378079"/>
            <a:ext cx="98814" cy="651306"/>
            <a:chOff x="4737834" y="5000139"/>
            <a:chExt cx="98814" cy="651306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FF832C34-0134-7F2E-52E8-742B82D0E8E6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E8FBCC9E-7D25-342A-4EC7-A95AADC9D1AD}"/>
                </a:ext>
              </a:extLst>
            </p:cNvPr>
            <p:cNvSpPr/>
            <p:nvPr/>
          </p:nvSpPr>
          <p:spPr>
            <a:xfrm>
              <a:off x="4738263" y="55530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8BA4A7D-6FFE-7D86-A2BD-7D518298C7FE}"/>
              </a:ext>
            </a:extLst>
          </p:cNvPr>
          <p:cNvGrpSpPr/>
          <p:nvPr/>
        </p:nvGrpSpPr>
        <p:grpSpPr>
          <a:xfrm>
            <a:off x="8151340" y="2983639"/>
            <a:ext cx="429911" cy="542991"/>
            <a:chOff x="9191246" y="3797098"/>
            <a:chExt cx="429911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8083423-504B-82CC-EDC7-F13A021DA3D9}"/>
                </a:ext>
              </a:extLst>
            </p:cNvPr>
            <p:cNvGrpSpPr/>
            <p:nvPr/>
          </p:nvGrpSpPr>
          <p:grpSpPr>
            <a:xfrm>
              <a:off x="9522343" y="3799905"/>
              <a:ext cx="98814" cy="540184"/>
              <a:chOff x="4636232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00D14580-2B35-AFB6-F84A-3BADAE8E8F07}"/>
                  </a:ext>
                </a:extLst>
              </p:cNvPr>
              <p:cNvSpPr/>
              <p:nvPr/>
            </p:nvSpPr>
            <p:spPr>
              <a:xfrm>
                <a:off x="4636232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24C5D426-5A9F-C8CF-63EB-952B6C72DE88}"/>
                  </a:ext>
                </a:extLst>
              </p:cNvPr>
              <p:cNvSpPr/>
              <p:nvPr/>
            </p:nvSpPr>
            <p:spPr>
              <a:xfrm>
                <a:off x="4636661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33CB9B63-518B-B070-5226-25F2B70ED34E}"/>
                </a:ext>
              </a:extLst>
            </p:cNvPr>
            <p:cNvSpPr/>
            <p:nvPr/>
          </p:nvSpPr>
          <p:spPr>
            <a:xfrm rot="5400000">
              <a:off x="9286364" y="3948840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AC3CF69A-B239-9CD0-8942-A0B47D5F8A4A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F19D1240-D97F-E920-2FD5-CD7F9F877DF7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4C9B95DA-47FB-4ACA-CF86-C00FBAE21D5E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BC4A966-B5EC-EBFA-9C2D-9E1A5C471398}"/>
              </a:ext>
            </a:extLst>
          </p:cNvPr>
          <p:cNvGrpSpPr/>
          <p:nvPr/>
        </p:nvGrpSpPr>
        <p:grpSpPr>
          <a:xfrm rot="5400000">
            <a:off x="7713258" y="3892805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E66BA95E-1E7C-994E-049E-5594BBAE43A4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27F0EE8E-C90A-2A77-F465-E8CB9CCB7B6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A4EFF19-78F1-6932-CE7D-4139AE423893}"/>
              </a:ext>
            </a:extLst>
          </p:cNvPr>
          <p:cNvSpPr/>
          <p:nvPr/>
        </p:nvSpPr>
        <p:spPr>
          <a:xfrm flipV="1">
            <a:off x="8660719" y="2863301"/>
            <a:ext cx="98385" cy="7228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BCBB95-E7C4-96D7-CE0D-F778B54A232E}"/>
              </a:ext>
            </a:extLst>
          </p:cNvPr>
          <p:cNvSpPr txBox="1"/>
          <p:nvPr/>
        </p:nvSpPr>
        <p:spPr>
          <a:xfrm>
            <a:off x="4391969" y="6441664"/>
            <a:ext cx="2444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D97A3061-D176-7AD9-7D37-C8DD85D0BC80}"/>
              </a:ext>
            </a:extLst>
          </p:cNvPr>
          <p:cNvCxnSpPr>
            <a:cxnSpLocks/>
          </p:cNvCxnSpPr>
          <p:nvPr/>
        </p:nvCxnSpPr>
        <p:spPr>
          <a:xfrm flipV="1">
            <a:off x="6027561" y="5865258"/>
            <a:ext cx="0" cy="607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F672526-5D96-2665-9F48-072D32B3687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0ABAA666-03C6-10CF-72A1-B614E7A1E6C1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E9FC98F6-DB2C-0693-90ED-3851578BE041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2A8FF0E-19B7-ED29-4600-F295A96F569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93474501-2E81-AF06-96E7-653DB5388829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CD49C63-E0B8-172A-DF5E-D78AE36EF567}"/>
              </a:ext>
            </a:extLst>
          </p:cNvPr>
          <p:cNvSpPr/>
          <p:nvPr/>
        </p:nvSpPr>
        <p:spPr>
          <a:xfrm rot="10800000" flipV="1">
            <a:off x="9574392" y="3536156"/>
            <a:ext cx="98385" cy="7485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441A257-2F94-BB7E-EB8E-7A63A69118B8}"/>
              </a:ext>
            </a:extLst>
          </p:cNvPr>
          <p:cNvGrpSpPr/>
          <p:nvPr/>
        </p:nvGrpSpPr>
        <p:grpSpPr>
          <a:xfrm>
            <a:off x="6617281" y="4573692"/>
            <a:ext cx="98891" cy="1331233"/>
            <a:chOff x="4737834" y="4900127"/>
            <a:chExt cx="98891" cy="13312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1B6BA09E-EDD1-269C-9388-D13821145D1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76610BF9-C20F-5974-BF60-DA79BEC54B7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C31931F-653B-CFF3-7945-885C09290F35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D6DA3CC-9BA2-AE89-3129-7426181018F1}"/>
              </a:ext>
            </a:extLst>
          </p:cNvPr>
          <p:cNvSpPr/>
          <p:nvPr/>
        </p:nvSpPr>
        <p:spPr>
          <a:xfrm rot="16200000" flipV="1">
            <a:off x="3779909" y="2449829"/>
            <a:ext cx="98385" cy="7428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C6B236-089E-0B2B-60A3-3DE9A51741DF}"/>
              </a:ext>
            </a:extLst>
          </p:cNvPr>
          <p:cNvSpPr txBox="1"/>
          <p:nvPr/>
        </p:nvSpPr>
        <p:spPr>
          <a:xfrm>
            <a:off x="114314" y="753363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890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361FA-634D-C86A-C069-B08799519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AA9B12F-2C68-F6FB-C05A-74824160B9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11202" y="1217417"/>
            <a:ext cx="7390716" cy="51312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4B4FBD-CC08-0960-D7D6-CAC7D3789AB7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4B4FBD-CC08-0960-D7D6-CAC7D3789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15D2E96-BE6E-5EBD-DD25-08094E6E6B7C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92AEC0-A221-9199-EC95-2E383183CCAB}"/>
              </a:ext>
            </a:extLst>
          </p:cNvPr>
          <p:cNvSpPr/>
          <p:nvPr/>
        </p:nvSpPr>
        <p:spPr>
          <a:xfrm>
            <a:off x="3412101" y="5388154"/>
            <a:ext cx="908683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0668BB-A1DD-4AF3-20A3-19F0727D0608}"/>
              </a:ext>
            </a:extLst>
          </p:cNvPr>
          <p:cNvSpPr txBox="1"/>
          <p:nvPr/>
        </p:nvSpPr>
        <p:spPr>
          <a:xfrm>
            <a:off x="2804207" y="4593598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098668-CE86-7231-49F2-5AF7DBACABE6}"/>
              </a:ext>
            </a:extLst>
          </p:cNvPr>
          <p:cNvSpPr/>
          <p:nvPr/>
        </p:nvSpPr>
        <p:spPr>
          <a:xfrm rot="5400000">
            <a:off x="5569733" y="5154590"/>
            <a:ext cx="102820" cy="202643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AB21581-52CA-56E1-8D94-FEBAF03D5F75}"/>
              </a:ext>
            </a:extLst>
          </p:cNvPr>
          <p:cNvSpPr/>
          <p:nvPr/>
        </p:nvSpPr>
        <p:spPr>
          <a:xfrm>
            <a:off x="5043056" y="460641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EC84EA7-B3D0-2DA6-55B1-6D27E2B7E93A}"/>
              </a:ext>
            </a:extLst>
          </p:cNvPr>
          <p:cNvSpPr/>
          <p:nvPr/>
        </p:nvSpPr>
        <p:spPr>
          <a:xfrm>
            <a:off x="5211993" y="4758502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6E3FE1-7618-DD0F-F41E-29A960C943E7}"/>
              </a:ext>
            </a:extLst>
          </p:cNvPr>
          <p:cNvSpPr txBox="1"/>
          <p:nvPr/>
        </p:nvSpPr>
        <p:spPr>
          <a:xfrm>
            <a:off x="4663354" y="393459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F83E817D-19A9-31A9-3C6C-E735B2ECDDEA}"/>
              </a:ext>
            </a:extLst>
          </p:cNvPr>
          <p:cNvSpPr/>
          <p:nvPr/>
        </p:nvSpPr>
        <p:spPr>
          <a:xfrm>
            <a:off x="5391421" y="494183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2E2100D-D26C-7B45-6A91-0A3A64FD033A}"/>
              </a:ext>
            </a:extLst>
          </p:cNvPr>
          <p:cNvGrpSpPr/>
          <p:nvPr/>
        </p:nvGrpSpPr>
        <p:grpSpPr>
          <a:xfrm>
            <a:off x="4516684" y="4576868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814EFA14-93F1-18C6-DFAE-F71E4D12746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AF3D52F-22FB-09D7-686D-7EBFD27399D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85F696E-83D0-4AE4-827B-3F15F6F7E9B6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87F89BD-7D2D-D417-D587-61B28D3ADFE6}"/>
              </a:ext>
            </a:extLst>
          </p:cNvPr>
          <p:cNvGrpSpPr/>
          <p:nvPr/>
        </p:nvGrpSpPr>
        <p:grpSpPr>
          <a:xfrm>
            <a:off x="4282381" y="4378079"/>
            <a:ext cx="98814" cy="651306"/>
            <a:chOff x="4737834" y="5000139"/>
            <a:chExt cx="98814" cy="651306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4EDF79E-6BA5-0ADB-7414-FC4E7FC97591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FE34A3C-53BC-F6EF-8879-0530BD86200C}"/>
                </a:ext>
              </a:extLst>
            </p:cNvPr>
            <p:cNvSpPr/>
            <p:nvPr/>
          </p:nvSpPr>
          <p:spPr>
            <a:xfrm>
              <a:off x="4738263" y="55530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A90AF8E-D47B-1B20-71B9-27EE8A58A86C}"/>
              </a:ext>
            </a:extLst>
          </p:cNvPr>
          <p:cNvGrpSpPr/>
          <p:nvPr/>
        </p:nvGrpSpPr>
        <p:grpSpPr>
          <a:xfrm>
            <a:off x="8151340" y="2983639"/>
            <a:ext cx="429911" cy="542991"/>
            <a:chOff x="9191246" y="3797098"/>
            <a:chExt cx="429911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9A8E90A-C1AD-7066-0255-381BA0AEFBA9}"/>
                </a:ext>
              </a:extLst>
            </p:cNvPr>
            <p:cNvGrpSpPr/>
            <p:nvPr/>
          </p:nvGrpSpPr>
          <p:grpSpPr>
            <a:xfrm>
              <a:off x="9522343" y="3799905"/>
              <a:ext cx="98814" cy="540184"/>
              <a:chOff x="4636232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9C796C9E-D552-CAF9-D9D9-90A34CFBA536}"/>
                  </a:ext>
                </a:extLst>
              </p:cNvPr>
              <p:cNvSpPr/>
              <p:nvPr/>
            </p:nvSpPr>
            <p:spPr>
              <a:xfrm>
                <a:off x="4636232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102E5005-6339-4C95-8626-09B5B26B49C7}"/>
                  </a:ext>
                </a:extLst>
              </p:cNvPr>
              <p:cNvSpPr/>
              <p:nvPr/>
            </p:nvSpPr>
            <p:spPr>
              <a:xfrm>
                <a:off x="4636661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29E99122-5C94-32B2-B710-D753FE526A59}"/>
                </a:ext>
              </a:extLst>
            </p:cNvPr>
            <p:cNvSpPr/>
            <p:nvPr/>
          </p:nvSpPr>
          <p:spPr>
            <a:xfrm rot="5400000">
              <a:off x="9286364" y="3948840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F4CAA0F0-4096-46F2-4274-947895586AE6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DF9054CC-97BA-5D30-A3CA-70DE24AEA714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CA171988-56DF-123A-985D-481F378B8A12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3FE330D5-FD48-F7B3-13E1-1F015DEB443E}"/>
              </a:ext>
            </a:extLst>
          </p:cNvPr>
          <p:cNvGrpSpPr/>
          <p:nvPr/>
        </p:nvGrpSpPr>
        <p:grpSpPr>
          <a:xfrm rot="5400000">
            <a:off x="7713258" y="3892805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5555907E-F15E-0A44-FF26-3FB5E9043069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CC3B7C7B-532C-FC13-9293-C3FC2914539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77715E8-DE73-A576-99F4-900173196F65}"/>
              </a:ext>
            </a:extLst>
          </p:cNvPr>
          <p:cNvSpPr/>
          <p:nvPr/>
        </p:nvSpPr>
        <p:spPr>
          <a:xfrm flipV="1">
            <a:off x="8660719" y="2863301"/>
            <a:ext cx="98385" cy="7228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E1F578-CD69-22F4-3B5B-117143AD5276}"/>
              </a:ext>
            </a:extLst>
          </p:cNvPr>
          <p:cNvSpPr txBox="1"/>
          <p:nvPr/>
        </p:nvSpPr>
        <p:spPr>
          <a:xfrm>
            <a:off x="5763569" y="6441664"/>
            <a:ext cx="2444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DE02FC7-9809-20E3-08C6-54B8E40F7EA6}"/>
              </a:ext>
            </a:extLst>
          </p:cNvPr>
          <p:cNvCxnSpPr>
            <a:cxnSpLocks/>
          </p:cNvCxnSpPr>
          <p:nvPr/>
        </p:nvCxnSpPr>
        <p:spPr>
          <a:xfrm flipV="1">
            <a:off x="6027561" y="5865258"/>
            <a:ext cx="0" cy="607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0FA7CF0-94FD-B9B2-2945-16D117EA8D00}"/>
              </a:ext>
            </a:extLst>
          </p:cNvPr>
          <p:cNvSpPr txBox="1"/>
          <p:nvPr/>
        </p:nvSpPr>
        <p:spPr>
          <a:xfrm>
            <a:off x="3657449" y="6312344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81CC108-BFE7-B10F-22F0-AD6B73BC48EF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BD5870E6-743A-D017-616C-A95B9C542BF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52A950E2-E571-B8A9-E14D-A64A68ACBA49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A997EA7A-DC13-57B5-C1E6-0B445606BE0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FD0797EC-6915-7298-4C3E-91D7846EA45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B9600C9-219E-5341-BD18-6CA3ED25ABF0}"/>
              </a:ext>
            </a:extLst>
          </p:cNvPr>
          <p:cNvSpPr/>
          <p:nvPr/>
        </p:nvSpPr>
        <p:spPr>
          <a:xfrm rot="10800000" flipV="1">
            <a:off x="9574392" y="3536156"/>
            <a:ext cx="98385" cy="7485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40DA40C-60D7-F183-7359-086B7FCC41C6}"/>
              </a:ext>
            </a:extLst>
          </p:cNvPr>
          <p:cNvGrpSpPr/>
          <p:nvPr/>
        </p:nvGrpSpPr>
        <p:grpSpPr>
          <a:xfrm>
            <a:off x="6617281" y="4573692"/>
            <a:ext cx="98891" cy="1331233"/>
            <a:chOff x="4737834" y="4900127"/>
            <a:chExt cx="98891" cy="13312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6FFAE61F-4AFC-7C97-09D6-70E9E5E0E24F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1C78E0E-5EE7-E924-471E-4ED4C3D9D45E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136C49AF-9F38-C542-FB1A-30A7178DE914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9306AC3-884B-0B85-8F29-AFCCD9EFDEFC}"/>
              </a:ext>
            </a:extLst>
          </p:cNvPr>
          <p:cNvSpPr/>
          <p:nvPr/>
        </p:nvSpPr>
        <p:spPr>
          <a:xfrm rot="16200000" flipV="1">
            <a:off x="3779909" y="2449829"/>
            <a:ext cx="98385" cy="7428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39338C-6128-71D9-4ACC-B9695BD360C7}"/>
              </a:ext>
            </a:extLst>
          </p:cNvPr>
          <p:cNvSpPr txBox="1"/>
          <p:nvPr/>
        </p:nvSpPr>
        <p:spPr>
          <a:xfrm>
            <a:off x="114314" y="753363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992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진옥화</dc:creator>
  <cp:lastModifiedBy>진옥화</cp:lastModifiedBy>
  <cp:revision>1</cp:revision>
  <dcterms:created xsi:type="dcterms:W3CDTF">2026-09-07T03:52:17Z</dcterms:created>
  <dcterms:modified xsi:type="dcterms:W3CDTF">2026-09-29T00:23:20Z</dcterms:modified>
</cp:coreProperties>
</file>