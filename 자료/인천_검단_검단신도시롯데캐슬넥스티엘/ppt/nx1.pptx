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530" r:id="rId12"/>
    <p:sldId id="538" r:id="rId13"/>
    <p:sldId id="537" r:id="rId14"/>
    <p:sldId id="572" r:id="rId15"/>
    <p:sldId id="531" r:id="rId16"/>
    <p:sldId id="540" r:id="rId17"/>
    <p:sldId id="539" r:id="rId18"/>
    <p:sldId id="565" r:id="rId19"/>
    <p:sldId id="566" r:id="rId20"/>
    <p:sldId id="568" r:id="rId21"/>
    <p:sldId id="567" r:id="rId22"/>
    <p:sldId id="529" r:id="rId23"/>
    <p:sldId id="542" r:id="rId24"/>
    <p:sldId id="541" r:id="rId25"/>
    <p:sldId id="571" r:id="rId26"/>
    <p:sldId id="570" r:id="rId27"/>
    <p:sldId id="528" r:id="rId28"/>
    <p:sldId id="544" r:id="rId29"/>
    <p:sldId id="543" r:id="rId30"/>
    <p:sldId id="569" r:id="rId31"/>
    <p:sldId id="527" r:id="rId44"/>
    <p:sldId id="546" r:id="rId45"/>
    <p:sldId id="545" r:id="rId46"/>
    <p:sldId id="573" r:id="rId4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84A" id="{85B17A24-33C8-4E18-AE27-AF3A89F40B6A}">
          <p14:sldIdLst>
            <p14:sldId id="530"/>
            <p14:sldId id="538"/>
            <p14:sldId id="537"/>
            <p14:sldId id="572"/>
          </p14:sldIdLst>
        </p14:section>
        <p14:section name="84B" id="{80908615-07C0-4868-9450-2434B11D79A2}">
          <p14:sldIdLst>
            <p14:sldId id="531"/>
            <p14:sldId id="540"/>
            <p14:sldId id="539"/>
            <p14:sldId id="565"/>
            <p14:sldId id="566"/>
            <p14:sldId id="568"/>
            <p14:sldId id="567"/>
          </p14:sldIdLst>
        </p14:section>
        <p14:section name="84C" id="{00853D2C-E916-4050-A4C0-E04EC5F0F4EC}">
          <p14:sldIdLst>
            <p14:sldId id="529"/>
            <p14:sldId id="542"/>
            <p14:sldId id="541"/>
            <p14:sldId id="571"/>
            <p14:sldId id="570"/>
          </p14:sldIdLst>
        </p14:section>
        <p14:section name="84D" id="{5F38AB41-E6D4-4291-AC5A-70ED84EB86C3}">
          <p14:sldIdLst>
            <p14:sldId id="528"/>
            <p14:sldId id="544"/>
            <p14:sldId id="543"/>
            <p14:sldId id="569"/>
          </p14:sldIdLst>
        </p14:section>
        <p14:section name="108A" id="{D83296BD-2425-4596-B43F-395F8EEC3C4E}">
          <p14:sldIdLst>
            <p14:sldId id="527"/>
            <p14:sldId id="546"/>
            <p14:sldId id="545"/>
            <p14:sldId id="5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32A849-56C4-4B03-9A51-877A3654FE5E}" v="2" dt="2026-08-06T04:04:27.7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216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Relationship Id="rId68" Type="http://schemas.microsoft.com/office/2016/11/relationships/changesInfo" Target="changesInfos/changesInfo1.xml"/><Relationship Id="rId6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진옥화" userId="20b55f0b-5a9b-4958-9543-f5cbd24a6a07" providerId="ADAL" clId="{96675D79-D1A2-4548-BA94-5CE229F3E756}"/>
    <pc:docChg chg="undo custSel addSld modSld sldOrd addSection modSection">
      <pc:chgData name="진옥화" userId="20b55f0b-5a9b-4958-9543-f5cbd24a6a07" providerId="ADAL" clId="{96675D79-D1A2-4548-BA94-5CE229F3E756}" dt="2026-08-06T04:05:02.139" v="135" actId="113"/>
      <pc:docMkLst>
        <pc:docMk/>
      </pc:docMkLst>
      <pc:sldChg chg="addSp modSp mod">
        <pc:chgData name="진옥화" userId="20b55f0b-5a9b-4958-9543-f5cbd24a6a07" providerId="ADAL" clId="{96675D79-D1A2-4548-BA94-5CE229F3E756}" dt="2026-08-06T04:05:02.139" v="135" actId="113"/>
        <pc:sldMkLst>
          <pc:docMk/>
          <pc:sldMk cId="255795989" sldId="380"/>
        </pc:sldMkLst>
        <pc:spChg chg="add mod">
          <ac:chgData name="진옥화" userId="20b55f0b-5a9b-4958-9543-f5cbd24a6a07" providerId="ADAL" clId="{96675D79-D1A2-4548-BA94-5CE229F3E756}" dt="2026-07-23T01:53:22.441" v="23" actId="207"/>
          <ac:spMkLst>
            <pc:docMk/>
            <pc:sldMk cId="255795989" sldId="380"/>
            <ac:spMk id="2" creationId="{8F212F48-BCBE-8227-0207-24C724F9FBDF}"/>
          </ac:spMkLst>
        </pc:spChg>
        <pc:spChg chg="mod">
          <ac:chgData name="진옥화" userId="20b55f0b-5a9b-4958-9543-f5cbd24a6a07" providerId="ADAL" clId="{96675D79-D1A2-4548-BA94-5CE229F3E756}" dt="2026-07-23T01:53:08.164" v="21" actId="1076"/>
          <ac:spMkLst>
            <pc:docMk/>
            <pc:sldMk cId="255795989" sldId="380"/>
            <ac:spMk id="3" creationId="{8F11472B-B617-296D-2858-CC6E100BDFAA}"/>
          </ac:spMkLst>
        </pc:spChg>
        <pc:spChg chg="add mod">
          <ac:chgData name="진옥화" userId="20b55f0b-5a9b-4958-9543-f5cbd24a6a07" providerId="ADAL" clId="{96675D79-D1A2-4548-BA94-5CE229F3E756}" dt="2026-08-06T04:05:02.139" v="135" actId="113"/>
          <ac:spMkLst>
            <pc:docMk/>
            <pc:sldMk cId="255795989" sldId="380"/>
            <ac:spMk id="6" creationId="{40AA0BE5-2B5A-0DB4-1AA9-E6624A79218C}"/>
          </ac:spMkLst>
        </pc:spChg>
        <pc:spChg chg="add mod">
          <ac:chgData name="진옥화" userId="20b55f0b-5a9b-4958-9543-f5cbd24a6a07" providerId="ADAL" clId="{96675D79-D1A2-4548-BA94-5CE229F3E756}" dt="2026-07-23T01:54:00.860" v="42" actId="1076"/>
          <ac:spMkLst>
            <pc:docMk/>
            <pc:sldMk cId="255795989" sldId="380"/>
            <ac:spMk id="7" creationId="{FFC05E74-0ED1-D225-6F0D-5EB171F4B52A}"/>
          </ac:spMkLst>
        </pc:spChg>
        <pc:spChg chg="add mod">
          <ac:chgData name="진옥화" userId="20b55f0b-5a9b-4958-9543-f5cbd24a6a07" providerId="ADAL" clId="{96675D79-D1A2-4548-BA94-5CE229F3E756}" dt="2026-08-06T04:04:14.812" v="71" actId="1076"/>
          <ac:spMkLst>
            <pc:docMk/>
            <pc:sldMk cId="255795989" sldId="380"/>
            <ac:spMk id="9" creationId="{8B805BF7-6587-9E02-23BE-51E1116C176D}"/>
          </ac:spMkLst>
        </pc:spChg>
        <pc:spChg chg="add mod">
          <ac:chgData name="진옥화" userId="20b55f0b-5a9b-4958-9543-f5cbd24a6a07" providerId="ADAL" clId="{96675D79-D1A2-4548-BA94-5CE229F3E756}" dt="2026-07-23T01:54:22.577" v="58" actId="1076"/>
          <ac:spMkLst>
            <pc:docMk/>
            <pc:sldMk cId="255795989" sldId="380"/>
            <ac:spMk id="10" creationId="{CA6792CB-EC0A-B90C-4CE6-11499327E56E}"/>
          </ac:spMkLst>
        </pc:spChg>
        <pc:spChg chg="add mod">
          <ac:chgData name="진옥화" userId="20b55f0b-5a9b-4958-9543-f5cbd24a6a07" providerId="ADAL" clId="{96675D79-D1A2-4548-BA94-5CE229F3E756}" dt="2026-07-23T01:54:28.541" v="61" actId="20577"/>
          <ac:spMkLst>
            <pc:docMk/>
            <pc:sldMk cId="255795989" sldId="380"/>
            <ac:spMk id="12" creationId="{90E66425-3350-35A8-EF63-AF7FB04CAB3A}"/>
          </ac:spMkLst>
        </pc:spChg>
        <pc:graphicFrameChg chg="mod">
          <ac:chgData name="진옥화" userId="20b55f0b-5a9b-4958-9543-f5cbd24a6a07" providerId="ADAL" clId="{96675D79-D1A2-4548-BA94-5CE229F3E756}" dt="2026-07-23T01:53:08.164" v="21" actId="1076"/>
          <ac:graphicFrameMkLst>
            <pc:docMk/>
            <pc:sldMk cId="255795989" sldId="380"/>
            <ac:graphicFrameMk id="5" creationId="{0364DAEA-6F49-6069-4699-5B54FBD7713B}"/>
          </ac:graphicFrameMkLst>
        </pc:graphicFrameChg>
      </pc:sldChg>
      <pc:sldChg chg="ord">
        <pc:chgData name="진옥화" userId="20b55f0b-5a9b-4958-9543-f5cbd24a6a07" providerId="ADAL" clId="{96675D79-D1A2-4548-BA94-5CE229F3E756}" dt="2026-07-23T01:56:27.592" v="69"/>
        <pc:sldMkLst>
          <pc:docMk/>
          <pc:sldMk cId="1154549778" sldId="527"/>
        </pc:sldMkLst>
      </pc:sldChg>
      <pc:sldChg chg="ord">
        <pc:chgData name="진옥화" userId="20b55f0b-5a9b-4958-9543-f5cbd24a6a07" providerId="ADAL" clId="{96675D79-D1A2-4548-BA94-5CE229F3E756}" dt="2026-07-23T01:56:27.592" v="69"/>
        <pc:sldMkLst>
          <pc:docMk/>
          <pc:sldMk cId="3489467874" sldId="545"/>
        </pc:sldMkLst>
      </pc:sldChg>
      <pc:sldChg chg="ord">
        <pc:chgData name="진옥화" userId="20b55f0b-5a9b-4958-9543-f5cbd24a6a07" providerId="ADAL" clId="{96675D79-D1A2-4548-BA94-5CE229F3E756}" dt="2026-07-23T01:56:27.592" v="69"/>
        <pc:sldMkLst>
          <pc:docMk/>
          <pc:sldMk cId="2493104542" sldId="546"/>
        </pc:sldMkLst>
      </pc:sldChg>
      <pc:sldChg chg="ord">
        <pc:chgData name="진옥화" userId="20b55f0b-5a9b-4958-9543-f5cbd24a6a07" providerId="ADAL" clId="{96675D79-D1A2-4548-BA94-5CE229F3E756}" dt="2026-07-23T01:56:27.592" v="69"/>
        <pc:sldMkLst>
          <pc:docMk/>
          <pc:sldMk cId="3819366516" sldId="573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69E2D-D192-4C6B-82A4-F868F83D8DE0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637BAC-D018-4C8D-BB38-3CD56F2FC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389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DA74DA-3A41-9E31-3B44-2CE1434C6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E06A42-F061-A8CF-8857-C4E7DD2856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231DF5-76EB-85D2-DF96-79ED7FE94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A120-EE3B-4C03-ADFD-F46CD449FBB7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38A099-13D7-6FB6-AFC2-7B48065FE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428658-7CDD-E0A2-B938-8566FE654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B2D0-41B3-4C6B-8D68-6702B09233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14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5AFC6D-2787-95EF-600E-A3461ADCE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83D2E9-A7EE-686E-BECC-7AF59F6C3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2B4BB8-FE37-6B22-FAF7-D4D7D9D01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A120-EE3B-4C03-ADFD-F46CD449FBB7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65DD43-7A52-B323-D07B-0B5C73351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29FC09-7C76-7B42-E830-FAE7FEFAA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B2D0-41B3-4C6B-8D68-6702B09233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250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D5CD7F-3399-69AC-4176-6DBF180EC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71DFC1-E54F-9160-37FD-CF0BE5814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72219F-0922-9D2D-B7D3-F87080BB3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A120-EE3B-4C03-ADFD-F46CD449FBB7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8C34CF-06B8-5E4A-A89B-68A3E02FC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1EE219-B4F0-E123-60AE-4C2C4DCC0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B2D0-41B3-4C6B-8D68-6702B09233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70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DB8A4-C5C9-D4D7-99ED-333B04A0C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92536F-85F6-619B-D471-0F096A3AB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C4B791-1FF5-6589-8C55-33133DA4A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661012-1792-A283-7C4D-2A6275863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A120-EE3B-4C03-ADFD-F46CD449FBB7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AE50B4-80D8-BF1C-A6E2-90DF4BE1A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E37DD8-A306-CCB1-A854-3F8E0DBB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B2D0-41B3-4C6B-8D68-6702B09233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326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413883-517D-4ED5-621D-E395961A2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24E7B1-905C-245C-AE03-949EC5EB0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E30857-179C-2421-24F3-23A235F4C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C5444AB-02C2-540F-9964-5A492710BD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1E65084-B259-FD8D-F501-571E87329B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CE8EE86-7D72-2071-05D8-FD345AE5C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A120-EE3B-4C03-ADFD-F46CD449FBB7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FEC02A-26DB-3367-1CE4-DA8FD01B0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56F4CCB-2BAD-EFC1-EA9C-5C2D59C6E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B2D0-41B3-4C6B-8D68-6702B09233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145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3EE097-2784-9C73-08EF-4EFA21EAA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D14595B-6260-B796-4CC2-ADF0AA207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A120-EE3B-4C03-ADFD-F46CD449FBB7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627B24-64A5-C156-8F60-067D8A39C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EA7AEB-2BAD-CE07-D3D9-415A1CF85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B2D0-41B3-4C6B-8D68-6702B09233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976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23D98C2-6C94-95DD-4B9D-B896B7FE8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A120-EE3B-4C03-ADFD-F46CD449FBB7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051E105-E2B5-6FF1-AA78-5BE2825AA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192901-0130-10A0-AB8B-461DB8F69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B2D0-41B3-4C6B-8D68-6702B09233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141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4555F-4C99-3013-B327-F3B3F6683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31D6F9-B6E0-2A26-C74E-C7CB18689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7E5F8A-D1DA-0DAA-B21F-2734A1CAD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E10054-D4F8-F6CA-6E9D-31A6816E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A120-EE3B-4C03-ADFD-F46CD449FBB7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D63531-CF2B-9541-B26D-3A4A7B9F9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F28FA1-E5E9-AAA2-CE86-71FA6711E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B2D0-41B3-4C6B-8D68-6702B09233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978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DF60B5-ACF1-861F-5EB3-1EE2A5963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31A057D-B244-C19B-E0C4-B95B52F591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7B0931-EB14-5BA8-84D4-04FFB7A3C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ECFCA9-188C-C382-969B-35C43BD78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A120-EE3B-4C03-ADFD-F46CD449FBB7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33C326-8A34-664F-7108-90C378F69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5EFE15-AEE2-BDCE-6779-796909AA3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B2D0-41B3-4C6B-8D68-6702B09233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945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C576FC-E72B-24E7-65DE-E84DC283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1A0264-C597-B3F3-C92E-18804A033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34B894-E198-EB3A-2726-E8FDDD4FA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A120-EE3B-4C03-ADFD-F46CD449FBB7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162A3D-620F-F946-13E1-F677F25DB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2C1DF5-287E-084D-BEA4-A3856102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B2D0-41B3-4C6B-8D68-6702B09233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564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1795389-A412-0506-506E-A8B4666BFD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96EF17-FFA9-B96D-4625-A0E9F2CE1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198445-4321-2B51-BFE6-40865BDB4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A120-EE3B-4C03-ADFD-F46CD449FBB7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A67D81-341D-E0D1-81AA-85E2D67C0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820B52-AC66-1362-2460-E6A748434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6B2D0-41B3-4C6B-8D68-6702B09233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3821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23250D7-074C-63FA-0EBC-4078BB7B1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001E04-E78E-1CAB-5149-7E1C235F7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77C40F-4C34-0874-6CC7-6FAA4F24EA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4AA120-EE3B-4C03-ADFD-F46CD449FBB7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977BC1-656D-239A-522D-9B8E5D5BB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C387B4-A7FF-3D02-B1CB-52092E36F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6B2D0-41B3-4C6B-8D68-6702B09233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200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microsoft.com/office/2007/relationships/hdphoto" Target="../media/hdphoto1.wdp"/><Relationship Id="rId4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microsoft.com/office/2007/relationships/hdphoto" Target="../media/hdphoto1.wdp"/><Relationship Id="rId4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microsoft.com/office/2007/relationships/hdphoto" Target="../media/hdphoto1.wdp"/><Relationship Id="rId4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microsoft.com/office/2007/relationships/hdphoto" Target="../media/hdphoto1.wdp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6.png"/><Relationship Id="rId4" Type="http://schemas.microsoft.com/office/2007/relationships/hdphoto" Target="../media/hdphoto2.wdp"/><Relationship Id="rId5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6.png"/><Relationship Id="rId4" Type="http://schemas.microsoft.com/office/2007/relationships/hdphoto" Target="../media/hdphoto2.wdp"/><Relationship Id="rId5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6.png"/><Relationship Id="rId4" Type="http://schemas.microsoft.com/office/2007/relationships/hdphoto" Target="../media/hdphoto2.wdp"/><Relationship Id="rId5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6.png"/><Relationship Id="rId4" Type="http://schemas.microsoft.com/office/2007/relationships/hdphoto" Target="../media/hdphoto2.wdp"/><Relationship Id="rId5" Type="http://schemas.openxmlformats.org/officeDocument/2006/relationships/image" Target="../media/image28.png"/><Relationship Id="rId6" Type="http://schemas.openxmlformats.org/officeDocument/2006/relationships/image" Target="../media/image23.png"/><Relationship Id="rId7" Type="http://schemas.openxmlformats.org/officeDocument/2006/relationships/image" Target="../media/image28.png"/><Relationship Id="rId8" Type="http://schemas.openxmlformats.org/officeDocument/2006/relationships/image" Target="../media/image2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6.png"/><Relationship Id="rId4" Type="http://schemas.microsoft.com/office/2007/relationships/hdphoto" Target="../media/hdphoto2.wdp"/><Relationship Id="rId5" Type="http://schemas.openxmlformats.org/officeDocument/2006/relationships/image" Target="../media/image28.png"/><Relationship Id="rId6" Type="http://schemas.openxmlformats.org/officeDocument/2006/relationships/image" Target="../media/image23.png"/><Relationship Id="rId7" Type="http://schemas.openxmlformats.org/officeDocument/2006/relationships/image" Target="../media/image28.png"/><Relationship Id="rId8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6.png"/><Relationship Id="rId4" Type="http://schemas.microsoft.com/office/2007/relationships/hdphoto" Target="../media/hdphoto2.wdp"/><Relationship Id="rId5" Type="http://schemas.openxmlformats.org/officeDocument/2006/relationships/image" Target="../media/image28.png"/><Relationship Id="rId6" Type="http://schemas.openxmlformats.org/officeDocument/2006/relationships/image" Target="../media/image23.png"/><Relationship Id="rId7" Type="http://schemas.openxmlformats.org/officeDocument/2006/relationships/image" Target="../media/image28.png"/><Relationship Id="rId8" Type="http://schemas.openxmlformats.org/officeDocument/2006/relationships/image" Target="../media/image25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6.png"/><Relationship Id="rId4" Type="http://schemas.microsoft.com/office/2007/relationships/hdphoto" Target="../media/hdphoto2.wdp"/><Relationship Id="rId5" Type="http://schemas.openxmlformats.org/officeDocument/2006/relationships/image" Target="../media/image28.png"/><Relationship Id="rId6" Type="http://schemas.openxmlformats.org/officeDocument/2006/relationships/image" Target="../media/image28.png"/><Relationship Id="rId7" Type="http://schemas.openxmlformats.org/officeDocument/2006/relationships/image" Target="../media/image2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microsoft.com/office/2007/relationships/hdphoto" Target="../media/hdphoto3.wdp"/><Relationship Id="rId4" Type="http://schemas.openxmlformats.org/officeDocument/2006/relationships/image" Target="../media/image26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microsoft.com/office/2007/relationships/hdphoto" Target="../media/hdphoto3.wdp"/><Relationship Id="rId4" Type="http://schemas.openxmlformats.org/officeDocument/2006/relationships/image" Target="../media/image26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microsoft.com/office/2007/relationships/hdphoto" Target="../media/hdphoto3.wdp"/><Relationship Id="rId4" Type="http://schemas.openxmlformats.org/officeDocument/2006/relationships/image" Target="../media/image26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microsoft.com/office/2007/relationships/hdphoto" Target="../media/hdphoto3.wdp"/><Relationship Id="rId4" Type="http://schemas.openxmlformats.org/officeDocument/2006/relationships/image" Target="../media/image260.png"/><Relationship Id="rId5" Type="http://schemas.openxmlformats.org/officeDocument/2006/relationships/image" Target="../media/image3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microsoft.com/office/2007/relationships/hdphoto" Target="../media/hdphoto3.wdp"/><Relationship Id="rId4" Type="http://schemas.openxmlformats.org/officeDocument/2006/relationships/image" Target="../media/image260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microsoft.com/office/2007/relationships/hdphoto" Target="../media/hdphoto4.wdp"/><Relationship Id="rId4" Type="http://schemas.openxmlformats.org/officeDocument/2006/relationships/image" Target="../media/image28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microsoft.com/office/2007/relationships/hdphoto" Target="../media/hdphoto4.wdp"/><Relationship Id="rId4" Type="http://schemas.openxmlformats.org/officeDocument/2006/relationships/image" Target="../media/image28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microsoft.com/office/2007/relationships/hdphoto" Target="../media/hdphoto4.wdp"/><Relationship Id="rId4" Type="http://schemas.openxmlformats.org/officeDocument/2006/relationships/image" Target="../media/image28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microsoft.com/office/2007/relationships/hdphoto" Target="../media/hdphoto4.wdp"/><Relationship Id="rId4" Type="http://schemas.openxmlformats.org/officeDocument/2006/relationships/image" Target="../media/image280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9.png"/><Relationship Id="rId4" Type="http://schemas.microsoft.com/office/2007/relationships/hdphoto" Target="../media/hdphoto9.wdp"/><Relationship Id="rId5" Type="http://schemas.openxmlformats.org/officeDocument/2006/relationships/image" Target="../media/image30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9.png"/><Relationship Id="rId4" Type="http://schemas.microsoft.com/office/2007/relationships/hdphoto" Target="../media/hdphoto9.wdp"/><Relationship Id="rId5" Type="http://schemas.openxmlformats.org/officeDocument/2006/relationships/image" Target="../media/image30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9.png"/><Relationship Id="rId4" Type="http://schemas.microsoft.com/office/2007/relationships/hdphoto" Target="../media/hdphoto9.wdp"/><Relationship Id="rId5" Type="http://schemas.openxmlformats.org/officeDocument/2006/relationships/image" Target="../media/image30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9.png"/><Relationship Id="rId4" Type="http://schemas.microsoft.com/office/2007/relationships/hdphoto" Target="../media/hdphoto9.wdp"/><Relationship Id="rId5" Type="http://schemas.openxmlformats.org/officeDocument/2006/relationships/image" Target="../media/image300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jpg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02E45-51F4-8B61-F304-17C3EB9AD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738FF738-B116-44D1-20CD-21082BB0BE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862974"/>
            <a:ext cx="7786688" cy="570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433913B-DA4C-AB4F-0DE7-FF377272300E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433913B-DA4C-AB4F-0DE7-FF3772723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ADF5C23-99FF-8A1F-0A17-B5D3041A4A4E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F19E954-3BC1-3AC2-D539-FADCE5EC5B4A}"/>
              </a:ext>
            </a:extLst>
          </p:cNvPr>
          <p:cNvSpPr/>
          <p:nvPr/>
        </p:nvSpPr>
        <p:spPr>
          <a:xfrm rot="5400000">
            <a:off x="6629460" y="5072348"/>
            <a:ext cx="102820" cy="204018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1646B76-1610-707D-F45A-113599C5A95E}"/>
              </a:ext>
            </a:extLst>
          </p:cNvPr>
          <p:cNvSpPr/>
          <p:nvPr/>
        </p:nvSpPr>
        <p:spPr>
          <a:xfrm>
            <a:off x="6040345" y="457326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D012E82-996D-0B8D-FDD8-3C2353EC24A9}"/>
              </a:ext>
            </a:extLst>
          </p:cNvPr>
          <p:cNvSpPr/>
          <p:nvPr/>
        </p:nvSpPr>
        <p:spPr>
          <a:xfrm>
            <a:off x="6209282" y="4725350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BD2FBB-A181-7B8E-E610-C8DDB07C10B1}"/>
              </a:ext>
            </a:extLst>
          </p:cNvPr>
          <p:cNvSpPr txBox="1"/>
          <p:nvPr/>
        </p:nvSpPr>
        <p:spPr>
          <a:xfrm>
            <a:off x="4988506" y="375798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D4BA9C-7114-AE07-9FD3-E395D9F99E93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68B28E7-E2D0-87E2-4DFF-D3660F5C7768}"/>
              </a:ext>
            </a:extLst>
          </p:cNvPr>
          <p:cNvGrpSpPr/>
          <p:nvPr/>
        </p:nvGrpSpPr>
        <p:grpSpPr>
          <a:xfrm>
            <a:off x="5518308" y="4477940"/>
            <a:ext cx="98891" cy="1448708"/>
            <a:chOff x="4737834" y="4662002"/>
            <a:chExt cx="98891" cy="144870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39B0B48B-79BF-A402-2662-B78A499CB892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977AD7DB-527A-5CAE-9220-E0BFDF689C85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D148853-E325-C76A-E9C5-15D1BEE3ECC6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ECFB15B-5BEF-735C-F541-0576D3289C41}"/>
              </a:ext>
            </a:extLst>
          </p:cNvPr>
          <p:cNvGrpSpPr/>
          <p:nvPr/>
        </p:nvGrpSpPr>
        <p:grpSpPr>
          <a:xfrm rot="5400000">
            <a:off x="4448414" y="3952756"/>
            <a:ext cx="99451" cy="545492"/>
            <a:chOff x="5324822" y="4538198"/>
            <a:chExt cx="99451" cy="545492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EF204DA4-4112-7DF6-5859-80A34CEC3853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4CAACDA0-77A0-6BBE-A83A-E799D20AEE87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F048A04-60F7-C044-9852-85864DC66E7F}"/>
              </a:ext>
            </a:extLst>
          </p:cNvPr>
          <p:cNvSpPr/>
          <p:nvPr/>
        </p:nvSpPr>
        <p:spPr>
          <a:xfrm flipV="1">
            <a:off x="3433272" y="2729454"/>
            <a:ext cx="98385" cy="85054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546780-5EA9-12A6-D296-8F0F2162D2FD}"/>
              </a:ext>
            </a:extLst>
          </p:cNvPr>
          <p:cNvSpPr txBox="1"/>
          <p:nvPr/>
        </p:nvSpPr>
        <p:spPr>
          <a:xfrm>
            <a:off x="6680870" y="6393219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BEDFA66-FD42-C68B-CEFA-FDCC42C8E85B}"/>
              </a:ext>
            </a:extLst>
          </p:cNvPr>
          <p:cNvCxnSpPr>
            <a:cxnSpLocks/>
          </p:cNvCxnSpPr>
          <p:nvPr/>
        </p:nvCxnSpPr>
        <p:spPr>
          <a:xfrm flipV="1">
            <a:off x="6891965" y="5824163"/>
            <a:ext cx="0" cy="633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0843F333-7CBC-F45A-B9CE-820624AB9401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200A66C-CAA9-0B72-DAD3-9696532A996C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9F1D81AA-7A10-5442-99FC-E685DF513A25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8A18A99C-CB79-007C-1C92-314D9BF11D91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370F9909-BFED-62BF-B264-C69746692C4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8A7A0820-99BA-C083-56B2-17F3268BC98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1BE3BF6-83D0-2A5A-D66C-67307F7767CF}"/>
              </a:ext>
            </a:extLst>
          </p:cNvPr>
          <p:cNvSpPr/>
          <p:nvPr/>
        </p:nvSpPr>
        <p:spPr>
          <a:xfrm flipV="1">
            <a:off x="2435654" y="3559266"/>
            <a:ext cx="98385" cy="7345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517CFBB-0D73-3F89-A2BD-77BDC089AB36}"/>
              </a:ext>
            </a:extLst>
          </p:cNvPr>
          <p:cNvGrpSpPr/>
          <p:nvPr/>
        </p:nvGrpSpPr>
        <p:grpSpPr>
          <a:xfrm>
            <a:off x="7694385" y="4461073"/>
            <a:ext cx="98891" cy="1448708"/>
            <a:chOff x="4737834" y="4662002"/>
            <a:chExt cx="98891" cy="14487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5554C5CB-C401-7E12-A6C3-80A119B64D7E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A13204F5-E03F-8C41-19F5-AE6BAF7A04C2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200E2679-B109-9BDC-7FEA-BD14A14761F3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95B891D-E95B-BA21-A81B-5888C03D59AA}"/>
              </a:ext>
            </a:extLst>
          </p:cNvPr>
          <p:cNvSpPr/>
          <p:nvPr/>
        </p:nvSpPr>
        <p:spPr>
          <a:xfrm flipV="1">
            <a:off x="8061473" y="3010617"/>
            <a:ext cx="98385" cy="7345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470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4FF17-FEC5-82D9-DA91-37CB80E2C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0B9AEEC3-8483-DBFB-9B5B-311607C3192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862974"/>
            <a:ext cx="7786688" cy="570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097212-800A-356C-D428-41713792323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097212-800A-356C-D428-417137923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A1BFDF6-E419-4D79-DB8C-43CE7109D8F0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0FF1D3B-83D5-6C6B-244E-474388E57868}"/>
              </a:ext>
            </a:extLst>
          </p:cNvPr>
          <p:cNvSpPr/>
          <p:nvPr/>
        </p:nvSpPr>
        <p:spPr>
          <a:xfrm>
            <a:off x="7904982" y="5454734"/>
            <a:ext cx="86992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B655F8-9602-6052-E2B9-F70A4973446D}"/>
              </a:ext>
            </a:extLst>
          </p:cNvPr>
          <p:cNvSpPr txBox="1"/>
          <p:nvPr/>
        </p:nvSpPr>
        <p:spPr>
          <a:xfrm>
            <a:off x="8049568" y="4714497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7BF6A9D-3CB4-7BA2-16AE-8FDB7B666833}"/>
              </a:ext>
            </a:extLst>
          </p:cNvPr>
          <p:cNvSpPr/>
          <p:nvPr/>
        </p:nvSpPr>
        <p:spPr>
          <a:xfrm rot="5400000">
            <a:off x="6629460" y="5072348"/>
            <a:ext cx="102820" cy="204018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3F7291D-E407-2398-24FB-E26547D24BE2}"/>
              </a:ext>
            </a:extLst>
          </p:cNvPr>
          <p:cNvSpPr/>
          <p:nvPr/>
        </p:nvSpPr>
        <p:spPr>
          <a:xfrm>
            <a:off x="6040345" y="457326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F825FDB-2CE7-7FAE-FF4D-5445EEFB48A0}"/>
              </a:ext>
            </a:extLst>
          </p:cNvPr>
          <p:cNvSpPr/>
          <p:nvPr/>
        </p:nvSpPr>
        <p:spPr>
          <a:xfrm>
            <a:off x="6209282" y="4725350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8A312E-9FE6-EA69-F537-31407701E65F}"/>
              </a:ext>
            </a:extLst>
          </p:cNvPr>
          <p:cNvSpPr txBox="1"/>
          <p:nvPr/>
        </p:nvSpPr>
        <p:spPr>
          <a:xfrm>
            <a:off x="4988506" y="375798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9B730F-D09B-50CA-94A0-D20A4DDD4569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590A022-698C-24D2-3CF9-6831F9BD31A7}"/>
              </a:ext>
            </a:extLst>
          </p:cNvPr>
          <p:cNvGrpSpPr/>
          <p:nvPr/>
        </p:nvGrpSpPr>
        <p:grpSpPr>
          <a:xfrm>
            <a:off x="5518308" y="4477940"/>
            <a:ext cx="98891" cy="1448708"/>
            <a:chOff x="4737834" y="4662002"/>
            <a:chExt cx="98891" cy="144870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4D64B3E5-2A0B-51D3-8024-3831BE4C791B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23050ADA-14BB-8943-D015-C560A147181C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4EA8199-9CEF-814F-F639-3A78362EC10E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2361EE7-068E-EA3B-9190-4C34B36EF8B4}"/>
              </a:ext>
            </a:extLst>
          </p:cNvPr>
          <p:cNvGrpSpPr/>
          <p:nvPr/>
        </p:nvGrpSpPr>
        <p:grpSpPr>
          <a:xfrm>
            <a:off x="7904982" y="4553959"/>
            <a:ext cx="98814" cy="631468"/>
            <a:chOff x="4737834" y="4900127"/>
            <a:chExt cx="98814" cy="631468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3FBFD8A-F305-EA88-7CD9-A48EDDE8918F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998F5B0-B3B2-318C-24F8-198C542B38B0}"/>
                </a:ext>
              </a:extLst>
            </p:cNvPr>
            <p:cNvSpPr/>
            <p:nvPr/>
          </p:nvSpPr>
          <p:spPr>
            <a:xfrm>
              <a:off x="4738263" y="543321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8DF596A-36C3-8427-A29B-9AC606BCC7D8}"/>
              </a:ext>
            </a:extLst>
          </p:cNvPr>
          <p:cNvGrpSpPr/>
          <p:nvPr/>
        </p:nvGrpSpPr>
        <p:grpSpPr>
          <a:xfrm>
            <a:off x="3588394" y="2921679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B01F0C76-790E-99D1-E8F0-2ABDA5E4BA41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26C2C97-9CE9-581F-E76B-139D227C356A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D428759B-4967-9B56-9A5F-7886CA041D9C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83224D7D-939D-CB45-05B6-14FB93FC386D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F4ADBB9E-F5C8-0C8A-AC9E-3A502872A7F0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C5D2D4AE-846F-E5EE-7D22-D4F353615CFB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12CA4D6D-BA2B-2631-3410-80B6497A88D5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FC05806-306A-BCEE-0D30-541FD21979EC}"/>
              </a:ext>
            </a:extLst>
          </p:cNvPr>
          <p:cNvGrpSpPr/>
          <p:nvPr/>
        </p:nvGrpSpPr>
        <p:grpSpPr>
          <a:xfrm rot="5400000">
            <a:off x="4448414" y="3952756"/>
            <a:ext cx="99451" cy="545492"/>
            <a:chOff x="5324822" y="4538198"/>
            <a:chExt cx="99451" cy="545492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8273AEF3-E9AA-BF57-4466-B391CEAECF22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B3ADBAAF-A501-8705-178C-9449D6A4C68D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EDC7170-6C4A-38A2-C203-6EDE7856BFFE}"/>
              </a:ext>
            </a:extLst>
          </p:cNvPr>
          <p:cNvSpPr/>
          <p:nvPr/>
        </p:nvSpPr>
        <p:spPr>
          <a:xfrm flipV="1">
            <a:off x="3433272" y="2729454"/>
            <a:ext cx="98385" cy="85054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01C76A-AB29-0835-C5D2-0F5B6BE488D9}"/>
              </a:ext>
            </a:extLst>
          </p:cNvPr>
          <p:cNvSpPr txBox="1"/>
          <p:nvPr/>
        </p:nvSpPr>
        <p:spPr>
          <a:xfrm>
            <a:off x="6680870" y="6393219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30DB2AD-149E-BB1C-165D-D72132AA8380}"/>
              </a:ext>
            </a:extLst>
          </p:cNvPr>
          <p:cNvCxnSpPr>
            <a:cxnSpLocks/>
          </p:cNvCxnSpPr>
          <p:nvPr/>
        </p:nvCxnSpPr>
        <p:spPr>
          <a:xfrm flipV="1">
            <a:off x="6891965" y="5824163"/>
            <a:ext cx="0" cy="633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9F8C2941-92A6-23E5-7CFD-16230D76BF4B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EEF6CD9-1173-C591-B74D-B4BF93B1999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1A2AF0E7-FB28-28CC-0216-8BFB070DB24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B8EE8F9E-9B6C-58CA-19A2-DE650EDF930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F6B13328-404F-599F-0907-2BA909C35E39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A088FFAC-3B10-193C-0714-9641FBA7C3BD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91EDA0B-FD95-4689-39AD-DF59AC8F88DA}"/>
              </a:ext>
            </a:extLst>
          </p:cNvPr>
          <p:cNvSpPr/>
          <p:nvPr/>
        </p:nvSpPr>
        <p:spPr>
          <a:xfrm flipV="1">
            <a:off x="2435654" y="3559266"/>
            <a:ext cx="98385" cy="7345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06B0DF7-8B38-4219-2413-9B2D56AB9653}"/>
              </a:ext>
            </a:extLst>
          </p:cNvPr>
          <p:cNvGrpSpPr/>
          <p:nvPr/>
        </p:nvGrpSpPr>
        <p:grpSpPr>
          <a:xfrm>
            <a:off x="7694385" y="4461073"/>
            <a:ext cx="98891" cy="1448708"/>
            <a:chOff x="4737834" y="4662002"/>
            <a:chExt cx="98891" cy="14487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4AAB5FE6-9DD7-95CC-C1E3-CCE3FF828E49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C3B66981-FD9D-61FF-05EC-CBEF86B81351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1AC0B65-8A8F-21E5-1002-67E4EDA285AE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DB805D9-4539-C60F-EE4E-CC5CD43B6FAA}"/>
              </a:ext>
            </a:extLst>
          </p:cNvPr>
          <p:cNvSpPr/>
          <p:nvPr/>
        </p:nvSpPr>
        <p:spPr>
          <a:xfrm flipV="1">
            <a:off x="8061473" y="3010617"/>
            <a:ext cx="98385" cy="7345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363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348E5-A3C0-101A-1C98-500D5A007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017157E5-55F9-B71E-91A7-B814596702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862974"/>
            <a:ext cx="7786688" cy="570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DA0FE7-965D-925D-BB7D-43249E3E2C6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DA0FE7-965D-925D-BB7D-43249E3E2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A0E0F52-242B-D5A2-D444-B8C211796134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EBAB530-5D57-BA6E-84BE-AB2BCFB1AFD6}"/>
              </a:ext>
            </a:extLst>
          </p:cNvPr>
          <p:cNvSpPr/>
          <p:nvPr/>
        </p:nvSpPr>
        <p:spPr>
          <a:xfrm>
            <a:off x="7904982" y="5454734"/>
            <a:ext cx="86992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F6251-379E-D002-075D-3F151765236A}"/>
              </a:ext>
            </a:extLst>
          </p:cNvPr>
          <p:cNvSpPr txBox="1"/>
          <p:nvPr/>
        </p:nvSpPr>
        <p:spPr>
          <a:xfrm>
            <a:off x="8049568" y="4714497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13B854-7479-91E6-297C-2E6ED28C8CE3}"/>
              </a:ext>
            </a:extLst>
          </p:cNvPr>
          <p:cNvSpPr/>
          <p:nvPr/>
        </p:nvSpPr>
        <p:spPr>
          <a:xfrm rot="5400000">
            <a:off x="6629460" y="5072348"/>
            <a:ext cx="102820" cy="204018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B51D9EF-CD73-B4CE-5EE1-327F45AD590B}"/>
              </a:ext>
            </a:extLst>
          </p:cNvPr>
          <p:cNvSpPr/>
          <p:nvPr/>
        </p:nvSpPr>
        <p:spPr>
          <a:xfrm>
            <a:off x="6040345" y="457326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EB81ECE-2337-90D3-4542-3A3CA69E8980}"/>
              </a:ext>
            </a:extLst>
          </p:cNvPr>
          <p:cNvSpPr/>
          <p:nvPr/>
        </p:nvSpPr>
        <p:spPr>
          <a:xfrm>
            <a:off x="6209282" y="4725350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F4F72C-C1E7-F26E-3087-CB427C571E57}"/>
              </a:ext>
            </a:extLst>
          </p:cNvPr>
          <p:cNvSpPr txBox="1"/>
          <p:nvPr/>
        </p:nvSpPr>
        <p:spPr>
          <a:xfrm>
            <a:off x="4988506" y="375798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863EA1-D2C3-861F-0065-DD15696A957D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BEDD81B2-B03C-BAB7-6455-D8CF3425673A}"/>
              </a:ext>
            </a:extLst>
          </p:cNvPr>
          <p:cNvSpPr/>
          <p:nvPr/>
        </p:nvSpPr>
        <p:spPr>
          <a:xfrm>
            <a:off x="6388710" y="490867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1738E0E-1C67-656E-FD2D-1357887E4E1D}"/>
              </a:ext>
            </a:extLst>
          </p:cNvPr>
          <p:cNvGrpSpPr/>
          <p:nvPr/>
        </p:nvGrpSpPr>
        <p:grpSpPr>
          <a:xfrm>
            <a:off x="5518308" y="4477940"/>
            <a:ext cx="98891" cy="1448708"/>
            <a:chOff x="4737834" y="4662002"/>
            <a:chExt cx="98891" cy="144870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5A529DB4-62E7-27BE-62A1-A903F29CAD4C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CD97D45A-6DCB-A134-19D5-049A0D0F5CA6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A2D86DD-7815-2303-6DE2-90C9B9F5478E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8DDB8A9-CB82-0636-8E4E-7E13915E4991}"/>
              </a:ext>
            </a:extLst>
          </p:cNvPr>
          <p:cNvGrpSpPr/>
          <p:nvPr/>
        </p:nvGrpSpPr>
        <p:grpSpPr>
          <a:xfrm>
            <a:off x="7904982" y="4553959"/>
            <a:ext cx="98814" cy="631468"/>
            <a:chOff x="4737834" y="4900127"/>
            <a:chExt cx="98814" cy="631468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CA52F45-473C-F1C5-632D-DB44F13B805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6890B059-B1F0-CDB0-46E9-E0AD4C54ACB1}"/>
                </a:ext>
              </a:extLst>
            </p:cNvPr>
            <p:cNvSpPr/>
            <p:nvPr/>
          </p:nvSpPr>
          <p:spPr>
            <a:xfrm>
              <a:off x="4738263" y="543321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307F220-CFF0-88E0-58C9-FC3075902E8A}"/>
              </a:ext>
            </a:extLst>
          </p:cNvPr>
          <p:cNvGrpSpPr/>
          <p:nvPr/>
        </p:nvGrpSpPr>
        <p:grpSpPr>
          <a:xfrm>
            <a:off x="3588394" y="2921679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CD8BE40-1CAA-EF6B-5A6A-2EF210F1ABF1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01941C00-9177-ACF6-EF7A-9F069336285D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FC90C5FF-7DEE-E57E-6DB7-883ACEF05417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EC23FE13-CD08-1A48-2D75-079E2FD01CCC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E91897C5-7ECD-600D-EEEC-0367D177C223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0720D46C-9A65-6239-B45E-01FD6E193052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2FB78A6A-8569-9E62-23C6-88194A99E8E8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DE27599-B21B-AB75-1D5B-B410CB756DC9}"/>
              </a:ext>
            </a:extLst>
          </p:cNvPr>
          <p:cNvGrpSpPr/>
          <p:nvPr/>
        </p:nvGrpSpPr>
        <p:grpSpPr>
          <a:xfrm rot="5400000">
            <a:off x="4448414" y="3952756"/>
            <a:ext cx="99451" cy="545492"/>
            <a:chOff x="5324822" y="4538198"/>
            <a:chExt cx="99451" cy="545492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2BE534D9-5046-5B45-E046-349FA87EE3F8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D665A9F-3EBC-FC68-68A1-39F800D6318F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36562E1-A321-3652-8E86-F77A964B8A10}"/>
              </a:ext>
            </a:extLst>
          </p:cNvPr>
          <p:cNvSpPr/>
          <p:nvPr/>
        </p:nvSpPr>
        <p:spPr>
          <a:xfrm flipV="1">
            <a:off x="3433272" y="2729454"/>
            <a:ext cx="98385" cy="85054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E9DEB4-4B23-C5E8-01DC-35F60FCFF1AC}"/>
              </a:ext>
            </a:extLst>
          </p:cNvPr>
          <p:cNvSpPr txBox="1"/>
          <p:nvPr/>
        </p:nvSpPr>
        <p:spPr>
          <a:xfrm>
            <a:off x="6680870" y="6393219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4B4D055-554F-E245-9062-0CEB7FA70296}"/>
              </a:ext>
            </a:extLst>
          </p:cNvPr>
          <p:cNvCxnSpPr>
            <a:cxnSpLocks/>
          </p:cNvCxnSpPr>
          <p:nvPr/>
        </p:nvCxnSpPr>
        <p:spPr>
          <a:xfrm flipV="1">
            <a:off x="6891965" y="5824163"/>
            <a:ext cx="0" cy="633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839BF3C-D228-2E98-3417-5236EB432EE2}"/>
              </a:ext>
            </a:extLst>
          </p:cNvPr>
          <p:cNvSpPr txBox="1"/>
          <p:nvPr/>
        </p:nvSpPr>
        <p:spPr>
          <a:xfrm>
            <a:off x="4492105" y="6270668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1125DCA4-95AA-9513-4E68-FA2BF15E185B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77BF571-665F-D76F-D84C-1B98CBC8CA5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D957AB0C-CDFA-A28A-D0D4-CA6C28932363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5ECA062-84E7-2D1A-E7B3-9F1260D7EF7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1A2450AC-1584-32E0-8D16-7B92D5ECD10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51A77E4C-ADDB-0F0A-F842-2E9915E7293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0B5986B-E082-7BE9-B884-1444A015E3CD}"/>
              </a:ext>
            </a:extLst>
          </p:cNvPr>
          <p:cNvSpPr/>
          <p:nvPr/>
        </p:nvSpPr>
        <p:spPr>
          <a:xfrm flipV="1">
            <a:off x="2435654" y="3559266"/>
            <a:ext cx="98385" cy="7345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BF30A45-9651-36DD-8391-0763740F2BF8}"/>
              </a:ext>
            </a:extLst>
          </p:cNvPr>
          <p:cNvGrpSpPr/>
          <p:nvPr/>
        </p:nvGrpSpPr>
        <p:grpSpPr>
          <a:xfrm>
            <a:off x="7694385" y="4461073"/>
            <a:ext cx="98891" cy="1448708"/>
            <a:chOff x="4737834" y="4662002"/>
            <a:chExt cx="98891" cy="14487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95B28C2-1F57-EDA6-331F-FFEAF3E32E75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152E5341-C2F2-A758-1C69-38EC4262B4BD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79D01BD6-2297-BDD6-9A91-4BC79007169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DDBCC44-5E73-C51E-DCA8-C9397D6C3039}"/>
              </a:ext>
            </a:extLst>
          </p:cNvPr>
          <p:cNvSpPr/>
          <p:nvPr/>
        </p:nvSpPr>
        <p:spPr>
          <a:xfrm flipV="1">
            <a:off x="8061473" y="3010617"/>
            <a:ext cx="98385" cy="7345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188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348E5-A3C0-101A-1C98-500D5A007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017157E5-55F9-B71E-91A7-B814596702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862974"/>
            <a:ext cx="7786688" cy="570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DA0FE7-965D-925D-BB7D-43249E3E2C6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DA0FE7-965D-925D-BB7D-43249E3E2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A0E0F52-242B-D5A2-D444-B8C211796134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13B854-7479-91E6-297C-2E6ED28C8CE3}"/>
              </a:ext>
            </a:extLst>
          </p:cNvPr>
          <p:cNvSpPr/>
          <p:nvPr/>
        </p:nvSpPr>
        <p:spPr>
          <a:xfrm rot="5400000">
            <a:off x="6629460" y="5072348"/>
            <a:ext cx="102820" cy="204018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B51D9EF-CD73-B4CE-5EE1-327F45AD590B}"/>
              </a:ext>
            </a:extLst>
          </p:cNvPr>
          <p:cNvSpPr/>
          <p:nvPr/>
        </p:nvSpPr>
        <p:spPr>
          <a:xfrm>
            <a:off x="6040345" y="457326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F4F72C-C1E7-F26E-3087-CB427C571E57}"/>
              </a:ext>
            </a:extLst>
          </p:cNvPr>
          <p:cNvSpPr txBox="1"/>
          <p:nvPr/>
        </p:nvSpPr>
        <p:spPr>
          <a:xfrm>
            <a:off x="5691689" y="3899352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863EA1-D2C3-861F-0065-DD15696A957D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BEDD81B2-B03C-BAB7-6455-D8CF3425673A}"/>
              </a:ext>
            </a:extLst>
          </p:cNvPr>
          <p:cNvSpPr/>
          <p:nvPr/>
        </p:nvSpPr>
        <p:spPr>
          <a:xfrm>
            <a:off x="6388710" y="490867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1738E0E-1C67-656E-FD2D-1357887E4E1D}"/>
              </a:ext>
            </a:extLst>
          </p:cNvPr>
          <p:cNvGrpSpPr/>
          <p:nvPr/>
        </p:nvGrpSpPr>
        <p:grpSpPr>
          <a:xfrm>
            <a:off x="5518308" y="4477940"/>
            <a:ext cx="98891" cy="1448708"/>
            <a:chOff x="4737834" y="4662002"/>
            <a:chExt cx="98891" cy="144870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5A529DB4-62E7-27BE-62A1-A903F29CAD4C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CD97D45A-6DCB-A134-19D5-049A0D0F5CA6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A2D86DD-7815-2303-6DE2-90C9B9F5478E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DE27599-B21B-AB75-1D5B-B410CB756DC9}"/>
              </a:ext>
            </a:extLst>
          </p:cNvPr>
          <p:cNvGrpSpPr/>
          <p:nvPr/>
        </p:nvGrpSpPr>
        <p:grpSpPr>
          <a:xfrm rot="5400000">
            <a:off x="4448414" y="3952756"/>
            <a:ext cx="99451" cy="545492"/>
            <a:chOff x="5324822" y="4538198"/>
            <a:chExt cx="99451" cy="545492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2BE534D9-5046-5B45-E046-349FA87EE3F8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D665A9F-3EBC-FC68-68A1-39F800D6318F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36562E1-A321-3652-8E86-F77A964B8A10}"/>
              </a:ext>
            </a:extLst>
          </p:cNvPr>
          <p:cNvSpPr/>
          <p:nvPr/>
        </p:nvSpPr>
        <p:spPr>
          <a:xfrm flipV="1">
            <a:off x="3433272" y="2729454"/>
            <a:ext cx="98385" cy="85054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39BF3C-D228-2E98-3417-5236EB432EE2}"/>
              </a:ext>
            </a:extLst>
          </p:cNvPr>
          <p:cNvSpPr txBox="1"/>
          <p:nvPr/>
        </p:nvSpPr>
        <p:spPr>
          <a:xfrm>
            <a:off x="5513208" y="628890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1125DCA4-95AA-9513-4E68-FA2BF15E185B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77BF571-665F-D76F-D84C-1B98CBC8CA5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D957AB0C-CDFA-A28A-D0D4-CA6C28932363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5ECA062-84E7-2D1A-E7B3-9F1260D7EF7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1A2450AC-1584-32E0-8D16-7B92D5ECD10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51A77E4C-ADDB-0F0A-F842-2E9915E7293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0B5986B-E082-7BE9-B884-1444A015E3CD}"/>
              </a:ext>
            </a:extLst>
          </p:cNvPr>
          <p:cNvSpPr/>
          <p:nvPr/>
        </p:nvSpPr>
        <p:spPr>
          <a:xfrm flipV="1">
            <a:off x="2435654" y="3559266"/>
            <a:ext cx="98385" cy="7345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BF30A45-9651-36DD-8391-0763740F2BF8}"/>
              </a:ext>
            </a:extLst>
          </p:cNvPr>
          <p:cNvGrpSpPr/>
          <p:nvPr/>
        </p:nvGrpSpPr>
        <p:grpSpPr>
          <a:xfrm>
            <a:off x="7694385" y="4461073"/>
            <a:ext cx="98891" cy="1448708"/>
            <a:chOff x="4737834" y="4662002"/>
            <a:chExt cx="98891" cy="14487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95B28C2-1F57-EDA6-331F-FFEAF3E32E75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152E5341-C2F2-A758-1C69-38EC4262B4BD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79D01BD6-2297-BDD6-9A91-4BC79007169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DDBCC44-5E73-C51E-DCA8-C9397D6C3039}"/>
              </a:ext>
            </a:extLst>
          </p:cNvPr>
          <p:cNvSpPr/>
          <p:nvPr/>
        </p:nvSpPr>
        <p:spPr>
          <a:xfrm flipV="1">
            <a:off x="8061473" y="3010617"/>
            <a:ext cx="98385" cy="7345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FE11C2D-E972-D335-5DE9-2327A09576B2}"/>
              </a:ext>
            </a:extLst>
          </p:cNvPr>
          <p:cNvSpPr/>
          <p:nvPr/>
        </p:nvSpPr>
        <p:spPr>
          <a:xfrm>
            <a:off x="6184599" y="4725663"/>
            <a:ext cx="949034" cy="97288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47" name="그림 46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B5D88D40-BD76-FF52-48A4-A073B99D2D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80" y="4770536"/>
            <a:ext cx="1795364" cy="1795364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A4B1AC6B-9E45-5B7F-D9D0-A06CC7C738A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9622796" y="4510265"/>
            <a:ext cx="2236971" cy="1554480"/>
          </a:xfrm>
          <a:prstGeom prst="rect">
            <a:avLst/>
          </a:prstGeom>
        </p:spPr>
      </p:pic>
      <p:pic>
        <p:nvPicPr>
          <p:cNvPr id="49" name="그림 48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E41016-33ED-B873-0DE4-0D7F8EED51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92" y="3050952"/>
            <a:ext cx="1757580" cy="144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850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86A96-F6B0-AD17-79C3-762D826E7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B7DE702F-F05A-1A11-2F8B-C68C45EBF1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3" y="716924"/>
            <a:ext cx="8237537" cy="6033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2D6B4C-AEF6-C2C7-5C15-A07C5E7BCF87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2D6B4C-AEF6-C2C7-5C15-A07C5E7BC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13D68EA-DBB9-5D0E-F5E9-89831C0B3780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9A7BE5E-8615-CCBC-7AB0-1D9A0E60AD45}"/>
              </a:ext>
            </a:extLst>
          </p:cNvPr>
          <p:cNvSpPr/>
          <p:nvPr/>
        </p:nvSpPr>
        <p:spPr>
          <a:xfrm rot="5400000">
            <a:off x="5444517" y="5094443"/>
            <a:ext cx="102820" cy="2057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09E50BB-48F8-3B99-5E5C-7E26F8664D78}"/>
              </a:ext>
            </a:extLst>
          </p:cNvPr>
          <p:cNvSpPr/>
          <p:nvPr/>
        </p:nvSpPr>
        <p:spPr>
          <a:xfrm>
            <a:off x="4974926" y="4550298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290387D-7162-4844-10FC-259329903628}"/>
              </a:ext>
            </a:extLst>
          </p:cNvPr>
          <p:cNvSpPr/>
          <p:nvPr/>
        </p:nvSpPr>
        <p:spPr>
          <a:xfrm>
            <a:off x="5143863" y="4702385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5D1A4A-F342-0383-3D44-4FE0C3106FF4}"/>
              </a:ext>
            </a:extLst>
          </p:cNvPr>
          <p:cNvSpPr txBox="1"/>
          <p:nvPr/>
        </p:nvSpPr>
        <p:spPr>
          <a:xfrm>
            <a:off x="5312391" y="3903781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4E5289-AB79-CFA3-24A1-631CD3FA6D2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FA2C165-B682-D84E-F935-6BA6D7128619}"/>
              </a:ext>
            </a:extLst>
          </p:cNvPr>
          <p:cNvGrpSpPr/>
          <p:nvPr/>
        </p:nvGrpSpPr>
        <p:grpSpPr>
          <a:xfrm rot="5400000">
            <a:off x="7741189" y="3837048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8047CF58-9231-2BB0-EF8D-A45558F7D784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96ED6768-60A4-E7B2-84A8-4C0F543D429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043F913-EDC3-7683-5891-CC74F07E48CD}"/>
              </a:ext>
            </a:extLst>
          </p:cNvPr>
          <p:cNvSpPr/>
          <p:nvPr/>
        </p:nvSpPr>
        <p:spPr>
          <a:xfrm flipV="1">
            <a:off x="8798730" y="2561251"/>
            <a:ext cx="98385" cy="9296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F244A6-A563-5F85-429C-35CF7F03948A}"/>
              </a:ext>
            </a:extLst>
          </p:cNvPr>
          <p:cNvSpPr txBox="1"/>
          <p:nvPr/>
        </p:nvSpPr>
        <p:spPr>
          <a:xfrm>
            <a:off x="5496692" y="6388809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7EC0C84-1D91-1C5F-66E8-32ED617ACEAC}"/>
              </a:ext>
            </a:extLst>
          </p:cNvPr>
          <p:cNvCxnSpPr>
            <a:cxnSpLocks/>
          </p:cNvCxnSpPr>
          <p:nvPr/>
        </p:nvCxnSpPr>
        <p:spPr>
          <a:xfrm flipV="1">
            <a:off x="5710265" y="5815840"/>
            <a:ext cx="0" cy="6373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DAB2673B-F791-2F94-162F-D8BD290710C3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809BC0F-01B1-8AE4-C16A-4AFEFA149AB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9895E159-CC26-2303-983E-BACD802887F3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AF23B996-0BB2-9C82-A61E-65CFA7DBA33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0402BFD-3EE8-0C40-1E35-18C01B6E518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F7A5DC54-B7A4-9690-2091-CB43F16A16E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B6FA819-5A12-6847-8663-DF8AC564F840}"/>
              </a:ext>
            </a:extLst>
          </p:cNvPr>
          <p:cNvSpPr/>
          <p:nvPr/>
        </p:nvSpPr>
        <p:spPr>
          <a:xfrm rot="10800000" flipV="1">
            <a:off x="9825217" y="3452813"/>
            <a:ext cx="98385" cy="7813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4F32778-2DDF-4D2C-5B95-A8B085987412}"/>
              </a:ext>
            </a:extLst>
          </p:cNvPr>
          <p:cNvGrpSpPr/>
          <p:nvPr/>
        </p:nvGrpSpPr>
        <p:grpSpPr>
          <a:xfrm>
            <a:off x="6590954" y="4411706"/>
            <a:ext cx="98891" cy="1461408"/>
            <a:chOff x="4737834" y="4900127"/>
            <a:chExt cx="98891" cy="14614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31ABAE07-63F3-87AE-081C-2D6FFE809B1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A13B5EA1-0319-8595-02F9-04341BB0C359}"/>
                </a:ext>
              </a:extLst>
            </p:cNvPr>
            <p:cNvSpPr/>
            <p:nvPr/>
          </p:nvSpPr>
          <p:spPr>
            <a:xfrm>
              <a:off x="4738263" y="55768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53DF4353-6140-A541-B8B4-04060B5D8FA4}"/>
                </a:ext>
              </a:extLst>
            </p:cNvPr>
            <p:cNvSpPr/>
            <p:nvPr/>
          </p:nvSpPr>
          <p:spPr>
            <a:xfrm>
              <a:off x="4738340" y="62631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35B2BD7-0712-F045-FAC2-5DB6124EC566}"/>
              </a:ext>
            </a:extLst>
          </p:cNvPr>
          <p:cNvSpPr/>
          <p:nvPr/>
        </p:nvSpPr>
        <p:spPr>
          <a:xfrm flipV="1">
            <a:off x="4158166" y="2994024"/>
            <a:ext cx="98385" cy="7302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FC3F46B-82CE-831B-DA7B-7EB5BC0297C7}"/>
              </a:ext>
            </a:extLst>
          </p:cNvPr>
          <p:cNvGrpSpPr/>
          <p:nvPr/>
        </p:nvGrpSpPr>
        <p:grpSpPr>
          <a:xfrm>
            <a:off x="4319990" y="4411706"/>
            <a:ext cx="98891" cy="1461408"/>
            <a:chOff x="4737834" y="4900127"/>
            <a:chExt cx="98891" cy="1461408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4383CB1-3E03-1F00-C9E9-21C1624DCDB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06550A8C-22B9-31F6-33C0-8620A417F7AC}"/>
                </a:ext>
              </a:extLst>
            </p:cNvPr>
            <p:cNvSpPr/>
            <p:nvPr/>
          </p:nvSpPr>
          <p:spPr>
            <a:xfrm>
              <a:off x="4738263" y="55768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A565BBBA-61FC-9F1C-D7C5-B0BB7D6A8F03}"/>
                </a:ext>
              </a:extLst>
            </p:cNvPr>
            <p:cNvSpPr/>
            <p:nvPr/>
          </p:nvSpPr>
          <p:spPr>
            <a:xfrm>
              <a:off x="4738340" y="62631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9173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B8162-AEEF-B0D0-CB06-6490A9518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057FD86C-8B9F-C6BF-C959-FC489D2ED6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3" y="716924"/>
            <a:ext cx="8237537" cy="6033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68E8AA9-DB8C-6F73-F839-5A1DFBBBC2B4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68E8AA9-DB8C-6F73-F839-5A1DFBBBC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6B9616D-B255-D05C-6032-8AB12D9F2926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D44EA21-20BF-1AB0-B03F-E88DA742C8E1}"/>
              </a:ext>
            </a:extLst>
          </p:cNvPr>
          <p:cNvSpPr/>
          <p:nvPr/>
        </p:nvSpPr>
        <p:spPr>
          <a:xfrm>
            <a:off x="3211302" y="5418161"/>
            <a:ext cx="996750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CF13B-0F0F-E3C4-A3E4-CDECC47CAC06}"/>
              </a:ext>
            </a:extLst>
          </p:cNvPr>
          <p:cNvSpPr txBox="1"/>
          <p:nvPr/>
        </p:nvSpPr>
        <p:spPr>
          <a:xfrm>
            <a:off x="2764714" y="4685658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5DDFDE5-E8F6-9C13-3D0A-E5738D18E8AE}"/>
              </a:ext>
            </a:extLst>
          </p:cNvPr>
          <p:cNvSpPr/>
          <p:nvPr/>
        </p:nvSpPr>
        <p:spPr>
          <a:xfrm rot="5400000">
            <a:off x="5444517" y="5094443"/>
            <a:ext cx="102820" cy="2057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93A9917-6CE5-4E46-C6FC-7EE03E748204}"/>
              </a:ext>
            </a:extLst>
          </p:cNvPr>
          <p:cNvSpPr/>
          <p:nvPr/>
        </p:nvSpPr>
        <p:spPr>
          <a:xfrm>
            <a:off x="4974926" y="4550298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876011A-BB9D-FD9C-FCA3-A55DFC8E724D}"/>
              </a:ext>
            </a:extLst>
          </p:cNvPr>
          <p:cNvSpPr/>
          <p:nvPr/>
        </p:nvSpPr>
        <p:spPr>
          <a:xfrm>
            <a:off x="5143863" y="4702385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9DD749-1EE4-783C-D2B9-C17D1ADF33E9}"/>
              </a:ext>
            </a:extLst>
          </p:cNvPr>
          <p:cNvSpPr txBox="1"/>
          <p:nvPr/>
        </p:nvSpPr>
        <p:spPr>
          <a:xfrm>
            <a:off x="5312391" y="3903781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D0CBA5-B3C5-9FB6-3A0B-67943E5A5CD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9BFB4A5-0557-14FD-AFF1-9BAE2EBB8E60}"/>
              </a:ext>
            </a:extLst>
          </p:cNvPr>
          <p:cNvGrpSpPr/>
          <p:nvPr/>
        </p:nvGrpSpPr>
        <p:grpSpPr>
          <a:xfrm>
            <a:off x="4086507" y="4503454"/>
            <a:ext cx="98814" cy="611622"/>
            <a:chOff x="4737834" y="5000139"/>
            <a:chExt cx="98814" cy="611622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B3FA3CE-3FE0-3058-5932-B7FC1636BC71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9AD28B4C-FBF6-A5A2-D032-646AF6DEB5C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1CB9264-2BC6-853B-E09A-EEB3F074505D}"/>
              </a:ext>
            </a:extLst>
          </p:cNvPr>
          <p:cNvGrpSpPr/>
          <p:nvPr/>
        </p:nvGrpSpPr>
        <p:grpSpPr>
          <a:xfrm>
            <a:off x="8245416" y="2791493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310B901A-9887-A65C-ABC9-C6C83276DED0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9521C9C6-4984-D77D-D610-CD77CA0253D6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150079DD-3ED3-36A9-D409-EB24974FC628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156811FB-8363-39CF-0F5C-77896A08A327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E7289415-E780-751D-10E5-32E3D82E8EF6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0A7261A4-1AFB-7F04-B7EA-DDD9403C4137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7571EC49-1337-40EE-D536-63880DB28FD7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D5C9D68-8600-0A45-F340-91ADFF103403}"/>
              </a:ext>
            </a:extLst>
          </p:cNvPr>
          <p:cNvGrpSpPr/>
          <p:nvPr/>
        </p:nvGrpSpPr>
        <p:grpSpPr>
          <a:xfrm rot="5400000">
            <a:off x="7741189" y="3837048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870BC7EB-9C23-3A5C-9004-99C0CF394E86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5515F82A-8CB8-EB0B-0E07-E0A276DBCA5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517FF67-0E50-E130-2C2C-BBE8C761CF41}"/>
              </a:ext>
            </a:extLst>
          </p:cNvPr>
          <p:cNvSpPr/>
          <p:nvPr/>
        </p:nvSpPr>
        <p:spPr>
          <a:xfrm flipV="1">
            <a:off x="8798730" y="2561251"/>
            <a:ext cx="98385" cy="9296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310AFA-CBCD-A28E-98EA-45262D21BC6E}"/>
              </a:ext>
            </a:extLst>
          </p:cNvPr>
          <p:cNvSpPr txBox="1"/>
          <p:nvPr/>
        </p:nvSpPr>
        <p:spPr>
          <a:xfrm>
            <a:off x="5496692" y="6388809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1CC5CA0-FFAB-6404-66FB-9C3762C44123}"/>
              </a:ext>
            </a:extLst>
          </p:cNvPr>
          <p:cNvCxnSpPr>
            <a:cxnSpLocks/>
          </p:cNvCxnSpPr>
          <p:nvPr/>
        </p:nvCxnSpPr>
        <p:spPr>
          <a:xfrm flipV="1">
            <a:off x="5710265" y="5815840"/>
            <a:ext cx="0" cy="6373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6595F6A5-EAB6-917C-F68E-9B1B13B9EF22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C4393BF-0928-C97D-3844-CE7DB67A7AA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FDD0385-FB46-0766-2D7D-CE46AE58341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5945928-13C6-155C-DB9C-6416DB6868C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95B68B1A-D266-1B82-DEDA-A7BEA639417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1F3CF8A5-3CFC-67D6-6524-3B41AA2E731D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14F29A2-1168-1BF8-BC96-ED1B53A858C9}"/>
              </a:ext>
            </a:extLst>
          </p:cNvPr>
          <p:cNvSpPr/>
          <p:nvPr/>
        </p:nvSpPr>
        <p:spPr>
          <a:xfrm rot="10800000" flipV="1">
            <a:off x="9825217" y="3452813"/>
            <a:ext cx="98385" cy="7813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5CC31E7-41D8-FECB-73AE-61491AF2F74E}"/>
              </a:ext>
            </a:extLst>
          </p:cNvPr>
          <p:cNvGrpSpPr/>
          <p:nvPr/>
        </p:nvGrpSpPr>
        <p:grpSpPr>
          <a:xfrm>
            <a:off x="6590954" y="4411706"/>
            <a:ext cx="98891" cy="1461408"/>
            <a:chOff x="4737834" y="4900127"/>
            <a:chExt cx="98891" cy="14614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9B2D0AB-89DF-DFB2-F563-BC7FB943598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4875109-5CCA-0C9D-C2D3-F2A8D34CC8D3}"/>
                </a:ext>
              </a:extLst>
            </p:cNvPr>
            <p:cNvSpPr/>
            <p:nvPr/>
          </p:nvSpPr>
          <p:spPr>
            <a:xfrm>
              <a:off x="4738263" y="55768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7A45B545-6C5D-3E1C-AFCE-D8EAA12373D5}"/>
                </a:ext>
              </a:extLst>
            </p:cNvPr>
            <p:cNvSpPr/>
            <p:nvPr/>
          </p:nvSpPr>
          <p:spPr>
            <a:xfrm>
              <a:off x="4738340" y="62631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75A6D9-6AF6-39FE-6CFB-AF79F4A9A720}"/>
              </a:ext>
            </a:extLst>
          </p:cNvPr>
          <p:cNvSpPr/>
          <p:nvPr/>
        </p:nvSpPr>
        <p:spPr>
          <a:xfrm flipV="1">
            <a:off x="4158166" y="2994024"/>
            <a:ext cx="98385" cy="7302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19BF4AC-8E3D-3321-A57D-22F3581829A3}"/>
              </a:ext>
            </a:extLst>
          </p:cNvPr>
          <p:cNvGrpSpPr/>
          <p:nvPr/>
        </p:nvGrpSpPr>
        <p:grpSpPr>
          <a:xfrm>
            <a:off x="4319990" y="4411706"/>
            <a:ext cx="98891" cy="1461408"/>
            <a:chOff x="4737834" y="4900127"/>
            <a:chExt cx="98891" cy="1461408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EA64DDD-C6D7-38B1-19E8-BBBF5B65C888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6D298D1A-3870-ED93-DAA0-2AD134D29CAC}"/>
                </a:ext>
              </a:extLst>
            </p:cNvPr>
            <p:cNvSpPr/>
            <p:nvPr/>
          </p:nvSpPr>
          <p:spPr>
            <a:xfrm>
              <a:off x="4738263" y="55768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2CFDBE7B-4A2A-1EBE-76CD-380C7D77FF97}"/>
                </a:ext>
              </a:extLst>
            </p:cNvPr>
            <p:cNvSpPr/>
            <p:nvPr/>
          </p:nvSpPr>
          <p:spPr>
            <a:xfrm>
              <a:off x="4738340" y="62631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2677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D1101-AD22-C819-1AC8-BCF7C0D93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973FEA17-EAEE-5FC5-4891-621EDCA0E14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3" y="716924"/>
            <a:ext cx="8237537" cy="6033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59B7B4-6D69-6E6D-F515-434B4748F18C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59B7B4-6D69-6E6D-F515-434B4748F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0D24E2A-D192-13D3-E687-F400049F378D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111E99-FDF7-D60F-5358-EC59AF308E54}"/>
              </a:ext>
            </a:extLst>
          </p:cNvPr>
          <p:cNvSpPr/>
          <p:nvPr/>
        </p:nvSpPr>
        <p:spPr>
          <a:xfrm>
            <a:off x="3211302" y="5418161"/>
            <a:ext cx="996750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D59833-8FC7-21EB-06D2-5B815454D247}"/>
              </a:ext>
            </a:extLst>
          </p:cNvPr>
          <p:cNvSpPr txBox="1"/>
          <p:nvPr/>
        </p:nvSpPr>
        <p:spPr>
          <a:xfrm>
            <a:off x="2764714" y="4685658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8C2963-4BAD-2956-9A66-3C6019710209}"/>
              </a:ext>
            </a:extLst>
          </p:cNvPr>
          <p:cNvSpPr/>
          <p:nvPr/>
        </p:nvSpPr>
        <p:spPr>
          <a:xfrm rot="5400000">
            <a:off x="5444517" y="5094443"/>
            <a:ext cx="102820" cy="2057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3F462A1-D539-43D9-5982-1576E3AA0DE1}"/>
              </a:ext>
            </a:extLst>
          </p:cNvPr>
          <p:cNvSpPr/>
          <p:nvPr/>
        </p:nvSpPr>
        <p:spPr>
          <a:xfrm>
            <a:off x="4974926" y="4550298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64F5ED8-A688-DC07-99DF-45C1CAA56243}"/>
              </a:ext>
            </a:extLst>
          </p:cNvPr>
          <p:cNvSpPr/>
          <p:nvPr/>
        </p:nvSpPr>
        <p:spPr>
          <a:xfrm>
            <a:off x="5143863" y="4702385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8865E6-C8F9-243E-8FE6-1FD58F1D1520}"/>
              </a:ext>
            </a:extLst>
          </p:cNvPr>
          <p:cNvSpPr txBox="1"/>
          <p:nvPr/>
        </p:nvSpPr>
        <p:spPr>
          <a:xfrm>
            <a:off x="5312391" y="3903781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5EBC7C-F982-CF88-B8C4-812D9D9AC19D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CAC1CA64-C654-DA49-C747-272FB6E4F87C}"/>
              </a:ext>
            </a:extLst>
          </p:cNvPr>
          <p:cNvSpPr/>
          <p:nvPr/>
        </p:nvSpPr>
        <p:spPr>
          <a:xfrm>
            <a:off x="5323291" y="4885713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46D3AAF-B62D-A1E0-151A-E93463CE070B}"/>
              </a:ext>
            </a:extLst>
          </p:cNvPr>
          <p:cNvGrpSpPr/>
          <p:nvPr/>
        </p:nvGrpSpPr>
        <p:grpSpPr>
          <a:xfrm>
            <a:off x="4086507" y="4503454"/>
            <a:ext cx="98814" cy="611622"/>
            <a:chOff x="4737834" y="5000139"/>
            <a:chExt cx="98814" cy="611622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5E3EBB9-3E40-28CC-3110-1E310D94C05D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03B1B50D-F7A6-69EC-D7CC-7098FBD0FDC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22DBEC9-24B7-74BF-BE3A-CBAD5B08E0BC}"/>
              </a:ext>
            </a:extLst>
          </p:cNvPr>
          <p:cNvGrpSpPr/>
          <p:nvPr/>
        </p:nvGrpSpPr>
        <p:grpSpPr>
          <a:xfrm>
            <a:off x="8245416" y="2791493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7179F11-FCDE-1EAD-CAAE-4C7AAEBE289A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1FA2203B-782E-F588-9EC6-01D53DDC5355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8EAD7416-544D-50AF-53D9-5E60D66757D2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20AE4AEF-B579-E020-4D7B-E9FB900D6E5B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4BDEB04-32FD-7D56-CBD8-2309B287CA38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1105B4E6-021C-A920-10C3-A259434664FD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3C617D11-D36C-23F5-739D-B0E8453CBA74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A1B88BE-35AE-790F-8AB6-61E1A341AD1E}"/>
              </a:ext>
            </a:extLst>
          </p:cNvPr>
          <p:cNvGrpSpPr/>
          <p:nvPr/>
        </p:nvGrpSpPr>
        <p:grpSpPr>
          <a:xfrm rot="5400000">
            <a:off x="7741189" y="3837048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3D28AAB9-F44B-6BB3-88FC-A1EFD338A39E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53FD9D3-C817-7A39-2617-EF72B72849F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704FA01-E5D7-7A6D-E464-213117FFC85B}"/>
              </a:ext>
            </a:extLst>
          </p:cNvPr>
          <p:cNvSpPr/>
          <p:nvPr/>
        </p:nvSpPr>
        <p:spPr>
          <a:xfrm flipV="1">
            <a:off x="8798730" y="2561251"/>
            <a:ext cx="98385" cy="9296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9D683F-7DAF-D2E5-E3BE-84B4D9FCDC79}"/>
              </a:ext>
            </a:extLst>
          </p:cNvPr>
          <p:cNvSpPr txBox="1"/>
          <p:nvPr/>
        </p:nvSpPr>
        <p:spPr>
          <a:xfrm>
            <a:off x="5496692" y="6388809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7EE7D41-B4B7-4741-EAE8-C4F8BD37F0D8}"/>
              </a:ext>
            </a:extLst>
          </p:cNvPr>
          <p:cNvCxnSpPr>
            <a:cxnSpLocks/>
          </p:cNvCxnSpPr>
          <p:nvPr/>
        </p:nvCxnSpPr>
        <p:spPr>
          <a:xfrm flipV="1">
            <a:off x="5710265" y="5815840"/>
            <a:ext cx="0" cy="6373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99725A5-EE95-BA25-1464-3D9D3A36436C}"/>
              </a:ext>
            </a:extLst>
          </p:cNvPr>
          <p:cNvSpPr txBox="1"/>
          <p:nvPr/>
        </p:nvSpPr>
        <p:spPr>
          <a:xfrm>
            <a:off x="3267320" y="628286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71EABE45-4DAC-3AEB-5FBE-A25D8DBEB37A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C77110E-E98D-9C6B-9945-FBE113A3D651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36F882A-05EA-D18C-5D69-0512BF1E5FF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8FDF4E4A-8CDA-DFD7-0438-0E1616B5F28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DD94C065-0D75-5742-44D4-B49047C0AA1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2AF21B95-CB6A-3C18-3206-36C66D25932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BE60370-B3DB-B9EC-A9E6-FFBC151114A5}"/>
              </a:ext>
            </a:extLst>
          </p:cNvPr>
          <p:cNvSpPr/>
          <p:nvPr/>
        </p:nvSpPr>
        <p:spPr>
          <a:xfrm rot="10800000" flipV="1">
            <a:off x="9825217" y="3452813"/>
            <a:ext cx="98385" cy="7813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6276438E-1DD4-EF0D-1688-D0A9BB9F3A25}"/>
              </a:ext>
            </a:extLst>
          </p:cNvPr>
          <p:cNvGrpSpPr/>
          <p:nvPr/>
        </p:nvGrpSpPr>
        <p:grpSpPr>
          <a:xfrm>
            <a:off x="6590954" y="4411706"/>
            <a:ext cx="98891" cy="1461408"/>
            <a:chOff x="4737834" y="4900127"/>
            <a:chExt cx="98891" cy="14614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72AD555-8B67-3898-CFD7-599FF1A8536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955BC8E-3B88-6AFA-D99F-23C678694D99}"/>
                </a:ext>
              </a:extLst>
            </p:cNvPr>
            <p:cNvSpPr/>
            <p:nvPr/>
          </p:nvSpPr>
          <p:spPr>
            <a:xfrm>
              <a:off x="4738263" y="55768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506E712-8E55-4952-CF3C-EA191A09832E}"/>
                </a:ext>
              </a:extLst>
            </p:cNvPr>
            <p:cNvSpPr/>
            <p:nvPr/>
          </p:nvSpPr>
          <p:spPr>
            <a:xfrm>
              <a:off x="4738340" y="62631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D9F7BD2-43C7-477F-BE53-7D185F1C6E0E}"/>
              </a:ext>
            </a:extLst>
          </p:cNvPr>
          <p:cNvSpPr/>
          <p:nvPr/>
        </p:nvSpPr>
        <p:spPr>
          <a:xfrm flipV="1">
            <a:off x="4158166" y="2994024"/>
            <a:ext cx="98385" cy="7302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952C515-36BF-B3A0-392C-EBB37DDDE590}"/>
              </a:ext>
            </a:extLst>
          </p:cNvPr>
          <p:cNvGrpSpPr/>
          <p:nvPr/>
        </p:nvGrpSpPr>
        <p:grpSpPr>
          <a:xfrm>
            <a:off x="4319990" y="4411706"/>
            <a:ext cx="98891" cy="1461408"/>
            <a:chOff x="4737834" y="4900127"/>
            <a:chExt cx="98891" cy="1461408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A318167A-0A55-3872-7E92-6927615589E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1C1EB182-11BC-666A-05E1-58E2731921F2}"/>
                </a:ext>
              </a:extLst>
            </p:cNvPr>
            <p:cNvSpPr/>
            <p:nvPr/>
          </p:nvSpPr>
          <p:spPr>
            <a:xfrm>
              <a:off x="4738263" y="55768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DA18DABD-F739-4C2F-FB19-0E3C0612581E}"/>
                </a:ext>
              </a:extLst>
            </p:cNvPr>
            <p:cNvSpPr/>
            <p:nvPr/>
          </p:nvSpPr>
          <p:spPr>
            <a:xfrm>
              <a:off x="4738340" y="62631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3634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D1101-AD22-C819-1AC8-BCF7C0D93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973FEA17-EAEE-5FC5-4891-621EDCA0E14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3" y="716924"/>
            <a:ext cx="8237537" cy="6033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59B7B4-6D69-6E6D-F515-434B4748F18C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59B7B4-6D69-6E6D-F515-434B4748F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0D24E2A-D192-13D3-E687-F400049F378D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8C2963-4BAD-2956-9A66-3C6019710209}"/>
              </a:ext>
            </a:extLst>
          </p:cNvPr>
          <p:cNvSpPr/>
          <p:nvPr/>
        </p:nvSpPr>
        <p:spPr>
          <a:xfrm rot="5400000">
            <a:off x="5444517" y="5094443"/>
            <a:ext cx="102820" cy="2057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3F462A1-D539-43D9-5982-1576E3AA0DE1}"/>
              </a:ext>
            </a:extLst>
          </p:cNvPr>
          <p:cNvSpPr/>
          <p:nvPr/>
        </p:nvSpPr>
        <p:spPr>
          <a:xfrm>
            <a:off x="4974926" y="4550298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8865E6-C8F9-243E-8FE6-1FD58F1D1520}"/>
              </a:ext>
            </a:extLst>
          </p:cNvPr>
          <p:cNvSpPr txBox="1"/>
          <p:nvPr/>
        </p:nvSpPr>
        <p:spPr>
          <a:xfrm>
            <a:off x="4632895" y="396552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5EBC7C-F982-CF88-B8C4-812D9D9AC19D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CAC1CA64-C654-DA49-C747-272FB6E4F87C}"/>
              </a:ext>
            </a:extLst>
          </p:cNvPr>
          <p:cNvSpPr/>
          <p:nvPr/>
        </p:nvSpPr>
        <p:spPr>
          <a:xfrm>
            <a:off x="5323291" y="4885713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A1B88BE-35AE-790F-8AB6-61E1A341AD1E}"/>
              </a:ext>
            </a:extLst>
          </p:cNvPr>
          <p:cNvGrpSpPr/>
          <p:nvPr/>
        </p:nvGrpSpPr>
        <p:grpSpPr>
          <a:xfrm rot="5400000">
            <a:off x="7741189" y="3837048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3D28AAB9-F44B-6BB3-88FC-A1EFD338A39E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53FD9D3-C817-7A39-2617-EF72B72849F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704FA01-E5D7-7A6D-E464-213117FFC85B}"/>
              </a:ext>
            </a:extLst>
          </p:cNvPr>
          <p:cNvSpPr/>
          <p:nvPr/>
        </p:nvSpPr>
        <p:spPr>
          <a:xfrm flipV="1">
            <a:off x="8798730" y="2561251"/>
            <a:ext cx="98385" cy="9296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9725A5-EE95-BA25-1464-3D9D3A36436C}"/>
              </a:ext>
            </a:extLst>
          </p:cNvPr>
          <p:cNvSpPr txBox="1"/>
          <p:nvPr/>
        </p:nvSpPr>
        <p:spPr>
          <a:xfrm>
            <a:off x="4319990" y="630400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71EABE45-4DAC-3AEB-5FBE-A25D8DBEB37A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C77110E-E98D-9C6B-9945-FBE113A3D651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36F882A-05EA-D18C-5D69-0512BF1E5FF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8FDF4E4A-8CDA-DFD7-0438-0E1616B5F28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DD94C065-0D75-5742-44D4-B49047C0AA1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2AF21B95-CB6A-3C18-3206-36C66D25932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BE60370-B3DB-B9EC-A9E6-FFBC151114A5}"/>
              </a:ext>
            </a:extLst>
          </p:cNvPr>
          <p:cNvSpPr/>
          <p:nvPr/>
        </p:nvSpPr>
        <p:spPr>
          <a:xfrm rot="10800000" flipV="1">
            <a:off x="9825217" y="3452813"/>
            <a:ext cx="98385" cy="7813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6276438E-1DD4-EF0D-1688-D0A9BB9F3A25}"/>
              </a:ext>
            </a:extLst>
          </p:cNvPr>
          <p:cNvGrpSpPr/>
          <p:nvPr/>
        </p:nvGrpSpPr>
        <p:grpSpPr>
          <a:xfrm>
            <a:off x="6590954" y="4411706"/>
            <a:ext cx="98891" cy="1461408"/>
            <a:chOff x="4737834" y="4900127"/>
            <a:chExt cx="98891" cy="14614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72AD555-8B67-3898-CFD7-599FF1A8536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955BC8E-3B88-6AFA-D99F-23C678694D99}"/>
                </a:ext>
              </a:extLst>
            </p:cNvPr>
            <p:cNvSpPr/>
            <p:nvPr/>
          </p:nvSpPr>
          <p:spPr>
            <a:xfrm>
              <a:off x="4738263" y="55768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506E712-8E55-4952-CF3C-EA191A09832E}"/>
                </a:ext>
              </a:extLst>
            </p:cNvPr>
            <p:cNvSpPr/>
            <p:nvPr/>
          </p:nvSpPr>
          <p:spPr>
            <a:xfrm>
              <a:off x="4738340" y="62631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D9F7BD2-43C7-477F-BE53-7D185F1C6E0E}"/>
              </a:ext>
            </a:extLst>
          </p:cNvPr>
          <p:cNvSpPr/>
          <p:nvPr/>
        </p:nvSpPr>
        <p:spPr>
          <a:xfrm flipV="1">
            <a:off x="4158166" y="2994024"/>
            <a:ext cx="98385" cy="7302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952C515-36BF-B3A0-392C-EBB37DDDE590}"/>
              </a:ext>
            </a:extLst>
          </p:cNvPr>
          <p:cNvGrpSpPr/>
          <p:nvPr/>
        </p:nvGrpSpPr>
        <p:grpSpPr>
          <a:xfrm>
            <a:off x="4319990" y="4411706"/>
            <a:ext cx="98891" cy="1461408"/>
            <a:chOff x="4737834" y="4900127"/>
            <a:chExt cx="98891" cy="1461408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A318167A-0A55-3872-7E92-6927615589E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1C1EB182-11BC-666A-05E1-58E2731921F2}"/>
                </a:ext>
              </a:extLst>
            </p:cNvPr>
            <p:cNvSpPr/>
            <p:nvPr/>
          </p:nvSpPr>
          <p:spPr>
            <a:xfrm>
              <a:off x="4738263" y="55768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DA18DABD-F739-4C2F-FB19-0E3C0612581E}"/>
                </a:ext>
              </a:extLst>
            </p:cNvPr>
            <p:cNvSpPr/>
            <p:nvPr/>
          </p:nvSpPr>
          <p:spPr>
            <a:xfrm>
              <a:off x="4738340" y="62631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BDCCA37-F432-4043-1250-C2363B8CCDB1}"/>
              </a:ext>
            </a:extLst>
          </p:cNvPr>
          <p:cNvSpPr/>
          <p:nvPr/>
        </p:nvSpPr>
        <p:spPr>
          <a:xfrm>
            <a:off x="5120976" y="4696348"/>
            <a:ext cx="968674" cy="98055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3" name="그림 1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B2C189BB-44F2-9C7A-1C62-BD49E709F0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01" y="4547264"/>
            <a:ext cx="1795364" cy="179536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0880F33-711D-3432-E174-B5EE8CF48B5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320" b="-1"/>
          <a:stretch>
            <a:fillRect/>
          </a:stretch>
        </p:blipFill>
        <p:spPr>
          <a:xfrm>
            <a:off x="9996880" y="4547264"/>
            <a:ext cx="2193784" cy="1524469"/>
          </a:xfrm>
          <a:prstGeom prst="rect">
            <a:avLst/>
          </a:prstGeom>
        </p:spPr>
      </p:pic>
      <p:pic>
        <p:nvPicPr>
          <p:cNvPr id="4" name="그림 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124A56-20E9-B7B0-B812-A31C67CB71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84" y="2779566"/>
            <a:ext cx="1778731" cy="146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280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D1101-AD22-C819-1AC8-BCF7C0D93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973FEA17-EAEE-5FC5-4891-621EDCA0E14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3" y="716924"/>
            <a:ext cx="8237537" cy="6033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59B7B4-6D69-6E6D-F515-434B4748F18C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59B7B4-6D69-6E6D-F515-434B4748F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0D24E2A-D192-13D3-E687-F400049F378D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8C2963-4BAD-2956-9A66-3C6019710209}"/>
              </a:ext>
            </a:extLst>
          </p:cNvPr>
          <p:cNvSpPr/>
          <p:nvPr/>
        </p:nvSpPr>
        <p:spPr>
          <a:xfrm rot="5400000">
            <a:off x="5444517" y="5094443"/>
            <a:ext cx="102820" cy="2057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3F462A1-D539-43D9-5982-1576E3AA0DE1}"/>
              </a:ext>
            </a:extLst>
          </p:cNvPr>
          <p:cNvSpPr/>
          <p:nvPr/>
        </p:nvSpPr>
        <p:spPr>
          <a:xfrm>
            <a:off x="4974926" y="4550298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8865E6-C8F9-243E-8FE6-1FD58F1D1520}"/>
              </a:ext>
            </a:extLst>
          </p:cNvPr>
          <p:cNvSpPr txBox="1"/>
          <p:nvPr/>
        </p:nvSpPr>
        <p:spPr>
          <a:xfrm>
            <a:off x="4714359" y="3947692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5EBC7C-F982-CF88-B8C4-812D9D9AC19D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CAC1CA64-C654-DA49-C747-272FB6E4F87C}"/>
              </a:ext>
            </a:extLst>
          </p:cNvPr>
          <p:cNvSpPr/>
          <p:nvPr/>
        </p:nvSpPr>
        <p:spPr>
          <a:xfrm>
            <a:off x="5323291" y="4885713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A1B88BE-35AE-790F-8AB6-61E1A341AD1E}"/>
              </a:ext>
            </a:extLst>
          </p:cNvPr>
          <p:cNvGrpSpPr/>
          <p:nvPr/>
        </p:nvGrpSpPr>
        <p:grpSpPr>
          <a:xfrm rot="5400000">
            <a:off x="7741189" y="3837048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3D28AAB9-F44B-6BB3-88FC-A1EFD338A39E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53FD9D3-C817-7A39-2617-EF72B72849F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704FA01-E5D7-7A6D-E464-213117FFC85B}"/>
              </a:ext>
            </a:extLst>
          </p:cNvPr>
          <p:cNvSpPr/>
          <p:nvPr/>
        </p:nvSpPr>
        <p:spPr>
          <a:xfrm flipV="1">
            <a:off x="8798730" y="2561251"/>
            <a:ext cx="98385" cy="9296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9725A5-EE95-BA25-1464-3D9D3A36436C}"/>
              </a:ext>
            </a:extLst>
          </p:cNvPr>
          <p:cNvSpPr txBox="1"/>
          <p:nvPr/>
        </p:nvSpPr>
        <p:spPr>
          <a:xfrm>
            <a:off x="4319990" y="630400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71EABE45-4DAC-3AEB-5FBE-A25D8DBEB37A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C77110E-E98D-9C6B-9945-FBE113A3D651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36F882A-05EA-D18C-5D69-0512BF1E5FF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8FDF4E4A-8CDA-DFD7-0438-0E1616B5F28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DD94C065-0D75-5742-44D4-B49047C0AA1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2AF21B95-CB6A-3C18-3206-36C66D25932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BE60370-B3DB-B9EC-A9E6-FFBC151114A5}"/>
              </a:ext>
            </a:extLst>
          </p:cNvPr>
          <p:cNvSpPr/>
          <p:nvPr/>
        </p:nvSpPr>
        <p:spPr>
          <a:xfrm rot="10800000" flipV="1">
            <a:off x="9825217" y="3452813"/>
            <a:ext cx="98385" cy="7813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6276438E-1DD4-EF0D-1688-D0A9BB9F3A25}"/>
              </a:ext>
            </a:extLst>
          </p:cNvPr>
          <p:cNvGrpSpPr/>
          <p:nvPr/>
        </p:nvGrpSpPr>
        <p:grpSpPr>
          <a:xfrm>
            <a:off x="6590954" y="4411706"/>
            <a:ext cx="98891" cy="1461408"/>
            <a:chOff x="4737834" y="4900127"/>
            <a:chExt cx="98891" cy="14614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72AD555-8B67-3898-CFD7-599FF1A8536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955BC8E-3B88-6AFA-D99F-23C678694D99}"/>
                </a:ext>
              </a:extLst>
            </p:cNvPr>
            <p:cNvSpPr/>
            <p:nvPr/>
          </p:nvSpPr>
          <p:spPr>
            <a:xfrm>
              <a:off x="4738263" y="55768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506E712-8E55-4952-CF3C-EA191A09832E}"/>
                </a:ext>
              </a:extLst>
            </p:cNvPr>
            <p:cNvSpPr/>
            <p:nvPr/>
          </p:nvSpPr>
          <p:spPr>
            <a:xfrm>
              <a:off x="4738340" y="62631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D9F7BD2-43C7-477F-BE53-7D185F1C6E0E}"/>
              </a:ext>
            </a:extLst>
          </p:cNvPr>
          <p:cNvSpPr/>
          <p:nvPr/>
        </p:nvSpPr>
        <p:spPr>
          <a:xfrm flipV="1">
            <a:off x="4158166" y="2994024"/>
            <a:ext cx="98385" cy="7302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952C515-36BF-B3A0-392C-EBB37DDDE590}"/>
              </a:ext>
            </a:extLst>
          </p:cNvPr>
          <p:cNvGrpSpPr/>
          <p:nvPr/>
        </p:nvGrpSpPr>
        <p:grpSpPr>
          <a:xfrm>
            <a:off x="4319990" y="4411706"/>
            <a:ext cx="98891" cy="1461408"/>
            <a:chOff x="4737834" y="4900127"/>
            <a:chExt cx="98891" cy="1461408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A318167A-0A55-3872-7E92-6927615589E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1C1EB182-11BC-666A-05E1-58E2731921F2}"/>
                </a:ext>
              </a:extLst>
            </p:cNvPr>
            <p:cNvSpPr/>
            <p:nvPr/>
          </p:nvSpPr>
          <p:spPr>
            <a:xfrm>
              <a:off x="4738263" y="55768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DA18DABD-F739-4C2F-FB19-0E3C0612581E}"/>
                </a:ext>
              </a:extLst>
            </p:cNvPr>
            <p:cNvSpPr/>
            <p:nvPr/>
          </p:nvSpPr>
          <p:spPr>
            <a:xfrm>
              <a:off x="4738340" y="62631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BDCCA37-F432-4043-1250-C2363B8CCDB1}"/>
              </a:ext>
            </a:extLst>
          </p:cNvPr>
          <p:cNvSpPr/>
          <p:nvPr/>
        </p:nvSpPr>
        <p:spPr>
          <a:xfrm>
            <a:off x="5120976" y="4696348"/>
            <a:ext cx="968674" cy="98055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3" name="그림 1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B2C189BB-44F2-9C7A-1C62-BD49E709F0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01" y="4547264"/>
            <a:ext cx="1795364" cy="179536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0880F33-711D-3432-E174-B5EE8CF48B5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320" b="-1"/>
          <a:stretch>
            <a:fillRect/>
          </a:stretch>
        </p:blipFill>
        <p:spPr>
          <a:xfrm>
            <a:off x="9996880" y="4547264"/>
            <a:ext cx="2193784" cy="1524469"/>
          </a:xfrm>
          <a:prstGeom prst="rect">
            <a:avLst/>
          </a:prstGeom>
        </p:spPr>
      </p:pic>
      <p:pic>
        <p:nvPicPr>
          <p:cNvPr id="15" name="그림 14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9E8E3A-2F4C-491B-CAF0-44D19A022F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70" y="2848463"/>
            <a:ext cx="1757580" cy="144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681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D1101-AD22-C819-1AC8-BCF7C0D93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973FEA17-EAEE-5FC5-4891-621EDCA0E14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3" y="716924"/>
            <a:ext cx="8237537" cy="6033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59B7B4-6D69-6E6D-F515-434B4748F18C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59B7B4-6D69-6E6D-F515-434B4748F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0D24E2A-D192-13D3-E687-F400049F378D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111E99-FDF7-D60F-5358-EC59AF308E54}"/>
              </a:ext>
            </a:extLst>
          </p:cNvPr>
          <p:cNvSpPr/>
          <p:nvPr/>
        </p:nvSpPr>
        <p:spPr>
          <a:xfrm>
            <a:off x="3211302" y="5418161"/>
            <a:ext cx="996750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D59833-8FC7-21EB-06D2-5B815454D247}"/>
              </a:ext>
            </a:extLst>
          </p:cNvPr>
          <p:cNvSpPr txBox="1"/>
          <p:nvPr/>
        </p:nvSpPr>
        <p:spPr>
          <a:xfrm>
            <a:off x="2764714" y="4685658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8C2963-4BAD-2956-9A66-3C6019710209}"/>
              </a:ext>
            </a:extLst>
          </p:cNvPr>
          <p:cNvSpPr/>
          <p:nvPr/>
        </p:nvSpPr>
        <p:spPr>
          <a:xfrm rot="5400000">
            <a:off x="5444517" y="5094443"/>
            <a:ext cx="102820" cy="2057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3F462A1-D539-43D9-5982-1576E3AA0DE1}"/>
              </a:ext>
            </a:extLst>
          </p:cNvPr>
          <p:cNvSpPr/>
          <p:nvPr/>
        </p:nvSpPr>
        <p:spPr>
          <a:xfrm>
            <a:off x="4974926" y="4550298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8865E6-C8F9-243E-8FE6-1FD58F1D1520}"/>
              </a:ext>
            </a:extLst>
          </p:cNvPr>
          <p:cNvSpPr txBox="1"/>
          <p:nvPr/>
        </p:nvSpPr>
        <p:spPr>
          <a:xfrm>
            <a:off x="5312391" y="3903781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5EBC7C-F982-CF88-B8C4-812D9D9AC19D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CAC1CA64-C654-DA49-C747-272FB6E4F87C}"/>
              </a:ext>
            </a:extLst>
          </p:cNvPr>
          <p:cNvSpPr/>
          <p:nvPr/>
        </p:nvSpPr>
        <p:spPr>
          <a:xfrm>
            <a:off x="5323291" y="4885713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46D3AAF-B62D-A1E0-151A-E93463CE070B}"/>
              </a:ext>
            </a:extLst>
          </p:cNvPr>
          <p:cNvGrpSpPr/>
          <p:nvPr/>
        </p:nvGrpSpPr>
        <p:grpSpPr>
          <a:xfrm>
            <a:off x="4086507" y="4503454"/>
            <a:ext cx="98814" cy="611622"/>
            <a:chOff x="4737834" y="5000139"/>
            <a:chExt cx="98814" cy="611622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5E3EBB9-3E40-28CC-3110-1E310D94C05D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03B1B50D-F7A6-69EC-D7CC-7098FBD0FDC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22DBEC9-24B7-74BF-BE3A-CBAD5B08E0BC}"/>
              </a:ext>
            </a:extLst>
          </p:cNvPr>
          <p:cNvGrpSpPr/>
          <p:nvPr/>
        </p:nvGrpSpPr>
        <p:grpSpPr>
          <a:xfrm>
            <a:off x="8245416" y="2791493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7179F11-FCDE-1EAD-CAAE-4C7AAEBE289A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1FA2203B-782E-F588-9EC6-01D53DDC5355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8EAD7416-544D-50AF-53D9-5E60D66757D2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20AE4AEF-B579-E020-4D7B-E9FB900D6E5B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4BDEB04-32FD-7D56-CBD8-2309B287CA38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1105B4E6-021C-A920-10C3-A259434664FD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3C617D11-D36C-23F5-739D-B0E8453CBA74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A1B88BE-35AE-790F-8AB6-61E1A341AD1E}"/>
              </a:ext>
            </a:extLst>
          </p:cNvPr>
          <p:cNvGrpSpPr/>
          <p:nvPr/>
        </p:nvGrpSpPr>
        <p:grpSpPr>
          <a:xfrm rot="5400000">
            <a:off x="7741189" y="3837048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3D28AAB9-F44B-6BB3-88FC-A1EFD338A39E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53FD9D3-C817-7A39-2617-EF72B72849F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704FA01-E5D7-7A6D-E464-213117FFC85B}"/>
              </a:ext>
            </a:extLst>
          </p:cNvPr>
          <p:cNvSpPr/>
          <p:nvPr/>
        </p:nvSpPr>
        <p:spPr>
          <a:xfrm flipV="1">
            <a:off x="8798730" y="2561251"/>
            <a:ext cx="98385" cy="9296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9725A5-EE95-BA25-1464-3D9D3A36436C}"/>
              </a:ext>
            </a:extLst>
          </p:cNvPr>
          <p:cNvSpPr txBox="1"/>
          <p:nvPr/>
        </p:nvSpPr>
        <p:spPr>
          <a:xfrm>
            <a:off x="4319990" y="6287386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71EABE45-4DAC-3AEB-5FBE-A25D8DBEB37A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C77110E-E98D-9C6B-9945-FBE113A3D651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36F882A-05EA-D18C-5D69-0512BF1E5FF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8FDF4E4A-8CDA-DFD7-0438-0E1616B5F28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DD94C065-0D75-5742-44D4-B49047C0AA1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2AF21B95-CB6A-3C18-3206-36C66D25932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BE60370-B3DB-B9EC-A9E6-FFBC151114A5}"/>
              </a:ext>
            </a:extLst>
          </p:cNvPr>
          <p:cNvSpPr/>
          <p:nvPr/>
        </p:nvSpPr>
        <p:spPr>
          <a:xfrm rot="10800000" flipV="1">
            <a:off x="9825217" y="3452813"/>
            <a:ext cx="98385" cy="7813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6276438E-1DD4-EF0D-1688-D0A9BB9F3A25}"/>
              </a:ext>
            </a:extLst>
          </p:cNvPr>
          <p:cNvGrpSpPr/>
          <p:nvPr/>
        </p:nvGrpSpPr>
        <p:grpSpPr>
          <a:xfrm>
            <a:off x="6590954" y="4411706"/>
            <a:ext cx="98891" cy="1461408"/>
            <a:chOff x="4737834" y="4900127"/>
            <a:chExt cx="98891" cy="14614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72AD555-8B67-3898-CFD7-599FF1A8536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955BC8E-3B88-6AFA-D99F-23C678694D99}"/>
                </a:ext>
              </a:extLst>
            </p:cNvPr>
            <p:cNvSpPr/>
            <p:nvPr/>
          </p:nvSpPr>
          <p:spPr>
            <a:xfrm>
              <a:off x="4738263" y="55768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506E712-8E55-4952-CF3C-EA191A09832E}"/>
                </a:ext>
              </a:extLst>
            </p:cNvPr>
            <p:cNvSpPr/>
            <p:nvPr/>
          </p:nvSpPr>
          <p:spPr>
            <a:xfrm>
              <a:off x="4738340" y="62631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D9F7BD2-43C7-477F-BE53-7D185F1C6E0E}"/>
              </a:ext>
            </a:extLst>
          </p:cNvPr>
          <p:cNvSpPr/>
          <p:nvPr/>
        </p:nvSpPr>
        <p:spPr>
          <a:xfrm flipV="1">
            <a:off x="4158166" y="2994024"/>
            <a:ext cx="98385" cy="7302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952C515-36BF-B3A0-392C-EBB37DDDE590}"/>
              </a:ext>
            </a:extLst>
          </p:cNvPr>
          <p:cNvGrpSpPr/>
          <p:nvPr/>
        </p:nvGrpSpPr>
        <p:grpSpPr>
          <a:xfrm>
            <a:off x="4319990" y="4411706"/>
            <a:ext cx="98891" cy="1461408"/>
            <a:chOff x="4737834" y="4900127"/>
            <a:chExt cx="98891" cy="1461408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A318167A-0A55-3872-7E92-6927615589E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1C1EB182-11BC-666A-05E1-58E2731921F2}"/>
                </a:ext>
              </a:extLst>
            </p:cNvPr>
            <p:cNvSpPr/>
            <p:nvPr/>
          </p:nvSpPr>
          <p:spPr>
            <a:xfrm>
              <a:off x="4738263" y="55768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DA18DABD-F739-4C2F-FB19-0E3C0612581E}"/>
                </a:ext>
              </a:extLst>
            </p:cNvPr>
            <p:cNvSpPr/>
            <p:nvPr/>
          </p:nvSpPr>
          <p:spPr>
            <a:xfrm>
              <a:off x="4738340" y="62631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98A8FA4-39E4-6EFA-6F1D-F953483DDDFA}"/>
              </a:ext>
            </a:extLst>
          </p:cNvPr>
          <p:cNvSpPr/>
          <p:nvPr/>
        </p:nvSpPr>
        <p:spPr>
          <a:xfrm>
            <a:off x="5105101" y="4683648"/>
            <a:ext cx="968674" cy="993252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3" name="그림 1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BE8E962-DB79-D861-7815-F7D7B617F6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01" y="4547264"/>
            <a:ext cx="1795364" cy="179536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A808D1C-6C1D-B2A2-FF2F-BA0A7A7FE27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320" b="-1"/>
          <a:stretch>
            <a:fillRect/>
          </a:stretch>
        </p:blipFill>
        <p:spPr>
          <a:xfrm>
            <a:off x="9996880" y="4547264"/>
            <a:ext cx="2193784" cy="1524469"/>
          </a:xfrm>
          <a:prstGeom prst="rect">
            <a:avLst/>
          </a:prstGeom>
        </p:spPr>
      </p:pic>
      <p:pic>
        <p:nvPicPr>
          <p:cNvPr id="15" name="그림 14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8861CE-2698-D377-4079-E927E29ABF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70" y="2848463"/>
            <a:ext cx="1757580" cy="144560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549E1D3-D400-990D-7B0C-9C17A8693EFC}"/>
              </a:ext>
            </a:extLst>
          </p:cNvPr>
          <p:cNvSpPr txBox="1"/>
          <p:nvPr/>
        </p:nvSpPr>
        <p:spPr>
          <a:xfrm>
            <a:off x="8103551" y="166776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highlight>
                  <a:srgbClr val="FFFF00"/>
                </a:highlight>
              </a:rPr>
              <a:t>현관미정</a:t>
            </a:r>
          </a:p>
        </p:txBody>
      </p:sp>
    </p:spTree>
    <p:extLst>
      <p:ext uri="{BB962C8B-B14F-4D97-AF65-F5344CB8AC3E}">
        <p14:creationId xmlns:p14="http://schemas.microsoft.com/office/powerpoint/2010/main" val="941029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D1101-AD22-C819-1AC8-BCF7C0D93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973FEA17-EAEE-5FC5-4891-621EDCA0E14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3" y="716924"/>
            <a:ext cx="8237537" cy="6033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59B7B4-6D69-6E6D-F515-434B4748F18C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59B7B4-6D69-6E6D-F515-434B4748F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0D24E2A-D192-13D3-E687-F400049F378D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//////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8C2963-4BAD-2956-9A66-3C6019710209}"/>
              </a:ext>
            </a:extLst>
          </p:cNvPr>
          <p:cNvSpPr/>
          <p:nvPr/>
        </p:nvSpPr>
        <p:spPr>
          <a:xfrm rot="5400000">
            <a:off x="5444517" y="5094443"/>
            <a:ext cx="102820" cy="2057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8865E6-C8F9-243E-8FE6-1FD58F1D1520}"/>
              </a:ext>
            </a:extLst>
          </p:cNvPr>
          <p:cNvSpPr txBox="1"/>
          <p:nvPr/>
        </p:nvSpPr>
        <p:spPr>
          <a:xfrm>
            <a:off x="4657630" y="394490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5EBC7C-F982-CF88-B8C4-812D9D9AC19D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CAC1CA64-C654-DA49-C747-272FB6E4F87C}"/>
              </a:ext>
            </a:extLst>
          </p:cNvPr>
          <p:cNvSpPr/>
          <p:nvPr/>
        </p:nvSpPr>
        <p:spPr>
          <a:xfrm>
            <a:off x="5323291" y="4885713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A1B88BE-35AE-790F-8AB6-61E1A341AD1E}"/>
              </a:ext>
            </a:extLst>
          </p:cNvPr>
          <p:cNvGrpSpPr/>
          <p:nvPr/>
        </p:nvGrpSpPr>
        <p:grpSpPr>
          <a:xfrm rot="5400000">
            <a:off x="7741189" y="3837048"/>
            <a:ext cx="98814" cy="625909"/>
            <a:chOff x="4737834" y="4985852"/>
            <a:chExt cx="98814" cy="62590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3D28AAB9-F44B-6BB3-88FC-A1EFD338A39E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53FD9D3-C817-7A39-2617-EF72B72849F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704FA01-E5D7-7A6D-E464-213117FFC85B}"/>
              </a:ext>
            </a:extLst>
          </p:cNvPr>
          <p:cNvSpPr/>
          <p:nvPr/>
        </p:nvSpPr>
        <p:spPr>
          <a:xfrm flipV="1">
            <a:off x="8798730" y="2561251"/>
            <a:ext cx="98385" cy="9296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9725A5-EE95-BA25-1464-3D9D3A36436C}"/>
              </a:ext>
            </a:extLst>
          </p:cNvPr>
          <p:cNvSpPr txBox="1"/>
          <p:nvPr/>
        </p:nvSpPr>
        <p:spPr>
          <a:xfrm>
            <a:off x="4970995" y="6367537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71EABE45-4DAC-3AEB-5FBE-A25D8DBEB37A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C77110E-E98D-9C6B-9945-FBE113A3D651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36F882A-05EA-D18C-5D69-0512BF1E5FF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8FDF4E4A-8CDA-DFD7-0438-0E1616B5F28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DD94C065-0D75-5742-44D4-B49047C0AA1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2AF21B95-CB6A-3C18-3206-36C66D25932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6276438E-1DD4-EF0D-1688-D0A9BB9F3A25}"/>
              </a:ext>
            </a:extLst>
          </p:cNvPr>
          <p:cNvGrpSpPr/>
          <p:nvPr/>
        </p:nvGrpSpPr>
        <p:grpSpPr>
          <a:xfrm>
            <a:off x="6590954" y="4411706"/>
            <a:ext cx="98891" cy="1461408"/>
            <a:chOff x="4737834" y="4900127"/>
            <a:chExt cx="98891" cy="14614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72AD555-8B67-3898-CFD7-599FF1A8536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955BC8E-3B88-6AFA-D99F-23C678694D99}"/>
                </a:ext>
              </a:extLst>
            </p:cNvPr>
            <p:cNvSpPr/>
            <p:nvPr/>
          </p:nvSpPr>
          <p:spPr>
            <a:xfrm>
              <a:off x="4738263" y="55768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506E712-8E55-4952-CF3C-EA191A09832E}"/>
                </a:ext>
              </a:extLst>
            </p:cNvPr>
            <p:cNvSpPr/>
            <p:nvPr/>
          </p:nvSpPr>
          <p:spPr>
            <a:xfrm>
              <a:off x="4738340" y="62631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D9F7BD2-43C7-477F-BE53-7D185F1C6E0E}"/>
              </a:ext>
            </a:extLst>
          </p:cNvPr>
          <p:cNvSpPr/>
          <p:nvPr/>
        </p:nvSpPr>
        <p:spPr>
          <a:xfrm flipV="1">
            <a:off x="4158166" y="2994024"/>
            <a:ext cx="98385" cy="7302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952C515-36BF-B3A0-392C-EBB37DDDE590}"/>
              </a:ext>
            </a:extLst>
          </p:cNvPr>
          <p:cNvGrpSpPr/>
          <p:nvPr/>
        </p:nvGrpSpPr>
        <p:grpSpPr>
          <a:xfrm>
            <a:off x="4319990" y="4411706"/>
            <a:ext cx="98891" cy="1461408"/>
            <a:chOff x="4737834" y="4900127"/>
            <a:chExt cx="98891" cy="1461408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A318167A-0A55-3872-7E92-6927615589E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1C1EB182-11BC-666A-05E1-58E2731921F2}"/>
                </a:ext>
              </a:extLst>
            </p:cNvPr>
            <p:cNvSpPr/>
            <p:nvPr/>
          </p:nvSpPr>
          <p:spPr>
            <a:xfrm>
              <a:off x="4738263" y="55768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DA18DABD-F739-4C2F-FB19-0E3C0612581E}"/>
                </a:ext>
              </a:extLst>
            </p:cNvPr>
            <p:cNvSpPr/>
            <p:nvPr/>
          </p:nvSpPr>
          <p:spPr>
            <a:xfrm>
              <a:off x="4738340" y="62631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F0880F33-711D-3432-E174-B5EE8CF48B5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-3854" y="4789687"/>
            <a:ext cx="2193784" cy="1524469"/>
          </a:xfrm>
          <a:prstGeom prst="rect">
            <a:avLst/>
          </a:prstGeom>
        </p:spPr>
      </p:pic>
      <p:pic>
        <p:nvPicPr>
          <p:cNvPr id="15" name="그림 14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9E8E3A-2F4C-491B-CAF0-44D19A022F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70" y="2848463"/>
            <a:ext cx="1757580" cy="1445609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5B5B6EBD-DE4D-7EF0-5164-E05ABF31995A}"/>
              </a:ext>
            </a:extLst>
          </p:cNvPr>
          <p:cNvGrpSpPr/>
          <p:nvPr/>
        </p:nvGrpSpPr>
        <p:grpSpPr>
          <a:xfrm>
            <a:off x="9821309" y="3172767"/>
            <a:ext cx="1499530" cy="1049188"/>
            <a:chOff x="4862379" y="4330006"/>
            <a:chExt cx="1499530" cy="1049188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8ABB9F2-CFEA-9E99-DC7B-93CCF6D85D74}"/>
                </a:ext>
              </a:extLst>
            </p:cNvPr>
            <p:cNvSpPr/>
            <p:nvPr/>
          </p:nvSpPr>
          <p:spPr>
            <a:xfrm flipV="1">
              <a:off x="4862379" y="4608699"/>
              <a:ext cx="98384" cy="770495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8F06414-8716-0CDB-36E7-057F352DCFFA}"/>
                </a:ext>
              </a:extLst>
            </p:cNvPr>
            <p:cNvSpPr txBox="1"/>
            <p:nvPr/>
          </p:nvSpPr>
          <p:spPr>
            <a:xfrm>
              <a:off x="5289179" y="4330006"/>
              <a:ext cx="1072730" cy="2308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/>
                <a:t>욕실센서  서비스</a:t>
              </a:r>
            </a:p>
          </p:txBody>
        </p: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D95B7608-1B36-3524-0196-8C0CCC889709}"/>
                </a:ext>
              </a:extLst>
            </p:cNvPr>
            <p:cNvCxnSpPr>
              <a:cxnSpLocks/>
              <a:stCxn id="51" idx="2"/>
              <a:endCxn id="52" idx="1"/>
            </p:cNvCxnSpPr>
            <p:nvPr/>
          </p:nvCxnSpPr>
          <p:spPr>
            <a:xfrm flipV="1">
              <a:off x="4911571" y="4445422"/>
              <a:ext cx="377608" cy="1632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4809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7327-387A-88E2-D47C-3D6586EB4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A6AA0593-5566-D6D0-D71A-564A9A8CE3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163" y="569084"/>
            <a:ext cx="8586788" cy="628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434CFA6-6957-A487-3167-953B77E78A50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434CFA6-6957-A487-3167-953B77E78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A7B599C-5ADF-AE42-398B-1957DFB3777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7B71CF8-A7C3-222F-02E4-80296C5C91D5}"/>
              </a:ext>
            </a:extLst>
          </p:cNvPr>
          <p:cNvSpPr/>
          <p:nvPr/>
        </p:nvSpPr>
        <p:spPr>
          <a:xfrm rot="5400000">
            <a:off x="6265220" y="5022991"/>
            <a:ext cx="102820" cy="207968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7FE7037-F141-87B3-BA92-A8F40B1E4C57}"/>
              </a:ext>
            </a:extLst>
          </p:cNvPr>
          <p:cNvSpPr/>
          <p:nvPr/>
        </p:nvSpPr>
        <p:spPr>
          <a:xfrm>
            <a:off x="5637911" y="450630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1D551D1-04AB-6D83-A699-494A50C683DB}"/>
              </a:ext>
            </a:extLst>
          </p:cNvPr>
          <p:cNvSpPr/>
          <p:nvPr/>
        </p:nvSpPr>
        <p:spPr>
          <a:xfrm>
            <a:off x="5806848" y="465839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8554D4-88D7-A502-BC7A-B3B8785C9F5D}"/>
              </a:ext>
            </a:extLst>
          </p:cNvPr>
          <p:cNvSpPr txBox="1"/>
          <p:nvPr/>
        </p:nvSpPr>
        <p:spPr>
          <a:xfrm>
            <a:off x="4988506" y="375798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2A71AE-365F-484A-C837-F256613C5A83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FA92983-7BAC-DCC4-B3AD-D3A415629CAB}"/>
              </a:ext>
            </a:extLst>
          </p:cNvPr>
          <p:cNvGrpSpPr/>
          <p:nvPr/>
        </p:nvGrpSpPr>
        <p:grpSpPr>
          <a:xfrm>
            <a:off x="5172797" y="4436707"/>
            <a:ext cx="98891" cy="1448708"/>
            <a:chOff x="4737834" y="4662002"/>
            <a:chExt cx="98891" cy="144870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41F78833-3BE8-01B8-08DB-F33DAF172FFC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9DD9796-81E8-DF70-CE13-A9AA05A564E7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884B0C5-B04D-D0D4-D062-50D72275AF86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24F42B7-1E4A-4168-3449-0E3D2BAE9F82}"/>
              </a:ext>
            </a:extLst>
          </p:cNvPr>
          <p:cNvGrpSpPr/>
          <p:nvPr/>
        </p:nvGrpSpPr>
        <p:grpSpPr>
          <a:xfrm rot="5400000">
            <a:off x="4097543" y="3927483"/>
            <a:ext cx="99451" cy="545492"/>
            <a:chOff x="5324822" y="4538198"/>
            <a:chExt cx="99451" cy="545492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792033BD-EC7D-7AB3-D8D5-677F31F768F1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D7C2C3E7-80E9-E510-EB89-06DBDDA8378E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08F4CE8-72D4-9F37-19B9-6340637441EE}"/>
              </a:ext>
            </a:extLst>
          </p:cNvPr>
          <p:cNvSpPr/>
          <p:nvPr/>
        </p:nvSpPr>
        <p:spPr>
          <a:xfrm flipV="1">
            <a:off x="4269154" y="2771788"/>
            <a:ext cx="98385" cy="73341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57CB5F-AB85-B80B-4684-A3A545BA00DD}"/>
              </a:ext>
            </a:extLst>
          </p:cNvPr>
          <p:cNvSpPr txBox="1"/>
          <p:nvPr/>
        </p:nvSpPr>
        <p:spPr>
          <a:xfrm>
            <a:off x="6042105" y="647230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460B521-72C7-1E1C-B503-0D585A03BFCB}"/>
              </a:ext>
            </a:extLst>
          </p:cNvPr>
          <p:cNvCxnSpPr>
            <a:cxnSpLocks/>
          </p:cNvCxnSpPr>
          <p:nvPr/>
        </p:nvCxnSpPr>
        <p:spPr>
          <a:xfrm flipV="1">
            <a:off x="6305847" y="5790424"/>
            <a:ext cx="0" cy="731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4A0E2070-D62C-4F02-3D86-C73A6012E08A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A37B4474-B098-4EC8-0303-48A68DB1CD4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E03BE94-1CC7-0BBF-E42B-EAF80B3C0758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65808B5D-9D1A-8814-29F3-761BF0D20C1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1986464-E4CE-EE53-B6AE-58558AD8C518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ECA75D74-E340-A050-C7EE-32BB6A1ABA1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14EAFAF-6E38-DF0C-EC31-6C96CF7B282E}"/>
              </a:ext>
            </a:extLst>
          </p:cNvPr>
          <p:cNvSpPr/>
          <p:nvPr/>
        </p:nvSpPr>
        <p:spPr>
          <a:xfrm flipV="1">
            <a:off x="2040750" y="3408608"/>
            <a:ext cx="98385" cy="8505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FDCE22C-0D8F-FC80-66E7-F23643ED3983}"/>
              </a:ext>
            </a:extLst>
          </p:cNvPr>
          <p:cNvGrpSpPr/>
          <p:nvPr/>
        </p:nvGrpSpPr>
        <p:grpSpPr>
          <a:xfrm>
            <a:off x="7307028" y="4344400"/>
            <a:ext cx="98891" cy="1448708"/>
            <a:chOff x="4737834" y="4662002"/>
            <a:chExt cx="98891" cy="14487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5125703A-9699-5F1C-7B2B-AC5E2E9F89F0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00974385-6E17-0626-A346-9EE227408696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8AA5B9BB-1196-0FD9-5A0F-3EA1E3C1DFB5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644428F-F3FA-26F0-53BB-B9EF78A736A7}"/>
              </a:ext>
            </a:extLst>
          </p:cNvPr>
          <p:cNvSpPr/>
          <p:nvPr/>
        </p:nvSpPr>
        <p:spPr>
          <a:xfrm flipV="1">
            <a:off x="7826844" y="2795033"/>
            <a:ext cx="98385" cy="7173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4432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78F4B-7596-8CC0-AB05-4529CB420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FEF65526-51D8-8798-1B99-B9231E3D9D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163" y="569084"/>
            <a:ext cx="8586788" cy="628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0ED47DC-DDDE-7490-C8E7-B7A1BE85195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0ED47DC-DDDE-7490-C8E7-B7A1BE851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D815326-505E-1EF5-250C-B6A3369C910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F8C42A-0CFC-36E4-21B2-D269BE77A7BF}"/>
              </a:ext>
            </a:extLst>
          </p:cNvPr>
          <p:cNvSpPr/>
          <p:nvPr/>
        </p:nvSpPr>
        <p:spPr>
          <a:xfrm>
            <a:off x="7508251" y="5356516"/>
            <a:ext cx="1076155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A793B-D71A-5A86-84AF-61A48CCDB7C8}"/>
              </a:ext>
            </a:extLst>
          </p:cNvPr>
          <p:cNvSpPr txBox="1"/>
          <p:nvPr/>
        </p:nvSpPr>
        <p:spPr>
          <a:xfrm>
            <a:off x="7774206" y="4553293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32CA81-16C3-DC46-3FB3-B48C2690FE1E}"/>
              </a:ext>
            </a:extLst>
          </p:cNvPr>
          <p:cNvSpPr/>
          <p:nvPr/>
        </p:nvSpPr>
        <p:spPr>
          <a:xfrm rot="5400000">
            <a:off x="6265220" y="5022991"/>
            <a:ext cx="102820" cy="207968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203311D-93B3-1143-BA45-D94DBF6B2736}"/>
              </a:ext>
            </a:extLst>
          </p:cNvPr>
          <p:cNvSpPr/>
          <p:nvPr/>
        </p:nvSpPr>
        <p:spPr>
          <a:xfrm>
            <a:off x="5637911" y="450630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459A4DE-6E78-F33D-B9CB-0DD39EAFB4F8}"/>
              </a:ext>
            </a:extLst>
          </p:cNvPr>
          <p:cNvSpPr/>
          <p:nvPr/>
        </p:nvSpPr>
        <p:spPr>
          <a:xfrm>
            <a:off x="5806848" y="465839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674D99-751C-3D2B-35CF-1DD9B244B38B}"/>
              </a:ext>
            </a:extLst>
          </p:cNvPr>
          <p:cNvSpPr txBox="1"/>
          <p:nvPr/>
        </p:nvSpPr>
        <p:spPr>
          <a:xfrm>
            <a:off x="4988506" y="375798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E9FAD0-D7C8-4DFE-DE7B-147732FA6CCC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F40FE2C-CF24-C5BE-1DA2-B051867AC229}"/>
              </a:ext>
            </a:extLst>
          </p:cNvPr>
          <p:cNvGrpSpPr/>
          <p:nvPr/>
        </p:nvGrpSpPr>
        <p:grpSpPr>
          <a:xfrm>
            <a:off x="5172797" y="4436707"/>
            <a:ext cx="98891" cy="1448708"/>
            <a:chOff x="4737834" y="4662002"/>
            <a:chExt cx="98891" cy="144870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FDFF9C2-8957-C436-1993-E254576F0A9F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7A65642-7BCE-5A34-9600-24F027CBA777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08D76E6-17E6-D37B-2EE7-392416B31260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860DDE-CA77-8E23-C125-39F76AB501D1}"/>
              </a:ext>
            </a:extLst>
          </p:cNvPr>
          <p:cNvGrpSpPr/>
          <p:nvPr/>
        </p:nvGrpSpPr>
        <p:grpSpPr>
          <a:xfrm>
            <a:off x="7546351" y="4344400"/>
            <a:ext cx="98814" cy="683855"/>
            <a:chOff x="4737834" y="4900127"/>
            <a:chExt cx="98814" cy="683855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A394EBBD-A9E5-E483-D23A-96BC5AA41E8C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97F0C4BB-1706-74A0-8BAE-2E4CF95F5286}"/>
                </a:ext>
              </a:extLst>
            </p:cNvPr>
            <p:cNvSpPr/>
            <p:nvPr/>
          </p:nvSpPr>
          <p:spPr>
            <a:xfrm>
              <a:off x="4738263" y="548559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D0BC4F4-D32A-ABC3-3E40-F11D18F65DA8}"/>
              </a:ext>
            </a:extLst>
          </p:cNvPr>
          <p:cNvGrpSpPr/>
          <p:nvPr/>
        </p:nvGrpSpPr>
        <p:grpSpPr>
          <a:xfrm>
            <a:off x="3728878" y="2917617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09815F02-E33D-4C87-3B32-BC019942FF54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63640705-782A-209F-9C5C-A7E6D1EF151F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0A585C71-6E95-36A1-286B-91289A9A6750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9FD861B5-B7E1-4D97-708B-3EB5D4D4B06A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0A35C34-DE03-A03D-F422-8421A9300566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D9D1CAD6-6489-EEA2-9C0E-85663BD320EC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B1AA44E3-3B10-BF16-35A7-4FD6E0F3C45B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4672CA5-7404-92C2-7195-4A3F52C471F1}"/>
              </a:ext>
            </a:extLst>
          </p:cNvPr>
          <p:cNvGrpSpPr/>
          <p:nvPr/>
        </p:nvGrpSpPr>
        <p:grpSpPr>
          <a:xfrm rot="5400000">
            <a:off x="4097543" y="3927483"/>
            <a:ext cx="99451" cy="545492"/>
            <a:chOff x="5324822" y="4538198"/>
            <a:chExt cx="99451" cy="545492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C51B33E6-EF0C-74EC-5D6C-A174863B2CFE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FC6DD8AF-8918-ADE3-88DC-4D08BCF798FA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3E6C3F9-6DEC-BCAC-16C3-300C7753FCFC}"/>
              </a:ext>
            </a:extLst>
          </p:cNvPr>
          <p:cNvSpPr/>
          <p:nvPr/>
        </p:nvSpPr>
        <p:spPr>
          <a:xfrm flipV="1">
            <a:off x="4269154" y="2771788"/>
            <a:ext cx="98385" cy="73341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B6815C-B405-FCA6-B21A-210F4BB854EC}"/>
              </a:ext>
            </a:extLst>
          </p:cNvPr>
          <p:cNvSpPr txBox="1"/>
          <p:nvPr/>
        </p:nvSpPr>
        <p:spPr>
          <a:xfrm>
            <a:off x="6042105" y="647230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FDA68CEA-0197-F129-397E-72D710F2FFD9}"/>
              </a:ext>
            </a:extLst>
          </p:cNvPr>
          <p:cNvCxnSpPr>
            <a:cxnSpLocks/>
          </p:cNvCxnSpPr>
          <p:nvPr/>
        </p:nvCxnSpPr>
        <p:spPr>
          <a:xfrm flipV="1">
            <a:off x="6305847" y="5790424"/>
            <a:ext cx="0" cy="731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19A495DB-C858-86A8-F71F-1CBFFAE1BC97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487EDF3-3115-8816-92F0-2E368A39E041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2F7FDCC4-21C0-5C96-8066-719F5A21DA2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9E81335E-F8C9-0932-259C-8E76640EBE5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E21BD118-B1D6-781A-3A35-883773993474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1C728D57-BBDC-F3BF-D8A4-FD2D183EFF2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1B7281D-9F25-14D8-646F-D72155564C74}"/>
              </a:ext>
            </a:extLst>
          </p:cNvPr>
          <p:cNvSpPr/>
          <p:nvPr/>
        </p:nvSpPr>
        <p:spPr>
          <a:xfrm flipV="1">
            <a:off x="2040750" y="3408608"/>
            <a:ext cx="98385" cy="8505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43B5314-540B-E262-B1EB-D077DE6DA38E}"/>
              </a:ext>
            </a:extLst>
          </p:cNvPr>
          <p:cNvGrpSpPr/>
          <p:nvPr/>
        </p:nvGrpSpPr>
        <p:grpSpPr>
          <a:xfrm>
            <a:off x="7307028" y="4344400"/>
            <a:ext cx="98891" cy="1448708"/>
            <a:chOff x="4737834" y="4662002"/>
            <a:chExt cx="98891" cy="14487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7A2F1E20-4E81-2B14-D21F-5C9079EAF495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8F3571EE-A6E3-4AFA-695D-6548767C9544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F7451DE-B0E9-9E9B-8C59-690A25AB4904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45DDCBA-871F-BCA1-CEE8-5557863B6687}"/>
              </a:ext>
            </a:extLst>
          </p:cNvPr>
          <p:cNvSpPr/>
          <p:nvPr/>
        </p:nvSpPr>
        <p:spPr>
          <a:xfrm flipV="1">
            <a:off x="7826844" y="2795033"/>
            <a:ext cx="98385" cy="7173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860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327A7-6ACB-9979-B5D3-5C2C82457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9F9DCBB8-5FA7-EA27-82E3-BCE4377480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163" y="569084"/>
            <a:ext cx="8586788" cy="628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BD8A04-7127-DC45-6232-6940FD4EEF48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BD8A04-7127-DC45-6232-6940FD4EE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0D1F6EA-336E-2E93-A13C-913CDBE490F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471FB8-033D-C1DF-98DA-A72A04E06D5E}"/>
              </a:ext>
            </a:extLst>
          </p:cNvPr>
          <p:cNvSpPr/>
          <p:nvPr/>
        </p:nvSpPr>
        <p:spPr>
          <a:xfrm>
            <a:off x="7508251" y="5356516"/>
            <a:ext cx="1076155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F4F964-94D5-0877-6962-9B61F6DA0520}"/>
              </a:ext>
            </a:extLst>
          </p:cNvPr>
          <p:cNvSpPr txBox="1"/>
          <p:nvPr/>
        </p:nvSpPr>
        <p:spPr>
          <a:xfrm>
            <a:off x="7774206" y="4553293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BCE945-BD93-1EC6-BAD6-5B3E361E0BD4}"/>
              </a:ext>
            </a:extLst>
          </p:cNvPr>
          <p:cNvSpPr/>
          <p:nvPr/>
        </p:nvSpPr>
        <p:spPr>
          <a:xfrm rot="5400000">
            <a:off x="6265220" y="5022991"/>
            <a:ext cx="102820" cy="207968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E2705C4-F108-98EA-07EF-8B7A5E572790}"/>
              </a:ext>
            </a:extLst>
          </p:cNvPr>
          <p:cNvSpPr/>
          <p:nvPr/>
        </p:nvSpPr>
        <p:spPr>
          <a:xfrm>
            <a:off x="5637911" y="450630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A789782-991B-7A55-22DE-C55D700A5F27}"/>
              </a:ext>
            </a:extLst>
          </p:cNvPr>
          <p:cNvSpPr/>
          <p:nvPr/>
        </p:nvSpPr>
        <p:spPr>
          <a:xfrm>
            <a:off x="5806848" y="465839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25135B-D984-DC98-B6F6-0E1F8239A535}"/>
              </a:ext>
            </a:extLst>
          </p:cNvPr>
          <p:cNvSpPr txBox="1"/>
          <p:nvPr/>
        </p:nvSpPr>
        <p:spPr>
          <a:xfrm>
            <a:off x="4988506" y="375798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02C639-3003-A2E9-1111-B68AAFACEF7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AAA2F5BD-2774-EDA2-4500-FB2550465CE1}"/>
              </a:ext>
            </a:extLst>
          </p:cNvPr>
          <p:cNvSpPr/>
          <p:nvPr/>
        </p:nvSpPr>
        <p:spPr>
          <a:xfrm>
            <a:off x="5986276" y="484171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62BE60C-0A2C-2040-33D8-35BD7C3E9656}"/>
              </a:ext>
            </a:extLst>
          </p:cNvPr>
          <p:cNvGrpSpPr/>
          <p:nvPr/>
        </p:nvGrpSpPr>
        <p:grpSpPr>
          <a:xfrm>
            <a:off x="5172797" y="4436707"/>
            <a:ext cx="98891" cy="1448708"/>
            <a:chOff x="4737834" y="4662002"/>
            <a:chExt cx="98891" cy="144870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FAD1936-D3E4-69EB-DBC7-65E554AB0C5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751B329C-5904-EE8B-DB08-A5206EE0C14C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4E28D10-56A4-8114-A05F-C56EEC9EF564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2D20F16-12E3-9709-CC5D-5ABCCD6877F3}"/>
              </a:ext>
            </a:extLst>
          </p:cNvPr>
          <p:cNvGrpSpPr/>
          <p:nvPr/>
        </p:nvGrpSpPr>
        <p:grpSpPr>
          <a:xfrm>
            <a:off x="7546351" y="4344400"/>
            <a:ext cx="98814" cy="683855"/>
            <a:chOff x="4737834" y="4900127"/>
            <a:chExt cx="98814" cy="683855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0931F6B-DB37-50DA-9DE6-0AFF5B890C17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026A7B97-8DBB-1254-CF8A-FF02985B3358}"/>
                </a:ext>
              </a:extLst>
            </p:cNvPr>
            <p:cNvSpPr/>
            <p:nvPr/>
          </p:nvSpPr>
          <p:spPr>
            <a:xfrm>
              <a:off x="4738263" y="548559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04902AA-6783-0489-B3FC-8EF22351D5E3}"/>
              </a:ext>
            </a:extLst>
          </p:cNvPr>
          <p:cNvGrpSpPr/>
          <p:nvPr/>
        </p:nvGrpSpPr>
        <p:grpSpPr>
          <a:xfrm>
            <a:off x="3728878" y="2917617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F83117A-C896-926E-91D1-6FBB25F1E3D8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1B52EB63-EA2B-4124-2A2C-863ADDCA6354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E30703C3-BB38-DBEC-4730-B6C453DD6AD5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6545132A-12D2-4A6A-AA1C-E0E6A43F2C8A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924201E-BE28-BDD0-9F75-44504A6018EB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AF2025F3-52CD-C50E-872D-E1EAA580D986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F89735D9-2827-34D2-E9EB-87632E81639A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0C4ABB1-EC4A-878A-13B9-28701F6CAB19}"/>
              </a:ext>
            </a:extLst>
          </p:cNvPr>
          <p:cNvGrpSpPr/>
          <p:nvPr/>
        </p:nvGrpSpPr>
        <p:grpSpPr>
          <a:xfrm rot="5400000">
            <a:off x="4097543" y="3927483"/>
            <a:ext cx="99451" cy="545492"/>
            <a:chOff x="5324822" y="4538198"/>
            <a:chExt cx="99451" cy="545492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8F1C66B0-C9AF-98E3-CE75-19919FE19FD8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A0DF71A6-88D8-0E24-A168-ED082DE059E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ABD9480-914E-D8B8-BABE-E725159F19E5}"/>
              </a:ext>
            </a:extLst>
          </p:cNvPr>
          <p:cNvSpPr/>
          <p:nvPr/>
        </p:nvSpPr>
        <p:spPr>
          <a:xfrm flipV="1">
            <a:off x="4269154" y="2771788"/>
            <a:ext cx="98385" cy="73341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371E89-6994-8785-2E18-6B86BB7429F6}"/>
              </a:ext>
            </a:extLst>
          </p:cNvPr>
          <p:cNvSpPr txBox="1"/>
          <p:nvPr/>
        </p:nvSpPr>
        <p:spPr>
          <a:xfrm>
            <a:off x="6042105" y="647230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1946DBA0-6272-12F0-39A8-A55B2B9805F8}"/>
              </a:ext>
            </a:extLst>
          </p:cNvPr>
          <p:cNvCxnSpPr>
            <a:cxnSpLocks/>
          </p:cNvCxnSpPr>
          <p:nvPr/>
        </p:nvCxnSpPr>
        <p:spPr>
          <a:xfrm flipV="1">
            <a:off x="6305847" y="5790424"/>
            <a:ext cx="0" cy="731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5172BD5-6619-699C-A478-E5B64A396AD0}"/>
              </a:ext>
            </a:extLst>
          </p:cNvPr>
          <p:cNvSpPr txBox="1"/>
          <p:nvPr/>
        </p:nvSpPr>
        <p:spPr>
          <a:xfrm>
            <a:off x="3973852" y="632305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C93E1748-FF9F-64A2-DAC7-53C0BF4FAA10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9B210E6-D0DB-88F1-AB86-231847E7CB8B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460C308-31D8-E061-C273-810C97CFB99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D24F20A-944B-9EFC-3212-9E561175A26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860C7CC7-08CE-DCC9-11B6-01362481598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3E6A07AE-A53B-B55B-E2C6-7D066150C5C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A249758-AC4A-2AC2-7837-2F68FE713CEA}"/>
              </a:ext>
            </a:extLst>
          </p:cNvPr>
          <p:cNvSpPr/>
          <p:nvPr/>
        </p:nvSpPr>
        <p:spPr>
          <a:xfrm flipV="1">
            <a:off x="2040750" y="3408608"/>
            <a:ext cx="98385" cy="8505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6E4C702A-3C95-5C0E-6FD0-A176976B0177}"/>
              </a:ext>
            </a:extLst>
          </p:cNvPr>
          <p:cNvGrpSpPr/>
          <p:nvPr/>
        </p:nvGrpSpPr>
        <p:grpSpPr>
          <a:xfrm>
            <a:off x="7307028" y="4344400"/>
            <a:ext cx="98891" cy="1448708"/>
            <a:chOff x="4737834" y="4662002"/>
            <a:chExt cx="98891" cy="14487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51AAC321-9797-F40B-2309-0CE9ED2DD4B5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D70321F1-891D-98A0-1E0C-5EBCCDF60D9F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EBF2A7B6-4370-8EFB-C70C-5EF12C378B2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A507898-EA87-9343-8128-6BD392521B84}"/>
              </a:ext>
            </a:extLst>
          </p:cNvPr>
          <p:cNvSpPr/>
          <p:nvPr/>
        </p:nvSpPr>
        <p:spPr>
          <a:xfrm flipV="1">
            <a:off x="7826844" y="2795033"/>
            <a:ext cx="98385" cy="7173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4466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327A7-6ACB-9979-B5D3-5C2C82457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9F9DCBB8-5FA7-EA27-82E3-BCE4377480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163" y="569084"/>
            <a:ext cx="8586788" cy="628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BD8A04-7127-DC45-6232-6940FD4EEF48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BD8A04-7127-DC45-6232-6940FD4EE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0D1F6EA-336E-2E93-A13C-913CDBE490F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BCE945-BD93-1EC6-BAD6-5B3E361E0BD4}"/>
              </a:ext>
            </a:extLst>
          </p:cNvPr>
          <p:cNvSpPr/>
          <p:nvPr/>
        </p:nvSpPr>
        <p:spPr>
          <a:xfrm rot="5400000">
            <a:off x="6265220" y="5022991"/>
            <a:ext cx="102820" cy="207968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02C639-3003-A2E9-1111-B68AAFACEF7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62BE60C-0A2C-2040-33D8-35BD7C3E9656}"/>
              </a:ext>
            </a:extLst>
          </p:cNvPr>
          <p:cNvGrpSpPr/>
          <p:nvPr/>
        </p:nvGrpSpPr>
        <p:grpSpPr>
          <a:xfrm>
            <a:off x="5172797" y="4436707"/>
            <a:ext cx="98891" cy="1448708"/>
            <a:chOff x="4737834" y="4662002"/>
            <a:chExt cx="98891" cy="144870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FAD1936-D3E4-69EB-DBC7-65E554AB0C5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751B329C-5904-EE8B-DB08-A5206EE0C14C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4E28D10-56A4-8114-A05F-C56EEC9EF564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0C4ABB1-EC4A-878A-13B9-28701F6CAB19}"/>
              </a:ext>
            </a:extLst>
          </p:cNvPr>
          <p:cNvGrpSpPr/>
          <p:nvPr/>
        </p:nvGrpSpPr>
        <p:grpSpPr>
          <a:xfrm rot="5400000">
            <a:off x="4097543" y="3927483"/>
            <a:ext cx="99451" cy="545492"/>
            <a:chOff x="5324822" y="4538198"/>
            <a:chExt cx="99451" cy="545492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8F1C66B0-C9AF-98E3-CE75-19919FE19FD8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A0DF71A6-88D8-0E24-A168-ED082DE059E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13">
            <a:extLst>
              <a:ext uri="{FF2B5EF4-FFF2-40B4-BE49-F238E27FC236}">
                <a16:creationId xmlns:a16="http://schemas.microsoft.com/office/drawing/2014/main" id="{C93E1748-FF9F-64A2-DAC7-53C0BF4FAA10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9B210E6-D0DB-88F1-AB86-231847E7CB8B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460C308-31D8-E061-C273-810C97CFB99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D24F20A-944B-9EFC-3212-9E561175A26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860C7CC7-08CE-DCC9-11B6-01362481598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3E6A07AE-A53B-B55B-E2C6-7D066150C5C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6E4C702A-3C95-5C0E-6FD0-A176976B0177}"/>
              </a:ext>
            </a:extLst>
          </p:cNvPr>
          <p:cNvGrpSpPr/>
          <p:nvPr/>
        </p:nvGrpSpPr>
        <p:grpSpPr>
          <a:xfrm>
            <a:off x="7307028" y="4344400"/>
            <a:ext cx="98891" cy="1448708"/>
            <a:chOff x="4737834" y="4662002"/>
            <a:chExt cx="98891" cy="14487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51AAC321-9797-F40B-2309-0CE9ED2DD4B5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D70321F1-891D-98A0-1E0C-5EBCCDF60D9F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EBF2A7B6-4370-8EFB-C70C-5EF12C378B2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50" name="그림 49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96918-3124-5EC1-FD42-F2E46E05BE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79" y="3181981"/>
            <a:ext cx="1646484" cy="164648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5F83EC1-9975-8450-DABE-254391BF03D5}"/>
              </a:ext>
            </a:extLst>
          </p:cNvPr>
          <p:cNvSpPr txBox="1"/>
          <p:nvPr/>
        </p:nvSpPr>
        <p:spPr>
          <a:xfrm>
            <a:off x="5246762" y="384082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텀블러스위치 </a:t>
            </a:r>
            <a:r>
              <a:rPr lang="en-US" altLang="ko-KR" sz="1000" b="1" dirty="0"/>
              <a:t>6</a:t>
            </a:r>
            <a:r>
              <a:rPr lang="ko-KR" altLang="en-US" sz="1000" b="1" dirty="0"/>
              <a:t>구</a:t>
            </a:r>
          </a:p>
        </p:txBody>
      </p:sp>
    </p:spTree>
    <p:extLst>
      <p:ext uri="{BB962C8B-B14F-4D97-AF65-F5344CB8AC3E}">
        <p14:creationId xmlns:p14="http://schemas.microsoft.com/office/powerpoint/2010/main" val="836613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327A7-6ACB-9979-B5D3-5C2C82457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9F9DCBB8-5FA7-EA27-82E3-BCE4377480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163" y="569084"/>
            <a:ext cx="8586788" cy="628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BD8A04-7127-DC45-6232-6940FD4EEF48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BD8A04-7127-DC45-6232-6940FD4EE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0D1F6EA-336E-2E93-A13C-913CDBE490F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BCE945-BD93-1EC6-BAD6-5B3E361E0BD4}"/>
              </a:ext>
            </a:extLst>
          </p:cNvPr>
          <p:cNvSpPr/>
          <p:nvPr/>
        </p:nvSpPr>
        <p:spPr>
          <a:xfrm rot="5400000">
            <a:off x="6265220" y="5022991"/>
            <a:ext cx="102820" cy="207968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E2705C4-F108-98EA-07EF-8B7A5E572790}"/>
              </a:ext>
            </a:extLst>
          </p:cNvPr>
          <p:cNvSpPr/>
          <p:nvPr/>
        </p:nvSpPr>
        <p:spPr>
          <a:xfrm>
            <a:off x="5637911" y="450630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25135B-D984-DC98-B6F6-0E1F8239A535}"/>
              </a:ext>
            </a:extLst>
          </p:cNvPr>
          <p:cNvSpPr txBox="1"/>
          <p:nvPr/>
        </p:nvSpPr>
        <p:spPr>
          <a:xfrm>
            <a:off x="4988506" y="375798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02C639-3003-A2E9-1111-B68AAFACEF71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AAA2F5BD-2774-EDA2-4500-FB2550465CE1}"/>
              </a:ext>
            </a:extLst>
          </p:cNvPr>
          <p:cNvSpPr/>
          <p:nvPr/>
        </p:nvSpPr>
        <p:spPr>
          <a:xfrm>
            <a:off x="5986276" y="484171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62BE60C-0A2C-2040-33D8-35BD7C3E9656}"/>
              </a:ext>
            </a:extLst>
          </p:cNvPr>
          <p:cNvGrpSpPr/>
          <p:nvPr/>
        </p:nvGrpSpPr>
        <p:grpSpPr>
          <a:xfrm>
            <a:off x="5172797" y="4436707"/>
            <a:ext cx="98891" cy="1448708"/>
            <a:chOff x="4737834" y="4662002"/>
            <a:chExt cx="98891" cy="144870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FAD1936-D3E4-69EB-DBC7-65E554AB0C58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751B329C-5904-EE8B-DB08-A5206EE0C14C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4E28D10-56A4-8114-A05F-C56EEC9EF564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0C4ABB1-EC4A-878A-13B9-28701F6CAB19}"/>
              </a:ext>
            </a:extLst>
          </p:cNvPr>
          <p:cNvGrpSpPr/>
          <p:nvPr/>
        </p:nvGrpSpPr>
        <p:grpSpPr>
          <a:xfrm rot="5400000">
            <a:off x="4097543" y="3927483"/>
            <a:ext cx="99451" cy="545492"/>
            <a:chOff x="5324822" y="4538198"/>
            <a:chExt cx="99451" cy="545492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8F1C66B0-C9AF-98E3-CE75-19919FE19FD8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A0DF71A6-88D8-0E24-A168-ED082DE059E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ABD9480-914E-D8B8-BABE-E725159F19E5}"/>
              </a:ext>
            </a:extLst>
          </p:cNvPr>
          <p:cNvSpPr/>
          <p:nvPr/>
        </p:nvSpPr>
        <p:spPr>
          <a:xfrm flipV="1">
            <a:off x="4269154" y="2771788"/>
            <a:ext cx="98385" cy="73341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172BD5-6619-699C-A478-E5B64A396AD0}"/>
              </a:ext>
            </a:extLst>
          </p:cNvPr>
          <p:cNvSpPr txBox="1"/>
          <p:nvPr/>
        </p:nvSpPr>
        <p:spPr>
          <a:xfrm>
            <a:off x="5154131" y="625930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C93E1748-FF9F-64A2-DAC7-53C0BF4FAA10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9B210E6-D0DB-88F1-AB86-231847E7CB8B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460C308-31D8-E061-C273-810C97CFB99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D24F20A-944B-9EFC-3212-9E561175A26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860C7CC7-08CE-DCC9-11B6-01362481598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3E6A07AE-A53B-B55B-E2C6-7D066150C5C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A249758-AC4A-2AC2-7837-2F68FE713CEA}"/>
              </a:ext>
            </a:extLst>
          </p:cNvPr>
          <p:cNvSpPr/>
          <p:nvPr/>
        </p:nvSpPr>
        <p:spPr>
          <a:xfrm flipV="1">
            <a:off x="2040750" y="3408608"/>
            <a:ext cx="98385" cy="8505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6E4C702A-3C95-5C0E-6FD0-A176976B0177}"/>
              </a:ext>
            </a:extLst>
          </p:cNvPr>
          <p:cNvGrpSpPr/>
          <p:nvPr/>
        </p:nvGrpSpPr>
        <p:grpSpPr>
          <a:xfrm>
            <a:off x="7307028" y="4344400"/>
            <a:ext cx="98891" cy="1448708"/>
            <a:chOff x="4737834" y="4662002"/>
            <a:chExt cx="98891" cy="14487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51AAC321-9797-F40B-2309-0CE9ED2DD4B5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D70321F1-891D-98A0-1E0C-5EBCCDF60D9F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EBF2A7B6-4370-8EFB-C70C-5EF12C378B2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A507898-EA87-9343-8128-6BD392521B84}"/>
              </a:ext>
            </a:extLst>
          </p:cNvPr>
          <p:cNvSpPr/>
          <p:nvPr/>
        </p:nvSpPr>
        <p:spPr>
          <a:xfrm flipV="1">
            <a:off x="7826844" y="2795033"/>
            <a:ext cx="98385" cy="7173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2FEB6DF5-834E-EB16-8E5E-798B069D3D52}"/>
              </a:ext>
            </a:extLst>
          </p:cNvPr>
          <p:cNvSpPr/>
          <p:nvPr/>
        </p:nvSpPr>
        <p:spPr>
          <a:xfrm>
            <a:off x="5783961" y="4671404"/>
            <a:ext cx="940689" cy="91414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47" name="그림 46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3D28A9DF-3414-76AF-EECF-5CBCDC9808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94" y="4506304"/>
            <a:ext cx="1795364" cy="1795364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58B26B5A-7807-77AD-34DF-B941023EF6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9805991" y="4808307"/>
            <a:ext cx="2236971" cy="1554480"/>
          </a:xfrm>
          <a:prstGeom prst="rect">
            <a:avLst/>
          </a:prstGeom>
        </p:spPr>
      </p:pic>
      <p:pic>
        <p:nvPicPr>
          <p:cNvPr id="49" name="그림 48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793DEC-7DF6-EE15-38BA-67ADE9A662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8" y="2898791"/>
            <a:ext cx="1757580" cy="144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360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9AAB4-E84C-5693-1120-3DADF26AB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0BECE5D9-6495-2C55-5C25-470160A9E5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013" y="899286"/>
            <a:ext cx="8135937" cy="5958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67F64F1-605A-2786-78AC-7C1E6BEFB838}"/>
                  </a:ext>
                </a:extLst>
              </p:cNvPr>
              <p:cNvSpPr txBox="1"/>
              <p:nvPr/>
            </p:nvSpPr>
            <p:spPr>
              <a:xfrm>
                <a:off x="10169158" y="1067299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67F64F1-605A-2786-78AC-7C1E6BEFB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9158" y="1067299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C953342-C6F2-8134-A91C-283A45AEFD01}"/>
              </a:ext>
            </a:extLst>
          </p:cNvPr>
          <p:cNvSpPr txBox="1"/>
          <p:nvPr/>
        </p:nvSpPr>
        <p:spPr>
          <a:xfrm>
            <a:off x="1879556" y="35911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84D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CDC4FF-EA56-F237-F037-FAF4DE933A82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CEE85E61-5375-3E45-E30A-ADD9CA547858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69D477E-056D-E4E4-4990-CA1DE1681B51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07066582-20B6-0601-D139-3B7CC1E86F0B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56D9A659-A964-E7FB-C4B3-0D8E005F3C51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D93F982D-9121-21EF-42C5-04846FD5612D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B6D63D5-51F5-A88F-F006-C4EDFD6E606D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0F808B5-A80B-E8DE-447A-29CADD953C71}"/>
              </a:ext>
            </a:extLst>
          </p:cNvPr>
          <p:cNvSpPr/>
          <p:nvPr/>
        </p:nvSpPr>
        <p:spPr>
          <a:xfrm>
            <a:off x="7718641" y="2956454"/>
            <a:ext cx="1670959" cy="1104096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C0B690A-8AA3-217C-663C-A854DEEA016C}"/>
              </a:ext>
            </a:extLst>
          </p:cNvPr>
          <p:cNvSpPr/>
          <p:nvPr/>
        </p:nvSpPr>
        <p:spPr>
          <a:xfrm>
            <a:off x="7851152" y="3108541"/>
            <a:ext cx="1376563" cy="799101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D9B64B-7F42-B7C8-07DB-442C012E5E32}"/>
              </a:ext>
            </a:extLst>
          </p:cNvPr>
          <p:cNvSpPr txBox="1"/>
          <p:nvPr/>
        </p:nvSpPr>
        <p:spPr>
          <a:xfrm>
            <a:off x="5589866" y="425712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5213585-6010-4740-BF8C-59872DFB7A11}"/>
              </a:ext>
            </a:extLst>
          </p:cNvPr>
          <p:cNvGrpSpPr/>
          <p:nvPr/>
        </p:nvGrpSpPr>
        <p:grpSpPr>
          <a:xfrm rot="5400000">
            <a:off x="8686821" y="3873680"/>
            <a:ext cx="98891" cy="1331233"/>
            <a:chOff x="4737834" y="4900127"/>
            <a:chExt cx="98891" cy="1331233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9CAEDFD4-5D56-7408-6B0A-23EFCCB2072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8204230-0085-B9B5-BCD1-E1D1133A645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201EBE05-9069-0688-4341-EBA6E9C7B59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A814956-26C3-3C43-D14B-A96F884FA1D7}"/>
              </a:ext>
            </a:extLst>
          </p:cNvPr>
          <p:cNvGrpSpPr/>
          <p:nvPr/>
        </p:nvGrpSpPr>
        <p:grpSpPr>
          <a:xfrm rot="5400000">
            <a:off x="8591610" y="1802333"/>
            <a:ext cx="98891" cy="1331233"/>
            <a:chOff x="4737834" y="4900127"/>
            <a:chExt cx="98891" cy="1331233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F8A12733-A78B-A2BD-7E4B-0D46005A8DF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5DAA1A7E-96E7-649E-AF43-725BB196923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D13BE7E2-0D23-9CD8-F5F7-B66B8FC44C2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7010DB6-A7B2-40E2-5BF0-E8D720DA81D2}"/>
              </a:ext>
            </a:extLst>
          </p:cNvPr>
          <p:cNvSpPr/>
          <p:nvPr/>
        </p:nvSpPr>
        <p:spPr>
          <a:xfrm rot="5400000" flipV="1">
            <a:off x="6921040" y="4566817"/>
            <a:ext cx="98384" cy="7070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FEDD387-4314-B0F0-AAB7-A707F6DBE51C}"/>
              </a:ext>
            </a:extLst>
          </p:cNvPr>
          <p:cNvSpPr/>
          <p:nvPr/>
        </p:nvSpPr>
        <p:spPr>
          <a:xfrm flipV="1">
            <a:off x="4725609" y="4688221"/>
            <a:ext cx="98384" cy="8624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125CEE3-FD6F-5D8B-9E08-3B18C9C1B26A}"/>
              </a:ext>
            </a:extLst>
          </p:cNvPr>
          <p:cNvGrpSpPr/>
          <p:nvPr/>
        </p:nvGrpSpPr>
        <p:grpSpPr>
          <a:xfrm rot="5400000">
            <a:off x="4855376" y="3828232"/>
            <a:ext cx="98814" cy="513989"/>
            <a:chOff x="4737834" y="5097772"/>
            <a:chExt cx="98814" cy="513989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2AF9F9A6-B513-1F5D-F353-DB252CB0FF74}"/>
                </a:ext>
              </a:extLst>
            </p:cNvPr>
            <p:cNvSpPr/>
            <p:nvPr/>
          </p:nvSpPr>
          <p:spPr>
            <a:xfrm>
              <a:off x="4737834" y="509777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8AD6FC85-1AD3-5478-D44B-181C65FE560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D6DE33E-6F88-FEE3-C451-7E92CC113E17}"/>
              </a:ext>
            </a:extLst>
          </p:cNvPr>
          <p:cNvSpPr txBox="1"/>
          <p:nvPr/>
        </p:nvSpPr>
        <p:spPr>
          <a:xfrm>
            <a:off x="9800389" y="301025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9421C4F-1E6A-567F-BA7C-79E88DEE7752}"/>
              </a:ext>
            </a:extLst>
          </p:cNvPr>
          <p:cNvSpPr/>
          <p:nvPr/>
        </p:nvSpPr>
        <p:spPr>
          <a:xfrm>
            <a:off x="9626643" y="2544618"/>
            <a:ext cx="102820" cy="194920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54154AE-00F9-6CBD-12E0-71C42AF6FFAF}"/>
              </a:ext>
            </a:extLst>
          </p:cNvPr>
          <p:cNvCxnSpPr>
            <a:cxnSpLocks/>
          </p:cNvCxnSpPr>
          <p:nvPr/>
        </p:nvCxnSpPr>
        <p:spPr>
          <a:xfrm flipH="1">
            <a:off x="9389600" y="3172058"/>
            <a:ext cx="5205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784A029-188F-98F5-FD1F-491BDB321436}"/>
              </a:ext>
            </a:extLst>
          </p:cNvPr>
          <p:cNvSpPr/>
          <p:nvPr/>
        </p:nvSpPr>
        <p:spPr>
          <a:xfrm rot="5400000" flipV="1">
            <a:off x="4187158" y="5107503"/>
            <a:ext cx="98384" cy="7284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022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49802-F0DA-8069-86F9-C7CF381BA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615E10DC-59A7-4EA8-7098-6554291922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013" y="899286"/>
            <a:ext cx="8135937" cy="5958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4A62EB3-EDB8-3C89-3743-9E8FA1FCD53B}"/>
                  </a:ext>
                </a:extLst>
              </p:cNvPr>
              <p:cNvSpPr txBox="1"/>
              <p:nvPr/>
            </p:nvSpPr>
            <p:spPr>
              <a:xfrm>
                <a:off x="10169158" y="1067299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4A62EB3-EDB8-3C89-3743-9E8FA1FCD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9158" y="1067299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50F9A38-82C0-899F-7336-1B2895D6A355}"/>
              </a:ext>
            </a:extLst>
          </p:cNvPr>
          <p:cNvSpPr txBox="1"/>
          <p:nvPr/>
        </p:nvSpPr>
        <p:spPr>
          <a:xfrm>
            <a:off x="1879556" y="35911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84D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5D04E3-A259-1C2A-AE26-31957A2C13D0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0AE301EF-5227-2F95-DEED-6851BE868A1B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20A2029-F596-DEF4-39F1-13947BE5EC1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029DA84A-5561-6D8D-96D2-1BEAC18D7758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F3E806EF-FF89-BA01-3166-C1B5A48EBEA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5D51B2C5-E9AC-5DD3-B690-DDEA2BAD551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8336AD1-171F-EE36-0FB7-88DC2E960EF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B79C841-F053-88AF-D455-67636C4D9D7F}"/>
              </a:ext>
            </a:extLst>
          </p:cNvPr>
          <p:cNvSpPr/>
          <p:nvPr/>
        </p:nvSpPr>
        <p:spPr>
          <a:xfrm rot="16200000">
            <a:off x="8567597" y="5159254"/>
            <a:ext cx="103306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972A8C-A348-2104-4488-DFA9A3B62C7A}"/>
              </a:ext>
            </a:extLst>
          </p:cNvPr>
          <p:cNvSpPr txBox="1"/>
          <p:nvPr/>
        </p:nvSpPr>
        <p:spPr>
          <a:xfrm>
            <a:off x="7589520" y="502242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7D91DD7-8543-E5EC-EDB8-4FEF844DD229}"/>
              </a:ext>
            </a:extLst>
          </p:cNvPr>
          <p:cNvSpPr/>
          <p:nvPr/>
        </p:nvSpPr>
        <p:spPr>
          <a:xfrm>
            <a:off x="7718641" y="2956454"/>
            <a:ext cx="1670959" cy="1104096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16666F6-9F4B-799D-C417-929895A50531}"/>
              </a:ext>
            </a:extLst>
          </p:cNvPr>
          <p:cNvSpPr/>
          <p:nvPr/>
        </p:nvSpPr>
        <p:spPr>
          <a:xfrm>
            <a:off x="7851152" y="3108541"/>
            <a:ext cx="1376563" cy="799101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C443F9-E5CC-C90B-E933-7E35C028EECC}"/>
              </a:ext>
            </a:extLst>
          </p:cNvPr>
          <p:cNvSpPr txBox="1"/>
          <p:nvPr/>
        </p:nvSpPr>
        <p:spPr>
          <a:xfrm>
            <a:off x="5589866" y="425712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025ACBC-6423-5A4F-7970-39597EA17094}"/>
              </a:ext>
            </a:extLst>
          </p:cNvPr>
          <p:cNvGrpSpPr/>
          <p:nvPr/>
        </p:nvGrpSpPr>
        <p:grpSpPr>
          <a:xfrm rot="5400000">
            <a:off x="8686821" y="3873680"/>
            <a:ext cx="98891" cy="1331233"/>
            <a:chOff x="4737834" y="4900127"/>
            <a:chExt cx="98891" cy="1331233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735B48E8-3499-4F80-599F-4616DA22BA53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EFB4B7D3-129E-7112-F345-D9E24B8EE78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22229B0E-227D-34F6-D55B-30DFDB4FCE5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E0B7A5A-69B9-B08D-DA40-D34F2D64AE5C}"/>
              </a:ext>
            </a:extLst>
          </p:cNvPr>
          <p:cNvGrpSpPr/>
          <p:nvPr/>
        </p:nvGrpSpPr>
        <p:grpSpPr>
          <a:xfrm rot="5400000">
            <a:off x="8591610" y="1802333"/>
            <a:ext cx="98891" cy="1331233"/>
            <a:chOff x="4737834" y="4900127"/>
            <a:chExt cx="98891" cy="1331233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9D08214A-3576-355F-45C6-F69E1CF4060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A3BB4557-13F0-A31D-6CF8-AA4A2B2B3CA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7FAD4824-B6B4-C127-079F-5CF916283D55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ED932E2-4505-CF4E-5EA7-87D6EE0F2224}"/>
              </a:ext>
            </a:extLst>
          </p:cNvPr>
          <p:cNvGrpSpPr/>
          <p:nvPr/>
        </p:nvGrpSpPr>
        <p:grpSpPr>
          <a:xfrm rot="5400000">
            <a:off x="8344562" y="4445319"/>
            <a:ext cx="98801" cy="592572"/>
            <a:chOff x="4737847" y="5019189"/>
            <a:chExt cx="98801" cy="592572"/>
          </a:xfrm>
          <a:solidFill>
            <a:srgbClr val="00B0F0"/>
          </a:solidFill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B269BE3A-21EE-4F3B-8500-AB005C7F726A}"/>
                </a:ext>
              </a:extLst>
            </p:cNvPr>
            <p:cNvSpPr/>
            <p:nvPr/>
          </p:nvSpPr>
          <p:spPr>
            <a:xfrm>
              <a:off x="4737847" y="501918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7F095DA5-7F52-413E-266C-E7C61A49F228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47DE301-FE4F-4159-E5F6-EF575AF50041}"/>
              </a:ext>
            </a:extLst>
          </p:cNvPr>
          <p:cNvSpPr/>
          <p:nvPr/>
        </p:nvSpPr>
        <p:spPr>
          <a:xfrm rot="5400000" flipV="1">
            <a:off x="6921040" y="4566817"/>
            <a:ext cx="98384" cy="7070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B3F3189-6300-7F4D-C29C-D904C22FAFA0}"/>
              </a:ext>
            </a:extLst>
          </p:cNvPr>
          <p:cNvSpPr/>
          <p:nvPr/>
        </p:nvSpPr>
        <p:spPr>
          <a:xfrm flipV="1">
            <a:off x="4725609" y="4688221"/>
            <a:ext cx="98384" cy="8624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DDF0B0B-A21B-2C29-1C23-7035CE947326}"/>
              </a:ext>
            </a:extLst>
          </p:cNvPr>
          <p:cNvGrpSpPr/>
          <p:nvPr/>
        </p:nvGrpSpPr>
        <p:grpSpPr>
          <a:xfrm rot="5400000">
            <a:off x="4855376" y="3828232"/>
            <a:ext cx="98814" cy="513989"/>
            <a:chOff x="4737834" y="5097772"/>
            <a:chExt cx="98814" cy="513989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4F650BEE-7007-29F4-7665-AB8501736DF6}"/>
                </a:ext>
              </a:extLst>
            </p:cNvPr>
            <p:cNvSpPr/>
            <p:nvPr/>
          </p:nvSpPr>
          <p:spPr>
            <a:xfrm>
              <a:off x="4737834" y="509777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86C5216D-4A9B-B31A-479C-1C193CC4621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CA0BD16-98C0-2B2B-3177-ABC5D3EDE97A}"/>
              </a:ext>
            </a:extLst>
          </p:cNvPr>
          <p:cNvSpPr txBox="1"/>
          <p:nvPr/>
        </p:nvSpPr>
        <p:spPr>
          <a:xfrm>
            <a:off x="9800389" y="301025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3A697E7-99E5-40EF-BC20-9AAED3570FC4}"/>
              </a:ext>
            </a:extLst>
          </p:cNvPr>
          <p:cNvGrpSpPr/>
          <p:nvPr/>
        </p:nvGrpSpPr>
        <p:grpSpPr>
          <a:xfrm>
            <a:off x="4936534" y="4836230"/>
            <a:ext cx="397370" cy="542991"/>
            <a:chOff x="9131714" y="3797098"/>
            <a:chExt cx="397370" cy="542991"/>
          </a:xfrm>
          <a:solidFill>
            <a:srgbClr val="CC0000"/>
          </a:solidFill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9ED1A5B1-91D5-9C30-EABE-31D6C13A5C6A}"/>
                </a:ext>
              </a:extLst>
            </p:cNvPr>
            <p:cNvGrpSpPr/>
            <p:nvPr/>
          </p:nvGrpSpPr>
          <p:grpSpPr>
            <a:xfrm>
              <a:off x="9430270" y="3799905"/>
              <a:ext cx="98814" cy="540184"/>
              <a:chOff x="4544159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480B08BC-252C-1FE1-9FB3-0D00B8249CBF}"/>
                  </a:ext>
                </a:extLst>
              </p:cNvPr>
              <p:cNvSpPr/>
              <p:nvPr/>
            </p:nvSpPr>
            <p:spPr>
              <a:xfrm>
                <a:off x="4544159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E724AC42-9A9B-30BB-8B93-8B03939A8D4A}"/>
                  </a:ext>
                </a:extLst>
              </p:cNvPr>
              <p:cNvSpPr/>
              <p:nvPr/>
            </p:nvSpPr>
            <p:spPr>
              <a:xfrm>
                <a:off x="4544588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별: 꼭짓점 7개 36">
              <a:extLst>
                <a:ext uri="{FF2B5EF4-FFF2-40B4-BE49-F238E27FC236}">
                  <a16:creationId xmlns:a16="http://schemas.microsoft.com/office/drawing/2014/main" id="{6EE37FB3-0BDD-06EA-552A-8C3F90ED92E2}"/>
                </a:ext>
              </a:extLst>
            </p:cNvPr>
            <p:cNvSpPr/>
            <p:nvPr/>
          </p:nvSpPr>
          <p:spPr>
            <a:xfrm rot="5400000">
              <a:off x="9206588" y="3950081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034921D3-C3C6-856A-2989-396422B35D7F}"/>
                </a:ext>
              </a:extLst>
            </p:cNvPr>
            <p:cNvGrpSpPr/>
            <p:nvPr/>
          </p:nvGrpSpPr>
          <p:grpSpPr>
            <a:xfrm>
              <a:off x="9131714" y="3797098"/>
              <a:ext cx="98814" cy="540184"/>
              <a:chOff x="4678302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FE9772AC-E261-A5F0-3DBD-43A8116BAFB4}"/>
                  </a:ext>
                </a:extLst>
              </p:cNvPr>
              <p:cNvSpPr/>
              <p:nvPr/>
            </p:nvSpPr>
            <p:spPr>
              <a:xfrm>
                <a:off x="4678302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3977E389-C2BC-AF8C-B3CF-6912509F266C}"/>
                  </a:ext>
                </a:extLst>
              </p:cNvPr>
              <p:cNvSpPr/>
              <p:nvPr/>
            </p:nvSpPr>
            <p:spPr>
              <a:xfrm>
                <a:off x="4678731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90A4CDF-9B85-9C65-5B27-5B5D1836848E}"/>
              </a:ext>
            </a:extLst>
          </p:cNvPr>
          <p:cNvSpPr/>
          <p:nvPr/>
        </p:nvSpPr>
        <p:spPr>
          <a:xfrm>
            <a:off x="9626643" y="2544618"/>
            <a:ext cx="102820" cy="194920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F235F96-7E02-A517-9430-D45313BEEEE5}"/>
              </a:ext>
            </a:extLst>
          </p:cNvPr>
          <p:cNvCxnSpPr>
            <a:cxnSpLocks/>
          </p:cNvCxnSpPr>
          <p:nvPr/>
        </p:nvCxnSpPr>
        <p:spPr>
          <a:xfrm flipH="1">
            <a:off x="9389600" y="3172058"/>
            <a:ext cx="5205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62135BA-7365-6886-FB5B-A5617A079D9F}"/>
              </a:ext>
            </a:extLst>
          </p:cNvPr>
          <p:cNvSpPr/>
          <p:nvPr/>
        </p:nvSpPr>
        <p:spPr>
          <a:xfrm rot="5400000" flipV="1">
            <a:off x="4187158" y="5107503"/>
            <a:ext cx="98384" cy="7284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1604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F41BB-3D4A-3050-A942-E3411212B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245F0803-EC0B-A5B6-E678-F03B95297F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013" y="899286"/>
            <a:ext cx="8135937" cy="5958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5CC2AB6-7849-6184-046A-89029B4E8DA2}"/>
                  </a:ext>
                </a:extLst>
              </p:cNvPr>
              <p:cNvSpPr txBox="1"/>
              <p:nvPr/>
            </p:nvSpPr>
            <p:spPr>
              <a:xfrm>
                <a:off x="10169158" y="1067299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5CC2AB6-7849-6184-046A-89029B4E8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9158" y="1067299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7933924-E6FC-CD9E-3D4A-49E22827CB06}"/>
              </a:ext>
            </a:extLst>
          </p:cNvPr>
          <p:cNvSpPr txBox="1"/>
          <p:nvPr/>
        </p:nvSpPr>
        <p:spPr>
          <a:xfrm>
            <a:off x="1879556" y="35911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84D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22072-6035-BE39-E55D-A0050B5635C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3FF65805-1AD2-63E4-C29A-730A77EDCD7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6A045F1-E8BD-A160-7CA7-A39A3EC74AE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56A70AA-72A5-CB4E-A24C-A744447E61C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2EBEEFF-77C6-D580-56C6-2EC4DE390B26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BDAA3D3-4854-F9DF-B47F-8854343DEC7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C86B05F-0526-4020-A643-4EBE80C4912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2C4C1B8-4C05-1289-30F7-AE5ACB5894A0}"/>
              </a:ext>
            </a:extLst>
          </p:cNvPr>
          <p:cNvSpPr/>
          <p:nvPr/>
        </p:nvSpPr>
        <p:spPr>
          <a:xfrm rot="16200000">
            <a:off x="8567597" y="5159254"/>
            <a:ext cx="103306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FD2967-9003-3983-6DF9-BBBA0A2AD46F}"/>
              </a:ext>
            </a:extLst>
          </p:cNvPr>
          <p:cNvSpPr txBox="1"/>
          <p:nvPr/>
        </p:nvSpPr>
        <p:spPr>
          <a:xfrm>
            <a:off x="7589520" y="502242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8DA6E59-4F10-AEAD-D50A-57E8BF6F943F}"/>
              </a:ext>
            </a:extLst>
          </p:cNvPr>
          <p:cNvSpPr/>
          <p:nvPr/>
        </p:nvSpPr>
        <p:spPr>
          <a:xfrm>
            <a:off x="7718641" y="2956454"/>
            <a:ext cx="1670959" cy="1104096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6C071F0-EE69-39A4-593F-464268BEC699}"/>
              </a:ext>
            </a:extLst>
          </p:cNvPr>
          <p:cNvSpPr/>
          <p:nvPr/>
        </p:nvSpPr>
        <p:spPr>
          <a:xfrm>
            <a:off x="7851152" y="3108541"/>
            <a:ext cx="1376563" cy="799101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3CFDE6-A190-FAA0-E1C7-969B87B1FC9D}"/>
              </a:ext>
            </a:extLst>
          </p:cNvPr>
          <p:cNvSpPr txBox="1"/>
          <p:nvPr/>
        </p:nvSpPr>
        <p:spPr>
          <a:xfrm>
            <a:off x="5589866" y="425712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6" name="별: 꼭짓점 4개 15">
            <a:extLst>
              <a:ext uri="{FF2B5EF4-FFF2-40B4-BE49-F238E27FC236}">
                <a16:creationId xmlns:a16="http://schemas.microsoft.com/office/drawing/2014/main" id="{2BBA70FD-E420-D6B9-9DE2-C041D9FC447B}"/>
              </a:ext>
            </a:extLst>
          </p:cNvPr>
          <p:cNvSpPr/>
          <p:nvPr/>
        </p:nvSpPr>
        <p:spPr>
          <a:xfrm>
            <a:off x="8432041" y="321735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7160ABE-9D20-7149-91C6-A60A1937A548}"/>
              </a:ext>
            </a:extLst>
          </p:cNvPr>
          <p:cNvGrpSpPr/>
          <p:nvPr/>
        </p:nvGrpSpPr>
        <p:grpSpPr>
          <a:xfrm rot="5400000">
            <a:off x="8686821" y="3873680"/>
            <a:ext cx="98891" cy="1331233"/>
            <a:chOff x="4737834" y="4900127"/>
            <a:chExt cx="98891" cy="1331233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B3CB81D0-BDD4-3F33-8AF2-E40933236088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0210782-5603-212B-69B2-1989A7596E5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B64D04E4-B942-6143-E88D-5C60CDAB90A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16179A3-06F2-E886-C504-DAB898705317}"/>
              </a:ext>
            </a:extLst>
          </p:cNvPr>
          <p:cNvGrpSpPr/>
          <p:nvPr/>
        </p:nvGrpSpPr>
        <p:grpSpPr>
          <a:xfrm rot="5400000">
            <a:off x="8591610" y="1802333"/>
            <a:ext cx="98891" cy="1331233"/>
            <a:chOff x="4737834" y="4900127"/>
            <a:chExt cx="98891" cy="1331233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C8D7C65D-4BB4-3FAC-A20E-C8146FF07343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DDF299A5-DBED-4243-1D0A-ABDA5F40E56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2DD7AD4D-0784-AA31-E862-934146734F4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8D00843-FAE1-D206-B2ED-4B0D09783DE7}"/>
              </a:ext>
            </a:extLst>
          </p:cNvPr>
          <p:cNvGrpSpPr/>
          <p:nvPr/>
        </p:nvGrpSpPr>
        <p:grpSpPr>
          <a:xfrm rot="5400000">
            <a:off x="8344562" y="4445319"/>
            <a:ext cx="98801" cy="592572"/>
            <a:chOff x="4737847" y="5019189"/>
            <a:chExt cx="98801" cy="592572"/>
          </a:xfrm>
          <a:solidFill>
            <a:srgbClr val="00B0F0"/>
          </a:solidFill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EB545C31-B0A8-55E9-B051-B52A9F942CDD}"/>
                </a:ext>
              </a:extLst>
            </p:cNvPr>
            <p:cNvSpPr/>
            <p:nvPr/>
          </p:nvSpPr>
          <p:spPr>
            <a:xfrm>
              <a:off x="4737847" y="501918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6F41B04D-5F49-2FE8-D75E-2AAAD01ACC4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BAC62C1-EC65-B7A5-3EA8-CA32135C760B}"/>
              </a:ext>
            </a:extLst>
          </p:cNvPr>
          <p:cNvSpPr/>
          <p:nvPr/>
        </p:nvSpPr>
        <p:spPr>
          <a:xfrm rot="5400000" flipV="1">
            <a:off x="6921040" y="4566817"/>
            <a:ext cx="98384" cy="7070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05EE52E-EC40-11EA-E2A0-5E8023A01AEF}"/>
              </a:ext>
            </a:extLst>
          </p:cNvPr>
          <p:cNvSpPr/>
          <p:nvPr/>
        </p:nvSpPr>
        <p:spPr>
          <a:xfrm flipV="1">
            <a:off x="4725609" y="4688221"/>
            <a:ext cx="98384" cy="8624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CB7C680-86D7-082D-215D-A2A314421876}"/>
              </a:ext>
            </a:extLst>
          </p:cNvPr>
          <p:cNvGrpSpPr/>
          <p:nvPr/>
        </p:nvGrpSpPr>
        <p:grpSpPr>
          <a:xfrm rot="5400000">
            <a:off x="4855376" y="3828232"/>
            <a:ext cx="98814" cy="513989"/>
            <a:chOff x="4737834" y="5097772"/>
            <a:chExt cx="98814" cy="513989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DBA62E70-741C-6D2C-1C13-3C729120BC9F}"/>
                </a:ext>
              </a:extLst>
            </p:cNvPr>
            <p:cNvSpPr/>
            <p:nvPr/>
          </p:nvSpPr>
          <p:spPr>
            <a:xfrm>
              <a:off x="4737834" y="509777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362A61E6-B24A-ADA5-A563-E8DDA1CD71A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D94A662-0DD8-4722-BA26-84852DED2082}"/>
              </a:ext>
            </a:extLst>
          </p:cNvPr>
          <p:cNvSpPr txBox="1"/>
          <p:nvPr/>
        </p:nvSpPr>
        <p:spPr>
          <a:xfrm>
            <a:off x="9800389" y="301025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94D679-D4DB-5ED7-0665-416EB879E5CA}"/>
              </a:ext>
            </a:extLst>
          </p:cNvPr>
          <p:cNvSpPr txBox="1"/>
          <p:nvPr/>
        </p:nvSpPr>
        <p:spPr>
          <a:xfrm>
            <a:off x="9765601" y="3555235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89842CE-02E7-A213-1DCA-B4ABC80F8BAA}"/>
              </a:ext>
            </a:extLst>
          </p:cNvPr>
          <p:cNvGrpSpPr/>
          <p:nvPr/>
        </p:nvGrpSpPr>
        <p:grpSpPr>
          <a:xfrm>
            <a:off x="4936534" y="4836230"/>
            <a:ext cx="397370" cy="542991"/>
            <a:chOff x="9131714" y="3797098"/>
            <a:chExt cx="397370" cy="542991"/>
          </a:xfrm>
          <a:solidFill>
            <a:srgbClr val="CC0000"/>
          </a:solidFill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FB58E3D6-D71C-74EA-F203-2848170E35B0}"/>
                </a:ext>
              </a:extLst>
            </p:cNvPr>
            <p:cNvGrpSpPr/>
            <p:nvPr/>
          </p:nvGrpSpPr>
          <p:grpSpPr>
            <a:xfrm>
              <a:off x="9430270" y="3799905"/>
              <a:ext cx="98814" cy="540184"/>
              <a:chOff x="4544159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03382CDC-E41E-3122-D098-A69FBB3EF2FC}"/>
                  </a:ext>
                </a:extLst>
              </p:cNvPr>
              <p:cNvSpPr/>
              <p:nvPr/>
            </p:nvSpPr>
            <p:spPr>
              <a:xfrm>
                <a:off x="4544159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7D3E51A3-81E5-0CEE-D99E-1FDF09DE3265}"/>
                  </a:ext>
                </a:extLst>
              </p:cNvPr>
              <p:cNvSpPr/>
              <p:nvPr/>
            </p:nvSpPr>
            <p:spPr>
              <a:xfrm>
                <a:off x="4544588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별: 꼭짓점 7개 36">
              <a:extLst>
                <a:ext uri="{FF2B5EF4-FFF2-40B4-BE49-F238E27FC236}">
                  <a16:creationId xmlns:a16="http://schemas.microsoft.com/office/drawing/2014/main" id="{4DDC4EF7-A2BA-B119-7FC6-D36B5250DEF8}"/>
                </a:ext>
              </a:extLst>
            </p:cNvPr>
            <p:cNvSpPr/>
            <p:nvPr/>
          </p:nvSpPr>
          <p:spPr>
            <a:xfrm rot="5400000">
              <a:off x="9206588" y="3950081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9B7EBCC8-96BC-3121-7C35-65C846DC97AD}"/>
                </a:ext>
              </a:extLst>
            </p:cNvPr>
            <p:cNvGrpSpPr/>
            <p:nvPr/>
          </p:nvGrpSpPr>
          <p:grpSpPr>
            <a:xfrm>
              <a:off x="9131714" y="3797098"/>
              <a:ext cx="98814" cy="540184"/>
              <a:chOff x="4678302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460EC15E-669A-D6E0-D0DB-DCEC3E465105}"/>
                  </a:ext>
                </a:extLst>
              </p:cNvPr>
              <p:cNvSpPr/>
              <p:nvPr/>
            </p:nvSpPr>
            <p:spPr>
              <a:xfrm>
                <a:off x="4678302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37C40560-7DBB-700E-3EC7-929D26A6885E}"/>
                  </a:ext>
                </a:extLst>
              </p:cNvPr>
              <p:cNvSpPr/>
              <p:nvPr/>
            </p:nvSpPr>
            <p:spPr>
              <a:xfrm>
                <a:off x="4678731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CCBFE48-A1BA-619C-851D-329C00E61031}"/>
              </a:ext>
            </a:extLst>
          </p:cNvPr>
          <p:cNvSpPr/>
          <p:nvPr/>
        </p:nvSpPr>
        <p:spPr>
          <a:xfrm>
            <a:off x="9626643" y="2544618"/>
            <a:ext cx="102820" cy="194920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B1C38C55-12A6-276D-B27C-CE4B30836642}"/>
              </a:ext>
            </a:extLst>
          </p:cNvPr>
          <p:cNvCxnSpPr>
            <a:cxnSpLocks/>
          </p:cNvCxnSpPr>
          <p:nvPr/>
        </p:nvCxnSpPr>
        <p:spPr>
          <a:xfrm flipH="1">
            <a:off x="9389600" y="3172058"/>
            <a:ext cx="5205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03E7C3E-E040-072E-6CBC-F9EB3CE313C1}"/>
              </a:ext>
            </a:extLst>
          </p:cNvPr>
          <p:cNvSpPr/>
          <p:nvPr/>
        </p:nvSpPr>
        <p:spPr>
          <a:xfrm rot="5400000" flipV="1">
            <a:off x="4187158" y="5107503"/>
            <a:ext cx="98384" cy="7284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9023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F41BB-3D4A-3050-A942-E3411212B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245F0803-EC0B-A5B6-E678-F03B95297F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013" y="899286"/>
            <a:ext cx="8135937" cy="5958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5CC2AB6-7849-6184-046A-89029B4E8DA2}"/>
                  </a:ext>
                </a:extLst>
              </p:cNvPr>
              <p:cNvSpPr txBox="1"/>
              <p:nvPr/>
            </p:nvSpPr>
            <p:spPr>
              <a:xfrm>
                <a:off x="10169158" y="1067299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5CC2AB6-7849-6184-046A-89029B4E8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9158" y="1067299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7933924-E6FC-CD9E-3D4A-49E22827CB06}"/>
              </a:ext>
            </a:extLst>
          </p:cNvPr>
          <p:cNvSpPr txBox="1"/>
          <p:nvPr/>
        </p:nvSpPr>
        <p:spPr>
          <a:xfrm>
            <a:off x="1879556" y="35911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84D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22072-6035-BE39-E55D-A0050B5635C4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3FF65805-1AD2-63E4-C29A-730A77EDCD7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6A045F1-E8BD-A160-7CA7-A39A3EC74AE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56A70AA-72A5-CB4E-A24C-A744447E61C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2EBEEFF-77C6-D580-56C6-2EC4DE390B26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BDAA3D3-4854-F9DF-B47F-8854343DEC7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C86B05F-0526-4020-A643-4EBE80C4912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2C4C1B8-4C05-1289-30F7-AE5ACB5894A0}"/>
              </a:ext>
            </a:extLst>
          </p:cNvPr>
          <p:cNvSpPr/>
          <p:nvPr/>
        </p:nvSpPr>
        <p:spPr>
          <a:xfrm rot="16200000">
            <a:off x="8567597" y="5159254"/>
            <a:ext cx="103306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FD2967-9003-3983-6DF9-BBBA0A2AD46F}"/>
              </a:ext>
            </a:extLst>
          </p:cNvPr>
          <p:cNvSpPr txBox="1"/>
          <p:nvPr/>
        </p:nvSpPr>
        <p:spPr>
          <a:xfrm>
            <a:off x="7589520" y="502242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8DA6E59-4F10-AEAD-D50A-57E8BF6F943F}"/>
              </a:ext>
            </a:extLst>
          </p:cNvPr>
          <p:cNvSpPr/>
          <p:nvPr/>
        </p:nvSpPr>
        <p:spPr>
          <a:xfrm>
            <a:off x="7975439" y="2956454"/>
            <a:ext cx="1414161" cy="1104096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3CFDE6-A190-FAA0-E1C7-969B87B1FC9D}"/>
              </a:ext>
            </a:extLst>
          </p:cNvPr>
          <p:cNvSpPr txBox="1"/>
          <p:nvPr/>
        </p:nvSpPr>
        <p:spPr>
          <a:xfrm>
            <a:off x="5589866" y="425712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6" name="별: 꼭짓점 4개 15">
            <a:extLst>
              <a:ext uri="{FF2B5EF4-FFF2-40B4-BE49-F238E27FC236}">
                <a16:creationId xmlns:a16="http://schemas.microsoft.com/office/drawing/2014/main" id="{2BBA70FD-E420-D6B9-9DE2-C041D9FC447B}"/>
              </a:ext>
            </a:extLst>
          </p:cNvPr>
          <p:cNvSpPr/>
          <p:nvPr/>
        </p:nvSpPr>
        <p:spPr>
          <a:xfrm>
            <a:off x="8432041" y="321735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7160ABE-9D20-7149-91C6-A60A1937A548}"/>
              </a:ext>
            </a:extLst>
          </p:cNvPr>
          <p:cNvGrpSpPr/>
          <p:nvPr/>
        </p:nvGrpSpPr>
        <p:grpSpPr>
          <a:xfrm rot="5400000">
            <a:off x="8686821" y="3873680"/>
            <a:ext cx="98891" cy="1331233"/>
            <a:chOff x="4737834" y="4900127"/>
            <a:chExt cx="98891" cy="1331233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B3CB81D0-BDD4-3F33-8AF2-E40933236088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0210782-5603-212B-69B2-1989A7596E5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B64D04E4-B942-6143-E88D-5C60CDAB90A7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16179A3-06F2-E886-C504-DAB898705317}"/>
              </a:ext>
            </a:extLst>
          </p:cNvPr>
          <p:cNvGrpSpPr/>
          <p:nvPr/>
        </p:nvGrpSpPr>
        <p:grpSpPr>
          <a:xfrm rot="5400000">
            <a:off x="8591610" y="1802333"/>
            <a:ext cx="98891" cy="1331233"/>
            <a:chOff x="4737834" y="4900127"/>
            <a:chExt cx="98891" cy="1331233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C8D7C65D-4BB4-3FAC-A20E-C8146FF07343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DDF299A5-DBED-4243-1D0A-ABDA5F40E567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2DD7AD4D-0784-AA31-E862-934146734F4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8D00843-FAE1-D206-B2ED-4B0D09783DE7}"/>
              </a:ext>
            </a:extLst>
          </p:cNvPr>
          <p:cNvGrpSpPr/>
          <p:nvPr/>
        </p:nvGrpSpPr>
        <p:grpSpPr>
          <a:xfrm rot="5400000">
            <a:off x="8344562" y="4445319"/>
            <a:ext cx="98801" cy="592572"/>
            <a:chOff x="4737847" y="5019189"/>
            <a:chExt cx="98801" cy="592572"/>
          </a:xfrm>
          <a:solidFill>
            <a:srgbClr val="00B0F0"/>
          </a:solidFill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EB545C31-B0A8-55E9-B051-B52A9F942CDD}"/>
                </a:ext>
              </a:extLst>
            </p:cNvPr>
            <p:cNvSpPr/>
            <p:nvPr/>
          </p:nvSpPr>
          <p:spPr>
            <a:xfrm>
              <a:off x="4737847" y="501918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6F41B04D-5F49-2FE8-D75E-2AAAD01ACC4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BAC62C1-EC65-B7A5-3EA8-CA32135C760B}"/>
              </a:ext>
            </a:extLst>
          </p:cNvPr>
          <p:cNvSpPr/>
          <p:nvPr/>
        </p:nvSpPr>
        <p:spPr>
          <a:xfrm rot="5400000" flipV="1">
            <a:off x="6921040" y="4566817"/>
            <a:ext cx="98384" cy="7070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05EE52E-EC40-11EA-E2A0-5E8023A01AEF}"/>
              </a:ext>
            </a:extLst>
          </p:cNvPr>
          <p:cNvSpPr/>
          <p:nvPr/>
        </p:nvSpPr>
        <p:spPr>
          <a:xfrm flipV="1">
            <a:off x="4725609" y="4688221"/>
            <a:ext cx="98384" cy="8624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CB7C680-86D7-082D-215D-A2A314421876}"/>
              </a:ext>
            </a:extLst>
          </p:cNvPr>
          <p:cNvGrpSpPr/>
          <p:nvPr/>
        </p:nvGrpSpPr>
        <p:grpSpPr>
          <a:xfrm rot="5400000">
            <a:off x="4855376" y="3828232"/>
            <a:ext cx="98814" cy="513989"/>
            <a:chOff x="4737834" y="5097772"/>
            <a:chExt cx="98814" cy="513989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DBA62E70-741C-6D2C-1C13-3C729120BC9F}"/>
                </a:ext>
              </a:extLst>
            </p:cNvPr>
            <p:cNvSpPr/>
            <p:nvPr/>
          </p:nvSpPr>
          <p:spPr>
            <a:xfrm>
              <a:off x="4737834" y="509777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362A61E6-B24A-ADA5-A563-E8DDA1CD71A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F94D679-D4DB-5ED7-0665-416EB879E5CA}"/>
              </a:ext>
            </a:extLst>
          </p:cNvPr>
          <p:cNvSpPr txBox="1"/>
          <p:nvPr/>
        </p:nvSpPr>
        <p:spPr>
          <a:xfrm>
            <a:off x="9765601" y="3255687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89842CE-02E7-A213-1DCA-B4ABC80F8BAA}"/>
              </a:ext>
            </a:extLst>
          </p:cNvPr>
          <p:cNvGrpSpPr/>
          <p:nvPr/>
        </p:nvGrpSpPr>
        <p:grpSpPr>
          <a:xfrm>
            <a:off x="4936534" y="4836230"/>
            <a:ext cx="397370" cy="542991"/>
            <a:chOff x="9131714" y="3797098"/>
            <a:chExt cx="397370" cy="542991"/>
          </a:xfrm>
          <a:solidFill>
            <a:srgbClr val="CC0000"/>
          </a:solidFill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FB58E3D6-D71C-74EA-F203-2848170E35B0}"/>
                </a:ext>
              </a:extLst>
            </p:cNvPr>
            <p:cNvGrpSpPr/>
            <p:nvPr/>
          </p:nvGrpSpPr>
          <p:grpSpPr>
            <a:xfrm>
              <a:off x="9430270" y="3799905"/>
              <a:ext cx="98814" cy="540184"/>
              <a:chOff x="4544159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03382CDC-E41E-3122-D098-A69FBB3EF2FC}"/>
                  </a:ext>
                </a:extLst>
              </p:cNvPr>
              <p:cNvSpPr/>
              <p:nvPr/>
            </p:nvSpPr>
            <p:spPr>
              <a:xfrm>
                <a:off x="4544159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7D3E51A3-81E5-0CEE-D99E-1FDF09DE3265}"/>
                  </a:ext>
                </a:extLst>
              </p:cNvPr>
              <p:cNvSpPr/>
              <p:nvPr/>
            </p:nvSpPr>
            <p:spPr>
              <a:xfrm>
                <a:off x="4544588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별: 꼭짓점 7개 36">
              <a:extLst>
                <a:ext uri="{FF2B5EF4-FFF2-40B4-BE49-F238E27FC236}">
                  <a16:creationId xmlns:a16="http://schemas.microsoft.com/office/drawing/2014/main" id="{4DDC4EF7-A2BA-B119-7FC6-D36B5250DEF8}"/>
                </a:ext>
              </a:extLst>
            </p:cNvPr>
            <p:cNvSpPr/>
            <p:nvPr/>
          </p:nvSpPr>
          <p:spPr>
            <a:xfrm rot="5400000">
              <a:off x="9206588" y="3950081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9B7EBCC8-96BC-3121-7C35-65C846DC97AD}"/>
                </a:ext>
              </a:extLst>
            </p:cNvPr>
            <p:cNvGrpSpPr/>
            <p:nvPr/>
          </p:nvGrpSpPr>
          <p:grpSpPr>
            <a:xfrm>
              <a:off x="9131714" y="3797098"/>
              <a:ext cx="98814" cy="540184"/>
              <a:chOff x="4678302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460EC15E-669A-D6E0-D0DB-DCEC3E465105}"/>
                  </a:ext>
                </a:extLst>
              </p:cNvPr>
              <p:cNvSpPr/>
              <p:nvPr/>
            </p:nvSpPr>
            <p:spPr>
              <a:xfrm>
                <a:off x="4678302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37C40560-7DBB-700E-3EC7-929D26A6885E}"/>
                  </a:ext>
                </a:extLst>
              </p:cNvPr>
              <p:cNvSpPr/>
              <p:nvPr/>
            </p:nvSpPr>
            <p:spPr>
              <a:xfrm>
                <a:off x="4678731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CCBFE48-A1BA-619C-851D-329C00E61031}"/>
              </a:ext>
            </a:extLst>
          </p:cNvPr>
          <p:cNvSpPr/>
          <p:nvPr/>
        </p:nvSpPr>
        <p:spPr>
          <a:xfrm>
            <a:off x="9626643" y="2544618"/>
            <a:ext cx="102820" cy="194920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03E7C3E-E040-072E-6CBC-F9EB3CE313C1}"/>
              </a:ext>
            </a:extLst>
          </p:cNvPr>
          <p:cNvSpPr/>
          <p:nvPr/>
        </p:nvSpPr>
        <p:spPr>
          <a:xfrm rot="5400000" flipV="1">
            <a:off x="4187158" y="5107503"/>
            <a:ext cx="98384" cy="7284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EB78178-C8C9-81D4-1F61-214E389CA90A}"/>
              </a:ext>
            </a:extLst>
          </p:cNvPr>
          <p:cNvSpPr/>
          <p:nvPr/>
        </p:nvSpPr>
        <p:spPr>
          <a:xfrm>
            <a:off x="8094498" y="3094565"/>
            <a:ext cx="1175659" cy="834496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47" name="그림 46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2EB7218A-D6FC-863C-0303-89DF68E51F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85" y="4503350"/>
            <a:ext cx="1795364" cy="1795364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366C8690-46F0-916C-B266-3218200F3EE5}"/>
              </a:ext>
            </a:extLst>
          </p:cNvPr>
          <p:cNvSpPr txBox="1"/>
          <p:nvPr/>
        </p:nvSpPr>
        <p:spPr>
          <a:xfrm>
            <a:off x="4710372" y="606810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highlight>
                  <a:srgbClr val="FFFF00"/>
                </a:highlight>
              </a:rPr>
              <a:t>현관미정</a:t>
            </a: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76E6622C-EC20-EE2B-0863-80CA8B7673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9854008" y="4513621"/>
            <a:ext cx="2236971" cy="1554480"/>
          </a:xfrm>
          <a:prstGeom prst="rect">
            <a:avLst/>
          </a:prstGeom>
        </p:spPr>
      </p:pic>
      <p:pic>
        <p:nvPicPr>
          <p:cNvPr id="50" name="그림 49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0A2CAA-FD51-8436-2C88-DB5D986AF7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64" y="2844073"/>
            <a:ext cx="1757580" cy="144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6773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D6B1D-72E8-F131-4B3C-5DDD42ACE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CB4EF18F-B9BB-0490-32BE-17627A677B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1047570"/>
            <a:ext cx="7361237" cy="5391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F48E7D-89C4-6DD0-687C-F6ED45BC4C8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𝟏𝟎𝟖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F48E7D-89C4-6DD0-687C-F6ED45BC4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7E58470-0EAE-84C0-A762-E4B441A56984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108A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D5A226-65DE-3F45-43F6-6A482CC27C35}"/>
              </a:ext>
            </a:extLst>
          </p:cNvPr>
          <p:cNvSpPr/>
          <p:nvPr/>
        </p:nvSpPr>
        <p:spPr>
          <a:xfrm rot="5400000">
            <a:off x="6602884" y="5139641"/>
            <a:ext cx="102820" cy="198379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4BD7752-7504-1E7D-222F-FAA406E19227}"/>
              </a:ext>
            </a:extLst>
          </p:cNvPr>
          <p:cNvSpPr/>
          <p:nvPr/>
        </p:nvSpPr>
        <p:spPr>
          <a:xfrm>
            <a:off x="6003303" y="455556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A114410-38BF-CAB0-9459-07E230AAD254}"/>
              </a:ext>
            </a:extLst>
          </p:cNvPr>
          <p:cNvSpPr/>
          <p:nvPr/>
        </p:nvSpPr>
        <p:spPr>
          <a:xfrm>
            <a:off x="6172240" y="470765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98EC4D-97F1-33C1-A518-446E488B43E9}"/>
              </a:ext>
            </a:extLst>
          </p:cNvPr>
          <p:cNvSpPr txBox="1"/>
          <p:nvPr/>
        </p:nvSpPr>
        <p:spPr>
          <a:xfrm>
            <a:off x="5710025" y="395915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77324D-E0D1-40B7-8478-F378475E2016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4C5E642-E8BF-497E-A97F-5A3D483E862D}"/>
              </a:ext>
            </a:extLst>
          </p:cNvPr>
          <p:cNvGrpSpPr/>
          <p:nvPr/>
        </p:nvGrpSpPr>
        <p:grpSpPr>
          <a:xfrm>
            <a:off x="5562330" y="4462056"/>
            <a:ext cx="98891" cy="1448708"/>
            <a:chOff x="4737834" y="4662002"/>
            <a:chExt cx="98891" cy="144870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DC75E197-385A-64AB-B029-81812684DE5D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83FE932-B693-41EF-6952-F64943A62E1F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24EF769-BD7B-B1D5-B8CE-F8F6C137150C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0E58B77-DF5B-F6BF-2350-0A27344D0AC2}"/>
              </a:ext>
            </a:extLst>
          </p:cNvPr>
          <p:cNvGrpSpPr/>
          <p:nvPr/>
        </p:nvGrpSpPr>
        <p:grpSpPr>
          <a:xfrm rot="5400000">
            <a:off x="4514142" y="3954307"/>
            <a:ext cx="99451" cy="545492"/>
            <a:chOff x="5324822" y="4538198"/>
            <a:chExt cx="99451" cy="545492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679117BB-E43B-7F62-6626-51163B5DAB2B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7178F8EB-A7B9-5F01-6633-36C81BC4C3D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B563672-B1A9-DDC3-8A39-749A1E6F3DF9}"/>
              </a:ext>
            </a:extLst>
          </p:cNvPr>
          <p:cNvSpPr/>
          <p:nvPr/>
        </p:nvSpPr>
        <p:spPr>
          <a:xfrm flipV="1">
            <a:off x="3514398" y="2835108"/>
            <a:ext cx="98385" cy="7977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50F1E0-F041-2C3F-A962-9EF26837AF6D}"/>
              </a:ext>
            </a:extLst>
          </p:cNvPr>
          <p:cNvSpPr txBox="1"/>
          <p:nvPr/>
        </p:nvSpPr>
        <p:spPr>
          <a:xfrm>
            <a:off x="6705045" y="644282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DEBBF7D-9AF5-FD22-487F-12C96C4516BC}"/>
              </a:ext>
            </a:extLst>
          </p:cNvPr>
          <p:cNvCxnSpPr>
            <a:cxnSpLocks/>
          </p:cNvCxnSpPr>
          <p:nvPr/>
        </p:nvCxnSpPr>
        <p:spPr>
          <a:xfrm flipV="1">
            <a:off x="6968787" y="5826612"/>
            <a:ext cx="0" cy="665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8346EECF-7656-4FB0-9F74-5591BD6FC8BE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BB777C9-B500-DA1C-42DF-7FF6D64E6BD1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F063EDCA-A15A-A42A-60DD-17EDA6D51D0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AC35269C-6262-53A7-DE05-80F00813AA4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F23D0484-711D-0A62-1BA9-703AA9DF61A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F781654B-B34D-675F-C4F1-90B22BE994D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E051281-ECFC-C476-F792-3C54562A8AB1}"/>
              </a:ext>
            </a:extLst>
          </p:cNvPr>
          <p:cNvSpPr/>
          <p:nvPr/>
        </p:nvSpPr>
        <p:spPr>
          <a:xfrm flipV="1">
            <a:off x="2645562" y="3635198"/>
            <a:ext cx="98385" cy="670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30A5C42-11FB-29FB-DD05-210F00F44D99}"/>
              </a:ext>
            </a:extLst>
          </p:cNvPr>
          <p:cNvGrpSpPr/>
          <p:nvPr/>
        </p:nvGrpSpPr>
        <p:grpSpPr>
          <a:xfrm>
            <a:off x="7589790" y="4476289"/>
            <a:ext cx="98891" cy="1448708"/>
            <a:chOff x="4737834" y="4662002"/>
            <a:chExt cx="98891" cy="14487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233CB061-0D2D-14CD-7E60-6D6333BDD55D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8D604093-4D3C-A513-EB90-09AF7BC1164E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E4712C4-F254-C623-62C7-BF602722DA03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BCED450-5D90-053C-1F4C-1D73D74AB3C6}"/>
              </a:ext>
            </a:extLst>
          </p:cNvPr>
          <p:cNvSpPr/>
          <p:nvPr/>
        </p:nvSpPr>
        <p:spPr>
          <a:xfrm flipV="1">
            <a:off x="7791899" y="3111911"/>
            <a:ext cx="98385" cy="6460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5497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50C44-E93F-D2FF-5C91-3035AA770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169D8EC9-0B79-BA6C-E6A8-74637F5D54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1047570"/>
            <a:ext cx="7361237" cy="5391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9555D9E-FA3D-2F45-B6CB-0F09B328E1B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𝟏𝟎𝟖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9555D9E-FA3D-2F45-B6CB-0F09B328E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AD6D776-4FC0-8ED2-E31B-9CBD4EDEB180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108A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D5D3C95-9445-B88B-75BD-C2511EE8F16F}"/>
              </a:ext>
            </a:extLst>
          </p:cNvPr>
          <p:cNvSpPr/>
          <p:nvPr/>
        </p:nvSpPr>
        <p:spPr>
          <a:xfrm>
            <a:off x="7841091" y="5551923"/>
            <a:ext cx="100763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FB90A2-3BDB-897F-9A48-2FFE04B84A3C}"/>
              </a:ext>
            </a:extLst>
          </p:cNvPr>
          <p:cNvSpPr txBox="1"/>
          <p:nvPr/>
        </p:nvSpPr>
        <p:spPr>
          <a:xfrm>
            <a:off x="7890284" y="4749162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59BED96-4092-CA99-333F-30B0D1AD2284}"/>
              </a:ext>
            </a:extLst>
          </p:cNvPr>
          <p:cNvSpPr/>
          <p:nvPr/>
        </p:nvSpPr>
        <p:spPr>
          <a:xfrm rot="5400000">
            <a:off x="6602884" y="5139641"/>
            <a:ext cx="102820" cy="198379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A5D2D1-7F97-68C7-C51E-5C85FD4379C2}"/>
              </a:ext>
            </a:extLst>
          </p:cNvPr>
          <p:cNvSpPr/>
          <p:nvPr/>
        </p:nvSpPr>
        <p:spPr>
          <a:xfrm>
            <a:off x="6003303" y="455556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4F3922B-FF2D-176D-644B-2820C1620C0A}"/>
              </a:ext>
            </a:extLst>
          </p:cNvPr>
          <p:cNvSpPr/>
          <p:nvPr/>
        </p:nvSpPr>
        <p:spPr>
          <a:xfrm>
            <a:off x="6172240" y="470765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9B4613-7C26-8EA8-1C7E-FB8085E04688}"/>
              </a:ext>
            </a:extLst>
          </p:cNvPr>
          <p:cNvSpPr txBox="1"/>
          <p:nvPr/>
        </p:nvSpPr>
        <p:spPr>
          <a:xfrm>
            <a:off x="5710025" y="395915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7ECB8B-2350-C3E0-36CA-F08A048ACE65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158889E-166E-BD00-1F03-A02045B90588}"/>
              </a:ext>
            </a:extLst>
          </p:cNvPr>
          <p:cNvGrpSpPr/>
          <p:nvPr/>
        </p:nvGrpSpPr>
        <p:grpSpPr>
          <a:xfrm>
            <a:off x="5562330" y="4462056"/>
            <a:ext cx="98891" cy="1448708"/>
            <a:chOff x="4737834" y="4662002"/>
            <a:chExt cx="98891" cy="144870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3883B928-95D9-A2A9-97E5-8922DA85C83D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BFE0E1F-DC97-3F89-C5E0-75378ABBF1BC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D62754D-F5CE-DA64-D347-EC058AE70552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2D5393B-6851-FA3A-CFF4-020B112C44DC}"/>
              </a:ext>
            </a:extLst>
          </p:cNvPr>
          <p:cNvGrpSpPr/>
          <p:nvPr/>
        </p:nvGrpSpPr>
        <p:grpSpPr>
          <a:xfrm>
            <a:off x="7811221" y="4613638"/>
            <a:ext cx="98814" cy="671157"/>
            <a:chOff x="4737834" y="4900127"/>
            <a:chExt cx="98814" cy="671157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216ECCF-A1D4-B54D-FD4E-4CAAE2FC097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8CF0CA7-0054-22D5-1412-D1C13169497B}"/>
                </a:ext>
              </a:extLst>
            </p:cNvPr>
            <p:cNvSpPr/>
            <p:nvPr/>
          </p:nvSpPr>
          <p:spPr>
            <a:xfrm>
              <a:off x="4738263" y="547289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32C656B-30FE-3D80-07E2-4D87BA8F05D9}"/>
              </a:ext>
            </a:extLst>
          </p:cNvPr>
          <p:cNvGrpSpPr/>
          <p:nvPr/>
        </p:nvGrpSpPr>
        <p:grpSpPr>
          <a:xfrm>
            <a:off x="3651754" y="3010720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4E9294B-D915-A356-EF28-55E61CFDF32A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4E9552B1-0077-38A7-5DDC-288EBF102250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EC0A3F49-C3CD-A314-BA60-0D5C2A6A93FB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46D6ED5A-EC26-3A25-F017-DAC813CB5B11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798457E-F3D9-F5D3-706C-F4F1F1BE25DB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56E4D904-6E4C-BF10-D1F0-E92C2BFFD17E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7C57D096-4228-050D-DB0B-C14F305FC1AD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26D4C4E-B089-F759-9F2F-8C52023DAC02}"/>
              </a:ext>
            </a:extLst>
          </p:cNvPr>
          <p:cNvGrpSpPr/>
          <p:nvPr/>
        </p:nvGrpSpPr>
        <p:grpSpPr>
          <a:xfrm rot="5400000">
            <a:off x="4514142" y="3954307"/>
            <a:ext cx="99451" cy="545492"/>
            <a:chOff x="5324822" y="4538198"/>
            <a:chExt cx="99451" cy="545492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22B762D8-7134-B559-A8DD-AEEB3FC507C3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C069CDA9-FB99-580D-37FA-6891F4975A64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455E1C1-BEC3-1AF8-03C6-39D979B5925C}"/>
              </a:ext>
            </a:extLst>
          </p:cNvPr>
          <p:cNvSpPr/>
          <p:nvPr/>
        </p:nvSpPr>
        <p:spPr>
          <a:xfrm flipV="1">
            <a:off x="3514398" y="2835108"/>
            <a:ext cx="98385" cy="7977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D0342E-5136-DAF7-CC8E-00AFF8488817}"/>
              </a:ext>
            </a:extLst>
          </p:cNvPr>
          <p:cNvSpPr txBox="1"/>
          <p:nvPr/>
        </p:nvSpPr>
        <p:spPr>
          <a:xfrm>
            <a:off x="6705045" y="644282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339511C-3162-0B55-DB99-EA122212F8E0}"/>
              </a:ext>
            </a:extLst>
          </p:cNvPr>
          <p:cNvCxnSpPr>
            <a:cxnSpLocks/>
          </p:cNvCxnSpPr>
          <p:nvPr/>
        </p:nvCxnSpPr>
        <p:spPr>
          <a:xfrm flipV="1">
            <a:off x="6968787" y="5826612"/>
            <a:ext cx="0" cy="665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3">
            <a:extLst>
              <a:ext uri="{FF2B5EF4-FFF2-40B4-BE49-F238E27FC236}">
                <a16:creationId xmlns:a16="http://schemas.microsoft.com/office/drawing/2014/main" id="{99146314-F698-4485-382B-229073B7CF37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D8090C2-0167-D7D8-060A-94FF6596433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ABF8D495-83FB-38FD-1904-7C56D659857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EE49B074-93E4-9E0A-0112-0538384A917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C693908B-6B12-48F7-DA5B-38E6304972C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D06F9C0D-4C19-FED5-FAE6-F4EC86B6CA7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83885B8-A553-47F8-C1E1-6F682FF76F4C}"/>
              </a:ext>
            </a:extLst>
          </p:cNvPr>
          <p:cNvSpPr/>
          <p:nvPr/>
        </p:nvSpPr>
        <p:spPr>
          <a:xfrm flipV="1">
            <a:off x="2645562" y="3635198"/>
            <a:ext cx="98385" cy="670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D4BB6DC-35AA-D149-06DF-938FDD7E6E65}"/>
              </a:ext>
            </a:extLst>
          </p:cNvPr>
          <p:cNvGrpSpPr/>
          <p:nvPr/>
        </p:nvGrpSpPr>
        <p:grpSpPr>
          <a:xfrm>
            <a:off x="7589790" y="4476289"/>
            <a:ext cx="98891" cy="1448708"/>
            <a:chOff x="4737834" y="4662002"/>
            <a:chExt cx="98891" cy="14487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1ACEB37-B3DB-A731-05E9-DFF03E1470DA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8786781-747E-C585-C239-66FB52210712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B91B01F6-8ECE-5843-1FDC-E5B4AF793296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80BED1F-4CF4-6742-CDFD-D4674594F1FA}"/>
              </a:ext>
            </a:extLst>
          </p:cNvPr>
          <p:cNvSpPr/>
          <p:nvPr/>
        </p:nvSpPr>
        <p:spPr>
          <a:xfrm flipV="1">
            <a:off x="7791899" y="3111911"/>
            <a:ext cx="98385" cy="6460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1045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60E8D-C7AF-BC93-03F9-67DB2A543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4CDCA0EB-9133-B8AB-2D72-A91A0D96F3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1047570"/>
            <a:ext cx="7361237" cy="5391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8A9C85E-587F-6CFA-0EAA-7466A8C0EC8C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𝟏𝟎𝟖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8A9C85E-587F-6CFA-0EAA-7466A8C0E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6D9EB94-20DF-7230-34DF-925E5A1E98A6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108A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47D8B7-4891-571E-8677-F88AEB8D51E4}"/>
              </a:ext>
            </a:extLst>
          </p:cNvPr>
          <p:cNvSpPr/>
          <p:nvPr/>
        </p:nvSpPr>
        <p:spPr>
          <a:xfrm>
            <a:off x="7841091" y="5551923"/>
            <a:ext cx="100763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7F95F5-43D4-26CD-25CD-D41B91CF3362}"/>
              </a:ext>
            </a:extLst>
          </p:cNvPr>
          <p:cNvSpPr txBox="1"/>
          <p:nvPr/>
        </p:nvSpPr>
        <p:spPr>
          <a:xfrm>
            <a:off x="7890284" y="4749162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35DB4B7-9FDB-97F8-5D3E-F04E8A924B71}"/>
              </a:ext>
            </a:extLst>
          </p:cNvPr>
          <p:cNvSpPr/>
          <p:nvPr/>
        </p:nvSpPr>
        <p:spPr>
          <a:xfrm rot="5400000">
            <a:off x="6602884" y="5139641"/>
            <a:ext cx="102820" cy="198379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B2FD356-5CB8-C164-2F34-BDD6EBA93D64}"/>
              </a:ext>
            </a:extLst>
          </p:cNvPr>
          <p:cNvSpPr/>
          <p:nvPr/>
        </p:nvSpPr>
        <p:spPr>
          <a:xfrm>
            <a:off x="6003303" y="455556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7A3097-2E50-9BF2-B054-454A72CDBCBB}"/>
              </a:ext>
            </a:extLst>
          </p:cNvPr>
          <p:cNvSpPr/>
          <p:nvPr/>
        </p:nvSpPr>
        <p:spPr>
          <a:xfrm>
            <a:off x="6172240" y="470765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DC90CA-49C3-9491-8344-4EB797B62FA6}"/>
              </a:ext>
            </a:extLst>
          </p:cNvPr>
          <p:cNvSpPr txBox="1"/>
          <p:nvPr/>
        </p:nvSpPr>
        <p:spPr>
          <a:xfrm>
            <a:off x="5710025" y="395915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CDC80F-C5B9-A110-FB38-ADB3F3C8599B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D64E6AA4-521C-DCFA-3465-20F765738525}"/>
              </a:ext>
            </a:extLst>
          </p:cNvPr>
          <p:cNvSpPr/>
          <p:nvPr/>
        </p:nvSpPr>
        <p:spPr>
          <a:xfrm>
            <a:off x="6351668" y="489097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8EDC8CF-0BC9-95AC-E7F5-A073331F200F}"/>
              </a:ext>
            </a:extLst>
          </p:cNvPr>
          <p:cNvGrpSpPr/>
          <p:nvPr/>
        </p:nvGrpSpPr>
        <p:grpSpPr>
          <a:xfrm>
            <a:off x="5562330" y="4462056"/>
            <a:ext cx="98891" cy="1448708"/>
            <a:chOff x="4737834" y="4662002"/>
            <a:chExt cx="98891" cy="144870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DC71646-C051-3D67-09F5-4732BDB241E3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5D417F02-58EC-F002-1873-64B06CBA0557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4DE901C1-E7D7-348F-0799-4B2A048974FA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807F616-CB64-EA80-6564-BBA7FC6A278F}"/>
              </a:ext>
            </a:extLst>
          </p:cNvPr>
          <p:cNvGrpSpPr/>
          <p:nvPr/>
        </p:nvGrpSpPr>
        <p:grpSpPr>
          <a:xfrm>
            <a:off x="7811221" y="4613638"/>
            <a:ext cx="98814" cy="671157"/>
            <a:chOff x="4737834" y="4900127"/>
            <a:chExt cx="98814" cy="671157"/>
          </a:xfrm>
          <a:solidFill>
            <a:srgbClr val="00B0F0"/>
          </a:solidFill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1F61D1E7-0A5C-BEB3-1C92-2C928C927D8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61EA36A1-91BC-0D1B-C767-4A23B8300153}"/>
                </a:ext>
              </a:extLst>
            </p:cNvPr>
            <p:cNvSpPr/>
            <p:nvPr/>
          </p:nvSpPr>
          <p:spPr>
            <a:xfrm>
              <a:off x="4738263" y="547289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74DB4CA8-4972-83E5-2618-E3DE3DB661E1}"/>
              </a:ext>
            </a:extLst>
          </p:cNvPr>
          <p:cNvGrpSpPr/>
          <p:nvPr/>
        </p:nvGrpSpPr>
        <p:grpSpPr>
          <a:xfrm>
            <a:off x="3651754" y="3010720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18A18AC-3338-B19C-3FC7-1ADF93F9ADCE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85BEFF00-5E26-B513-4AFF-D1986FDC18F9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7B624DE3-D65F-F1CA-9A95-C7803593001D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별: 꼭짓점 7개 20">
              <a:extLst>
                <a:ext uri="{FF2B5EF4-FFF2-40B4-BE49-F238E27FC236}">
                  <a16:creationId xmlns:a16="http://schemas.microsoft.com/office/drawing/2014/main" id="{C6EBD988-2185-68D1-4863-BE595976A7AB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71F2B99-2A80-6371-7B1B-1D29428848E9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1FF8DC86-3EFF-F38A-3148-3A1124A2370A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CBA9CCCB-4C26-5B7C-A611-83930191991B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00695D3-3217-96D4-A942-FEDE8E1095DB}"/>
              </a:ext>
            </a:extLst>
          </p:cNvPr>
          <p:cNvGrpSpPr/>
          <p:nvPr/>
        </p:nvGrpSpPr>
        <p:grpSpPr>
          <a:xfrm rot="5400000">
            <a:off x="4514142" y="3954307"/>
            <a:ext cx="99451" cy="545492"/>
            <a:chOff x="5324822" y="4538198"/>
            <a:chExt cx="99451" cy="545492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DBF68FEB-9158-2F06-4C81-6E6CB6C853EA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19FFD802-F695-EF30-DB3F-205536157FF1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EA7B6D7-2992-A1A7-14C9-EEA54E1F07E0}"/>
              </a:ext>
            </a:extLst>
          </p:cNvPr>
          <p:cNvSpPr/>
          <p:nvPr/>
        </p:nvSpPr>
        <p:spPr>
          <a:xfrm flipV="1">
            <a:off x="3514398" y="2835108"/>
            <a:ext cx="98385" cy="7977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9F27B8-229F-CD1E-B82B-D389D2225065}"/>
              </a:ext>
            </a:extLst>
          </p:cNvPr>
          <p:cNvSpPr txBox="1"/>
          <p:nvPr/>
        </p:nvSpPr>
        <p:spPr>
          <a:xfrm>
            <a:off x="6705045" y="644282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051B329-4495-468B-C34A-CCDC9AE0B111}"/>
              </a:ext>
            </a:extLst>
          </p:cNvPr>
          <p:cNvCxnSpPr>
            <a:cxnSpLocks/>
          </p:cNvCxnSpPr>
          <p:nvPr/>
        </p:nvCxnSpPr>
        <p:spPr>
          <a:xfrm flipV="1">
            <a:off x="6968787" y="5826612"/>
            <a:ext cx="0" cy="665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FD3FC7F-15BC-81BC-C973-76FE534D2C59}"/>
              </a:ext>
            </a:extLst>
          </p:cNvPr>
          <p:cNvSpPr txBox="1"/>
          <p:nvPr/>
        </p:nvSpPr>
        <p:spPr>
          <a:xfrm>
            <a:off x="4636792" y="6293572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EB089392-38C3-1D06-BA6D-8B40961F4AC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4CF8FED-B361-A829-010B-C55FD9A51D9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21ED7128-FD7A-4DB0-E31F-E24DF5687D6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CC112E01-C140-21A2-CBF3-ED32192F341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A113BD80-FCD0-25F5-77FD-4FC0FEA8C93D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D98CB347-88B8-7B22-6F60-6A574B91DE0D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95D6EA4-F77C-2E1C-BAD8-B7CCA6D430EF}"/>
              </a:ext>
            </a:extLst>
          </p:cNvPr>
          <p:cNvSpPr/>
          <p:nvPr/>
        </p:nvSpPr>
        <p:spPr>
          <a:xfrm flipV="1">
            <a:off x="2645562" y="3635198"/>
            <a:ext cx="98385" cy="670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8722457-7525-E207-B120-211C2C5217B7}"/>
              </a:ext>
            </a:extLst>
          </p:cNvPr>
          <p:cNvGrpSpPr/>
          <p:nvPr/>
        </p:nvGrpSpPr>
        <p:grpSpPr>
          <a:xfrm>
            <a:off x="7589790" y="4476289"/>
            <a:ext cx="98891" cy="1448708"/>
            <a:chOff x="4737834" y="4662002"/>
            <a:chExt cx="98891" cy="14487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67F06B4F-1C7A-5CBB-52C2-704B62794A54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81FC0D3-7D0F-62A1-0C68-84DF7FFE68D5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23CCE8DD-D5BA-3E5C-D7BA-4C7832876812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A860D82-AD47-DC4A-FD31-3E57D080AB06}"/>
              </a:ext>
            </a:extLst>
          </p:cNvPr>
          <p:cNvSpPr/>
          <p:nvPr/>
        </p:nvSpPr>
        <p:spPr>
          <a:xfrm flipV="1">
            <a:off x="7791899" y="3111911"/>
            <a:ext cx="98385" cy="6460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94678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60E8D-C7AF-BC93-03F9-67DB2A543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4CDCA0EB-9133-B8AB-2D72-A91A0D96F3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1047570"/>
            <a:ext cx="7361237" cy="5391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8A9C85E-587F-6CFA-0EAA-7466A8C0EC8C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𝟏𝟎𝟖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8A9C85E-587F-6CFA-0EAA-7466A8C0E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6D9EB94-20DF-7230-34DF-925E5A1E98A6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108A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35DB4B7-9FDB-97F8-5D3E-F04E8A924B71}"/>
              </a:ext>
            </a:extLst>
          </p:cNvPr>
          <p:cNvSpPr/>
          <p:nvPr/>
        </p:nvSpPr>
        <p:spPr>
          <a:xfrm rot="5400000">
            <a:off x="6602884" y="5139641"/>
            <a:ext cx="102820" cy="198379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B2FD356-5CB8-C164-2F34-BDD6EBA93D64}"/>
              </a:ext>
            </a:extLst>
          </p:cNvPr>
          <p:cNvSpPr/>
          <p:nvPr/>
        </p:nvSpPr>
        <p:spPr>
          <a:xfrm>
            <a:off x="6003303" y="455556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DC90CA-49C3-9491-8344-4EB797B62FA6}"/>
              </a:ext>
            </a:extLst>
          </p:cNvPr>
          <p:cNvSpPr txBox="1"/>
          <p:nvPr/>
        </p:nvSpPr>
        <p:spPr>
          <a:xfrm>
            <a:off x="5710025" y="3959153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CDC80F-C5B9-A110-FB38-ADB3F3C8599B}"/>
              </a:ext>
            </a:extLst>
          </p:cNvPr>
          <p:cNvSpPr txBox="1"/>
          <p:nvPr/>
        </p:nvSpPr>
        <p:spPr>
          <a:xfrm>
            <a:off x="112365" y="770606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D64E6AA4-521C-DCFA-3465-20F765738525}"/>
              </a:ext>
            </a:extLst>
          </p:cNvPr>
          <p:cNvSpPr/>
          <p:nvPr/>
        </p:nvSpPr>
        <p:spPr>
          <a:xfrm>
            <a:off x="6351668" y="489097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8EDC8CF-0BC9-95AC-E7F5-A073331F200F}"/>
              </a:ext>
            </a:extLst>
          </p:cNvPr>
          <p:cNvGrpSpPr/>
          <p:nvPr/>
        </p:nvGrpSpPr>
        <p:grpSpPr>
          <a:xfrm>
            <a:off x="5562330" y="4462056"/>
            <a:ext cx="98891" cy="1448708"/>
            <a:chOff x="4737834" y="4662002"/>
            <a:chExt cx="98891" cy="1448708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DC71646-C051-3D67-09F5-4732BDB241E3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5D417F02-58EC-F002-1873-64B06CBA0557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4DE901C1-E7D7-348F-0799-4B2A048974FA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00695D3-3217-96D4-A942-FEDE8E1095DB}"/>
              </a:ext>
            </a:extLst>
          </p:cNvPr>
          <p:cNvGrpSpPr/>
          <p:nvPr/>
        </p:nvGrpSpPr>
        <p:grpSpPr>
          <a:xfrm rot="5400000">
            <a:off x="4514142" y="3954307"/>
            <a:ext cx="99451" cy="545492"/>
            <a:chOff x="5324822" y="4538198"/>
            <a:chExt cx="99451" cy="545492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DBF68FEB-9158-2F06-4C81-6E6CB6C853EA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19FFD802-F695-EF30-DB3F-205536157FF1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EA7B6D7-2992-A1A7-14C9-EEA54E1F07E0}"/>
              </a:ext>
            </a:extLst>
          </p:cNvPr>
          <p:cNvSpPr/>
          <p:nvPr/>
        </p:nvSpPr>
        <p:spPr>
          <a:xfrm flipV="1">
            <a:off x="3514398" y="2835108"/>
            <a:ext cx="98385" cy="7977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D3FC7F-15BC-81BC-C973-76FE534D2C59}"/>
              </a:ext>
            </a:extLst>
          </p:cNvPr>
          <p:cNvSpPr txBox="1"/>
          <p:nvPr/>
        </p:nvSpPr>
        <p:spPr>
          <a:xfrm>
            <a:off x="5598503" y="6270925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EB089392-38C3-1D06-BA6D-8B40961F4AC9}"/>
              </a:ext>
            </a:extLst>
          </p:cNvPr>
          <p:cNvSpPr txBox="1"/>
          <p:nvPr/>
        </p:nvSpPr>
        <p:spPr>
          <a:xfrm>
            <a:off x="142074" y="1128948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4CF8FED-B361-A829-010B-C55FD9A51D9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21ED7128-FD7A-4DB0-E31F-E24DF5687D6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CC112E01-C140-21A2-CBF3-ED32192F341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A113BD80-FCD0-25F5-77FD-4FC0FEA8C93D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D98CB347-88B8-7B22-6F60-6A574B91DE0D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95D6EA4-F77C-2E1C-BAD8-B7CCA6D430EF}"/>
              </a:ext>
            </a:extLst>
          </p:cNvPr>
          <p:cNvSpPr/>
          <p:nvPr/>
        </p:nvSpPr>
        <p:spPr>
          <a:xfrm flipV="1">
            <a:off x="2645562" y="3635198"/>
            <a:ext cx="98385" cy="670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8722457-7525-E207-B120-211C2C5217B7}"/>
              </a:ext>
            </a:extLst>
          </p:cNvPr>
          <p:cNvGrpSpPr/>
          <p:nvPr/>
        </p:nvGrpSpPr>
        <p:grpSpPr>
          <a:xfrm>
            <a:off x="7589790" y="4476289"/>
            <a:ext cx="98891" cy="1448708"/>
            <a:chOff x="4737834" y="4662002"/>
            <a:chExt cx="98891" cy="1448708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67F06B4F-1C7A-5CBB-52C2-704B62794A54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81FC0D3-7D0F-62A1-0C68-84DF7FFE68D5}"/>
                </a:ext>
              </a:extLst>
            </p:cNvPr>
            <p:cNvSpPr/>
            <p:nvPr/>
          </p:nvSpPr>
          <p:spPr>
            <a:xfrm>
              <a:off x="4738263" y="53355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23CCE8DD-D5BA-3E5C-D7BA-4C7832876812}"/>
                </a:ext>
              </a:extLst>
            </p:cNvPr>
            <p:cNvSpPr/>
            <p:nvPr/>
          </p:nvSpPr>
          <p:spPr>
            <a:xfrm>
              <a:off x="4738340" y="60123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A860D82-AD47-DC4A-FD31-3E57D080AB06}"/>
              </a:ext>
            </a:extLst>
          </p:cNvPr>
          <p:cNvSpPr/>
          <p:nvPr/>
        </p:nvSpPr>
        <p:spPr>
          <a:xfrm flipV="1">
            <a:off x="7791899" y="3111911"/>
            <a:ext cx="98385" cy="6460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653D670D-5B50-649C-503C-83355AF73E8A}"/>
              </a:ext>
            </a:extLst>
          </p:cNvPr>
          <p:cNvSpPr/>
          <p:nvPr/>
        </p:nvSpPr>
        <p:spPr>
          <a:xfrm>
            <a:off x="6141414" y="4704789"/>
            <a:ext cx="964235" cy="94722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47" name="그림 46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EAF8A7DE-5A07-C9F0-AF2B-EB340BB6B1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75" y="4707964"/>
            <a:ext cx="1795364" cy="1795364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F6D0E076-4585-D237-0C40-C85CBD86BD0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320" b="-1"/>
          <a:stretch>
            <a:fillRect/>
          </a:stretch>
        </p:blipFill>
        <p:spPr>
          <a:xfrm>
            <a:off x="9893789" y="4555564"/>
            <a:ext cx="2236971" cy="1554480"/>
          </a:xfrm>
          <a:prstGeom prst="rect">
            <a:avLst/>
          </a:prstGeom>
        </p:spPr>
      </p:pic>
      <p:pic>
        <p:nvPicPr>
          <p:cNvPr id="49" name="그림 48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4B6724-6A9D-B7A8-50EF-4F05C24323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00" y="2990800"/>
            <a:ext cx="1757580" cy="144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366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24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진옥화</dc:creator>
  <cp:lastModifiedBy>진옥화</cp:lastModifiedBy>
  <cp:revision>1</cp:revision>
  <dcterms:created xsi:type="dcterms:W3CDTF">2026-02-04T07:34:53Z</dcterms:created>
  <dcterms:modified xsi:type="dcterms:W3CDTF">2026-08-06T04:05:05Z</dcterms:modified>
</cp:coreProperties>
</file>